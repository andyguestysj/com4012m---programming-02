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23"/>
  </p:notesMasterIdLst>
  <p:sldIdLst>
    <p:sldId id="256" r:id="rId2"/>
    <p:sldId id="319" r:id="rId3"/>
    <p:sldId id="369" r:id="rId4"/>
    <p:sldId id="374" r:id="rId5"/>
    <p:sldId id="386" r:id="rId6"/>
    <p:sldId id="393" r:id="rId7"/>
    <p:sldId id="394" r:id="rId8"/>
    <p:sldId id="395" r:id="rId9"/>
    <p:sldId id="396" r:id="rId10"/>
    <p:sldId id="368" r:id="rId11"/>
    <p:sldId id="397" r:id="rId12"/>
    <p:sldId id="384" r:id="rId13"/>
    <p:sldId id="385" r:id="rId14"/>
    <p:sldId id="392" r:id="rId15"/>
    <p:sldId id="378" r:id="rId16"/>
    <p:sldId id="387" r:id="rId17"/>
    <p:sldId id="388" r:id="rId18"/>
    <p:sldId id="389" r:id="rId19"/>
    <p:sldId id="390" r:id="rId20"/>
    <p:sldId id="391" r:id="rId21"/>
    <p:sldId id="316" r:id="rId22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E98584-689C-455A-8111-3536E25BB2F6}" v="48" dt="2024-04-07T15:51:01.8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449" autoAdjust="0"/>
    <p:restoredTop sz="84737" autoAdjust="0"/>
  </p:normalViewPr>
  <p:slideViewPr>
    <p:cSldViewPr>
      <p:cViewPr varScale="1">
        <p:scale>
          <a:sx n="114" d="100"/>
          <a:sy n="114" d="100"/>
        </p:scale>
        <p:origin x="1112" y="-1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c Wells" userId="527ade61401a42c1" providerId="LiveId" clId="{C7BBFF10-0E0B-4437-B677-BD2CA36F4949}"/>
    <pc:docChg chg="custSel addSld modSld sldOrd">
      <pc:chgData name="Alec Wells" userId="527ade61401a42c1" providerId="LiveId" clId="{C7BBFF10-0E0B-4437-B677-BD2CA36F4949}" dt="2024-03-04T00:01:17.985" v="890" actId="20577"/>
      <pc:docMkLst>
        <pc:docMk/>
      </pc:docMkLst>
      <pc:sldChg chg="modSp mod">
        <pc:chgData name="Alec Wells" userId="527ade61401a42c1" providerId="LiveId" clId="{C7BBFF10-0E0B-4437-B677-BD2CA36F4949}" dt="2024-03-03T23:48:57.330" v="885" actId="403"/>
        <pc:sldMkLst>
          <pc:docMk/>
          <pc:sldMk cId="3207795901" sldId="321"/>
        </pc:sldMkLst>
        <pc:spChg chg="mod">
          <ac:chgData name="Alec Wells" userId="527ade61401a42c1" providerId="LiveId" clId="{C7BBFF10-0E0B-4437-B677-BD2CA36F4949}" dt="2024-03-03T23:48:57.330" v="885" actId="403"/>
          <ac:spMkLst>
            <pc:docMk/>
            <pc:sldMk cId="3207795901" sldId="321"/>
            <ac:spMk id="5123" creationId="{381CB796-D834-D21F-B872-FD7C60DFEC7A}"/>
          </ac:spMkLst>
        </pc:spChg>
      </pc:sldChg>
      <pc:sldChg chg="modSp mod">
        <pc:chgData name="Alec Wells" userId="527ade61401a42c1" providerId="LiveId" clId="{C7BBFF10-0E0B-4437-B677-BD2CA36F4949}" dt="2024-03-03T23:59:52.233" v="887" actId="20577"/>
        <pc:sldMkLst>
          <pc:docMk/>
          <pc:sldMk cId="3493719763" sldId="348"/>
        </pc:sldMkLst>
        <pc:spChg chg="mod">
          <ac:chgData name="Alec Wells" userId="527ade61401a42c1" providerId="LiveId" clId="{C7BBFF10-0E0B-4437-B677-BD2CA36F4949}" dt="2024-03-03T23:59:52.233" v="887" actId="20577"/>
          <ac:spMkLst>
            <pc:docMk/>
            <pc:sldMk cId="3493719763" sldId="348"/>
            <ac:spMk id="16387" creationId="{AE55AA3C-9876-C4AE-1999-7DF0F24255B2}"/>
          </ac:spMkLst>
        </pc:spChg>
      </pc:sldChg>
      <pc:sldChg chg="modSp mod">
        <pc:chgData name="Alec Wells" userId="527ade61401a42c1" providerId="LiveId" clId="{C7BBFF10-0E0B-4437-B677-BD2CA36F4949}" dt="2024-03-03T23:55:09.357" v="886" actId="20577"/>
        <pc:sldMkLst>
          <pc:docMk/>
          <pc:sldMk cId="587010487" sldId="358"/>
        </pc:sldMkLst>
        <pc:spChg chg="mod">
          <ac:chgData name="Alec Wells" userId="527ade61401a42c1" providerId="LiveId" clId="{C7BBFF10-0E0B-4437-B677-BD2CA36F4949}" dt="2024-03-03T23:55:09.357" v="886" actId="20577"/>
          <ac:spMkLst>
            <pc:docMk/>
            <pc:sldMk cId="587010487" sldId="358"/>
            <ac:spMk id="9219" creationId="{AFBFF55A-A9FE-FCFA-6018-709590391234}"/>
          </ac:spMkLst>
        </pc:spChg>
      </pc:sldChg>
      <pc:sldChg chg="modSp mod">
        <pc:chgData name="Alec Wells" userId="527ade61401a42c1" providerId="LiveId" clId="{C7BBFF10-0E0B-4437-B677-BD2CA36F4949}" dt="2024-03-04T00:00:40.468" v="888" actId="403"/>
        <pc:sldMkLst>
          <pc:docMk/>
          <pc:sldMk cId="1540216628" sldId="359"/>
        </pc:sldMkLst>
        <pc:spChg chg="mod">
          <ac:chgData name="Alec Wells" userId="527ade61401a42c1" providerId="LiveId" clId="{C7BBFF10-0E0B-4437-B677-BD2CA36F4949}" dt="2024-03-04T00:00:40.468" v="888" actId="403"/>
          <ac:spMkLst>
            <pc:docMk/>
            <pc:sldMk cId="1540216628" sldId="359"/>
            <ac:spMk id="2" creationId="{D60014A9-FF3C-EEAC-E4B5-C3F61D6E6809}"/>
          </ac:spMkLst>
        </pc:spChg>
      </pc:sldChg>
      <pc:sldChg chg="modSp mod">
        <pc:chgData name="Alec Wells" userId="527ade61401a42c1" providerId="LiveId" clId="{C7BBFF10-0E0B-4437-B677-BD2CA36F4949}" dt="2024-03-04T00:01:17.985" v="890" actId="20577"/>
        <pc:sldMkLst>
          <pc:docMk/>
          <pc:sldMk cId="1629402692" sldId="360"/>
        </pc:sldMkLst>
        <pc:spChg chg="mod">
          <ac:chgData name="Alec Wells" userId="527ade61401a42c1" providerId="LiveId" clId="{C7BBFF10-0E0B-4437-B677-BD2CA36F4949}" dt="2024-03-04T00:01:17.985" v="890" actId="20577"/>
          <ac:spMkLst>
            <pc:docMk/>
            <pc:sldMk cId="1629402692" sldId="360"/>
            <ac:spMk id="2" creationId="{B8DB393A-3416-0442-977C-1C417F0AFAC0}"/>
          </ac:spMkLst>
        </pc:spChg>
      </pc:sldChg>
      <pc:sldChg chg="modSp mod">
        <pc:chgData name="Alec Wells" userId="527ade61401a42c1" providerId="LiveId" clId="{C7BBFF10-0E0B-4437-B677-BD2CA36F4949}" dt="2024-03-03T23:14:16.482" v="58" actId="404"/>
        <pc:sldMkLst>
          <pc:docMk/>
          <pc:sldMk cId="82340334" sldId="362"/>
        </pc:sldMkLst>
        <pc:spChg chg="mod">
          <ac:chgData name="Alec Wells" userId="527ade61401a42c1" providerId="LiveId" clId="{C7BBFF10-0E0B-4437-B677-BD2CA36F4949}" dt="2024-03-03T23:14:16.482" v="58" actId="404"/>
          <ac:spMkLst>
            <pc:docMk/>
            <pc:sldMk cId="82340334" sldId="362"/>
            <ac:spMk id="2" creationId="{5D273B96-CC3F-BD1B-5D4E-8F0BB4FC36F0}"/>
          </ac:spMkLst>
        </pc:spChg>
      </pc:sldChg>
      <pc:sldChg chg="modSp mod">
        <pc:chgData name="Alec Wells" userId="527ade61401a42c1" providerId="LiveId" clId="{C7BBFF10-0E0B-4437-B677-BD2CA36F4949}" dt="2024-03-03T23:19:59.115" v="400" actId="404"/>
        <pc:sldMkLst>
          <pc:docMk/>
          <pc:sldMk cId="473473277" sldId="363"/>
        </pc:sldMkLst>
        <pc:spChg chg="mod">
          <ac:chgData name="Alec Wells" userId="527ade61401a42c1" providerId="LiveId" clId="{C7BBFF10-0E0B-4437-B677-BD2CA36F4949}" dt="2024-03-03T23:19:59.115" v="400" actId="404"/>
          <ac:spMkLst>
            <pc:docMk/>
            <pc:sldMk cId="473473277" sldId="363"/>
            <ac:spMk id="2" creationId="{2876EB33-78D0-9609-E783-7386BA06A611}"/>
          </ac:spMkLst>
        </pc:spChg>
      </pc:sldChg>
      <pc:sldChg chg="modSp add mod ord">
        <pc:chgData name="Alec Wells" userId="527ade61401a42c1" providerId="LiveId" clId="{C7BBFF10-0E0B-4437-B677-BD2CA36F4949}" dt="2024-03-03T23:28:36.070" v="884" actId="20577"/>
        <pc:sldMkLst>
          <pc:docMk/>
          <pc:sldMk cId="2043993520" sldId="364"/>
        </pc:sldMkLst>
        <pc:spChg chg="mod">
          <ac:chgData name="Alec Wells" userId="527ade61401a42c1" providerId="LiveId" clId="{C7BBFF10-0E0B-4437-B677-BD2CA36F4949}" dt="2024-03-03T23:28:36.070" v="884" actId="20577"/>
          <ac:spMkLst>
            <pc:docMk/>
            <pc:sldMk cId="2043993520" sldId="364"/>
            <ac:spMk id="2" creationId="{746FCFF2-E602-F799-CB11-E13309B0968D}"/>
          </ac:spMkLst>
        </pc:spChg>
      </pc:sldChg>
      <pc:sldChg chg="modSp add mod">
        <pc:chgData name="Alec Wells" userId="527ade61401a42c1" providerId="LiveId" clId="{C7BBFF10-0E0B-4437-B677-BD2CA36F4949}" dt="2024-03-03T23:23:26.447" v="514" actId="20577"/>
        <pc:sldMkLst>
          <pc:docMk/>
          <pc:sldMk cId="2165264343" sldId="365"/>
        </pc:sldMkLst>
        <pc:spChg chg="mod">
          <ac:chgData name="Alec Wells" userId="527ade61401a42c1" providerId="LiveId" clId="{C7BBFF10-0E0B-4437-B677-BD2CA36F4949}" dt="2024-03-03T23:23:26.447" v="514" actId="20577"/>
          <ac:spMkLst>
            <pc:docMk/>
            <pc:sldMk cId="2165264343" sldId="365"/>
            <ac:spMk id="2" creationId="{E038B1FF-07A9-A19A-64CF-E9234E0E8B95}"/>
          </ac:spMkLst>
        </pc:spChg>
      </pc:sldChg>
      <pc:sldChg chg="modSp add mod">
        <pc:chgData name="Alec Wells" userId="527ade61401a42c1" providerId="LiveId" clId="{C7BBFF10-0E0B-4437-B677-BD2CA36F4949}" dt="2024-03-03T23:24:19.424" v="648" actId="20577"/>
        <pc:sldMkLst>
          <pc:docMk/>
          <pc:sldMk cId="3286551196" sldId="366"/>
        </pc:sldMkLst>
        <pc:spChg chg="mod">
          <ac:chgData name="Alec Wells" userId="527ade61401a42c1" providerId="LiveId" clId="{C7BBFF10-0E0B-4437-B677-BD2CA36F4949}" dt="2024-03-03T23:24:19.424" v="648" actId="20577"/>
          <ac:spMkLst>
            <pc:docMk/>
            <pc:sldMk cId="3286551196" sldId="366"/>
            <ac:spMk id="2" creationId="{6C6BE878-7C2F-0AD1-DBD1-C5CEA6E50D7A}"/>
          </ac:spMkLst>
        </pc:spChg>
      </pc:sldChg>
      <pc:sldChg chg="modSp add mod">
        <pc:chgData name="Alec Wells" userId="527ade61401a42c1" providerId="LiveId" clId="{C7BBFF10-0E0B-4437-B677-BD2CA36F4949}" dt="2024-03-03T23:26:32.687" v="863" actId="20577"/>
        <pc:sldMkLst>
          <pc:docMk/>
          <pc:sldMk cId="251505049" sldId="367"/>
        </pc:sldMkLst>
        <pc:spChg chg="mod">
          <ac:chgData name="Alec Wells" userId="527ade61401a42c1" providerId="LiveId" clId="{C7BBFF10-0E0B-4437-B677-BD2CA36F4949}" dt="2024-03-03T23:26:32.687" v="863" actId="20577"/>
          <ac:spMkLst>
            <pc:docMk/>
            <pc:sldMk cId="251505049" sldId="367"/>
            <ac:spMk id="2" creationId="{0D7C5E95-90A3-A357-2CE0-AB0B458B53C7}"/>
          </ac:spMkLst>
        </pc:spChg>
      </pc:sldChg>
    </pc:docChg>
  </pc:docChgLst>
  <pc:docChgLst>
    <pc:chgData name="Alec Wells" userId="527ade61401a42c1" providerId="LiveId" clId="{A9E98584-689C-455A-8111-3536E25BB2F6}"/>
    <pc:docChg chg="undo custSel addSld delSld modSld sldOrd">
      <pc:chgData name="Alec Wells" userId="527ade61401a42c1" providerId="LiveId" clId="{A9E98584-689C-455A-8111-3536E25BB2F6}" dt="2024-04-07T16:05:22.061" v="5957" actId="20577"/>
      <pc:docMkLst>
        <pc:docMk/>
      </pc:docMkLst>
      <pc:sldChg chg="modSp mod">
        <pc:chgData name="Alec Wells" userId="527ade61401a42c1" providerId="LiveId" clId="{A9E98584-689C-455A-8111-3536E25BB2F6}" dt="2024-04-04T00:48:29.448" v="3650" actId="20577"/>
        <pc:sldMkLst>
          <pc:docMk/>
          <pc:sldMk cId="0" sldId="256"/>
        </pc:sldMkLst>
        <pc:spChg chg="mod">
          <ac:chgData name="Alec Wells" userId="527ade61401a42c1" providerId="LiveId" clId="{A9E98584-689C-455A-8111-3536E25BB2F6}" dt="2024-04-04T00:48:29.448" v="3650" actId="20577"/>
          <ac:spMkLst>
            <pc:docMk/>
            <pc:sldMk cId="0" sldId="256"/>
            <ac:spMk id="2050" creationId="{CBD22B11-C1DB-B6A6-2EEE-0A845FB70593}"/>
          </ac:spMkLst>
        </pc:spChg>
        <pc:spChg chg="mod">
          <ac:chgData name="Alec Wells" userId="527ade61401a42c1" providerId="LiveId" clId="{A9E98584-689C-455A-8111-3536E25BB2F6}" dt="2024-03-31T00:18:52.660" v="3" actId="20577"/>
          <ac:spMkLst>
            <pc:docMk/>
            <pc:sldMk cId="0" sldId="256"/>
            <ac:spMk id="3075" creationId="{DA12F9B4-B776-2DD3-BE3B-4F6AF00DB9ED}"/>
          </ac:spMkLst>
        </pc:spChg>
      </pc:sldChg>
      <pc:sldChg chg="del">
        <pc:chgData name="Alec Wells" userId="527ade61401a42c1" providerId="LiveId" clId="{A9E98584-689C-455A-8111-3536E25BB2F6}" dt="2024-04-04T00:47:38.797" v="3640" actId="2696"/>
        <pc:sldMkLst>
          <pc:docMk/>
          <pc:sldMk cId="0" sldId="280"/>
        </pc:sldMkLst>
      </pc:sldChg>
      <pc:sldChg chg="modSp mod">
        <pc:chgData name="Alec Wells" userId="527ade61401a42c1" providerId="LiveId" clId="{A9E98584-689C-455A-8111-3536E25BB2F6}" dt="2024-03-31T00:19:48.618" v="52" actId="20577"/>
        <pc:sldMkLst>
          <pc:docMk/>
          <pc:sldMk cId="2823282474" sldId="319"/>
        </pc:sldMkLst>
        <pc:spChg chg="mod">
          <ac:chgData name="Alec Wells" userId="527ade61401a42c1" providerId="LiveId" clId="{A9E98584-689C-455A-8111-3536E25BB2F6}" dt="2024-03-31T00:18:58.353" v="9" actId="20577"/>
          <ac:spMkLst>
            <pc:docMk/>
            <pc:sldMk cId="2823282474" sldId="319"/>
            <ac:spMk id="5122" creationId="{03008CAA-58BB-9816-3370-99195DD15434}"/>
          </ac:spMkLst>
        </pc:spChg>
        <pc:spChg chg="mod">
          <ac:chgData name="Alec Wells" userId="527ade61401a42c1" providerId="LiveId" clId="{A9E98584-689C-455A-8111-3536E25BB2F6}" dt="2024-03-31T00:19:48.618" v="52" actId="20577"/>
          <ac:spMkLst>
            <pc:docMk/>
            <pc:sldMk cId="2823282474" sldId="319"/>
            <ac:spMk id="5123" creationId="{1372D5BC-0841-7191-D4A0-4C1202001BCC}"/>
          </ac:spMkLst>
        </pc:spChg>
      </pc:sldChg>
      <pc:sldChg chg="del">
        <pc:chgData name="Alec Wells" userId="527ade61401a42c1" providerId="LiveId" clId="{A9E98584-689C-455A-8111-3536E25BB2F6}" dt="2024-04-04T00:47:38.797" v="3640" actId="2696"/>
        <pc:sldMkLst>
          <pc:docMk/>
          <pc:sldMk cId="110807449" sldId="349"/>
        </pc:sldMkLst>
      </pc:sldChg>
      <pc:sldChg chg="del">
        <pc:chgData name="Alec Wells" userId="527ade61401a42c1" providerId="LiveId" clId="{A9E98584-689C-455A-8111-3536E25BB2F6}" dt="2024-04-04T00:47:38.797" v="3640" actId="2696"/>
        <pc:sldMkLst>
          <pc:docMk/>
          <pc:sldMk cId="49530787" sldId="350"/>
        </pc:sldMkLst>
      </pc:sldChg>
      <pc:sldChg chg="del">
        <pc:chgData name="Alec Wells" userId="527ade61401a42c1" providerId="LiveId" clId="{A9E98584-689C-455A-8111-3536E25BB2F6}" dt="2024-04-04T00:47:38.797" v="3640" actId="2696"/>
        <pc:sldMkLst>
          <pc:docMk/>
          <pc:sldMk cId="1746413386" sldId="352"/>
        </pc:sldMkLst>
      </pc:sldChg>
      <pc:sldChg chg="modSp del mod">
        <pc:chgData name="Alec Wells" userId="527ade61401a42c1" providerId="LiveId" clId="{A9E98584-689C-455A-8111-3536E25BB2F6}" dt="2024-04-02T00:46:50.972" v="2080" actId="2696"/>
        <pc:sldMkLst>
          <pc:docMk/>
          <pc:sldMk cId="3374849251" sldId="354"/>
        </pc:sldMkLst>
        <pc:spChg chg="mod">
          <ac:chgData name="Alec Wells" userId="527ade61401a42c1" providerId="LiveId" clId="{A9E98584-689C-455A-8111-3536E25BB2F6}" dt="2024-04-02T00:46:47.379" v="2079" actId="20577"/>
          <ac:spMkLst>
            <pc:docMk/>
            <pc:sldMk cId="3374849251" sldId="354"/>
            <ac:spMk id="5122" creationId="{57AF4AD4-BC7B-DD4E-D35E-52BDF77B85E3}"/>
          </ac:spMkLst>
        </pc:spChg>
      </pc:sldChg>
      <pc:sldChg chg="modSp mod ord">
        <pc:chgData name="Alec Wells" userId="527ade61401a42c1" providerId="LiveId" clId="{A9E98584-689C-455A-8111-3536E25BB2F6}" dt="2024-04-07T15:53:09.297" v="5509"/>
        <pc:sldMkLst>
          <pc:docMk/>
          <pc:sldMk cId="3805411026" sldId="368"/>
        </pc:sldMkLst>
        <pc:spChg chg="mod">
          <ac:chgData name="Alec Wells" userId="527ade61401a42c1" providerId="LiveId" clId="{A9E98584-689C-455A-8111-3536E25BB2F6}" dt="2024-03-31T00:26:07.549" v="382" actId="20577"/>
          <ac:spMkLst>
            <pc:docMk/>
            <pc:sldMk cId="3805411026" sldId="368"/>
            <ac:spMk id="5122" creationId="{03008CAA-58BB-9816-3370-99195DD15434}"/>
          </ac:spMkLst>
        </pc:spChg>
        <pc:spChg chg="mod">
          <ac:chgData name="Alec Wells" userId="527ade61401a42c1" providerId="LiveId" clId="{A9E98584-689C-455A-8111-3536E25BB2F6}" dt="2024-04-07T15:52:51.452" v="5505" actId="403"/>
          <ac:spMkLst>
            <pc:docMk/>
            <pc:sldMk cId="3805411026" sldId="368"/>
            <ac:spMk id="5123" creationId="{1372D5BC-0841-7191-D4A0-4C1202001BCC}"/>
          </ac:spMkLst>
        </pc:spChg>
      </pc:sldChg>
      <pc:sldChg chg="ord">
        <pc:chgData name="Alec Wells" userId="527ade61401a42c1" providerId="LiveId" clId="{A9E98584-689C-455A-8111-3536E25BB2F6}" dt="2024-03-31T00:23:58.881" v="264"/>
        <pc:sldMkLst>
          <pc:docMk/>
          <pc:sldMk cId="3982036518" sldId="369"/>
        </pc:sldMkLst>
      </pc:sldChg>
      <pc:sldChg chg="del">
        <pc:chgData name="Alec Wells" userId="527ade61401a42c1" providerId="LiveId" clId="{A9E98584-689C-455A-8111-3536E25BB2F6}" dt="2024-04-04T00:47:38.797" v="3640" actId="2696"/>
        <pc:sldMkLst>
          <pc:docMk/>
          <pc:sldMk cId="83212731" sldId="371"/>
        </pc:sldMkLst>
      </pc:sldChg>
      <pc:sldChg chg="del">
        <pc:chgData name="Alec Wells" userId="527ade61401a42c1" providerId="LiveId" clId="{A9E98584-689C-455A-8111-3536E25BB2F6}" dt="2024-04-04T00:47:38.797" v="3640" actId="2696"/>
        <pc:sldMkLst>
          <pc:docMk/>
          <pc:sldMk cId="3178569890" sldId="373"/>
        </pc:sldMkLst>
      </pc:sldChg>
      <pc:sldChg chg="modSp mod ord">
        <pc:chgData name="Alec Wells" userId="527ade61401a42c1" providerId="LiveId" clId="{A9E98584-689C-455A-8111-3536E25BB2F6}" dt="2024-03-31T00:23:56.192" v="262"/>
        <pc:sldMkLst>
          <pc:docMk/>
          <pc:sldMk cId="2600614731" sldId="374"/>
        </pc:sldMkLst>
        <pc:spChg chg="mod">
          <ac:chgData name="Alec Wells" userId="527ade61401a42c1" providerId="LiveId" clId="{A9E98584-689C-455A-8111-3536E25BB2F6}" dt="2024-03-31T00:23:51.966" v="260" actId="20577"/>
          <ac:spMkLst>
            <pc:docMk/>
            <pc:sldMk cId="2600614731" sldId="374"/>
            <ac:spMk id="16386" creationId="{C04D9E68-69C9-7ED7-124D-C4171E4C4309}"/>
          </ac:spMkLst>
        </pc:spChg>
        <pc:spChg chg="mod">
          <ac:chgData name="Alec Wells" userId="527ade61401a42c1" providerId="LiveId" clId="{A9E98584-689C-455A-8111-3536E25BB2F6}" dt="2024-03-31T00:23:35.648" v="248" actId="5793"/>
          <ac:spMkLst>
            <pc:docMk/>
            <pc:sldMk cId="2600614731" sldId="374"/>
            <ac:spMk id="16387" creationId="{08E0A061-609E-BD92-34BE-0F168694D455}"/>
          </ac:spMkLst>
        </pc:spChg>
      </pc:sldChg>
      <pc:sldChg chg="del">
        <pc:chgData name="Alec Wells" userId="527ade61401a42c1" providerId="LiveId" clId="{A9E98584-689C-455A-8111-3536E25BB2F6}" dt="2024-04-04T00:47:38.797" v="3640" actId="2696"/>
        <pc:sldMkLst>
          <pc:docMk/>
          <pc:sldMk cId="3493309931" sldId="375"/>
        </pc:sldMkLst>
      </pc:sldChg>
      <pc:sldChg chg="del">
        <pc:chgData name="Alec Wells" userId="527ade61401a42c1" providerId="LiveId" clId="{A9E98584-689C-455A-8111-3536E25BB2F6}" dt="2024-04-04T00:47:38.797" v="3640" actId="2696"/>
        <pc:sldMkLst>
          <pc:docMk/>
          <pc:sldMk cId="428630207" sldId="376"/>
        </pc:sldMkLst>
      </pc:sldChg>
      <pc:sldChg chg="del">
        <pc:chgData name="Alec Wells" userId="527ade61401a42c1" providerId="LiveId" clId="{A9E98584-689C-455A-8111-3536E25BB2F6}" dt="2024-04-04T00:47:38.797" v="3640" actId="2696"/>
        <pc:sldMkLst>
          <pc:docMk/>
          <pc:sldMk cId="3095627477" sldId="377"/>
        </pc:sldMkLst>
      </pc:sldChg>
      <pc:sldChg chg="modSp mod">
        <pc:chgData name="Alec Wells" userId="527ade61401a42c1" providerId="LiveId" clId="{A9E98584-689C-455A-8111-3536E25BB2F6}" dt="2024-04-03T00:24:16.445" v="2143" actId="20578"/>
        <pc:sldMkLst>
          <pc:docMk/>
          <pc:sldMk cId="2774362858" sldId="378"/>
        </pc:sldMkLst>
        <pc:spChg chg="mod">
          <ac:chgData name="Alec Wells" userId="527ade61401a42c1" providerId="LiveId" clId="{A9E98584-689C-455A-8111-3536E25BB2F6}" dt="2024-04-02T00:38:56.918" v="1454" actId="20577"/>
          <ac:spMkLst>
            <pc:docMk/>
            <pc:sldMk cId="2774362858" sldId="378"/>
            <ac:spMk id="5122" creationId="{57AF4AD4-BC7B-DD4E-D35E-52BDF77B85E3}"/>
          </ac:spMkLst>
        </pc:spChg>
        <pc:spChg chg="mod">
          <ac:chgData name="Alec Wells" userId="527ade61401a42c1" providerId="LiveId" clId="{A9E98584-689C-455A-8111-3536E25BB2F6}" dt="2024-04-03T00:24:16.445" v="2143" actId="20578"/>
          <ac:spMkLst>
            <pc:docMk/>
            <pc:sldMk cId="2774362858" sldId="378"/>
            <ac:spMk id="5123" creationId="{365B6720-18E1-F23B-07F7-0F262BFCBA87}"/>
          </ac:spMkLst>
        </pc:spChg>
      </pc:sldChg>
      <pc:sldChg chg="del">
        <pc:chgData name="Alec Wells" userId="527ade61401a42c1" providerId="LiveId" clId="{A9E98584-689C-455A-8111-3536E25BB2F6}" dt="2024-04-04T00:47:38.797" v="3640" actId="2696"/>
        <pc:sldMkLst>
          <pc:docMk/>
          <pc:sldMk cId="1127671632" sldId="379"/>
        </pc:sldMkLst>
      </pc:sldChg>
      <pc:sldChg chg="del">
        <pc:chgData name="Alec Wells" userId="527ade61401a42c1" providerId="LiveId" clId="{A9E98584-689C-455A-8111-3536E25BB2F6}" dt="2024-04-04T00:47:38.797" v="3640" actId="2696"/>
        <pc:sldMkLst>
          <pc:docMk/>
          <pc:sldMk cId="4080425950" sldId="380"/>
        </pc:sldMkLst>
      </pc:sldChg>
      <pc:sldChg chg="del">
        <pc:chgData name="Alec Wells" userId="527ade61401a42c1" providerId="LiveId" clId="{A9E98584-689C-455A-8111-3536E25BB2F6}" dt="2024-04-04T00:47:38.797" v="3640" actId="2696"/>
        <pc:sldMkLst>
          <pc:docMk/>
          <pc:sldMk cId="2315007373" sldId="381"/>
        </pc:sldMkLst>
      </pc:sldChg>
      <pc:sldChg chg="del">
        <pc:chgData name="Alec Wells" userId="527ade61401a42c1" providerId="LiveId" clId="{A9E98584-689C-455A-8111-3536E25BB2F6}" dt="2024-04-04T00:47:38.797" v="3640" actId="2696"/>
        <pc:sldMkLst>
          <pc:docMk/>
          <pc:sldMk cId="2125734906" sldId="382"/>
        </pc:sldMkLst>
      </pc:sldChg>
      <pc:sldChg chg="del">
        <pc:chgData name="Alec Wells" userId="527ade61401a42c1" providerId="LiveId" clId="{A9E98584-689C-455A-8111-3536E25BB2F6}" dt="2024-04-04T00:47:38.797" v="3640" actId="2696"/>
        <pc:sldMkLst>
          <pc:docMk/>
          <pc:sldMk cId="1568801087" sldId="383"/>
        </pc:sldMkLst>
      </pc:sldChg>
      <pc:sldChg chg="modSp add mod ord">
        <pc:chgData name="Alec Wells" userId="527ade61401a42c1" providerId="LiveId" clId="{A9E98584-689C-455A-8111-3536E25BB2F6}" dt="2024-04-07T15:54:14.568" v="5542" actId="20577"/>
        <pc:sldMkLst>
          <pc:docMk/>
          <pc:sldMk cId="1212216574" sldId="384"/>
        </pc:sldMkLst>
        <pc:spChg chg="mod">
          <ac:chgData name="Alec Wells" userId="527ade61401a42c1" providerId="LiveId" clId="{A9E98584-689C-455A-8111-3536E25BB2F6}" dt="2024-04-07T15:54:14.568" v="5542" actId="20577"/>
          <ac:spMkLst>
            <pc:docMk/>
            <pc:sldMk cId="1212216574" sldId="384"/>
            <ac:spMk id="5123" creationId="{1372D5BC-0841-7191-D4A0-4C1202001BCC}"/>
          </ac:spMkLst>
        </pc:spChg>
      </pc:sldChg>
      <pc:sldChg chg="modSp add mod">
        <pc:chgData name="Alec Wells" userId="527ade61401a42c1" providerId="LiveId" clId="{A9E98584-689C-455A-8111-3536E25BB2F6}" dt="2024-04-02T00:37:35.059" v="1434" actId="20577"/>
        <pc:sldMkLst>
          <pc:docMk/>
          <pc:sldMk cId="2006472392" sldId="385"/>
        </pc:sldMkLst>
        <pc:spChg chg="mod">
          <ac:chgData name="Alec Wells" userId="527ade61401a42c1" providerId="LiveId" clId="{A9E98584-689C-455A-8111-3536E25BB2F6}" dt="2024-04-02T00:32:12.433" v="686" actId="20577"/>
          <ac:spMkLst>
            <pc:docMk/>
            <pc:sldMk cId="2006472392" sldId="385"/>
            <ac:spMk id="5122" creationId="{03008CAA-58BB-9816-3370-99195DD15434}"/>
          </ac:spMkLst>
        </pc:spChg>
        <pc:spChg chg="mod">
          <ac:chgData name="Alec Wells" userId="527ade61401a42c1" providerId="LiveId" clId="{A9E98584-689C-455A-8111-3536E25BB2F6}" dt="2024-04-02T00:37:35.059" v="1434" actId="20577"/>
          <ac:spMkLst>
            <pc:docMk/>
            <pc:sldMk cId="2006472392" sldId="385"/>
            <ac:spMk id="5123" creationId="{1372D5BC-0841-7191-D4A0-4C1202001BCC}"/>
          </ac:spMkLst>
        </pc:spChg>
      </pc:sldChg>
      <pc:sldChg chg="modSp add mod">
        <pc:chgData name="Alec Wells" userId="527ade61401a42c1" providerId="LiveId" clId="{A9E98584-689C-455A-8111-3536E25BB2F6}" dt="2024-04-07T15:30:39.346" v="3661" actId="20577"/>
        <pc:sldMkLst>
          <pc:docMk/>
          <pc:sldMk cId="2003818056" sldId="386"/>
        </pc:sldMkLst>
        <pc:spChg chg="mod">
          <ac:chgData name="Alec Wells" userId="527ade61401a42c1" providerId="LiveId" clId="{A9E98584-689C-455A-8111-3536E25BB2F6}" dt="2024-04-02T00:34:22.436" v="780" actId="20577"/>
          <ac:spMkLst>
            <pc:docMk/>
            <pc:sldMk cId="2003818056" sldId="386"/>
            <ac:spMk id="16386" creationId="{C04D9E68-69C9-7ED7-124D-C4171E4C4309}"/>
          </ac:spMkLst>
        </pc:spChg>
        <pc:spChg chg="mod">
          <ac:chgData name="Alec Wells" userId="527ade61401a42c1" providerId="LiveId" clId="{A9E98584-689C-455A-8111-3536E25BB2F6}" dt="2024-04-07T15:30:39.346" v="3661" actId="20577"/>
          <ac:spMkLst>
            <pc:docMk/>
            <pc:sldMk cId="2003818056" sldId="386"/>
            <ac:spMk id="16387" creationId="{08E0A061-609E-BD92-34BE-0F168694D455}"/>
          </ac:spMkLst>
        </pc:spChg>
      </pc:sldChg>
      <pc:sldChg chg="modSp add del mod">
        <pc:chgData name="Alec Wells" userId="527ade61401a42c1" providerId="LiveId" clId="{A9E98584-689C-455A-8111-3536E25BB2F6}" dt="2024-04-02T00:45:49.971" v="2069" actId="2696"/>
        <pc:sldMkLst>
          <pc:docMk/>
          <pc:sldMk cId="3684914875" sldId="387"/>
        </pc:sldMkLst>
        <pc:spChg chg="mod">
          <ac:chgData name="Alec Wells" userId="527ade61401a42c1" providerId="LiveId" clId="{A9E98584-689C-455A-8111-3536E25BB2F6}" dt="2024-04-02T00:45:46.697" v="2068" actId="5793"/>
          <ac:spMkLst>
            <pc:docMk/>
            <pc:sldMk cId="3684914875" sldId="387"/>
            <ac:spMk id="5123" creationId="{365B6720-18E1-F23B-07F7-0F262BFCBA87}"/>
          </ac:spMkLst>
        </pc:spChg>
      </pc:sldChg>
      <pc:sldChg chg="modSp add mod">
        <pc:chgData name="Alec Wells" userId="527ade61401a42c1" providerId="LiveId" clId="{A9E98584-689C-455A-8111-3536E25BB2F6}" dt="2024-04-03T00:39:13.329" v="3050" actId="20577"/>
        <pc:sldMkLst>
          <pc:docMk/>
          <pc:sldMk cId="4274320194" sldId="387"/>
        </pc:sldMkLst>
        <pc:spChg chg="mod">
          <ac:chgData name="Alec Wells" userId="527ade61401a42c1" providerId="LiveId" clId="{A9E98584-689C-455A-8111-3536E25BB2F6}" dt="2024-04-02T00:46:56.252" v="2090" actId="20577"/>
          <ac:spMkLst>
            <pc:docMk/>
            <pc:sldMk cId="4274320194" sldId="387"/>
            <ac:spMk id="5122" creationId="{57AF4AD4-BC7B-DD4E-D35E-52BDF77B85E3}"/>
          </ac:spMkLst>
        </pc:spChg>
        <pc:spChg chg="mod">
          <ac:chgData name="Alec Wells" userId="527ade61401a42c1" providerId="LiveId" clId="{A9E98584-689C-455A-8111-3536E25BB2F6}" dt="2024-04-03T00:39:13.329" v="3050" actId="20577"/>
          <ac:spMkLst>
            <pc:docMk/>
            <pc:sldMk cId="4274320194" sldId="387"/>
            <ac:spMk id="5123" creationId="{365B6720-18E1-F23B-07F7-0F262BFCBA87}"/>
          </ac:spMkLst>
        </pc:spChg>
      </pc:sldChg>
      <pc:sldChg chg="modSp add mod">
        <pc:chgData name="Alec Wells" userId="527ade61401a42c1" providerId="LiveId" clId="{A9E98584-689C-455A-8111-3536E25BB2F6}" dt="2024-04-07T16:03:57.469" v="5776" actId="20577"/>
        <pc:sldMkLst>
          <pc:docMk/>
          <pc:sldMk cId="1588919607" sldId="388"/>
        </pc:sldMkLst>
        <pc:spChg chg="mod">
          <ac:chgData name="Alec Wells" userId="527ade61401a42c1" providerId="LiveId" clId="{A9E98584-689C-455A-8111-3536E25BB2F6}" dt="2024-04-03T00:28:59.249" v="2235" actId="20577"/>
          <ac:spMkLst>
            <pc:docMk/>
            <pc:sldMk cId="1588919607" sldId="388"/>
            <ac:spMk id="5122" creationId="{57AF4AD4-BC7B-DD4E-D35E-52BDF77B85E3}"/>
          </ac:spMkLst>
        </pc:spChg>
        <pc:spChg chg="mod">
          <ac:chgData name="Alec Wells" userId="527ade61401a42c1" providerId="LiveId" clId="{A9E98584-689C-455A-8111-3536E25BB2F6}" dt="2024-04-07T16:03:57.469" v="5776" actId="20577"/>
          <ac:spMkLst>
            <pc:docMk/>
            <pc:sldMk cId="1588919607" sldId="388"/>
            <ac:spMk id="5123" creationId="{365B6720-18E1-F23B-07F7-0F262BFCBA87}"/>
          </ac:spMkLst>
        </pc:spChg>
      </pc:sldChg>
      <pc:sldChg chg="modSp add mod">
        <pc:chgData name="Alec Wells" userId="527ade61401a42c1" providerId="LiveId" clId="{A9E98584-689C-455A-8111-3536E25BB2F6}" dt="2024-04-03T00:38:25.403" v="2995" actId="20577"/>
        <pc:sldMkLst>
          <pc:docMk/>
          <pc:sldMk cId="600549790" sldId="389"/>
        </pc:sldMkLst>
        <pc:spChg chg="mod">
          <ac:chgData name="Alec Wells" userId="527ade61401a42c1" providerId="LiveId" clId="{A9E98584-689C-455A-8111-3536E25BB2F6}" dt="2024-04-03T00:38:25.403" v="2995" actId="20577"/>
          <ac:spMkLst>
            <pc:docMk/>
            <pc:sldMk cId="600549790" sldId="389"/>
            <ac:spMk id="5123" creationId="{365B6720-18E1-F23B-07F7-0F262BFCBA87}"/>
          </ac:spMkLst>
        </pc:spChg>
      </pc:sldChg>
      <pc:sldChg chg="modSp add mod ord">
        <pc:chgData name="Alec Wells" userId="527ade61401a42c1" providerId="LiveId" clId="{A9E98584-689C-455A-8111-3536E25BB2F6}" dt="2024-04-07T16:05:22.061" v="5957" actId="20577"/>
        <pc:sldMkLst>
          <pc:docMk/>
          <pc:sldMk cId="2904929709" sldId="390"/>
        </pc:sldMkLst>
        <pc:spChg chg="mod">
          <ac:chgData name="Alec Wells" userId="527ade61401a42c1" providerId="LiveId" clId="{A9E98584-689C-455A-8111-3536E25BB2F6}" dt="2024-04-07T16:05:22.061" v="5957" actId="20577"/>
          <ac:spMkLst>
            <pc:docMk/>
            <pc:sldMk cId="2904929709" sldId="390"/>
            <ac:spMk id="5123" creationId="{365B6720-18E1-F23B-07F7-0F262BFCBA87}"/>
          </ac:spMkLst>
        </pc:spChg>
      </pc:sldChg>
      <pc:sldChg chg="modSp add mod ord">
        <pc:chgData name="Alec Wells" userId="527ade61401a42c1" providerId="LiveId" clId="{A9E98584-689C-455A-8111-3536E25BB2F6}" dt="2024-04-03T00:46:04.286" v="3376" actId="1036"/>
        <pc:sldMkLst>
          <pc:docMk/>
          <pc:sldMk cId="59799092" sldId="391"/>
        </pc:sldMkLst>
        <pc:spChg chg="mod">
          <ac:chgData name="Alec Wells" userId="527ade61401a42c1" providerId="LiveId" clId="{A9E98584-689C-455A-8111-3536E25BB2F6}" dt="2024-04-03T00:46:04.286" v="3376" actId="1036"/>
          <ac:spMkLst>
            <pc:docMk/>
            <pc:sldMk cId="59799092" sldId="391"/>
            <ac:spMk id="5123" creationId="{365B6720-18E1-F23B-07F7-0F262BFCBA87}"/>
          </ac:spMkLst>
        </pc:spChg>
      </pc:sldChg>
      <pc:sldChg chg="modSp add mod">
        <pc:chgData name="Alec Wells" userId="527ade61401a42c1" providerId="LiveId" clId="{A9E98584-689C-455A-8111-3536E25BB2F6}" dt="2024-04-07T15:56:21.543" v="5545" actId="20577"/>
        <pc:sldMkLst>
          <pc:docMk/>
          <pc:sldMk cId="1748355833" sldId="392"/>
        </pc:sldMkLst>
        <pc:spChg chg="mod">
          <ac:chgData name="Alec Wells" userId="527ade61401a42c1" providerId="LiveId" clId="{A9E98584-689C-455A-8111-3536E25BB2F6}" dt="2024-04-04T00:47:16.515" v="3639" actId="20577"/>
          <ac:spMkLst>
            <pc:docMk/>
            <pc:sldMk cId="1748355833" sldId="392"/>
            <ac:spMk id="5122" creationId="{03008CAA-58BB-9816-3370-99195DD15434}"/>
          </ac:spMkLst>
        </pc:spChg>
        <pc:spChg chg="mod">
          <ac:chgData name="Alec Wells" userId="527ade61401a42c1" providerId="LiveId" clId="{A9E98584-689C-455A-8111-3536E25BB2F6}" dt="2024-04-07T15:56:21.543" v="5545" actId="20577"/>
          <ac:spMkLst>
            <pc:docMk/>
            <pc:sldMk cId="1748355833" sldId="392"/>
            <ac:spMk id="5123" creationId="{1372D5BC-0841-7191-D4A0-4C1202001BCC}"/>
          </ac:spMkLst>
        </pc:spChg>
      </pc:sldChg>
      <pc:sldChg chg="addSp modSp add mod">
        <pc:chgData name="Alec Wells" userId="527ade61401a42c1" providerId="LiveId" clId="{A9E98584-689C-455A-8111-3536E25BB2F6}" dt="2024-04-07T15:36:20.079" v="4286" actId="20577"/>
        <pc:sldMkLst>
          <pc:docMk/>
          <pc:sldMk cId="1603339244" sldId="393"/>
        </pc:sldMkLst>
        <pc:spChg chg="add mod">
          <ac:chgData name="Alec Wells" userId="527ade61401a42c1" providerId="LiveId" clId="{A9E98584-689C-455A-8111-3536E25BB2F6}" dt="2024-04-07T15:36:20.079" v="4286" actId="20577"/>
          <ac:spMkLst>
            <pc:docMk/>
            <pc:sldMk cId="1603339244" sldId="393"/>
            <ac:spMk id="4" creationId="{9A07C45F-4E56-FA36-8594-5FABC38599BC}"/>
          </ac:spMkLst>
        </pc:spChg>
        <pc:spChg chg="mod">
          <ac:chgData name="Alec Wells" userId="527ade61401a42c1" providerId="LiveId" clId="{A9E98584-689C-455A-8111-3536E25BB2F6}" dt="2024-04-07T15:31:03.907" v="3673" actId="20577"/>
          <ac:spMkLst>
            <pc:docMk/>
            <pc:sldMk cId="1603339244" sldId="393"/>
            <ac:spMk id="16386" creationId="{C04D9E68-69C9-7ED7-124D-C4171E4C4309}"/>
          </ac:spMkLst>
        </pc:spChg>
        <pc:spChg chg="mod">
          <ac:chgData name="Alec Wells" userId="527ade61401a42c1" providerId="LiveId" clId="{A9E98584-689C-455A-8111-3536E25BB2F6}" dt="2024-04-07T15:33:42.594" v="3945" actId="14100"/>
          <ac:spMkLst>
            <pc:docMk/>
            <pc:sldMk cId="1603339244" sldId="393"/>
            <ac:spMk id="16387" creationId="{08E0A061-609E-BD92-34BE-0F168694D455}"/>
          </ac:spMkLst>
        </pc:spChg>
        <pc:picChg chg="add mod">
          <ac:chgData name="Alec Wells" userId="527ade61401a42c1" providerId="LiveId" clId="{A9E98584-689C-455A-8111-3536E25BB2F6}" dt="2024-04-07T15:32:50.848" v="3826" actId="1076"/>
          <ac:picMkLst>
            <pc:docMk/>
            <pc:sldMk cId="1603339244" sldId="393"/>
            <ac:picMk id="3" creationId="{76B8FA51-60EA-4DDD-03D0-D0B17426801B}"/>
          </ac:picMkLst>
        </pc:picChg>
      </pc:sldChg>
      <pc:sldChg chg="addSp delSp modSp add mod">
        <pc:chgData name="Alec Wells" userId="527ade61401a42c1" providerId="LiveId" clId="{A9E98584-689C-455A-8111-3536E25BB2F6}" dt="2024-04-07T15:57:39.833" v="5572" actId="20577"/>
        <pc:sldMkLst>
          <pc:docMk/>
          <pc:sldMk cId="3010159308" sldId="394"/>
        </pc:sldMkLst>
        <pc:spChg chg="del">
          <ac:chgData name="Alec Wells" userId="527ade61401a42c1" providerId="LiveId" clId="{A9E98584-689C-455A-8111-3536E25BB2F6}" dt="2024-04-07T15:37:40.614" v="4288" actId="478"/>
          <ac:spMkLst>
            <pc:docMk/>
            <pc:sldMk cId="3010159308" sldId="394"/>
            <ac:spMk id="4" creationId="{9A07C45F-4E56-FA36-8594-5FABC38599BC}"/>
          </ac:spMkLst>
        </pc:spChg>
        <pc:spChg chg="add mod">
          <ac:chgData name="Alec Wells" userId="527ade61401a42c1" providerId="LiveId" clId="{A9E98584-689C-455A-8111-3536E25BB2F6}" dt="2024-04-07T15:57:39.833" v="5572" actId="20577"/>
          <ac:spMkLst>
            <pc:docMk/>
            <pc:sldMk cId="3010159308" sldId="394"/>
            <ac:spMk id="6" creationId="{BFC76881-9CA2-5B87-E4BE-55D5705C0D24}"/>
          </ac:spMkLst>
        </pc:spChg>
        <pc:spChg chg="mod">
          <ac:chgData name="Alec Wells" userId="527ade61401a42c1" providerId="LiveId" clId="{A9E98584-689C-455A-8111-3536E25BB2F6}" dt="2024-04-07T15:50:41.594" v="5337" actId="20577"/>
          <ac:spMkLst>
            <pc:docMk/>
            <pc:sldMk cId="3010159308" sldId="394"/>
            <ac:spMk id="16387" creationId="{08E0A061-609E-BD92-34BE-0F168694D455}"/>
          </ac:spMkLst>
        </pc:spChg>
        <pc:picChg chg="del">
          <ac:chgData name="Alec Wells" userId="527ade61401a42c1" providerId="LiveId" clId="{A9E98584-689C-455A-8111-3536E25BB2F6}" dt="2024-04-07T15:37:41.022" v="4289" actId="478"/>
          <ac:picMkLst>
            <pc:docMk/>
            <pc:sldMk cId="3010159308" sldId="394"/>
            <ac:picMk id="3" creationId="{76B8FA51-60EA-4DDD-03D0-D0B17426801B}"/>
          </ac:picMkLst>
        </pc:picChg>
        <pc:picChg chg="add mod">
          <ac:chgData name="Alec Wells" userId="527ade61401a42c1" providerId="LiveId" clId="{A9E98584-689C-455A-8111-3536E25BB2F6}" dt="2024-04-07T15:45:36.198" v="5064" actId="1076"/>
          <ac:picMkLst>
            <pc:docMk/>
            <pc:sldMk cId="3010159308" sldId="394"/>
            <ac:picMk id="5" creationId="{FF916B42-F856-AD2C-ED54-462273CCB2FB}"/>
          </ac:picMkLst>
        </pc:picChg>
      </pc:sldChg>
      <pc:sldChg chg="addSp delSp modSp add mod">
        <pc:chgData name="Alec Wells" userId="527ade61401a42c1" providerId="LiveId" clId="{A9E98584-689C-455A-8111-3536E25BB2F6}" dt="2024-04-07T15:51:39.458" v="5462" actId="1076"/>
        <pc:sldMkLst>
          <pc:docMk/>
          <pc:sldMk cId="4119145435" sldId="395"/>
        </pc:sldMkLst>
        <pc:spChg chg="del mod">
          <ac:chgData name="Alec Wells" userId="527ade61401a42c1" providerId="LiveId" clId="{A9E98584-689C-455A-8111-3536E25BB2F6}" dt="2024-04-07T15:47:02.160" v="5209" actId="478"/>
          <ac:spMkLst>
            <pc:docMk/>
            <pc:sldMk cId="4119145435" sldId="395"/>
            <ac:spMk id="6" creationId="{BFC76881-9CA2-5B87-E4BE-55D5705C0D24}"/>
          </ac:spMkLst>
        </pc:spChg>
        <pc:spChg chg="mod">
          <ac:chgData name="Alec Wells" userId="527ade61401a42c1" providerId="LiveId" clId="{A9E98584-689C-455A-8111-3536E25BB2F6}" dt="2024-04-07T15:45:47.638" v="5070" actId="20577"/>
          <ac:spMkLst>
            <pc:docMk/>
            <pc:sldMk cId="4119145435" sldId="395"/>
            <ac:spMk id="16387" creationId="{08E0A061-609E-BD92-34BE-0F168694D455}"/>
          </ac:spMkLst>
        </pc:spChg>
        <pc:picChg chg="add mod">
          <ac:chgData name="Alec Wells" userId="527ade61401a42c1" providerId="LiveId" clId="{A9E98584-689C-455A-8111-3536E25BB2F6}" dt="2024-04-07T15:51:39.458" v="5462" actId="1076"/>
          <ac:picMkLst>
            <pc:docMk/>
            <pc:sldMk cId="4119145435" sldId="395"/>
            <ac:picMk id="3" creationId="{7E79A1E6-ED7B-7D8C-E9F3-D706A7EE35E5}"/>
          </ac:picMkLst>
        </pc:picChg>
        <pc:picChg chg="del">
          <ac:chgData name="Alec Wells" userId="527ade61401a42c1" providerId="LiveId" clId="{A9E98584-689C-455A-8111-3536E25BB2F6}" dt="2024-04-07T15:43:10.529" v="4754" actId="478"/>
          <ac:picMkLst>
            <pc:docMk/>
            <pc:sldMk cId="4119145435" sldId="395"/>
            <ac:picMk id="5" creationId="{FF916B42-F856-AD2C-ED54-462273CCB2FB}"/>
          </ac:picMkLst>
        </pc:picChg>
      </pc:sldChg>
      <pc:sldChg chg="addSp delSp modSp add mod">
        <pc:chgData name="Alec Wells" userId="527ade61401a42c1" providerId="LiveId" clId="{A9E98584-689C-455A-8111-3536E25BB2F6}" dt="2024-04-07T15:51:54.927" v="5467" actId="1076"/>
        <pc:sldMkLst>
          <pc:docMk/>
          <pc:sldMk cId="1381448151" sldId="396"/>
        </pc:sldMkLst>
        <pc:spChg chg="mod">
          <ac:chgData name="Alec Wells" userId="527ade61401a42c1" providerId="LiveId" clId="{A9E98584-689C-455A-8111-3536E25BB2F6}" dt="2024-04-07T15:48:59.952" v="5320" actId="20577"/>
          <ac:spMkLst>
            <pc:docMk/>
            <pc:sldMk cId="1381448151" sldId="396"/>
            <ac:spMk id="16387" creationId="{08E0A061-609E-BD92-34BE-0F168694D455}"/>
          </ac:spMkLst>
        </pc:spChg>
        <pc:picChg chg="del">
          <ac:chgData name="Alec Wells" userId="527ade61401a42c1" providerId="LiveId" clId="{A9E98584-689C-455A-8111-3536E25BB2F6}" dt="2024-04-07T15:48:22.936" v="5212" actId="478"/>
          <ac:picMkLst>
            <pc:docMk/>
            <pc:sldMk cId="1381448151" sldId="396"/>
            <ac:picMk id="3" creationId="{7E79A1E6-ED7B-7D8C-E9F3-D706A7EE35E5}"/>
          </ac:picMkLst>
        </pc:picChg>
        <pc:picChg chg="add mod">
          <ac:chgData name="Alec Wells" userId="527ade61401a42c1" providerId="LiveId" clId="{A9E98584-689C-455A-8111-3536E25BB2F6}" dt="2024-04-07T15:51:54.927" v="5467" actId="1076"/>
          <ac:picMkLst>
            <pc:docMk/>
            <pc:sldMk cId="1381448151" sldId="396"/>
            <ac:picMk id="4" creationId="{4F38C80E-6701-AAC8-651A-0585761AF839}"/>
          </ac:picMkLst>
        </pc:picChg>
      </pc:sldChg>
    </pc:docChg>
  </pc:docChgLst>
  <pc:docChgLst>
    <pc:chgData name="Alec Wells" userId="527ade61401a42c1" providerId="LiveId" clId="{AD0DF8F6-AF04-4C85-9181-8ECC256CFED2}"/>
    <pc:docChg chg="undo custSel addSld delSld modSld sldOrd">
      <pc:chgData name="Alec Wells" userId="527ade61401a42c1" providerId="LiveId" clId="{AD0DF8F6-AF04-4C85-9181-8ECC256CFED2}" dt="2024-03-09T17:24:52.117" v="6867" actId="20577"/>
      <pc:docMkLst>
        <pc:docMk/>
      </pc:docMkLst>
      <pc:sldChg chg="modSp mod">
        <pc:chgData name="Alec Wells" userId="527ade61401a42c1" providerId="LiveId" clId="{AD0DF8F6-AF04-4C85-9181-8ECC256CFED2}" dt="2024-03-08T00:54:27.170" v="9" actId="20577"/>
        <pc:sldMkLst>
          <pc:docMk/>
          <pc:sldMk cId="0" sldId="256"/>
        </pc:sldMkLst>
        <pc:spChg chg="mod">
          <ac:chgData name="Alec Wells" userId="527ade61401a42c1" providerId="LiveId" clId="{AD0DF8F6-AF04-4C85-9181-8ECC256CFED2}" dt="2024-03-08T00:54:27.170" v="9" actId="20577"/>
          <ac:spMkLst>
            <pc:docMk/>
            <pc:sldMk cId="0" sldId="256"/>
            <ac:spMk id="2050" creationId="{CBD22B11-C1DB-B6A6-2EEE-0A845FB70593}"/>
          </ac:spMkLst>
        </pc:spChg>
        <pc:spChg chg="mod">
          <ac:chgData name="Alec Wells" userId="527ade61401a42c1" providerId="LiveId" clId="{AD0DF8F6-AF04-4C85-9181-8ECC256CFED2}" dt="2024-03-08T00:54:21.380" v="5" actId="20577"/>
          <ac:spMkLst>
            <pc:docMk/>
            <pc:sldMk cId="0" sldId="256"/>
            <ac:spMk id="3075" creationId="{DA12F9B4-B776-2DD3-BE3B-4F6AF00DB9ED}"/>
          </ac:spMkLst>
        </pc:spChg>
      </pc:sldChg>
      <pc:sldChg chg="add del">
        <pc:chgData name="Alec Wells" userId="527ade61401a42c1" providerId="LiveId" clId="{AD0DF8F6-AF04-4C85-9181-8ECC256CFED2}" dt="2024-03-09T16:58:00.086" v="5164" actId="2696"/>
        <pc:sldMkLst>
          <pc:docMk/>
          <pc:sldMk cId="0" sldId="280"/>
        </pc:sldMkLst>
      </pc:sldChg>
      <pc:sldChg chg="del">
        <pc:chgData name="Alec Wells" userId="527ade61401a42c1" providerId="LiveId" clId="{AD0DF8F6-AF04-4C85-9181-8ECC256CFED2}" dt="2024-03-09T13:23:08.719" v="4227" actId="2696"/>
        <pc:sldMkLst>
          <pc:docMk/>
          <pc:sldMk cId="0" sldId="288"/>
        </pc:sldMkLst>
      </pc:sldChg>
      <pc:sldChg chg="modSp mod">
        <pc:chgData name="Alec Wells" userId="527ade61401a42c1" providerId="LiveId" clId="{AD0DF8F6-AF04-4C85-9181-8ECC256CFED2}" dt="2024-03-09T16:27:11.854" v="4563" actId="20577"/>
        <pc:sldMkLst>
          <pc:docMk/>
          <pc:sldMk cId="2823282474" sldId="319"/>
        </pc:sldMkLst>
        <pc:spChg chg="mod">
          <ac:chgData name="Alec Wells" userId="527ade61401a42c1" providerId="LiveId" clId="{AD0DF8F6-AF04-4C85-9181-8ECC256CFED2}" dt="2024-03-08T00:54:33.482" v="13" actId="20577"/>
          <ac:spMkLst>
            <pc:docMk/>
            <pc:sldMk cId="2823282474" sldId="319"/>
            <ac:spMk id="5122" creationId="{03008CAA-58BB-9816-3370-99195DD15434}"/>
          </ac:spMkLst>
        </pc:spChg>
        <pc:spChg chg="mod">
          <ac:chgData name="Alec Wells" userId="527ade61401a42c1" providerId="LiveId" clId="{AD0DF8F6-AF04-4C85-9181-8ECC256CFED2}" dt="2024-03-09T16:27:11.854" v="4563" actId="20577"/>
          <ac:spMkLst>
            <pc:docMk/>
            <pc:sldMk cId="2823282474" sldId="319"/>
            <ac:spMk id="5123" creationId="{1372D5BC-0841-7191-D4A0-4C1202001BCC}"/>
          </ac:spMkLst>
        </pc:spChg>
      </pc:sldChg>
      <pc:sldChg chg="modSp del mod">
        <pc:chgData name="Alec Wells" userId="527ade61401a42c1" providerId="LiveId" clId="{AD0DF8F6-AF04-4C85-9181-8ECC256CFED2}" dt="2024-03-08T01:13:18.792" v="1811" actId="2696"/>
        <pc:sldMkLst>
          <pc:docMk/>
          <pc:sldMk cId="4058445389" sldId="320"/>
        </pc:sldMkLst>
        <pc:spChg chg="mod">
          <ac:chgData name="Alec Wells" userId="527ade61401a42c1" providerId="LiveId" clId="{AD0DF8F6-AF04-4C85-9181-8ECC256CFED2}" dt="2024-03-08T01:13:11.823" v="1808" actId="20577"/>
          <ac:spMkLst>
            <pc:docMk/>
            <pc:sldMk cId="4058445389" sldId="320"/>
            <ac:spMk id="5122" creationId="{CD504D0F-EA23-1C0C-536A-83011BE5839E}"/>
          </ac:spMkLst>
        </pc:spChg>
      </pc:sldChg>
      <pc:sldChg chg="del">
        <pc:chgData name="Alec Wells" userId="527ade61401a42c1" providerId="LiveId" clId="{AD0DF8F6-AF04-4C85-9181-8ECC256CFED2}" dt="2024-03-09T13:23:08.719" v="4227" actId="2696"/>
        <pc:sldMkLst>
          <pc:docMk/>
          <pc:sldMk cId="3207795901" sldId="321"/>
        </pc:sldMkLst>
      </pc:sldChg>
      <pc:sldChg chg="add del">
        <pc:chgData name="Alec Wells" userId="527ade61401a42c1" providerId="LiveId" clId="{AD0DF8F6-AF04-4C85-9181-8ECC256CFED2}" dt="2024-03-09T16:58:04.973" v="5167" actId="2696"/>
        <pc:sldMkLst>
          <pc:docMk/>
          <pc:sldMk cId="3268456659" sldId="323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3493719763" sldId="348"/>
        </pc:sldMkLst>
      </pc:sldChg>
      <pc:sldChg chg="ord">
        <pc:chgData name="Alec Wells" userId="527ade61401a42c1" providerId="LiveId" clId="{AD0DF8F6-AF04-4C85-9181-8ECC256CFED2}" dt="2024-03-09T16:57:58.977" v="5162" actId="20578"/>
        <pc:sldMkLst>
          <pc:docMk/>
          <pc:sldMk cId="110807449" sldId="349"/>
        </pc:sldMkLst>
      </pc:sldChg>
      <pc:sldChg chg="modSp mod">
        <pc:chgData name="Alec Wells" userId="527ade61401a42c1" providerId="LiveId" clId="{AD0DF8F6-AF04-4C85-9181-8ECC256CFED2}" dt="2024-03-09T16:35:11.100" v="4613" actId="20577"/>
        <pc:sldMkLst>
          <pc:docMk/>
          <pc:sldMk cId="49530787" sldId="350"/>
        </pc:sldMkLst>
        <pc:spChg chg="mod">
          <ac:chgData name="Alec Wells" userId="527ade61401a42c1" providerId="LiveId" clId="{AD0DF8F6-AF04-4C85-9181-8ECC256CFED2}" dt="2024-03-08T01:13:09.446" v="1807" actId="20577"/>
          <ac:spMkLst>
            <pc:docMk/>
            <pc:sldMk cId="49530787" sldId="350"/>
            <ac:spMk id="16386" creationId="{C04D9E68-69C9-7ED7-124D-C4171E4C4309}"/>
          </ac:spMkLst>
        </pc:spChg>
        <pc:spChg chg="mod">
          <ac:chgData name="Alec Wells" userId="527ade61401a42c1" providerId="LiveId" clId="{AD0DF8F6-AF04-4C85-9181-8ECC256CFED2}" dt="2024-03-09T16:35:11.100" v="4613" actId="20577"/>
          <ac:spMkLst>
            <pc:docMk/>
            <pc:sldMk cId="49530787" sldId="350"/>
            <ac:spMk id="16387" creationId="{08E0A061-609E-BD92-34BE-0F168694D455}"/>
          </ac:spMkLst>
        </pc:spChg>
      </pc:sldChg>
      <pc:sldChg chg="add del">
        <pc:chgData name="Alec Wells" userId="527ade61401a42c1" providerId="LiveId" clId="{AD0DF8F6-AF04-4C85-9181-8ECC256CFED2}" dt="2024-03-09T16:58:00.392" v="5165" actId="2696"/>
        <pc:sldMkLst>
          <pc:docMk/>
          <pc:sldMk cId="1746413386" sldId="352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3762269615" sldId="353"/>
        </pc:sldMkLst>
      </pc:sldChg>
      <pc:sldChg chg="modSp mod">
        <pc:chgData name="Alec Wells" userId="527ade61401a42c1" providerId="LiveId" clId="{AD0DF8F6-AF04-4C85-9181-8ECC256CFED2}" dt="2024-03-09T16:25:58.468" v="4513" actId="113"/>
        <pc:sldMkLst>
          <pc:docMk/>
          <pc:sldMk cId="3374849251" sldId="354"/>
        </pc:sldMkLst>
        <pc:spChg chg="mod">
          <ac:chgData name="Alec Wells" userId="527ade61401a42c1" providerId="LiveId" clId="{AD0DF8F6-AF04-4C85-9181-8ECC256CFED2}" dt="2024-03-08T01:06:02.707" v="1212" actId="20577"/>
          <ac:spMkLst>
            <pc:docMk/>
            <pc:sldMk cId="3374849251" sldId="354"/>
            <ac:spMk id="5122" creationId="{57AF4AD4-BC7B-DD4E-D35E-52BDF77B85E3}"/>
          </ac:spMkLst>
        </pc:spChg>
        <pc:spChg chg="mod">
          <ac:chgData name="Alec Wells" userId="527ade61401a42c1" providerId="LiveId" clId="{AD0DF8F6-AF04-4C85-9181-8ECC256CFED2}" dt="2024-03-09T16:25:58.468" v="4513" actId="113"/>
          <ac:spMkLst>
            <pc:docMk/>
            <pc:sldMk cId="3374849251" sldId="354"/>
            <ac:spMk id="5123" creationId="{365B6720-18E1-F23B-07F7-0F262BFCBA87}"/>
          </ac:spMkLst>
        </pc:spChg>
      </pc:sldChg>
      <pc:sldChg chg="del">
        <pc:chgData name="Alec Wells" userId="527ade61401a42c1" providerId="LiveId" clId="{AD0DF8F6-AF04-4C85-9181-8ECC256CFED2}" dt="2024-03-09T16:57:02.777" v="5155" actId="2696"/>
        <pc:sldMkLst>
          <pc:docMk/>
          <pc:sldMk cId="4241106793" sldId="355"/>
        </pc:sldMkLst>
      </pc:sldChg>
      <pc:sldChg chg="add del">
        <pc:chgData name="Alec Wells" userId="527ade61401a42c1" providerId="LiveId" clId="{AD0DF8F6-AF04-4C85-9181-8ECC256CFED2}" dt="2024-03-09T16:58:04.973" v="5167" actId="2696"/>
        <pc:sldMkLst>
          <pc:docMk/>
          <pc:sldMk cId="2362606726" sldId="356"/>
        </pc:sldMkLst>
      </pc:sldChg>
      <pc:sldChg chg="add del">
        <pc:chgData name="Alec Wells" userId="527ade61401a42c1" providerId="LiveId" clId="{AD0DF8F6-AF04-4C85-9181-8ECC256CFED2}" dt="2024-03-09T16:58:04.973" v="5167" actId="2696"/>
        <pc:sldMkLst>
          <pc:docMk/>
          <pc:sldMk cId="2039970856" sldId="357"/>
        </pc:sldMkLst>
      </pc:sldChg>
      <pc:sldChg chg="add del">
        <pc:chgData name="Alec Wells" userId="527ade61401a42c1" providerId="LiveId" clId="{AD0DF8F6-AF04-4C85-9181-8ECC256CFED2}" dt="2024-03-09T16:58:04.973" v="5167" actId="2696"/>
        <pc:sldMkLst>
          <pc:docMk/>
          <pc:sldMk cId="587010487" sldId="358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1540216628" sldId="359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1629402692" sldId="360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1464846336" sldId="361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82340334" sldId="362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473473277" sldId="363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2043993520" sldId="364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2165264343" sldId="365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3286551196" sldId="366"/>
        </pc:sldMkLst>
      </pc:sldChg>
      <pc:sldChg chg="add del">
        <pc:chgData name="Alec Wells" userId="527ade61401a42c1" providerId="LiveId" clId="{AD0DF8F6-AF04-4C85-9181-8ECC256CFED2}" dt="2024-03-09T16:58:17.320" v="5168" actId="2696"/>
        <pc:sldMkLst>
          <pc:docMk/>
          <pc:sldMk cId="251505049" sldId="367"/>
        </pc:sldMkLst>
      </pc:sldChg>
      <pc:sldChg chg="modSp add mod">
        <pc:chgData name="Alec Wells" userId="527ade61401a42c1" providerId="LiveId" clId="{AD0DF8F6-AF04-4C85-9181-8ECC256CFED2}" dt="2024-03-09T16:29:17.123" v="4564" actId="20577"/>
        <pc:sldMkLst>
          <pc:docMk/>
          <pc:sldMk cId="3805411026" sldId="368"/>
        </pc:sldMkLst>
        <pc:spChg chg="mod">
          <ac:chgData name="Alec Wells" userId="527ade61401a42c1" providerId="LiveId" clId="{AD0DF8F6-AF04-4C85-9181-8ECC256CFED2}" dt="2024-03-08T01:00:11.894" v="467" actId="20577"/>
          <ac:spMkLst>
            <pc:docMk/>
            <pc:sldMk cId="3805411026" sldId="368"/>
            <ac:spMk id="5122" creationId="{03008CAA-58BB-9816-3370-99195DD15434}"/>
          </ac:spMkLst>
        </pc:spChg>
        <pc:spChg chg="mod">
          <ac:chgData name="Alec Wells" userId="527ade61401a42c1" providerId="LiveId" clId="{AD0DF8F6-AF04-4C85-9181-8ECC256CFED2}" dt="2024-03-09T16:29:17.123" v="4564" actId="20577"/>
          <ac:spMkLst>
            <pc:docMk/>
            <pc:sldMk cId="3805411026" sldId="368"/>
            <ac:spMk id="5123" creationId="{1372D5BC-0841-7191-D4A0-4C1202001BCC}"/>
          </ac:spMkLst>
        </pc:spChg>
      </pc:sldChg>
      <pc:sldChg chg="addSp modSp add mod setBg">
        <pc:chgData name="Alec Wells" userId="527ade61401a42c1" providerId="LiveId" clId="{AD0DF8F6-AF04-4C85-9181-8ECC256CFED2}" dt="2024-03-08T01:11:16.278" v="1789" actId="20577"/>
        <pc:sldMkLst>
          <pc:docMk/>
          <pc:sldMk cId="3982036518" sldId="369"/>
        </pc:sldMkLst>
        <pc:spChg chg="add">
          <ac:chgData name="Alec Wells" userId="527ade61401a42c1" providerId="LiveId" clId="{AD0DF8F6-AF04-4C85-9181-8ECC256CFED2}" dt="2024-03-08T01:10:46.427" v="1767"/>
          <ac:spMkLst>
            <pc:docMk/>
            <pc:sldMk cId="3982036518" sldId="369"/>
            <ac:spMk id="2" creationId="{E7C31C76-5233-FF57-A95E-C894524BC256}"/>
          </ac:spMkLst>
        </pc:spChg>
        <pc:spChg chg="mod">
          <ac:chgData name="Alec Wells" userId="527ade61401a42c1" providerId="LiveId" clId="{AD0DF8F6-AF04-4C85-9181-8ECC256CFED2}" dt="2024-03-08T01:10:39.757" v="1766" actId="20577"/>
          <ac:spMkLst>
            <pc:docMk/>
            <pc:sldMk cId="3982036518" sldId="369"/>
            <ac:spMk id="5122" creationId="{57AF4AD4-BC7B-DD4E-D35E-52BDF77B85E3}"/>
          </ac:spMkLst>
        </pc:spChg>
        <pc:spChg chg="mod">
          <ac:chgData name="Alec Wells" userId="527ade61401a42c1" providerId="LiveId" clId="{AD0DF8F6-AF04-4C85-9181-8ECC256CFED2}" dt="2024-03-08T01:11:16.278" v="1789" actId="20577"/>
          <ac:spMkLst>
            <pc:docMk/>
            <pc:sldMk cId="3982036518" sldId="369"/>
            <ac:spMk id="5123" creationId="{365B6720-18E1-F23B-07F7-0F262BFCBA87}"/>
          </ac:spMkLst>
        </pc:spChg>
      </pc:sldChg>
      <pc:sldChg chg="modSp add del mod">
        <pc:chgData name="Alec Wells" userId="527ade61401a42c1" providerId="LiveId" clId="{AD0DF8F6-AF04-4C85-9181-8ECC256CFED2}" dt="2024-03-09T01:13:00.600" v="3382" actId="2696"/>
        <pc:sldMkLst>
          <pc:docMk/>
          <pc:sldMk cId="1439159269" sldId="370"/>
        </pc:sldMkLst>
        <pc:spChg chg="mod">
          <ac:chgData name="Alec Wells" userId="527ade61401a42c1" providerId="LiveId" clId="{AD0DF8F6-AF04-4C85-9181-8ECC256CFED2}" dt="2024-03-08T01:13:31.249" v="1839" actId="20577"/>
          <ac:spMkLst>
            <pc:docMk/>
            <pc:sldMk cId="1439159269" sldId="370"/>
            <ac:spMk id="16386" creationId="{C04D9E68-69C9-7ED7-124D-C4171E4C4309}"/>
          </ac:spMkLst>
        </pc:spChg>
      </pc:sldChg>
      <pc:sldChg chg="add del">
        <pc:chgData name="Alec Wells" userId="527ade61401a42c1" providerId="LiveId" clId="{AD0DF8F6-AF04-4C85-9181-8ECC256CFED2}" dt="2024-03-08T01:13:16.882" v="1810" actId="2696"/>
        <pc:sldMkLst>
          <pc:docMk/>
          <pc:sldMk cId="4108759623" sldId="370"/>
        </pc:sldMkLst>
      </pc:sldChg>
      <pc:sldChg chg="modSp add mod ord">
        <pc:chgData name="Alec Wells" userId="527ade61401a42c1" providerId="LiveId" clId="{AD0DF8F6-AF04-4C85-9181-8ECC256CFED2}" dt="2024-03-09T16:42:04.095" v="4838" actId="20577"/>
        <pc:sldMkLst>
          <pc:docMk/>
          <pc:sldMk cId="83212731" sldId="371"/>
        </pc:sldMkLst>
        <pc:spChg chg="mod">
          <ac:chgData name="Alec Wells" userId="527ade61401a42c1" providerId="LiveId" clId="{AD0DF8F6-AF04-4C85-9181-8ECC256CFED2}" dt="2024-03-08T01:13:38.909" v="1854" actId="20577"/>
          <ac:spMkLst>
            <pc:docMk/>
            <pc:sldMk cId="83212731" sldId="371"/>
            <ac:spMk id="16386" creationId="{C04D9E68-69C9-7ED7-124D-C4171E4C4309}"/>
          </ac:spMkLst>
        </pc:spChg>
        <pc:spChg chg="mod">
          <ac:chgData name="Alec Wells" userId="527ade61401a42c1" providerId="LiveId" clId="{AD0DF8F6-AF04-4C85-9181-8ECC256CFED2}" dt="2024-03-09T16:42:04.095" v="4838" actId="20577"/>
          <ac:spMkLst>
            <pc:docMk/>
            <pc:sldMk cId="83212731" sldId="371"/>
            <ac:spMk id="16387" creationId="{08E0A061-609E-BD92-34BE-0F168694D455}"/>
          </ac:spMkLst>
        </pc:spChg>
      </pc:sldChg>
      <pc:sldChg chg="modSp add del mod">
        <pc:chgData name="Alec Wells" userId="527ade61401a42c1" providerId="LiveId" clId="{AD0DF8F6-AF04-4C85-9181-8ECC256CFED2}" dt="2024-03-09T01:28:18.196" v="3994" actId="2696"/>
        <pc:sldMkLst>
          <pc:docMk/>
          <pc:sldMk cId="1244599910" sldId="372"/>
        </pc:sldMkLst>
        <pc:spChg chg="mod">
          <ac:chgData name="Alec Wells" userId="527ade61401a42c1" providerId="LiveId" clId="{AD0DF8F6-AF04-4C85-9181-8ECC256CFED2}" dt="2024-03-08T01:13:46.739" v="1866" actId="20577"/>
          <ac:spMkLst>
            <pc:docMk/>
            <pc:sldMk cId="1244599910" sldId="372"/>
            <ac:spMk id="16386" creationId="{C04D9E68-69C9-7ED7-124D-C4171E4C4309}"/>
          </ac:spMkLst>
        </pc:spChg>
      </pc:sldChg>
      <pc:sldChg chg="addSp modSp add mod ord setBg">
        <pc:chgData name="Alec Wells" userId="527ade61401a42c1" providerId="LiveId" clId="{AD0DF8F6-AF04-4C85-9181-8ECC256CFED2}" dt="2024-03-09T17:18:01.704" v="6155" actId="20577"/>
        <pc:sldMkLst>
          <pc:docMk/>
          <pc:sldMk cId="3178569890" sldId="373"/>
        </pc:sldMkLst>
        <pc:spChg chg="add">
          <ac:chgData name="Alec Wells" userId="527ade61401a42c1" providerId="LiveId" clId="{AD0DF8F6-AF04-4C85-9181-8ECC256CFED2}" dt="2024-03-09T17:02:37.533" v="5676"/>
          <ac:spMkLst>
            <pc:docMk/>
            <pc:sldMk cId="3178569890" sldId="373"/>
            <ac:spMk id="2" creationId="{6FA6ACE3-E839-3E9D-1005-4974953CFAEE}"/>
          </ac:spMkLst>
        </pc:spChg>
        <pc:spChg chg="mod">
          <ac:chgData name="Alec Wells" userId="527ade61401a42c1" providerId="LiveId" clId="{AD0DF8F6-AF04-4C85-9181-8ECC256CFED2}" dt="2024-03-09T17:17:38.079" v="6143" actId="20577"/>
          <ac:spMkLst>
            <pc:docMk/>
            <pc:sldMk cId="3178569890" sldId="373"/>
            <ac:spMk id="16386" creationId="{C04D9E68-69C9-7ED7-124D-C4171E4C4309}"/>
          </ac:spMkLst>
        </pc:spChg>
        <pc:spChg chg="mod">
          <ac:chgData name="Alec Wells" userId="527ade61401a42c1" providerId="LiveId" clId="{AD0DF8F6-AF04-4C85-9181-8ECC256CFED2}" dt="2024-03-09T17:18:01.704" v="6155" actId="20577"/>
          <ac:spMkLst>
            <pc:docMk/>
            <pc:sldMk cId="3178569890" sldId="373"/>
            <ac:spMk id="16387" creationId="{08E0A061-609E-BD92-34BE-0F168694D455}"/>
          </ac:spMkLst>
        </pc:spChg>
      </pc:sldChg>
      <pc:sldChg chg="modSp add mod">
        <pc:chgData name="Alec Wells" userId="527ade61401a42c1" providerId="LiveId" clId="{AD0DF8F6-AF04-4C85-9181-8ECC256CFED2}" dt="2024-03-09T17:24:52.117" v="6867" actId="20577"/>
        <pc:sldMkLst>
          <pc:docMk/>
          <pc:sldMk cId="2600614731" sldId="374"/>
        </pc:sldMkLst>
        <pc:spChg chg="mod">
          <ac:chgData name="Alec Wells" userId="527ade61401a42c1" providerId="LiveId" clId="{AD0DF8F6-AF04-4C85-9181-8ECC256CFED2}" dt="2024-03-09T17:24:52.117" v="6867" actId="20577"/>
          <ac:spMkLst>
            <pc:docMk/>
            <pc:sldMk cId="2600614731" sldId="374"/>
            <ac:spMk id="16387" creationId="{08E0A061-609E-BD92-34BE-0F168694D455}"/>
          </ac:spMkLst>
        </pc:spChg>
      </pc:sldChg>
      <pc:sldChg chg="modSp add mod ord">
        <pc:chgData name="Alec Wells" userId="527ade61401a42c1" providerId="LiveId" clId="{AD0DF8F6-AF04-4C85-9181-8ECC256CFED2}" dt="2024-03-09T16:52:36.115" v="5148" actId="5793"/>
        <pc:sldMkLst>
          <pc:docMk/>
          <pc:sldMk cId="3493309931" sldId="375"/>
        </pc:sldMkLst>
        <pc:spChg chg="mod">
          <ac:chgData name="Alec Wells" userId="527ade61401a42c1" providerId="LiveId" clId="{AD0DF8F6-AF04-4C85-9181-8ECC256CFED2}" dt="2024-03-09T01:12:56.118" v="3381" actId="20577"/>
          <ac:spMkLst>
            <pc:docMk/>
            <pc:sldMk cId="3493309931" sldId="375"/>
            <ac:spMk id="16386" creationId="{C04D9E68-69C9-7ED7-124D-C4171E4C4309}"/>
          </ac:spMkLst>
        </pc:spChg>
        <pc:spChg chg="mod">
          <ac:chgData name="Alec Wells" userId="527ade61401a42c1" providerId="LiveId" clId="{AD0DF8F6-AF04-4C85-9181-8ECC256CFED2}" dt="2024-03-09T16:52:36.115" v="5148" actId="5793"/>
          <ac:spMkLst>
            <pc:docMk/>
            <pc:sldMk cId="3493309931" sldId="375"/>
            <ac:spMk id="16387" creationId="{08E0A061-609E-BD92-34BE-0F168694D455}"/>
          </ac:spMkLst>
        </pc:spChg>
      </pc:sldChg>
      <pc:sldChg chg="modSp add mod ord">
        <pc:chgData name="Alec Wells" userId="527ade61401a42c1" providerId="LiveId" clId="{AD0DF8F6-AF04-4C85-9181-8ECC256CFED2}" dt="2024-03-09T16:49:27.287" v="5055"/>
        <pc:sldMkLst>
          <pc:docMk/>
          <pc:sldMk cId="428630207" sldId="376"/>
        </pc:sldMkLst>
        <pc:spChg chg="mod">
          <ac:chgData name="Alec Wells" userId="527ade61401a42c1" providerId="LiveId" clId="{AD0DF8F6-AF04-4C85-9181-8ECC256CFED2}" dt="2024-03-09T01:18:38.728" v="3985" actId="20577"/>
          <ac:spMkLst>
            <pc:docMk/>
            <pc:sldMk cId="428630207" sldId="376"/>
            <ac:spMk id="16387" creationId="{08E0A061-609E-BD92-34BE-0F168694D455}"/>
          </ac:spMkLst>
        </pc:spChg>
      </pc:sldChg>
      <pc:sldChg chg="modSp add mod ord">
        <pc:chgData name="Alec Wells" userId="527ade61401a42c1" providerId="LiveId" clId="{AD0DF8F6-AF04-4C85-9181-8ECC256CFED2}" dt="2024-03-09T16:56:04.105" v="5154" actId="20577"/>
        <pc:sldMkLst>
          <pc:docMk/>
          <pc:sldMk cId="3095627477" sldId="377"/>
        </pc:sldMkLst>
        <pc:spChg chg="mod">
          <ac:chgData name="Alec Wells" userId="527ade61401a42c1" providerId="LiveId" clId="{AD0DF8F6-AF04-4C85-9181-8ECC256CFED2}" dt="2024-03-09T01:28:14.809" v="3993" actId="20577"/>
          <ac:spMkLst>
            <pc:docMk/>
            <pc:sldMk cId="3095627477" sldId="377"/>
            <ac:spMk id="16386" creationId="{C04D9E68-69C9-7ED7-124D-C4171E4C4309}"/>
          </ac:spMkLst>
        </pc:spChg>
        <pc:spChg chg="mod">
          <ac:chgData name="Alec Wells" userId="527ade61401a42c1" providerId="LiveId" clId="{AD0DF8F6-AF04-4C85-9181-8ECC256CFED2}" dt="2024-03-09T16:56:04.105" v="5154" actId="20577"/>
          <ac:spMkLst>
            <pc:docMk/>
            <pc:sldMk cId="3095627477" sldId="377"/>
            <ac:spMk id="16387" creationId="{08E0A061-609E-BD92-34BE-0F168694D455}"/>
          </ac:spMkLst>
        </pc:spChg>
      </pc:sldChg>
      <pc:sldChg chg="modSp add mod ord">
        <pc:chgData name="Alec Wells" userId="527ade61401a42c1" providerId="LiveId" clId="{AD0DF8F6-AF04-4C85-9181-8ECC256CFED2}" dt="2024-03-09T16:24:22.985" v="4238"/>
        <pc:sldMkLst>
          <pc:docMk/>
          <pc:sldMk cId="2774362858" sldId="378"/>
        </pc:sldMkLst>
        <pc:spChg chg="mod">
          <ac:chgData name="Alec Wells" userId="527ade61401a42c1" providerId="LiveId" clId="{AD0DF8F6-AF04-4C85-9181-8ECC256CFED2}" dt="2024-03-09T16:24:17.782" v="4234" actId="20577"/>
          <ac:spMkLst>
            <pc:docMk/>
            <pc:sldMk cId="2774362858" sldId="378"/>
            <ac:spMk id="5123" creationId="{365B6720-18E1-F23B-07F7-0F262BFCBA87}"/>
          </ac:spMkLst>
        </pc:spChg>
      </pc:sldChg>
      <pc:sldChg chg="modSp add mod">
        <pc:chgData name="Alec Wells" userId="527ade61401a42c1" providerId="LiveId" clId="{AD0DF8F6-AF04-4C85-9181-8ECC256CFED2}" dt="2024-03-09T16:54:48.097" v="5151" actId="20577"/>
        <pc:sldMkLst>
          <pc:docMk/>
          <pc:sldMk cId="1127671632" sldId="379"/>
        </pc:sldMkLst>
        <pc:spChg chg="mod">
          <ac:chgData name="Alec Wells" userId="527ade61401a42c1" providerId="LiveId" clId="{AD0DF8F6-AF04-4C85-9181-8ECC256CFED2}" dt="2024-03-09T16:48:18.440" v="5047" actId="20577"/>
          <ac:spMkLst>
            <pc:docMk/>
            <pc:sldMk cId="1127671632" sldId="379"/>
            <ac:spMk id="16386" creationId="{C04D9E68-69C9-7ED7-124D-C4171E4C4309}"/>
          </ac:spMkLst>
        </pc:spChg>
        <pc:spChg chg="mod">
          <ac:chgData name="Alec Wells" userId="527ade61401a42c1" providerId="LiveId" clId="{AD0DF8F6-AF04-4C85-9181-8ECC256CFED2}" dt="2024-03-09T16:54:48.097" v="5151" actId="20577"/>
          <ac:spMkLst>
            <pc:docMk/>
            <pc:sldMk cId="1127671632" sldId="379"/>
            <ac:spMk id="16387" creationId="{08E0A061-609E-BD92-34BE-0F168694D455}"/>
          </ac:spMkLst>
        </pc:spChg>
      </pc:sldChg>
      <pc:sldChg chg="modSp add mod">
        <pc:chgData name="Alec Wells" userId="527ade61401a42c1" providerId="LiveId" clId="{AD0DF8F6-AF04-4C85-9181-8ECC256CFED2}" dt="2024-03-09T16:48:24.905" v="5050" actId="20577"/>
        <pc:sldMkLst>
          <pc:docMk/>
          <pc:sldMk cId="4080425950" sldId="380"/>
        </pc:sldMkLst>
        <pc:spChg chg="mod">
          <ac:chgData name="Alec Wells" userId="527ade61401a42c1" providerId="LiveId" clId="{AD0DF8F6-AF04-4C85-9181-8ECC256CFED2}" dt="2024-03-09T16:48:14.759" v="5046" actId="20577"/>
          <ac:spMkLst>
            <pc:docMk/>
            <pc:sldMk cId="4080425950" sldId="380"/>
            <ac:spMk id="16386" creationId="{C04D9E68-69C9-7ED7-124D-C4171E4C4309}"/>
          </ac:spMkLst>
        </pc:spChg>
        <pc:spChg chg="mod">
          <ac:chgData name="Alec Wells" userId="527ade61401a42c1" providerId="LiveId" clId="{AD0DF8F6-AF04-4C85-9181-8ECC256CFED2}" dt="2024-03-09T16:48:24.905" v="5050" actId="20577"/>
          <ac:spMkLst>
            <pc:docMk/>
            <pc:sldMk cId="4080425950" sldId="380"/>
            <ac:spMk id="16387" creationId="{08E0A061-609E-BD92-34BE-0F168694D455}"/>
          </ac:spMkLst>
        </pc:spChg>
      </pc:sldChg>
      <pc:sldChg chg="addSp modSp add mod setBg">
        <pc:chgData name="Alec Wells" userId="527ade61401a42c1" providerId="LiveId" clId="{AD0DF8F6-AF04-4C85-9181-8ECC256CFED2}" dt="2024-03-09T17:10:26.012" v="5830" actId="20577"/>
        <pc:sldMkLst>
          <pc:docMk/>
          <pc:sldMk cId="2315007373" sldId="381"/>
        </pc:sldMkLst>
        <pc:spChg chg="add">
          <ac:chgData name="Alec Wells" userId="527ade61401a42c1" providerId="LiveId" clId="{AD0DF8F6-AF04-4C85-9181-8ECC256CFED2}" dt="2024-03-09T17:05:26.550" v="5737"/>
          <ac:spMkLst>
            <pc:docMk/>
            <pc:sldMk cId="2315007373" sldId="381"/>
            <ac:spMk id="2" creationId="{77C19DA2-38FB-9C76-BB5B-1D6C860C930C}"/>
          </ac:spMkLst>
        </pc:spChg>
        <pc:spChg chg="mod">
          <ac:chgData name="Alec Wells" userId="527ade61401a42c1" providerId="LiveId" clId="{AD0DF8F6-AF04-4C85-9181-8ECC256CFED2}" dt="2024-03-09T17:10:26.012" v="5830" actId="20577"/>
          <ac:spMkLst>
            <pc:docMk/>
            <pc:sldMk cId="2315007373" sldId="381"/>
            <ac:spMk id="16387" creationId="{08E0A061-609E-BD92-34BE-0F168694D455}"/>
          </ac:spMkLst>
        </pc:spChg>
      </pc:sldChg>
      <pc:sldChg chg="modSp add mod">
        <pc:chgData name="Alec Wells" userId="527ade61401a42c1" providerId="LiveId" clId="{AD0DF8F6-AF04-4C85-9181-8ECC256CFED2}" dt="2024-03-09T17:14:27.688" v="6094" actId="20577"/>
        <pc:sldMkLst>
          <pc:docMk/>
          <pc:sldMk cId="2125734906" sldId="382"/>
        </pc:sldMkLst>
        <pc:spChg chg="mod">
          <ac:chgData name="Alec Wells" userId="527ade61401a42c1" providerId="LiveId" clId="{AD0DF8F6-AF04-4C85-9181-8ECC256CFED2}" dt="2024-03-09T17:08:15.199" v="5755" actId="20577"/>
          <ac:spMkLst>
            <pc:docMk/>
            <pc:sldMk cId="2125734906" sldId="382"/>
            <ac:spMk id="16386" creationId="{C04D9E68-69C9-7ED7-124D-C4171E4C4309}"/>
          </ac:spMkLst>
        </pc:spChg>
        <pc:spChg chg="mod">
          <ac:chgData name="Alec Wells" userId="527ade61401a42c1" providerId="LiveId" clId="{AD0DF8F6-AF04-4C85-9181-8ECC256CFED2}" dt="2024-03-09T17:14:27.688" v="6094" actId="20577"/>
          <ac:spMkLst>
            <pc:docMk/>
            <pc:sldMk cId="2125734906" sldId="382"/>
            <ac:spMk id="16387" creationId="{08E0A061-609E-BD92-34BE-0F168694D455}"/>
          </ac:spMkLst>
        </pc:spChg>
      </pc:sldChg>
      <pc:sldChg chg="modSp add mod ord">
        <pc:chgData name="Alec Wells" userId="527ade61401a42c1" providerId="LiveId" clId="{AD0DF8F6-AF04-4C85-9181-8ECC256CFED2}" dt="2024-03-09T17:23:59.048" v="6815" actId="20577"/>
        <pc:sldMkLst>
          <pc:docMk/>
          <pc:sldMk cId="1568801087" sldId="383"/>
        </pc:sldMkLst>
        <pc:spChg chg="mod">
          <ac:chgData name="Alec Wells" userId="527ade61401a42c1" providerId="LiveId" clId="{AD0DF8F6-AF04-4C85-9181-8ECC256CFED2}" dt="2024-03-09T17:23:48.823" v="6808" actId="2711"/>
          <ac:spMkLst>
            <pc:docMk/>
            <pc:sldMk cId="1568801087" sldId="383"/>
            <ac:spMk id="16386" creationId="{C04D9E68-69C9-7ED7-124D-C4171E4C4309}"/>
          </ac:spMkLst>
        </pc:spChg>
        <pc:spChg chg="mod">
          <ac:chgData name="Alec Wells" userId="527ade61401a42c1" providerId="LiveId" clId="{AD0DF8F6-AF04-4C85-9181-8ECC256CFED2}" dt="2024-03-09T17:23:59.048" v="6815" actId="20577"/>
          <ac:spMkLst>
            <pc:docMk/>
            <pc:sldMk cId="1568801087" sldId="383"/>
            <ac:spMk id="16387" creationId="{08E0A061-609E-BD92-34BE-0F168694D45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C43917-5DA0-DECF-FF69-2A40A360DA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7651BE-CB62-1C46-2D82-5CE8C878F16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F8F6FD23-3D60-4451-A465-FCB20600655D}" type="datetimeFigureOut">
              <a:rPr lang="en-GB" altLang="en-US"/>
              <a:pPr>
                <a:defRPr/>
              </a:pPr>
              <a:t>26/03/2026</a:t>
            </a:fld>
            <a:endParaRPr lang="en-GB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EB60F19-1FDC-AE14-9F7A-B626270BC2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F6E3879-375D-FC9C-BF07-9901CCEEF4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  <a:endParaRPr lang="en-GB" alt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C8949-BF00-F811-963F-ECEB0B12FD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25848-9C49-2CA4-2EC3-282A591EAB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A21F885-8204-4DD9-BC7B-9FC74636C35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F1054-8DDF-92FF-6688-A92B8B54A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F6F515CB-7BC9-A3F3-DA17-7143A5E5BB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577410B9-4EB9-8391-B4F4-860E52A4D8A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422B773-B09D-0D30-B50C-86C2872B4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48177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8891E-DB40-50B8-E92D-5649597CA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676B7482-0CA7-9BEB-5728-FF32CAA575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F1A184ED-DAA5-76CF-88A6-46CD47B2E4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2B8D858E-E10C-27A4-48DB-B220E6FBB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64625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F1054-8DDF-92FF-6688-A92B8B54A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F6F515CB-7BC9-A3F3-DA17-7143A5E5BB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577410B9-4EB9-8391-B4F4-860E52A4D8A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422B773-B09D-0D30-B50C-86C2872B4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94670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6CD74-CCEE-9B84-BE91-820CEB6AD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18B9950E-E5F1-B071-3BBE-845D9FAF16C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B0BA94A5-7C0C-8DC6-D5E3-2C8A0FEE18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B705CF80-1749-7F28-6CE1-27DDD44B7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47834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F1054-8DDF-92FF-6688-A92B8B54A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F6F515CB-7BC9-A3F3-DA17-7143A5E5BB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577410B9-4EB9-8391-B4F4-860E52A4D8A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422B773-B09D-0D30-B50C-86C2872B4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2978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F1054-8DDF-92FF-6688-A92B8B54A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F6F515CB-7BC9-A3F3-DA17-7143A5E5BB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577410B9-4EB9-8391-B4F4-860E52A4D8A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422B773-B09D-0D30-B50C-86C2872B4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9235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F1054-8DDF-92FF-6688-A92B8B54A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F6F515CB-7BC9-A3F3-DA17-7143A5E5BB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577410B9-4EB9-8391-B4F4-860E52A4D8A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422B773-B09D-0D30-B50C-86C2872B4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25528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8891E-DB40-50B8-E92D-5649597CA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676B7482-0CA7-9BEB-5728-FF32CAA575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F1A184ED-DAA5-76CF-88A6-46CD47B2E4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2B8D858E-E10C-27A4-48DB-B220E6FBB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01519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8891E-DB40-50B8-E92D-5649597CA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676B7482-0CA7-9BEB-5728-FF32CAA575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F1A184ED-DAA5-76CF-88A6-46CD47B2E4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2B8D858E-E10C-27A4-48DB-B220E6FBB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03798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8891E-DB40-50B8-E92D-5649597CA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676B7482-0CA7-9BEB-5728-FF32CAA575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F1A184ED-DAA5-76CF-88A6-46CD47B2E4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2B8D858E-E10C-27A4-48DB-B220E6FBB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05028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8891E-DB40-50B8-E92D-5649597CA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676B7482-0CA7-9BEB-5728-FF32CAA575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F1A184ED-DAA5-76CF-88A6-46CD47B2E4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2B8D858E-E10C-27A4-48DB-B220E6FBB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4282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8891E-DB40-50B8-E92D-5649597CA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676B7482-0CA7-9BEB-5728-FF32CAA575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F1A184ED-DAA5-76CF-88A6-46CD47B2E4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2B8D858E-E10C-27A4-48DB-B220E6FBB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77802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8891E-DB40-50B8-E92D-5649597CA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676B7482-0CA7-9BEB-5728-FF32CAA575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F1A184ED-DAA5-76CF-88A6-46CD47B2E4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2B8D858E-E10C-27A4-48DB-B220E6FBB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9F1681-EC19-4A88-9D1E-FFAFBDB113BD}" type="slidenum">
              <a:rPr lang="en-GB" altLang="en-US" smtClean="0"/>
              <a:pPr/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38403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BBAFB-C6ED-4820-7CC8-4B2299CB3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9B34F-007A-4505-C473-7A739958F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77DD2-9ABA-4339-C4A0-71FC7FAF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BE0E50-4C41-4C5F-A6E6-AC7BF62D185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88784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D4698-C369-2023-91B9-BF198125B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A1741-3F88-8162-B004-697E368D3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6B3B1-73CB-EC00-EED5-0EEA3996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BD3A-794A-4E96-98D9-29C2B056AD7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26168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6FFD-939A-BD45-E1E8-529438FC7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43CDE-922C-2344-660F-03C06D117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66662-5449-E588-4330-3A244FF5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08A3C-4472-4BAF-A76A-4F4F697D913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002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F96180A-360A-28AC-BC5B-A14C3263B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1FAE49A-406E-6125-F6F8-1D8F79C8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914FC4-FB85-D5D5-FABA-19F789F72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8C25F-8E11-4064-AE56-034BE9F0A5E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78618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C118F79-0C6B-8A0F-452A-293937782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DAC1512-3CFA-9ED4-6912-E83D46A6A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F6B54D7-BD1B-60A9-EE0C-E6240E295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5C60ED-42C1-4545-9468-EB382124E43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49002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7A73B05-6FFC-20AB-88CD-C36C2814B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D173DA2-E0C4-C94C-1189-0B6927EA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9F8BBCA-AB2F-A0B1-0591-4896EDB6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A3FA38-719B-4553-BB70-BC9B5BFEE36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8071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FE38D44-9016-3653-11C1-D7EED8428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9221E15-45F9-4641-B1AD-217C3667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80A2E8F-4061-8E93-340C-1D20852C2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0F20B5-584E-4376-A04B-5421FA31DE3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8946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08620D2-93DB-34AF-586C-192F933C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90FA0B-7904-A676-6163-FD77398C1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1176326-CFAA-29F9-92E3-DCEB4670C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C705C3-B364-4629-A107-E36FCF12B0F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63523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4D5AA8B-B01E-46F3-C62F-FCE7D9A5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8E1609F-5AA5-80F4-30D0-DBCE5236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FA5CEA0-E675-CDA8-9359-23A3EAA6C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24EF56-4ACE-450F-A7DD-8E4C428E809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40205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2C65B-8123-09AD-C768-EFA9AA22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5FD1B-7CD8-996E-2C11-932D1F4DB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40A63-02C6-C3BE-37F9-0CD17051A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0B4257-4EAD-4B33-9187-8B0607F5998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0163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8E955-62F5-DD4E-EE52-7755BC986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3F677-8E04-4AF5-7A8F-62E869B9A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1409A-F1AF-841D-E371-7B283311D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E30639-9610-4849-A845-B7AFDD53177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37282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A64DF63-3DD7-821E-54F3-A943D67D81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262D890-8658-5D37-F511-34DD99DB7A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DFAD4-83EC-8E6C-126A-4165CC02B6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8FCFC-4EA7-3C10-D20A-1EB4D2655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AD705-2A07-18FC-AAED-DB92C7D6C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49CF8B0-F3D1-4896-8BDE-4D5FE3D569F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MS PGothic" pitchFamily="34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itchFamily="3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itchFamily="3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itchFamily="3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MS PGothic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MS PGothic" pitchFamily="34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ysjcs.net/phpmyadmi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ysjcs.net/phpmyadmi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ysjcs.net/phpmyadmin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BD22B11-C1DB-B6A6-2EEE-0A845FB7059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47700" y="2133600"/>
            <a:ext cx="7848600" cy="14700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ea typeface="+mj-ea"/>
                <a:cs typeface="+mj-cs"/>
              </a:rPr>
              <a:t>COM4012M – PHP &amp; SQL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A12F9B4-B776-2DD3-BE3B-4F6AF00DB9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dirty="0">
                <a:solidFill>
                  <a:srgbClr val="898989"/>
                </a:solidFill>
                <a:latin typeface="+mj-lt"/>
              </a:rPr>
              <a:t>Week 7 Lab Session 7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89898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718F653-B16D-8A80-B338-53FD53F6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3008CAA-58BB-9816-3370-99195DD15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PHP Recap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372D5BC-0841-7191-D4A0-4C1202001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PHP is a server scripting language that executes scripts on the server and returns them to a browser as plain HTML. Essentially, PHP output HTML pages.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PHP files can contain text, HTML, CSS, JavaScript and PHP code. They end in the .</a:t>
            </a:r>
            <a:r>
              <a:rPr lang="en-GB" altLang="en-US" sz="2800" dirty="0" err="1"/>
              <a:t>php</a:t>
            </a:r>
            <a:r>
              <a:rPr lang="en-GB" altLang="en-US" sz="2800" dirty="0"/>
              <a:t> file extension.</a:t>
            </a:r>
          </a:p>
          <a:p>
            <a:pPr eaLnBrk="1" hangingPunct="1">
              <a:lnSpc>
                <a:spcPct val="90000"/>
              </a:lnSpc>
            </a:pPr>
            <a:endParaRPr lang="en-GB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PHP script can be nested in-between two tags like so: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800" dirty="0"/>
              <a:t>	&lt;?</a:t>
            </a:r>
            <a:r>
              <a:rPr lang="en-GB" altLang="en-US" sz="2800" dirty="0" err="1"/>
              <a:t>php</a:t>
            </a:r>
            <a:endParaRPr lang="en-GB" altLang="en-US" sz="28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GB" altLang="en-US" dirty="0"/>
              <a:t>//</a:t>
            </a:r>
            <a:r>
              <a:rPr lang="en-GB" altLang="en-US" dirty="0" err="1"/>
              <a:t>php</a:t>
            </a:r>
            <a:r>
              <a:rPr lang="en-GB" altLang="en-US" dirty="0"/>
              <a:t> code goes here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GB" altLang="en-US" dirty="0"/>
              <a:t>?&gt;</a:t>
            </a:r>
          </a:p>
          <a:p>
            <a:pPr eaLnBrk="1" hangingPunct="1">
              <a:lnSpc>
                <a:spcPct val="90000"/>
              </a:lnSpc>
            </a:pPr>
            <a:endParaRPr lang="en-GB" altLang="en-US" sz="2800" dirty="0"/>
          </a:p>
          <a:p>
            <a:pPr lvl="1" eaLnBrk="1" hangingPunct="1">
              <a:lnSpc>
                <a:spcPct val="90000"/>
              </a:lnSpc>
            </a:pPr>
            <a:endParaRPr lang="en-GB" altLang="en-US" sz="20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23282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1E2D7AB-F6B6-7EB6-6E30-9720B3FC7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7AF4AD4-BC7B-DD4E-D35E-52BDF77B8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Example PHP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65B6720-18E1-F23B-07F7-0F262BFCB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7244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800" dirty="0"/>
              <a:t>&lt;!DOCTYPE html&gt;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800" dirty="0"/>
              <a:t>&lt;html&gt;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800" dirty="0"/>
              <a:t>&lt;body&gt;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800" dirty="0"/>
              <a:t>	&lt;h1&gt;My first PHP page&lt;/h1&gt;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800" dirty="0"/>
              <a:t>	&lt;?</a:t>
            </a:r>
            <a:r>
              <a:rPr lang="en-GB" altLang="en-US" sz="2800" dirty="0" err="1"/>
              <a:t>php</a:t>
            </a:r>
            <a:endParaRPr lang="en-GB" altLang="en-US" sz="2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800" dirty="0"/>
              <a:t>	echo "Hello World!";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800" dirty="0"/>
              <a:t>	?&gt;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800" dirty="0"/>
              <a:t>&lt;/body&gt;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800" dirty="0"/>
              <a:t>&lt;/html&gt;</a:t>
            </a: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82036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0FF247-8686-907A-9A56-EBFA1358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04D9E68-69C9-7ED7-124D-C4171E4C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PHP Recap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8E0A061-609E-BD92-34BE-0F168694D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400" dirty="0">
                <a:latin typeface="+mj-lt"/>
              </a:rPr>
              <a:t>PHP supports a range of data types that can be used in the usual code operations like if statements and for/whiles loops.</a:t>
            </a:r>
          </a:p>
          <a:p>
            <a:pPr marL="0" indent="0" eaLnBrk="1" hangingPunct="1">
              <a:buNone/>
            </a:pPr>
            <a:r>
              <a:rPr lang="en-GB" altLang="en-US" sz="2400" dirty="0">
                <a:latin typeface="+mj-lt"/>
              </a:rPr>
              <a:t> </a:t>
            </a:r>
            <a:endParaRPr lang="en-GB" altLang="en-US" sz="3600" dirty="0"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String							- Text (can be “ or ‘)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Integer							- Whole number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Float (floating point number)		- Numbers with decimal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Boolean							- True/False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Array								- </a:t>
            </a:r>
            <a:r>
              <a:rPr lang="en-GB" sz="2000" dirty="0">
                <a:solidFill>
                  <a:srgbClr val="000000"/>
                </a:solidFill>
                <a:latin typeface="+mj-lt"/>
              </a:rPr>
              <a:t>L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ists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Class/Object						- Objects are Class properties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NULL								- Only one value of NULL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Resource							- Not technically a data type but</a:t>
            </a:r>
            <a:r>
              <a:rPr lang="en-GB" sz="2000" dirty="0">
                <a:solidFill>
                  <a:srgbClr val="000000"/>
                </a:solidFill>
                <a:latin typeface="+mj-lt"/>
              </a:rPr>
              <a:t> 										r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+mj-lt"/>
              </a:rPr>
              <a:t>eferences external resources and 										functions.</a:t>
            </a:r>
          </a:p>
          <a:p>
            <a:pPr eaLnBrk="1" hangingPunct="1"/>
            <a:endParaRPr lang="en-GB" alt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00614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0FF247-8686-907A-9A56-EBFA1358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04D9E68-69C9-7ED7-124D-C4171E4C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SQL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8E0A061-609E-BD92-34BE-0F168694D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/>
          <a:lstStyle/>
          <a:p>
            <a:pPr eaLnBrk="1" hangingPunct="1"/>
            <a:r>
              <a:rPr lang="en-GB" altLang="en-US" sz="2400" dirty="0">
                <a:latin typeface="+mj-lt"/>
              </a:rPr>
              <a:t>This week we will be using PHP to connect to a database in which in order for us to access and manipulate said database, we will use SQL.</a:t>
            </a:r>
          </a:p>
          <a:p>
            <a:pPr eaLnBrk="1" hangingPunct="1"/>
            <a:endParaRPr lang="en-GB" altLang="en-US" sz="2400" dirty="0">
              <a:latin typeface="+mj-lt"/>
            </a:endParaRPr>
          </a:p>
          <a:p>
            <a:pPr eaLnBrk="1" hangingPunct="1"/>
            <a:r>
              <a:rPr lang="en-GB" altLang="en-US" sz="2400" dirty="0">
                <a:latin typeface="+mj-lt"/>
              </a:rPr>
              <a:t>SQL stands for Structured Query Language and is the standard language for accessing and manipulate databases.</a:t>
            </a:r>
          </a:p>
          <a:p>
            <a:pPr eaLnBrk="1" hangingPunct="1"/>
            <a:endParaRPr lang="en-GB" altLang="en-US" sz="2400" dirty="0">
              <a:latin typeface="+mj-lt"/>
            </a:endParaRPr>
          </a:p>
          <a:p>
            <a:pPr eaLnBrk="1" hangingPunct="1"/>
            <a:r>
              <a:rPr lang="en-GB" altLang="en-US" sz="2400" dirty="0">
                <a:latin typeface="+mj-lt"/>
              </a:rPr>
              <a:t>SQL can be used to execute queries, retrieve data, insert records, update records, delete records, create new databases, create new tables, create stored procedures, create views, set permissions and more. </a:t>
            </a:r>
          </a:p>
        </p:txBody>
      </p:sp>
    </p:spTree>
    <p:extLst>
      <p:ext uri="{BB962C8B-B14F-4D97-AF65-F5344CB8AC3E}">
        <p14:creationId xmlns:p14="http://schemas.microsoft.com/office/powerpoint/2010/main" val="200381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0FF247-8686-907A-9A56-EBFA1358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04D9E68-69C9-7ED7-124D-C4171E4C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phpMyAdmin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8E0A061-609E-BD92-34BE-0F168694D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710766" cy="914400"/>
          </a:xfrm>
        </p:spPr>
        <p:txBody>
          <a:bodyPr/>
          <a:lstStyle/>
          <a:p>
            <a:pPr eaLnBrk="1" hangingPunct="1"/>
            <a:r>
              <a:rPr lang="en-GB" altLang="en-US" sz="2400" dirty="0">
                <a:latin typeface="+mj-lt"/>
              </a:rPr>
              <a:t>The database system we will be using for this module is phpMyAdmin.</a:t>
            </a:r>
          </a:p>
          <a:p>
            <a:pPr eaLnBrk="1" hangingPunct="1"/>
            <a:endParaRPr lang="en-GB" altLang="en-US" sz="2400" dirty="0">
              <a:latin typeface="+mj-lt"/>
              <a:hlinkClick r:id="rId2"/>
            </a:endParaRPr>
          </a:p>
          <a:p>
            <a:pPr lvl="1" eaLnBrk="1" hangingPunct="1"/>
            <a:endParaRPr lang="en-GB" altLang="en-US" sz="2000" dirty="0">
              <a:latin typeface="+mj-lt"/>
            </a:endParaRPr>
          </a:p>
          <a:p>
            <a:pPr lvl="1" eaLnBrk="1" hangingPunct="1"/>
            <a:endParaRPr lang="en-GB" altLang="en-US" sz="1600" dirty="0">
              <a:latin typeface="+mj-lt"/>
            </a:endParaRPr>
          </a:p>
          <a:p>
            <a:pPr marL="457200" lvl="1" indent="0" eaLnBrk="1" hangingPunct="1">
              <a:buNone/>
            </a:pPr>
            <a:endParaRPr lang="en-GB" altLang="en-US" sz="2000" dirty="0">
              <a:latin typeface="+mj-lt"/>
            </a:endParaRPr>
          </a:p>
        </p:txBody>
      </p:sp>
      <p:pic>
        <p:nvPicPr>
          <p:cNvPr id="3" name="Picture 2" descr="PhpMyAdmin login">
            <a:extLst>
              <a:ext uri="{FF2B5EF4-FFF2-40B4-BE49-F238E27FC236}">
                <a16:creationId xmlns:a16="http://schemas.microsoft.com/office/drawing/2014/main" id="{76B8FA51-60EA-4DDD-03D0-D0B174268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051" y="2590800"/>
            <a:ext cx="3558915" cy="3733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A07C45F-4E56-FA36-8594-5FABC38599BC}"/>
              </a:ext>
            </a:extLst>
          </p:cNvPr>
          <p:cNvSpPr txBox="1">
            <a:spLocks/>
          </p:cNvSpPr>
          <p:nvPr/>
        </p:nvSpPr>
        <p:spPr bwMode="auto">
          <a:xfrm>
            <a:off x="455103" y="2636838"/>
            <a:ext cx="3888297" cy="368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pitchFamily="34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GB" altLang="en-US" sz="2400" dirty="0">
                <a:latin typeface="+mj-lt"/>
              </a:rPr>
              <a:t>phpMyAdmin can be accessed at:</a:t>
            </a:r>
          </a:p>
          <a:p>
            <a:pPr lvl="1" eaLnBrk="1" hangingPunct="1"/>
            <a:r>
              <a:rPr lang="en-GB" altLang="en-US" sz="2000" dirty="0">
                <a:latin typeface="+mj-lt"/>
                <a:hlinkClick r:id="rId2"/>
              </a:rPr>
              <a:t>www.ysjcs.net/phpmyadmin</a:t>
            </a:r>
            <a:r>
              <a:rPr lang="en-GB" altLang="en-US" sz="2000" dirty="0">
                <a:latin typeface="+mj-lt"/>
              </a:rPr>
              <a:t> </a:t>
            </a:r>
            <a:endParaRPr lang="en-GB" altLang="en-US" sz="2400" dirty="0">
              <a:latin typeface="+mj-lt"/>
            </a:endParaRPr>
          </a:p>
          <a:p>
            <a:pPr eaLnBrk="1" hangingPunct="1"/>
            <a:r>
              <a:rPr lang="en-GB" altLang="en-US" sz="2400" dirty="0">
                <a:latin typeface="+mj-lt"/>
              </a:rPr>
              <a:t>You will have been provided with account details in a recent email from the technicians (if you have any problems with your account -&gt; contact them).</a:t>
            </a:r>
          </a:p>
          <a:p>
            <a:pPr lvl="1" eaLnBrk="1" hangingPunct="1"/>
            <a:endParaRPr lang="en-GB" altLang="en-US" sz="2000" dirty="0">
              <a:latin typeface="+mj-lt"/>
            </a:endParaRPr>
          </a:p>
          <a:p>
            <a:pPr lvl="1" eaLnBrk="1" hangingPunct="1"/>
            <a:endParaRPr lang="en-GB" altLang="en-US" sz="1600" dirty="0">
              <a:latin typeface="+mj-lt"/>
            </a:endParaRPr>
          </a:p>
          <a:p>
            <a:pPr marL="457200" lvl="1" indent="0" eaLnBrk="1" hangingPunct="1">
              <a:buFont typeface="Arial" panose="020B0604020202020204" pitchFamily="34" charset="0"/>
              <a:buNone/>
            </a:pPr>
            <a:endParaRPr lang="en-GB" alt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03339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0FF247-8686-907A-9A56-EBFA1358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04D9E68-69C9-7ED7-124D-C4171E4C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phpMyAdmin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8E0A061-609E-BD92-34BE-0F168694D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924800" cy="914400"/>
          </a:xfrm>
        </p:spPr>
        <p:txBody>
          <a:bodyPr/>
          <a:lstStyle/>
          <a:p>
            <a:pPr eaLnBrk="1" hangingPunct="1"/>
            <a:r>
              <a:rPr lang="en-GB" altLang="en-US" sz="2000" dirty="0">
                <a:latin typeface="+mj-lt"/>
              </a:rPr>
              <a:t>Once logged in, your phpMyAdmin will look something like this (though yours will be a bit emptier to start):</a:t>
            </a:r>
          </a:p>
          <a:p>
            <a:pPr eaLnBrk="1" hangingPunct="1"/>
            <a:endParaRPr lang="en-GB" altLang="en-US" sz="2400" dirty="0">
              <a:latin typeface="+mj-lt"/>
              <a:hlinkClick r:id="rId2"/>
            </a:endParaRPr>
          </a:p>
          <a:p>
            <a:pPr lvl="1" eaLnBrk="1" hangingPunct="1"/>
            <a:endParaRPr lang="en-GB" altLang="en-US" sz="2000" dirty="0">
              <a:latin typeface="+mj-lt"/>
            </a:endParaRPr>
          </a:p>
          <a:p>
            <a:pPr lvl="1" eaLnBrk="1" hangingPunct="1"/>
            <a:endParaRPr lang="en-GB" altLang="en-US" sz="1600" dirty="0">
              <a:latin typeface="+mj-lt"/>
            </a:endParaRPr>
          </a:p>
          <a:p>
            <a:pPr marL="457200" lvl="1" indent="0" eaLnBrk="1" hangingPunct="1">
              <a:buNone/>
            </a:pPr>
            <a:endParaRPr lang="en-GB" altLang="en-US" sz="2000" dirty="0">
              <a:latin typeface="+mj-lt"/>
            </a:endParaRPr>
          </a:p>
        </p:txBody>
      </p:sp>
      <p:pic>
        <p:nvPicPr>
          <p:cNvPr id="5" name="Picture 4" descr="PhpMeAdmin site">
            <a:extLst>
              <a:ext uri="{FF2B5EF4-FFF2-40B4-BE49-F238E27FC236}">
                <a16:creationId xmlns:a16="http://schemas.microsoft.com/office/drawing/2014/main" id="{FF916B42-F856-AD2C-ED54-462273CCB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45354"/>
            <a:ext cx="8109441" cy="2794969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BFC76881-9CA2-5B87-E4BE-55D5705C0D24}"/>
              </a:ext>
            </a:extLst>
          </p:cNvPr>
          <p:cNvSpPr txBox="1">
            <a:spLocks/>
          </p:cNvSpPr>
          <p:nvPr/>
        </p:nvSpPr>
        <p:spPr bwMode="auto">
          <a:xfrm>
            <a:off x="457199" y="5461969"/>
            <a:ext cx="8109441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itchFamily="34" charset="-128"/>
                <a:cs typeface="MS PGothic" pitchFamily="34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GB" altLang="en-US" sz="2000" dirty="0">
                <a:latin typeface="+mj-lt"/>
              </a:rPr>
              <a:t>On the left, is a list of databases, which you can view by clicking on them. We can interact with phpMyAdmin using SQL commands after setting up a connection, but we can also interact with it on the web if need be. </a:t>
            </a:r>
            <a:endParaRPr lang="en-GB" altLang="en-US" sz="1400" dirty="0">
              <a:latin typeface="+mj-lt"/>
            </a:endParaRPr>
          </a:p>
          <a:p>
            <a:pPr marL="457200" lvl="1" indent="0" eaLnBrk="1" hangingPunct="1">
              <a:buFont typeface="Arial" panose="020B0604020202020204" pitchFamily="34" charset="0"/>
              <a:buNone/>
            </a:pPr>
            <a:endParaRPr lang="en-GB" alt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10159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0FF247-8686-907A-9A56-EBFA1358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04D9E68-69C9-7ED7-124D-C4171E4C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phpMyAdmin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8E0A061-609E-BD92-34BE-0F168694D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710766" cy="914400"/>
          </a:xfrm>
        </p:spPr>
        <p:txBody>
          <a:bodyPr/>
          <a:lstStyle/>
          <a:p>
            <a:pPr eaLnBrk="1" hangingPunct="1"/>
            <a:r>
              <a:rPr lang="en-GB" altLang="en-US" sz="2000" dirty="0">
                <a:latin typeface="+mj-lt"/>
              </a:rPr>
              <a:t>Once you have created a database you can click it and be presented with the list of tables for that database:</a:t>
            </a:r>
            <a:endParaRPr lang="en-GB" altLang="en-US" sz="2400" dirty="0">
              <a:latin typeface="+mj-lt"/>
              <a:hlinkClick r:id="rId2"/>
            </a:endParaRPr>
          </a:p>
          <a:p>
            <a:pPr lvl="1" eaLnBrk="1" hangingPunct="1"/>
            <a:endParaRPr lang="en-GB" altLang="en-US" sz="2000" dirty="0">
              <a:latin typeface="+mj-lt"/>
            </a:endParaRPr>
          </a:p>
          <a:p>
            <a:pPr lvl="1" eaLnBrk="1" hangingPunct="1"/>
            <a:endParaRPr lang="en-GB" altLang="en-US" sz="1600" dirty="0">
              <a:latin typeface="+mj-lt"/>
            </a:endParaRPr>
          </a:p>
          <a:p>
            <a:pPr marL="457200" lvl="1" indent="0" eaLnBrk="1" hangingPunct="1">
              <a:buNone/>
            </a:pPr>
            <a:endParaRPr lang="en-GB" altLang="en-US" sz="2000" dirty="0">
              <a:latin typeface="+mj-lt"/>
            </a:endParaRPr>
          </a:p>
        </p:txBody>
      </p:sp>
      <p:pic>
        <p:nvPicPr>
          <p:cNvPr id="3" name="Picture 2" descr="PhpMeAdmin site">
            <a:extLst>
              <a:ext uri="{FF2B5EF4-FFF2-40B4-BE49-F238E27FC236}">
                <a16:creationId xmlns:a16="http://schemas.microsoft.com/office/drawing/2014/main" id="{7E79A1E6-ED7B-7D8C-E9F3-D706A7EE3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38" y="2670597"/>
            <a:ext cx="8553324" cy="355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145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0FF247-8686-907A-9A56-EBFA1358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04D9E68-69C9-7ED7-124D-C4171E4C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phpMyAdmin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8E0A061-609E-BD92-34BE-0F168694D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710766" cy="914400"/>
          </a:xfrm>
        </p:spPr>
        <p:txBody>
          <a:bodyPr/>
          <a:lstStyle/>
          <a:p>
            <a:pPr eaLnBrk="1" hangingPunct="1"/>
            <a:r>
              <a:rPr lang="en-GB" altLang="en-US" sz="2000" dirty="0">
                <a:latin typeface="+mj-lt"/>
              </a:rPr>
              <a:t>Once you have created a table, we can then click it to see all the information stored in it:</a:t>
            </a:r>
          </a:p>
          <a:p>
            <a:pPr lvl="1" eaLnBrk="1" hangingPunct="1"/>
            <a:endParaRPr lang="en-GB" altLang="en-US" sz="1600" dirty="0">
              <a:latin typeface="+mj-lt"/>
            </a:endParaRPr>
          </a:p>
          <a:p>
            <a:pPr marL="457200" lvl="1" indent="0" eaLnBrk="1" hangingPunct="1">
              <a:buNone/>
            </a:pPr>
            <a:endParaRPr lang="en-GB" altLang="en-US" sz="2000" dirty="0">
              <a:latin typeface="+mj-lt"/>
            </a:endParaRPr>
          </a:p>
        </p:txBody>
      </p:sp>
      <p:pic>
        <p:nvPicPr>
          <p:cNvPr id="4" name="Picture 3" descr="PhpMeAdmin site">
            <a:extLst>
              <a:ext uri="{FF2B5EF4-FFF2-40B4-BE49-F238E27FC236}">
                <a16:creationId xmlns:a16="http://schemas.microsoft.com/office/drawing/2014/main" id="{4F38C80E-6701-AAC8-651A-0585761AF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14" y="2509007"/>
            <a:ext cx="8275186" cy="418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448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718F653-B16D-8A80-B338-53FD53F6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3008CAA-58BB-9816-3370-99195DD15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PHP Connect to MySQL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372D5BC-0841-7191-D4A0-4C1202001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334000"/>
          </a:xfrm>
        </p:spPr>
        <p:txBody>
          <a:bodyPr/>
          <a:lstStyle/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&lt;html&gt;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&lt;head&gt;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   &lt;title&gt;MySQL Connection Test&lt;/title&gt;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&lt;/head&gt;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&lt;body&gt;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              &lt;?</a:t>
            </a:r>
            <a:r>
              <a:rPr lang="en-GB" sz="1100" b="0" i="0" dirty="0" err="1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php</a:t>
            </a:r>
            <a:endParaRPr lang="en-GB" sz="1100" b="0" i="0" dirty="0">
              <a:solidFill>
                <a:srgbClr val="242424"/>
              </a:solidFill>
              <a:effectLst/>
              <a:latin typeface="Aptos" panose="020B0004020202020204" pitchFamily="34" charset="0"/>
            </a:endParaRP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                             // Database connection details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                             $</a:t>
            </a:r>
            <a:r>
              <a:rPr lang="en-GB" sz="1100" b="0" i="0" dirty="0" err="1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servername</a:t>
            </a:r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 = 'localhost';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                             $username = '</a:t>
            </a:r>
            <a:r>
              <a:rPr lang="en-GB" sz="1100" b="0" i="0" dirty="0" err="1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user.name</a:t>
            </a:r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';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                             $password = '123456';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                             $database = 'username';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                             // Establish connection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                             $conn = </a:t>
            </a:r>
            <a:r>
              <a:rPr lang="en-GB" sz="1100" b="0" i="0" dirty="0" err="1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mysqli_connect</a:t>
            </a:r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($</a:t>
            </a:r>
            <a:r>
              <a:rPr lang="en-GB" sz="1100" b="0" i="0" dirty="0" err="1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servername</a:t>
            </a:r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, $username, $password, $database);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                             // Check connection and database selection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                             if ($conn) {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                                            echo "&lt;p style='</a:t>
            </a:r>
            <a:r>
              <a:rPr lang="en-GB" sz="1100" b="0" i="0" dirty="0" err="1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color:green</a:t>
            </a:r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;'&gt;MySQL you are connected to the database &lt;b&gt;$database&lt;/b&gt;&lt;/p&gt;";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                             } else {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                                            echo "&lt;p style='</a:t>
            </a:r>
            <a:r>
              <a:rPr lang="en-GB" sz="1100" b="0" i="0" dirty="0" err="1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color:red</a:t>
            </a:r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;'&gt;MySQL you are not connected, error: " . </a:t>
            </a:r>
            <a:r>
              <a:rPr lang="en-GB" sz="1100" b="0" i="0" dirty="0" err="1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mysqli_connect_error</a:t>
            </a:r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() . "&lt;/p&gt;";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                             }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                             // Close connection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                             </a:t>
            </a:r>
            <a:r>
              <a:rPr lang="en-GB" sz="1100" b="0" i="0" dirty="0" err="1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mysqli_close</a:t>
            </a:r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($conn);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               ?&gt;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&lt;/body&gt;</a:t>
            </a:r>
          </a:p>
          <a:p>
            <a:pPr algn="l"/>
            <a:r>
              <a:rPr lang="en-GB" sz="1100" b="0" i="0" dirty="0">
                <a:solidFill>
                  <a:srgbClr val="242424"/>
                </a:solidFill>
                <a:effectLst/>
                <a:latin typeface="Aptos" panose="020B0004020202020204" pitchFamily="34" charset="0"/>
              </a:rPr>
              <a:t>&lt;/html&gt;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sz="11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100" dirty="0"/>
              <a:t>( </a:t>
            </a:r>
            <a:r>
              <a:rPr lang="en-GB" altLang="en-US" sz="1100" dirty="0">
                <a:solidFill>
                  <a:srgbClr val="FF0000"/>
                </a:solidFill>
              </a:rPr>
              <a:t>-&gt;</a:t>
            </a:r>
            <a:r>
              <a:rPr lang="en-GB" altLang="en-US" sz="1100" dirty="0"/>
              <a:t> is used to call a method in PHP, or access a property, on the object of a class )</a:t>
            </a:r>
          </a:p>
          <a:p>
            <a:pPr lvl="1" eaLnBrk="1" hangingPunct="1">
              <a:lnSpc>
                <a:spcPct val="90000"/>
              </a:lnSpc>
            </a:pPr>
            <a:endParaRPr lang="en-GB" altLang="en-US" sz="1100" dirty="0"/>
          </a:p>
          <a:p>
            <a:pPr lvl="1" eaLnBrk="1" hangingPunct="1">
              <a:lnSpc>
                <a:spcPct val="90000"/>
              </a:lnSpc>
            </a:pPr>
            <a:endParaRPr lang="en-GB" altLang="en-US" sz="1100" dirty="0"/>
          </a:p>
          <a:p>
            <a:pPr lvl="1" eaLnBrk="1" hangingPunct="1">
              <a:lnSpc>
                <a:spcPct val="90000"/>
              </a:lnSpc>
            </a:pPr>
            <a:endParaRPr lang="en-GB" altLang="en-US" sz="1100" dirty="0"/>
          </a:p>
          <a:p>
            <a:pPr lvl="1" eaLnBrk="1" hangingPunct="1">
              <a:lnSpc>
                <a:spcPct val="90000"/>
              </a:lnSpc>
            </a:pPr>
            <a:endParaRPr lang="en-GB" altLang="en-US" sz="1100" dirty="0"/>
          </a:p>
          <a:p>
            <a:pPr lvl="1" eaLnBrk="1" hangingPunct="1">
              <a:lnSpc>
                <a:spcPct val="90000"/>
              </a:lnSpc>
            </a:pPr>
            <a:endParaRPr lang="en-GB" altLang="en-US" sz="11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805411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066654E-0B81-1A5B-14A2-C86E79A67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C81610F-2EDC-5C9C-FF21-B9957E92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PHP Connect to MySQL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B4202DB-015F-B849-606B-2830C6707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334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1800" dirty="0"/>
              <a:t>&lt;?</a:t>
            </a:r>
            <a:r>
              <a:rPr lang="en-GB" altLang="en-US" sz="1800" dirty="0" err="1"/>
              <a:t>php</a:t>
            </a:r>
            <a:endParaRPr lang="en-GB" altLang="en-US" sz="1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	$</a:t>
            </a:r>
            <a:r>
              <a:rPr lang="en-GB" altLang="en-US" sz="1800" dirty="0" err="1"/>
              <a:t>servername</a:t>
            </a:r>
            <a:r>
              <a:rPr lang="en-GB" altLang="en-US" sz="1800" dirty="0"/>
              <a:t> = "localhost";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	$username = "username";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	$password = "password";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	$</a:t>
            </a:r>
            <a:r>
              <a:rPr lang="en-GB" altLang="en-US" sz="1800" dirty="0" err="1"/>
              <a:t>databasename</a:t>
            </a:r>
            <a:r>
              <a:rPr lang="en-GB" altLang="en-US" sz="1800" dirty="0"/>
              <a:t> =“</a:t>
            </a:r>
            <a:r>
              <a:rPr lang="en-GB" altLang="en-US" sz="1800" dirty="0" err="1"/>
              <a:t>databasename</a:t>
            </a:r>
            <a:r>
              <a:rPr lang="en-GB" altLang="en-US" sz="1800" dirty="0"/>
              <a:t>”;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sz="1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	// Create connection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	$conn = new </a:t>
            </a:r>
            <a:r>
              <a:rPr lang="en-GB" altLang="en-US" sz="1800" dirty="0" err="1"/>
              <a:t>mysqli</a:t>
            </a:r>
            <a:r>
              <a:rPr lang="en-GB" altLang="en-US" sz="1800" dirty="0"/>
              <a:t>($</a:t>
            </a:r>
            <a:r>
              <a:rPr lang="en-GB" altLang="en-US" sz="1800" dirty="0" err="1"/>
              <a:t>servername</a:t>
            </a:r>
            <a:r>
              <a:rPr lang="en-GB" altLang="en-US" sz="1800" dirty="0"/>
              <a:t>, $username, $password, $</a:t>
            </a:r>
            <a:r>
              <a:rPr lang="en-GB" altLang="en-US" sz="1800" dirty="0" err="1"/>
              <a:t>databasename</a:t>
            </a:r>
            <a:r>
              <a:rPr lang="en-GB" altLang="en-US" sz="1800" dirty="0"/>
              <a:t>);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sz="1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	// Check connection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	if ($conn-&gt;</a:t>
            </a:r>
            <a:r>
              <a:rPr lang="en-GB" altLang="en-US" sz="1800" dirty="0" err="1"/>
              <a:t>connect_error</a:t>
            </a:r>
            <a:r>
              <a:rPr lang="en-GB" altLang="en-US" sz="1800" dirty="0"/>
              <a:t>) {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		die("Connection failed: " . $conn-&gt;</a:t>
            </a:r>
            <a:r>
              <a:rPr lang="en-GB" altLang="en-US" sz="1800" dirty="0" err="1"/>
              <a:t>connect_error</a:t>
            </a:r>
            <a:r>
              <a:rPr lang="en-GB" altLang="en-US" sz="1800" dirty="0"/>
              <a:t>);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	}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	echo "Connected successfully";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?&gt;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sz="1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400" dirty="0"/>
              <a:t>( </a:t>
            </a:r>
            <a:r>
              <a:rPr lang="en-GB" altLang="en-US" sz="1400" dirty="0">
                <a:solidFill>
                  <a:srgbClr val="FF0000"/>
                </a:solidFill>
              </a:rPr>
              <a:t>-&gt;</a:t>
            </a:r>
            <a:r>
              <a:rPr lang="en-GB" altLang="en-US" sz="1400" dirty="0"/>
              <a:t> is used to call a method in PHP, or access a property, on the object of a class )</a:t>
            </a:r>
          </a:p>
          <a:p>
            <a:pPr lvl="1" eaLnBrk="1" hangingPunct="1">
              <a:lnSpc>
                <a:spcPct val="90000"/>
              </a:lnSpc>
            </a:pPr>
            <a:endParaRPr lang="en-GB" altLang="en-US" sz="1400" dirty="0"/>
          </a:p>
          <a:p>
            <a:pPr lvl="1" eaLnBrk="1" hangingPunct="1">
              <a:lnSpc>
                <a:spcPct val="90000"/>
              </a:lnSpc>
            </a:pPr>
            <a:endParaRPr lang="en-GB" altLang="en-US" sz="1400" dirty="0"/>
          </a:p>
          <a:p>
            <a:pPr lvl="1" eaLnBrk="1" hangingPunct="1">
              <a:lnSpc>
                <a:spcPct val="90000"/>
              </a:lnSpc>
            </a:pPr>
            <a:endParaRPr lang="en-GB" altLang="en-US" sz="1400" dirty="0"/>
          </a:p>
          <a:p>
            <a:pPr lvl="1" eaLnBrk="1" hangingPunct="1">
              <a:lnSpc>
                <a:spcPct val="90000"/>
              </a:lnSpc>
            </a:pPr>
            <a:endParaRPr lang="en-GB" altLang="en-US" sz="1400" dirty="0"/>
          </a:p>
          <a:p>
            <a:pPr lvl="1" eaLnBrk="1" hangingPunct="1">
              <a:lnSpc>
                <a:spcPct val="90000"/>
              </a:lnSpc>
            </a:pPr>
            <a:endParaRPr lang="en-GB" altLang="en-US" sz="14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99908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718F653-B16D-8A80-B338-53FD53F6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3008CAA-58BB-9816-3370-99195DD15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PHP Connect to MySQL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372D5BC-0841-7191-D4A0-4C1202001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$</a:t>
            </a:r>
            <a:r>
              <a:rPr lang="en-GB" altLang="en-US" sz="2800" dirty="0" err="1"/>
              <a:t>servername</a:t>
            </a:r>
            <a:r>
              <a:rPr lang="en-GB" altLang="en-US" sz="2800" dirty="0"/>
              <a:t> = "localhost";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$username = “</a:t>
            </a:r>
            <a:r>
              <a:rPr lang="en-GB" altLang="en-US" sz="2800" dirty="0" err="1"/>
              <a:t>alec.wells</a:t>
            </a:r>
            <a:r>
              <a:rPr lang="en-GB" altLang="en-US" sz="2800" dirty="0"/>
              <a:t>";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$password = "pass123";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$</a:t>
            </a:r>
            <a:r>
              <a:rPr lang="en-GB" altLang="en-US" sz="2800" dirty="0" err="1"/>
              <a:t>databasename</a:t>
            </a:r>
            <a:r>
              <a:rPr lang="en-GB" altLang="en-US" sz="2800" dirty="0"/>
              <a:t> =“</a:t>
            </a:r>
            <a:r>
              <a:rPr lang="en-GB" altLang="en-US" sz="2800" dirty="0" err="1"/>
              <a:t>alecwells_yamdb</a:t>
            </a:r>
            <a:r>
              <a:rPr lang="en-GB" altLang="en-US" sz="2800" dirty="0"/>
              <a:t>”;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800" dirty="0"/>
              <a:t>	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A connection will automatically be closed when the script ends, though to close a connection before you can use:</a:t>
            </a:r>
          </a:p>
          <a:p>
            <a:pPr eaLnBrk="1" hangingPunct="1">
              <a:lnSpc>
                <a:spcPct val="90000"/>
              </a:lnSpc>
            </a:pPr>
            <a:endParaRPr lang="en-GB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$conn-&gt;close();	</a:t>
            </a:r>
            <a:endParaRPr lang="en-GB" altLang="en-US" sz="2000" dirty="0"/>
          </a:p>
          <a:p>
            <a:pPr lvl="1" eaLnBrk="1" hangingPunct="1">
              <a:lnSpc>
                <a:spcPct val="90000"/>
              </a:lnSpc>
            </a:pPr>
            <a:endParaRPr lang="en-GB" altLang="en-US" sz="1600" dirty="0"/>
          </a:p>
          <a:p>
            <a:pPr lvl="1" eaLnBrk="1" hangingPunct="1">
              <a:lnSpc>
                <a:spcPct val="90000"/>
              </a:lnSpc>
            </a:pPr>
            <a:endParaRPr lang="en-GB" altLang="en-US" sz="1600" dirty="0"/>
          </a:p>
          <a:p>
            <a:pPr lvl="1" eaLnBrk="1" hangingPunct="1">
              <a:lnSpc>
                <a:spcPct val="90000"/>
              </a:lnSpc>
            </a:pPr>
            <a:endParaRPr lang="en-GB" altLang="en-US" sz="1600" dirty="0"/>
          </a:p>
          <a:p>
            <a:pPr lvl="1" eaLnBrk="1" hangingPunct="1">
              <a:lnSpc>
                <a:spcPct val="90000"/>
              </a:lnSpc>
            </a:pPr>
            <a:endParaRPr lang="en-GB" altLang="en-US" sz="16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212216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718F653-B16D-8A80-B338-53FD53F6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3008CAA-58BB-9816-3370-99195DD15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SQL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372D5BC-0841-7191-D4A0-4C1202001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000" dirty="0"/>
              <a:t>Once connected, we can write SQL statements to perform actions on a database. SQL statements are built using keywords such as:</a:t>
            </a:r>
          </a:p>
          <a:p>
            <a:pPr eaLnBrk="1" hangingPunct="1">
              <a:lnSpc>
                <a:spcPct val="90000"/>
              </a:lnSpc>
            </a:pPr>
            <a:endParaRPr lang="en-GB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000" b="1" dirty="0"/>
              <a:t>SELECT</a:t>
            </a:r>
            <a:r>
              <a:rPr lang="en-GB" altLang="en-US" sz="2000" dirty="0"/>
              <a:t> 				- extracts data from a database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b="1" dirty="0"/>
              <a:t>UPDATE</a:t>
            </a:r>
            <a:r>
              <a:rPr lang="en-GB" altLang="en-US" sz="2000" dirty="0"/>
              <a:t> 				- updates data in a database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b="1" dirty="0"/>
              <a:t>DELETE</a:t>
            </a:r>
            <a:r>
              <a:rPr lang="en-GB" altLang="en-US" sz="2000" dirty="0"/>
              <a:t> 				- deletes data from a database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b="1" dirty="0"/>
              <a:t>INSERT</a:t>
            </a:r>
            <a:r>
              <a:rPr lang="en-GB" altLang="en-US" sz="2000" dirty="0"/>
              <a:t> </a:t>
            </a:r>
            <a:r>
              <a:rPr lang="en-GB" altLang="en-US" sz="2000" b="1" dirty="0"/>
              <a:t>INTO</a:t>
            </a:r>
            <a:r>
              <a:rPr lang="en-GB" altLang="en-US" sz="2000" dirty="0"/>
              <a:t> 			- inserts new data into a database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b="1" dirty="0"/>
              <a:t>CREATE</a:t>
            </a:r>
            <a:r>
              <a:rPr lang="en-GB" altLang="en-US" sz="2000" dirty="0"/>
              <a:t> </a:t>
            </a:r>
            <a:r>
              <a:rPr lang="en-GB" altLang="en-US" sz="2000" b="1" dirty="0"/>
              <a:t>DATABASE</a:t>
            </a:r>
            <a:r>
              <a:rPr lang="en-GB" altLang="en-US" sz="2000" dirty="0"/>
              <a:t> 	- creates a new database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b="1" dirty="0"/>
              <a:t>ALTER</a:t>
            </a:r>
            <a:r>
              <a:rPr lang="en-GB" altLang="en-US" sz="2000" dirty="0"/>
              <a:t> </a:t>
            </a:r>
            <a:r>
              <a:rPr lang="en-GB" altLang="en-US" sz="2000" b="1" dirty="0"/>
              <a:t>DATABASE</a:t>
            </a:r>
            <a:r>
              <a:rPr lang="en-GB" altLang="en-US" sz="2000" dirty="0"/>
              <a:t>		- modifies a database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b="1" dirty="0"/>
              <a:t>CREATE</a:t>
            </a:r>
            <a:r>
              <a:rPr lang="en-GB" altLang="en-US" sz="2000" dirty="0"/>
              <a:t> </a:t>
            </a:r>
            <a:r>
              <a:rPr lang="en-GB" altLang="en-US" sz="2000" b="1" dirty="0"/>
              <a:t>TABLE</a:t>
            </a:r>
            <a:r>
              <a:rPr lang="en-GB" altLang="en-US" sz="2000" dirty="0"/>
              <a:t> 		- creates a new table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b="1" dirty="0"/>
              <a:t>ALTER</a:t>
            </a:r>
            <a:r>
              <a:rPr lang="en-GB" altLang="en-US" sz="2000" dirty="0"/>
              <a:t> </a:t>
            </a:r>
            <a:r>
              <a:rPr lang="en-GB" altLang="en-US" sz="2000" b="1" dirty="0"/>
              <a:t>TABLE</a:t>
            </a:r>
            <a:r>
              <a:rPr lang="en-GB" altLang="en-US" sz="2000" dirty="0"/>
              <a:t> 			- modifies a table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b="1" dirty="0"/>
              <a:t>DROP</a:t>
            </a:r>
            <a:r>
              <a:rPr lang="en-GB" altLang="en-US" sz="2000" dirty="0"/>
              <a:t> </a:t>
            </a:r>
            <a:r>
              <a:rPr lang="en-GB" altLang="en-US" sz="2000" b="1" dirty="0"/>
              <a:t>TABLE</a:t>
            </a:r>
            <a:r>
              <a:rPr lang="en-GB" altLang="en-US" sz="2000" dirty="0"/>
              <a:t> 			- deletes a table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b="1" dirty="0"/>
              <a:t>CREATE</a:t>
            </a:r>
            <a:r>
              <a:rPr lang="en-GB" altLang="en-US" sz="2000" dirty="0"/>
              <a:t> </a:t>
            </a:r>
            <a:r>
              <a:rPr lang="en-GB" altLang="en-US" sz="2000" b="1" dirty="0"/>
              <a:t>INDEX</a:t>
            </a:r>
            <a:r>
              <a:rPr lang="en-GB" altLang="en-US" sz="2000" dirty="0"/>
              <a:t> 		- creates an index (search key)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b="1" dirty="0"/>
              <a:t>DROP</a:t>
            </a:r>
            <a:r>
              <a:rPr lang="en-GB" altLang="en-US" sz="2000" dirty="0"/>
              <a:t> </a:t>
            </a:r>
            <a:r>
              <a:rPr lang="en-GB" altLang="en-US" sz="2000" b="1" dirty="0"/>
              <a:t>INDEX</a:t>
            </a:r>
            <a:r>
              <a:rPr lang="en-GB" altLang="en-US" sz="2000" dirty="0"/>
              <a:t> 			- deletes an index</a:t>
            </a:r>
          </a:p>
          <a:p>
            <a:pPr lvl="1" eaLnBrk="1" hangingPunct="1">
              <a:lnSpc>
                <a:spcPct val="90000"/>
              </a:lnSpc>
            </a:pPr>
            <a:endParaRPr lang="en-GB" altLang="en-US" sz="1600" dirty="0"/>
          </a:p>
          <a:p>
            <a:pPr lvl="1" eaLnBrk="1" hangingPunct="1">
              <a:lnSpc>
                <a:spcPct val="90000"/>
              </a:lnSpc>
            </a:pPr>
            <a:endParaRPr lang="en-GB" altLang="en-US" sz="1600" dirty="0"/>
          </a:p>
          <a:p>
            <a:pPr lvl="1" eaLnBrk="1" hangingPunct="1">
              <a:lnSpc>
                <a:spcPct val="90000"/>
              </a:lnSpc>
            </a:pPr>
            <a:endParaRPr lang="en-GB" altLang="en-US" sz="16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006472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718F653-B16D-8A80-B338-53FD53F6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3008CAA-58BB-9816-3370-99195DD15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SQL Examples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372D5BC-0841-7191-D4A0-4C1202001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GB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000" b="1" dirty="0"/>
              <a:t>CREATE TABLE </a:t>
            </a:r>
            <a:r>
              <a:rPr lang="en-GB" altLang="en-US" sz="2000" dirty="0"/>
              <a:t>Persons (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000" dirty="0"/>
              <a:t>		</a:t>
            </a:r>
            <a:r>
              <a:rPr lang="en-GB" altLang="en-US" sz="2000" dirty="0" err="1"/>
              <a:t>PersonID</a:t>
            </a:r>
            <a:r>
              <a:rPr lang="en-GB" altLang="en-US" sz="2000" dirty="0"/>
              <a:t> int(6),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000" dirty="0"/>
              <a:t>		Name varchar(50),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000" dirty="0"/>
              <a:t>	);</a:t>
            </a:r>
          </a:p>
          <a:p>
            <a:pPr eaLnBrk="1" hangingPunct="1">
              <a:lnSpc>
                <a:spcPct val="90000"/>
              </a:lnSpc>
            </a:pPr>
            <a:endParaRPr lang="en-GB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000" b="1" dirty="0"/>
              <a:t>INSERT INTO </a:t>
            </a:r>
            <a:r>
              <a:rPr lang="en-GB" altLang="en-US" sz="2000" dirty="0"/>
              <a:t>Persons</a:t>
            </a:r>
            <a:r>
              <a:rPr lang="en-GB" altLang="en-US" sz="2000" b="1" dirty="0"/>
              <a:t> </a:t>
            </a:r>
            <a:r>
              <a:rPr lang="en-GB" altLang="en-US" sz="2000" dirty="0"/>
              <a:t>(</a:t>
            </a:r>
            <a:r>
              <a:rPr lang="en-GB" altLang="en-US" sz="2000" dirty="0" err="1"/>
              <a:t>PersonID</a:t>
            </a:r>
            <a:r>
              <a:rPr lang="en-GB" altLang="en-US" sz="2000" dirty="0"/>
              <a:t>, Name)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000" dirty="0"/>
              <a:t>      VALUES (‘20’, ‘John Blackthorne’);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000" b="1" dirty="0"/>
              <a:t>DELETE FROM </a:t>
            </a:r>
            <a:r>
              <a:rPr lang="en-GB" altLang="en-US" sz="2000" dirty="0"/>
              <a:t>Persons</a:t>
            </a:r>
            <a:r>
              <a:rPr lang="en-GB" altLang="en-US" sz="2000" b="1" dirty="0"/>
              <a:t> </a:t>
            </a:r>
            <a:r>
              <a:rPr lang="en-GB" altLang="en-US" sz="2000" dirty="0"/>
              <a:t>WHERE Name=‘John Smith’;</a:t>
            </a:r>
          </a:p>
          <a:p>
            <a:pPr eaLnBrk="1" hangingPunct="1">
              <a:lnSpc>
                <a:spcPct val="90000"/>
              </a:lnSpc>
            </a:pPr>
            <a:endParaRPr lang="en-GB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000" b="1" dirty="0"/>
              <a:t>UPDATE</a:t>
            </a:r>
            <a:r>
              <a:rPr lang="en-GB" altLang="en-US" sz="2000" dirty="0"/>
              <a:t> Customers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000" dirty="0"/>
              <a:t>      SET Name = ‘Anna Smith’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000" dirty="0"/>
              <a:t>      WHERE </a:t>
            </a:r>
            <a:r>
              <a:rPr lang="en-GB" altLang="en-US" sz="2000" dirty="0" err="1"/>
              <a:t>PersonID</a:t>
            </a:r>
            <a:r>
              <a:rPr lang="en-GB" altLang="en-US" sz="2000" dirty="0"/>
              <a:t> = 12;</a:t>
            </a:r>
          </a:p>
          <a:p>
            <a:pPr lvl="1" eaLnBrk="1" hangingPunct="1">
              <a:lnSpc>
                <a:spcPct val="90000"/>
              </a:lnSpc>
            </a:pPr>
            <a:endParaRPr lang="en-GB" altLang="en-US" sz="1600" dirty="0"/>
          </a:p>
          <a:p>
            <a:pPr lvl="1" eaLnBrk="1" hangingPunct="1">
              <a:lnSpc>
                <a:spcPct val="90000"/>
              </a:lnSpc>
            </a:pPr>
            <a:endParaRPr lang="en-GB" altLang="en-US" sz="16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748355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1E2D7AB-F6B6-7EB6-6E30-9720B3FC7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7AF4AD4-BC7B-DD4E-D35E-52BDF77B8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Creating a Database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65B6720-18E1-F23B-07F7-0F262BFCB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To create a database with SQL we can use the statement: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000" dirty="0"/>
              <a:t>CREATE DATABASE </a:t>
            </a:r>
            <a:r>
              <a:rPr lang="en-GB" altLang="en-US" sz="2000" dirty="0" err="1"/>
              <a:t>myDB</a:t>
            </a:r>
            <a:endParaRPr lang="en-GB" altLang="en-US" sz="2000" dirty="0"/>
          </a:p>
          <a:p>
            <a:pPr lvl="1" eaLnBrk="1" hangingPunct="1">
              <a:lnSpc>
                <a:spcPct val="90000"/>
              </a:lnSpc>
            </a:pPr>
            <a:endParaRPr lang="en-GB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To do this in a PHP script, we can add write this after our PHP connection like so: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/>
              <a:t>// Create database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000" dirty="0"/>
              <a:t>	$</a:t>
            </a:r>
            <a:r>
              <a:rPr lang="en-GB" altLang="en-US" sz="2000" dirty="0" err="1"/>
              <a:t>sql</a:t>
            </a:r>
            <a:r>
              <a:rPr lang="en-GB" altLang="en-US" sz="2000" dirty="0"/>
              <a:t> = "CREATE DATABASE </a:t>
            </a:r>
            <a:r>
              <a:rPr lang="en-GB" altLang="en-US" sz="2000" dirty="0" err="1"/>
              <a:t>myDB</a:t>
            </a:r>
            <a:r>
              <a:rPr lang="en-GB" altLang="en-US" sz="2000" dirty="0"/>
              <a:t>";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000" dirty="0"/>
              <a:t>	if ($conn-&gt;query($</a:t>
            </a:r>
            <a:r>
              <a:rPr lang="en-GB" altLang="en-US" sz="2000" dirty="0" err="1"/>
              <a:t>sql</a:t>
            </a:r>
            <a:r>
              <a:rPr lang="en-GB" altLang="en-US" sz="2000" dirty="0"/>
              <a:t>) === TRUE) {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000" dirty="0"/>
              <a:t>  		echo "Database created successfully";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000" dirty="0"/>
              <a:t>	} else {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000" dirty="0"/>
              <a:t>  		echo "Error creating database: " . $conn-&gt;error;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000" dirty="0"/>
              <a:t>	}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000" dirty="0"/>
              <a:t>	$conn-&gt;close();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000" dirty="0"/>
              <a:t>	?&gt;</a:t>
            </a:r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8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74362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1E2D7AB-F6B6-7EB6-6E30-9720B3FC7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7AF4AD4-BC7B-DD4E-D35E-52BDF77B8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Creating a Table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65B6720-18E1-F23B-07F7-0F262BFCB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1800" dirty="0"/>
              <a:t>// </a:t>
            </a:r>
            <a:r>
              <a:rPr lang="en-GB" altLang="en-US" sz="1800" dirty="0" err="1"/>
              <a:t>sql</a:t>
            </a:r>
            <a:r>
              <a:rPr lang="en-GB" altLang="en-US" sz="1800" dirty="0"/>
              <a:t> to create table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$</a:t>
            </a:r>
            <a:r>
              <a:rPr lang="en-GB" altLang="en-US" sz="1800" dirty="0" err="1"/>
              <a:t>sql</a:t>
            </a:r>
            <a:r>
              <a:rPr lang="en-GB" altLang="en-US" sz="1800" dirty="0"/>
              <a:t> = "CREATE TABLE Students(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id INT(6) UNSIGNED AUTO_INCREMENT PRIMARY KEY,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</a:t>
            </a:r>
            <a:r>
              <a:rPr lang="en-GB" altLang="en-US" sz="1800" dirty="0" err="1"/>
              <a:t>studentname</a:t>
            </a:r>
            <a:r>
              <a:rPr lang="en-GB" altLang="en-US" sz="1800" dirty="0"/>
              <a:t> VARCHAR(30) NOT NULL,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course VARCHAR(30) NOT NULL,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subject VARCHAR(30) NOT NULL,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)";</a:t>
            </a:r>
          </a:p>
          <a:p>
            <a:pPr eaLnBrk="1" hangingPunct="1">
              <a:lnSpc>
                <a:spcPct val="90000"/>
              </a:lnSpc>
            </a:pPr>
            <a:endParaRPr lang="en-GB" altLang="en-US" sz="1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if ($conn-&gt;query($</a:t>
            </a:r>
            <a:r>
              <a:rPr lang="en-GB" altLang="en-US" sz="1800" dirty="0" err="1"/>
              <a:t>sql</a:t>
            </a:r>
            <a:r>
              <a:rPr lang="en-GB" altLang="en-US" sz="1800" dirty="0"/>
              <a:t>) === TRUE) {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	echo "Table Students created successfully";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} else {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	echo "Error creating table: " . $conn-&gt;error;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}</a:t>
            </a:r>
          </a:p>
          <a:p>
            <a:pPr eaLnBrk="1" hangingPunct="1">
              <a:lnSpc>
                <a:spcPct val="90000"/>
              </a:lnSpc>
            </a:pPr>
            <a:endParaRPr lang="en-GB" altLang="en-US" sz="1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$conn-&gt;close();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?&gt;</a:t>
            </a:r>
            <a:endParaRPr lang="en-GB" altLang="en-US" sz="1400" dirty="0"/>
          </a:p>
          <a:p>
            <a:pPr lvl="1" eaLnBrk="1" hangingPunct="1">
              <a:lnSpc>
                <a:spcPct val="90000"/>
              </a:lnSpc>
            </a:pPr>
            <a:endParaRPr lang="en-GB" altLang="en-US" sz="1400" dirty="0"/>
          </a:p>
          <a:p>
            <a:pPr lvl="1" eaLnBrk="1" hangingPunct="1">
              <a:lnSpc>
                <a:spcPct val="90000"/>
              </a:lnSpc>
            </a:pPr>
            <a:endParaRPr lang="en-GB" altLang="en-US" sz="1400" dirty="0"/>
          </a:p>
          <a:p>
            <a:pPr lvl="1" eaLnBrk="1" hangingPunct="1">
              <a:lnSpc>
                <a:spcPct val="90000"/>
              </a:lnSpc>
            </a:pPr>
            <a:endParaRPr lang="en-GB" altLang="en-US" sz="1400" dirty="0"/>
          </a:p>
          <a:p>
            <a:pPr lvl="1" eaLnBrk="1" hangingPunct="1">
              <a:lnSpc>
                <a:spcPct val="90000"/>
              </a:lnSpc>
            </a:pPr>
            <a:endParaRPr lang="en-GB" altLang="en-US" sz="14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74320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1E2D7AB-F6B6-7EB6-6E30-9720B3FC7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7AF4AD4-BC7B-DD4E-D35E-52BDF77B8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Forms with PHP &amp; SQL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65B6720-18E1-F23B-07F7-0F262BFCB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3820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For websites, our database functionality will often be tied to forms, such as login screens, registering, searching for products etc.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Here is an example of a search query where we input a name into a form and retrieve the rest of the information from our database. First, we start on a HTML page with a form: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&lt;body&gt;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&lt;form id="</a:t>
            </a:r>
            <a:r>
              <a:rPr lang="en-GB" altLang="en-US" sz="1800" dirty="0" err="1"/>
              <a:t>myform</a:t>
            </a:r>
            <a:r>
              <a:rPr lang="en-GB" altLang="en-US" sz="1800" dirty="0"/>
              <a:t>" method="post“ action="</a:t>
            </a:r>
            <a:r>
              <a:rPr lang="en-GB" altLang="en-US" sz="1800" dirty="0" err="1"/>
              <a:t>read_record.php</a:t>
            </a:r>
            <a:r>
              <a:rPr lang="en-GB" altLang="en-US" sz="1800" dirty="0"/>
              <a:t>"&gt;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	Name: &lt;input type="text" id="</a:t>
            </a:r>
            <a:r>
              <a:rPr lang="en-GB" altLang="en-US" sz="1800" dirty="0" err="1"/>
              <a:t>studentname</a:t>
            </a:r>
            <a:r>
              <a:rPr lang="en-GB" altLang="en-US" sz="1800" dirty="0"/>
              <a:t>“ name="</a:t>
            </a:r>
            <a:r>
              <a:rPr lang="en-GB" altLang="en-US" sz="1800" dirty="0" err="1"/>
              <a:t>studentname</a:t>
            </a:r>
            <a:r>
              <a:rPr lang="en-GB" altLang="en-US" sz="1800" dirty="0"/>
              <a:t>" /&gt;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	&lt;input type="submit"&gt;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&lt;/form&gt;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&lt;/body&gt;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sz="1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The action will post to a PHP page we have setup, in this case </a:t>
            </a:r>
            <a:r>
              <a:rPr lang="en-GB" altLang="en-US" sz="1800" dirty="0" err="1"/>
              <a:t>read_record.php</a:t>
            </a:r>
            <a:endParaRPr lang="en-GB" altLang="en-US" sz="1200" dirty="0"/>
          </a:p>
          <a:p>
            <a:pPr lvl="1" eaLnBrk="1" hangingPunct="1">
              <a:lnSpc>
                <a:spcPct val="90000"/>
              </a:lnSpc>
            </a:pPr>
            <a:endParaRPr lang="en-GB" altLang="en-US" sz="1200" dirty="0"/>
          </a:p>
          <a:p>
            <a:pPr lvl="1" eaLnBrk="1" hangingPunct="1">
              <a:lnSpc>
                <a:spcPct val="90000"/>
              </a:lnSpc>
            </a:pPr>
            <a:endParaRPr lang="en-GB" altLang="en-US" sz="1200" dirty="0"/>
          </a:p>
          <a:p>
            <a:pPr lvl="1" eaLnBrk="1" hangingPunct="1">
              <a:lnSpc>
                <a:spcPct val="90000"/>
              </a:lnSpc>
            </a:pPr>
            <a:endParaRPr lang="en-GB" altLang="en-US" sz="1200" dirty="0"/>
          </a:p>
          <a:p>
            <a:pPr lvl="1" eaLnBrk="1" hangingPunct="1">
              <a:lnSpc>
                <a:spcPct val="90000"/>
              </a:lnSpc>
            </a:pPr>
            <a:endParaRPr lang="en-GB" altLang="en-US" sz="12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88919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1E2D7AB-F6B6-7EB6-6E30-9720B3FC7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7AF4AD4-BC7B-DD4E-D35E-52BDF77B8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Forms with PHP &amp; SQL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65B6720-18E1-F23B-07F7-0F262BFCB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3820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1600" dirty="0"/>
              <a:t>&lt;?</a:t>
            </a:r>
            <a:r>
              <a:rPr lang="en-GB" altLang="en-US" sz="1600" dirty="0" err="1"/>
              <a:t>php</a:t>
            </a:r>
            <a:endParaRPr lang="en-GB" altLang="en-US" sz="16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$</a:t>
            </a:r>
            <a:r>
              <a:rPr lang="en-GB" altLang="en-US" sz="1600" dirty="0" err="1"/>
              <a:t>studentname</a:t>
            </a:r>
            <a:r>
              <a:rPr lang="en-GB" altLang="en-US" sz="1600" dirty="0"/>
              <a:t> = $_REQUEST[</a:t>
            </a:r>
            <a:r>
              <a:rPr lang="en-GB" altLang="en-US" sz="1600" dirty="0">
                <a:solidFill>
                  <a:srgbClr val="FF0000"/>
                </a:solidFill>
              </a:rPr>
              <a:t>'</a:t>
            </a:r>
            <a:r>
              <a:rPr lang="en-GB" altLang="en-US" sz="1600" dirty="0" err="1">
                <a:solidFill>
                  <a:srgbClr val="FF0000"/>
                </a:solidFill>
              </a:rPr>
              <a:t>studentname</a:t>
            </a:r>
            <a:r>
              <a:rPr lang="en-GB" altLang="en-US" sz="1600" dirty="0"/>
              <a:t>’]; -&gt; Here is the ID from our form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$conn=</a:t>
            </a:r>
            <a:r>
              <a:rPr lang="en-GB" altLang="en-US" sz="1600" dirty="0" err="1"/>
              <a:t>mysqli_connect</a:t>
            </a:r>
            <a:r>
              <a:rPr lang="en-GB" altLang="en-US" sz="1600" dirty="0"/>
              <a:t>('localhost','</a:t>
            </a:r>
            <a:r>
              <a:rPr lang="en-GB" altLang="en-US" sz="1600" dirty="0" err="1"/>
              <a:t>yourloginname</a:t>
            </a:r>
            <a:r>
              <a:rPr lang="en-GB" altLang="en-US" sz="1600" dirty="0"/>
              <a:t>','</a:t>
            </a:r>
            <a:r>
              <a:rPr lang="en-GB" altLang="en-US" sz="1600" dirty="0" err="1"/>
              <a:t>yourpassword</a:t>
            </a:r>
            <a:r>
              <a:rPr lang="en-GB" altLang="en-US" sz="1600" dirty="0"/>
              <a:t>','</a:t>
            </a:r>
            <a:r>
              <a:rPr lang="en-GB" altLang="en-US" sz="1600" dirty="0" err="1"/>
              <a:t>yourdatabasename</a:t>
            </a:r>
            <a:r>
              <a:rPr lang="en-GB" altLang="en-US" sz="1600" dirty="0"/>
              <a:t>’);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$</a:t>
            </a:r>
            <a:r>
              <a:rPr lang="en-GB" altLang="en-US" sz="1600" dirty="0" err="1"/>
              <a:t>sql</a:t>
            </a:r>
            <a:r>
              <a:rPr lang="en-GB" altLang="en-US" sz="1600" dirty="0"/>
              <a:t>="SELECT * FROM Students where </a:t>
            </a:r>
            <a:r>
              <a:rPr lang="en-GB" altLang="en-US" sz="1600" dirty="0" err="1"/>
              <a:t>studentname</a:t>
            </a:r>
            <a:r>
              <a:rPr lang="en-GB" altLang="en-US" sz="1600" dirty="0"/>
              <a:t>='$</a:t>
            </a:r>
            <a:r>
              <a:rPr lang="en-GB" altLang="en-US" sz="1600" dirty="0" err="1"/>
              <a:t>studentname</a:t>
            </a:r>
            <a:r>
              <a:rPr lang="en-GB" altLang="en-US" sz="1600" dirty="0"/>
              <a:t>' ";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</a:t>
            </a:r>
            <a:r>
              <a:rPr lang="en-GB" altLang="en-US" sz="1600" dirty="0">
                <a:solidFill>
                  <a:srgbClr val="FF0000"/>
                </a:solidFill>
              </a:rPr>
              <a:t>&lt;if for if connection succeeds or not&gt;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sz="16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if ($row=</a:t>
            </a:r>
            <a:r>
              <a:rPr lang="en-GB" altLang="en-US" sz="1600" dirty="0" err="1"/>
              <a:t>mysqli_fetch_array</a:t>
            </a:r>
            <a:r>
              <a:rPr lang="en-GB" altLang="en-US" sz="1600" dirty="0"/>
              <a:t>($</a:t>
            </a:r>
            <a:r>
              <a:rPr lang="en-GB" altLang="en-US" sz="1600" dirty="0" err="1"/>
              <a:t>rs</a:t>
            </a:r>
            <a:r>
              <a:rPr lang="en-GB" altLang="en-US" sz="1600" dirty="0"/>
              <a:t>)) {		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	$course=$row['course’];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	$subject=$row['subject’];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	echo ("&lt;table&gt;");	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	echo ("&lt;tr&gt;&lt;td&gt;Name:&lt;/td&gt;&lt;td&gt;".$</a:t>
            </a:r>
            <a:r>
              <a:rPr lang="en-GB" altLang="en-US" sz="1600" dirty="0" err="1"/>
              <a:t>studentname</a:t>
            </a:r>
            <a:r>
              <a:rPr lang="en-GB" altLang="en-US" sz="1600" dirty="0"/>
              <a:t>. "&lt;/td&gt;&lt;/tr&gt;");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	echo ("&lt;tr&gt;&lt;td&gt;Course:&lt;/td&gt;&lt;td&gt;".$course."&lt;/td&gt;&lt;/tr&gt;");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	echo ("&lt;tr&gt;&lt;td&gt;Subject:&lt;/td&gt;&lt;td&gt;".$subject."&lt;/td&gt;&lt;/tr&gt;");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	echo ("&lt;/table&gt;");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}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else {							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	echo ("&lt;p&gt;Name not found&lt;/p&gt;");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}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</a:t>
            </a:r>
            <a:r>
              <a:rPr lang="en-GB" altLang="en-US" sz="1600" dirty="0" err="1"/>
              <a:t>mysqli_close</a:t>
            </a:r>
            <a:r>
              <a:rPr lang="en-GB" altLang="en-US" sz="1600" dirty="0"/>
              <a:t>($conn);				//close connection to database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?&gt;</a:t>
            </a:r>
          </a:p>
          <a:p>
            <a:pPr lvl="1" eaLnBrk="1" hangingPunct="1">
              <a:lnSpc>
                <a:spcPct val="90000"/>
              </a:lnSpc>
            </a:pPr>
            <a:endParaRPr lang="en-GB" altLang="en-US" sz="1000" dirty="0"/>
          </a:p>
          <a:p>
            <a:pPr lvl="1" eaLnBrk="1" hangingPunct="1">
              <a:lnSpc>
                <a:spcPct val="90000"/>
              </a:lnSpc>
            </a:pPr>
            <a:endParaRPr lang="en-GB" altLang="en-US" sz="1000" dirty="0"/>
          </a:p>
          <a:p>
            <a:pPr lvl="1" eaLnBrk="1" hangingPunct="1">
              <a:lnSpc>
                <a:spcPct val="90000"/>
              </a:lnSpc>
            </a:pPr>
            <a:endParaRPr lang="en-GB" altLang="en-US" sz="1000" dirty="0"/>
          </a:p>
          <a:p>
            <a:pPr lvl="1" eaLnBrk="1" hangingPunct="1">
              <a:lnSpc>
                <a:spcPct val="90000"/>
              </a:lnSpc>
            </a:pPr>
            <a:endParaRPr lang="en-GB" altLang="en-US" sz="10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1100" dirty="0"/>
          </a:p>
        </p:txBody>
      </p:sp>
    </p:spTree>
    <p:extLst>
      <p:ext uri="{BB962C8B-B14F-4D97-AF65-F5344CB8AC3E}">
        <p14:creationId xmlns:p14="http://schemas.microsoft.com/office/powerpoint/2010/main" val="600549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1E2D7AB-F6B6-7EB6-6E30-9720B3FC7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7AF4AD4-BC7B-DD4E-D35E-52BDF77B8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Forms with PHP &amp; SQL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65B6720-18E1-F23B-07F7-0F262BFCB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3820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Alternatively, instead of retrieving data from our database, here is an example if we wanted to insert data from our website to a database. Again, we start with a HTML form: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&lt;form method="post" action="</a:t>
            </a:r>
            <a:r>
              <a:rPr lang="en-GB" altLang="en-US" sz="1800" dirty="0" err="1"/>
              <a:t>add_record.php</a:t>
            </a:r>
            <a:r>
              <a:rPr lang="en-GB" altLang="en-US" sz="1800" dirty="0"/>
              <a:t>"&gt;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&lt;p&gt;Name: &lt;input type="text" name="</a:t>
            </a:r>
            <a:r>
              <a:rPr lang="en-GB" altLang="en-US" sz="1800" dirty="0" err="1"/>
              <a:t>studentname</a:t>
            </a:r>
            <a:r>
              <a:rPr lang="en-GB" altLang="en-US" sz="1800" dirty="0"/>
              <a:t>" /&gt;&lt;/p&gt;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&lt;p&gt;Course B.Sc.: &lt;input type="checkbox" name="course" /&gt;&lt;/p&gt;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&lt;p&gt;Subject: &lt;select name="subject"&gt;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	&lt;option value="Comp Sci"&gt;Computer Science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	&lt;option value="Design"&gt;Design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	&lt;option value="Arts"&gt;Arts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	&lt;option value="Business"&gt;Business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	&lt;/select&gt;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&lt;/p&gt;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	&lt;input type="submit"&gt;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800" dirty="0"/>
              <a:t>&lt;/form&gt;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sz="1800" dirty="0"/>
          </a:p>
          <a:p>
            <a:pPr lvl="1" eaLnBrk="1" hangingPunct="1">
              <a:lnSpc>
                <a:spcPct val="90000"/>
              </a:lnSpc>
            </a:pPr>
            <a:endParaRPr lang="en-GB" altLang="en-US" sz="1200" dirty="0"/>
          </a:p>
          <a:p>
            <a:pPr lvl="1" eaLnBrk="1" hangingPunct="1">
              <a:lnSpc>
                <a:spcPct val="90000"/>
              </a:lnSpc>
            </a:pPr>
            <a:endParaRPr lang="en-GB" altLang="en-US" sz="1200" dirty="0"/>
          </a:p>
          <a:p>
            <a:pPr lvl="1" eaLnBrk="1" hangingPunct="1">
              <a:lnSpc>
                <a:spcPct val="90000"/>
              </a:lnSpc>
            </a:pPr>
            <a:endParaRPr lang="en-GB" altLang="en-US" sz="1200" dirty="0"/>
          </a:p>
          <a:p>
            <a:pPr lvl="1" eaLnBrk="1" hangingPunct="1">
              <a:lnSpc>
                <a:spcPct val="90000"/>
              </a:lnSpc>
            </a:pPr>
            <a:endParaRPr lang="en-GB" altLang="en-US" sz="12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04929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1E2D7AB-F6B6-7EB6-6E30-9720B3FC7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7AF4AD4-BC7B-DD4E-D35E-52BDF77B8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+mn-lt"/>
              </a:rPr>
              <a:t>Forms with PHP &amp; SQL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65B6720-18E1-F23B-07F7-0F262BFCB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382000" cy="5638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1600" dirty="0"/>
              <a:t>&lt;?</a:t>
            </a:r>
            <a:r>
              <a:rPr lang="en-GB" altLang="en-US" sz="1600" dirty="0" err="1"/>
              <a:t>php</a:t>
            </a:r>
            <a:endParaRPr lang="en-GB" altLang="en-US" sz="16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$</a:t>
            </a:r>
            <a:r>
              <a:rPr lang="en-GB" altLang="en-US" sz="1600" dirty="0" err="1"/>
              <a:t>studentname</a:t>
            </a:r>
            <a:r>
              <a:rPr lang="en-GB" altLang="en-US" sz="1600" dirty="0"/>
              <a:t> = $_REQUEST["</a:t>
            </a:r>
            <a:r>
              <a:rPr lang="en-GB" altLang="en-US" sz="1600" dirty="0" err="1"/>
              <a:t>studentname</a:t>
            </a:r>
            <a:r>
              <a:rPr lang="en-GB" altLang="en-US" sz="1600" dirty="0"/>
              <a:t>"];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if (</a:t>
            </a:r>
            <a:r>
              <a:rPr lang="en-GB" altLang="en-US" sz="1600" dirty="0" err="1"/>
              <a:t>isset</a:t>
            </a:r>
            <a:r>
              <a:rPr lang="en-GB" altLang="en-US" sz="1600" dirty="0"/>
              <a:t>($_REQUEST['course'])) {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	$course="B.Sc.";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}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else {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	$course="Not Degree";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}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$subject = $_REQUEST['subject'];	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$conn=</a:t>
            </a:r>
            <a:r>
              <a:rPr lang="en-GB" altLang="en-US" sz="1600" dirty="0" err="1"/>
              <a:t>mysqli_connect</a:t>
            </a:r>
            <a:r>
              <a:rPr lang="en-GB" altLang="en-US" sz="1600" dirty="0"/>
              <a:t>('localhost','</a:t>
            </a:r>
            <a:r>
              <a:rPr lang="en-GB" altLang="en-US" sz="1600" dirty="0" err="1"/>
              <a:t>xxxxx</a:t>
            </a:r>
            <a:r>
              <a:rPr lang="en-GB" altLang="en-US" sz="1600" dirty="0"/>
              <a:t>',</a:t>
            </a:r>
            <a:r>
              <a:rPr lang="en-GB" altLang="en-US" sz="1600" dirty="0" err="1"/>
              <a:t>xxxxx</a:t>
            </a:r>
            <a:r>
              <a:rPr lang="en-GB" altLang="en-US" sz="1600" dirty="0"/>
              <a:t>,'</a:t>
            </a:r>
            <a:r>
              <a:rPr lang="en-GB" altLang="en-US" sz="1600" dirty="0" err="1"/>
              <a:t>xxxxx</a:t>
            </a:r>
            <a:r>
              <a:rPr lang="en-GB" altLang="en-US" sz="1600" dirty="0"/>
              <a:t>’);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$</a:t>
            </a:r>
            <a:r>
              <a:rPr lang="en-GB" altLang="en-US" sz="1600" dirty="0" err="1"/>
              <a:t>sql</a:t>
            </a:r>
            <a:r>
              <a:rPr lang="en-GB" altLang="en-US" sz="1600" dirty="0"/>
              <a:t>="INSERT INTO Students (</a:t>
            </a:r>
            <a:r>
              <a:rPr lang="en-GB" altLang="en-US" sz="1600" dirty="0" err="1"/>
              <a:t>studentname</a:t>
            </a:r>
            <a:r>
              <a:rPr lang="en-GB" altLang="en-US" sz="1600" dirty="0"/>
              <a:t>, subject, course) VALUES 	('$</a:t>
            </a:r>
            <a:r>
              <a:rPr lang="en-GB" altLang="en-US" sz="1600" dirty="0" err="1"/>
              <a:t>studentname</a:t>
            </a:r>
            <a:r>
              <a:rPr lang="en-GB" altLang="en-US" sz="1600" dirty="0"/>
              <a:t>','$</a:t>
            </a:r>
            <a:r>
              <a:rPr lang="en-GB" altLang="en-US" sz="1600" dirty="0" err="1"/>
              <a:t>subject','$course</a:t>
            </a:r>
            <a:r>
              <a:rPr lang="en-GB" altLang="en-US" sz="1600" dirty="0"/>
              <a:t>')";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if (</a:t>
            </a:r>
            <a:r>
              <a:rPr lang="en-GB" altLang="en-US" sz="1600" dirty="0" err="1"/>
              <a:t>mysqli_connect_errno</a:t>
            </a:r>
            <a:r>
              <a:rPr lang="en-GB" altLang="en-US" sz="1600" dirty="0"/>
              <a:t>()) {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	echo "Failed to connect to MySQL: " . </a:t>
            </a:r>
            <a:r>
              <a:rPr lang="en-GB" altLang="en-US" sz="1600" dirty="0" err="1"/>
              <a:t>mysqli_connect_error</a:t>
            </a:r>
            <a:r>
              <a:rPr lang="en-GB" altLang="en-US" sz="1600" dirty="0"/>
              <a:t>();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}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if (</a:t>
            </a:r>
            <a:r>
              <a:rPr lang="en-GB" altLang="en-US" sz="1600" dirty="0" err="1"/>
              <a:t>mysqli_query</a:t>
            </a:r>
            <a:r>
              <a:rPr lang="en-GB" altLang="en-US" sz="1600" dirty="0"/>
              <a:t>($conn,$</a:t>
            </a:r>
            <a:r>
              <a:rPr lang="en-GB" altLang="en-US" sz="1600" dirty="0" err="1"/>
              <a:t>sql</a:t>
            </a:r>
            <a:r>
              <a:rPr lang="en-GB" altLang="en-US" sz="1600" dirty="0"/>
              <a:t>)) {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	echo "Record added";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}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</a:t>
            </a:r>
            <a:r>
              <a:rPr lang="en-GB" altLang="en-US" sz="1600" dirty="0" err="1"/>
              <a:t>mysqli_close</a:t>
            </a:r>
            <a:r>
              <a:rPr lang="en-GB" altLang="en-US" sz="1600" dirty="0"/>
              <a:t>($conn);				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1600" dirty="0"/>
              <a:t>	?&gt; </a:t>
            </a:r>
            <a:endParaRPr lang="en-GB" altLang="en-US" sz="1000" dirty="0"/>
          </a:p>
          <a:p>
            <a:pPr lvl="1" eaLnBrk="1" hangingPunct="1">
              <a:lnSpc>
                <a:spcPct val="90000"/>
              </a:lnSpc>
            </a:pPr>
            <a:endParaRPr lang="en-GB" altLang="en-US" sz="1000" dirty="0"/>
          </a:p>
          <a:p>
            <a:pPr lvl="1" eaLnBrk="1" hangingPunct="1">
              <a:lnSpc>
                <a:spcPct val="90000"/>
              </a:lnSpc>
            </a:pPr>
            <a:endParaRPr lang="en-GB" altLang="en-US" sz="1000" dirty="0"/>
          </a:p>
          <a:p>
            <a:pPr lvl="1" eaLnBrk="1" hangingPunct="1">
              <a:lnSpc>
                <a:spcPct val="90000"/>
              </a:lnSpc>
            </a:pPr>
            <a:endParaRPr lang="en-GB" altLang="en-US" sz="10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GB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9799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F5A56DE6-4F93-1651-3797-3EB61F286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Sourced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59967F90-AC6E-E533-0567-1BC35A047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 eaLnBrk="1" hangingPunct="1">
              <a:buNone/>
            </a:pPr>
            <a:endParaRPr lang="en-GB" altLang="en-US" sz="2800" dirty="0">
              <a:latin typeface="Arial" panose="020B0604020202020204" pitchFamily="34" charset="0"/>
              <a:hlinkClick r:id="rId2"/>
            </a:endParaRPr>
          </a:p>
          <a:p>
            <a:pPr marL="0" indent="0" algn="ctr" eaLnBrk="1" hangingPunct="1">
              <a:buNone/>
            </a:pPr>
            <a:endParaRPr lang="en-GB" altLang="en-US" sz="2800" dirty="0">
              <a:latin typeface="Arial" panose="020B0604020202020204" pitchFamily="34" charset="0"/>
              <a:hlinkClick r:id="rId2"/>
            </a:endParaRPr>
          </a:p>
          <a:p>
            <a:pPr marL="0" indent="0" algn="ctr" eaLnBrk="1" hangingPunct="1">
              <a:buNone/>
            </a:pPr>
            <a:endParaRPr lang="en-GB" altLang="en-US" sz="2800" dirty="0">
              <a:latin typeface="Arial" panose="020B0604020202020204" pitchFamily="34" charset="0"/>
              <a:hlinkClick r:id="rId2"/>
            </a:endParaRPr>
          </a:p>
          <a:p>
            <a:pPr marL="0" indent="0" algn="ctr" eaLnBrk="1" hangingPunct="1">
              <a:buNone/>
            </a:pPr>
            <a:r>
              <a:rPr lang="en-GB" altLang="en-US" sz="2800" dirty="0">
                <a:latin typeface="Arial" panose="020B0604020202020204" pitchFamily="34" charset="0"/>
                <a:hlinkClick r:id="rId2"/>
              </a:rPr>
              <a:t>www.w3schools.com</a:t>
            </a:r>
            <a:endParaRPr lang="en-GB" altLang="en-US" sz="2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781</TotalTime>
  <Words>2053</Words>
  <Application>Microsoft Macintosh PowerPoint</Application>
  <PresentationFormat>On-screen Show (4:3)</PresentationFormat>
  <Paragraphs>312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Wingdings</vt:lpstr>
      <vt:lpstr>Office Theme</vt:lpstr>
      <vt:lpstr>COM4012M – PHP &amp; SQL</vt:lpstr>
      <vt:lpstr>PHP Recap</vt:lpstr>
      <vt:lpstr>Example PHP</vt:lpstr>
      <vt:lpstr>PHP Recap</vt:lpstr>
      <vt:lpstr>SQL</vt:lpstr>
      <vt:lpstr>phpMyAdmin</vt:lpstr>
      <vt:lpstr>phpMyAdmin</vt:lpstr>
      <vt:lpstr>phpMyAdmin</vt:lpstr>
      <vt:lpstr>phpMyAdmin</vt:lpstr>
      <vt:lpstr>PHP Connect to MySQL</vt:lpstr>
      <vt:lpstr>PHP Connect to MySQL</vt:lpstr>
      <vt:lpstr>PHP Connect to MySQL</vt:lpstr>
      <vt:lpstr>SQL</vt:lpstr>
      <vt:lpstr>SQL Examples</vt:lpstr>
      <vt:lpstr>Creating a Database</vt:lpstr>
      <vt:lpstr>Creating a Table</vt:lpstr>
      <vt:lpstr>Forms with PHP &amp; SQL</vt:lpstr>
      <vt:lpstr>Forms with PHP &amp; SQL</vt:lpstr>
      <vt:lpstr>Forms with PHP &amp; SQL</vt:lpstr>
      <vt:lpstr>Forms with PHP &amp; SQL</vt:lpstr>
      <vt:lpstr>Sourced</vt:lpstr>
    </vt:vector>
  </TitlesOfParts>
  <Company>York St John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1IT060 Developing Hypermedia</dc:title>
  <dc:creator>adkins</dc:creator>
  <cp:lastModifiedBy>Soumya Banerjee</cp:lastModifiedBy>
  <cp:revision>86</cp:revision>
  <dcterms:created xsi:type="dcterms:W3CDTF">2004-02-03T17:25:57Z</dcterms:created>
  <dcterms:modified xsi:type="dcterms:W3CDTF">2026-03-26T13:15:19Z</dcterms:modified>
</cp:coreProperties>
</file>