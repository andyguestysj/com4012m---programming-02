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5"/>
  </p:notesMasterIdLst>
  <p:sldIdLst>
    <p:sldId id="256" r:id="rId2"/>
    <p:sldId id="257" r:id="rId3"/>
    <p:sldId id="258" r:id="rId4"/>
    <p:sldId id="278" r:id="rId5"/>
    <p:sldId id="277" r:id="rId6"/>
    <p:sldId id="279" r:id="rId7"/>
    <p:sldId id="260" r:id="rId8"/>
    <p:sldId id="261" r:id="rId9"/>
    <p:sldId id="262" r:id="rId10"/>
    <p:sldId id="263" r:id="rId11"/>
    <p:sldId id="265" r:id="rId12"/>
    <p:sldId id="280" r:id="rId13"/>
    <p:sldId id="266" r:id="rId14"/>
    <p:sldId id="267" r:id="rId15"/>
    <p:sldId id="274" r:id="rId16"/>
    <p:sldId id="268" r:id="rId17"/>
    <p:sldId id="269" r:id="rId18"/>
    <p:sldId id="276" r:id="rId19"/>
    <p:sldId id="270" r:id="rId20"/>
    <p:sldId id="271" r:id="rId21"/>
    <p:sldId id="272" r:id="rId22"/>
    <p:sldId id="273" r:id="rId23"/>
    <p:sldId id="281" r:id="rId24"/>
  </p:sldIdLst>
  <p:sldSz cx="9144000" cy="6858000" type="screen4x3"/>
  <p:notesSz cx="9144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2EB2691-76DD-4E49-B603-7A85C86679DA}" v="7" dt="2024-02-18T17:01:46.570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753"/>
    <p:restoredTop sz="94684"/>
  </p:normalViewPr>
  <p:slideViewPr>
    <p:cSldViewPr>
      <p:cViewPr varScale="1">
        <p:scale>
          <a:sx n="101" d="100"/>
          <a:sy n="101" d="100"/>
        </p:scale>
        <p:origin x="664" y="200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Relationship Id="rId30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043C277-18B8-D544-94DF-3D5D8927C714}" type="datetimeFigureOut">
              <a:rPr lang="en-GB" smtClean="0"/>
              <a:t>02/04/2025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857250"/>
            <a:ext cx="30861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311A756-34B1-CF41-98D1-00DE6A24AB4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228007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Customer experience can overtake price in terms of product differentiation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11A756-34B1-CF41-98D1-00DE6A24AB47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9817151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CIPD: </a:t>
            </a:r>
            <a:r>
              <a:rPr lang="en-GB" b="0" i="0" dirty="0">
                <a:solidFill>
                  <a:srgbClr val="1F1F1F"/>
                </a:solidFill>
                <a:effectLst/>
                <a:latin typeface="Google Sans"/>
              </a:rPr>
              <a:t>Chartered Institute of Personnel and Development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11A756-34B1-CF41-98D1-00DE6A24AB47}" type="slidenum">
              <a:rPr lang="en-GB" smtClean="0"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226339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2125980"/>
            <a:ext cx="77724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4/2/25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4/2/25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4/2/25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4/2/25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4/2/25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3125470" cy="6858000"/>
          </a:xfrm>
          <a:custGeom>
            <a:avLst/>
            <a:gdLst/>
            <a:ahLst/>
            <a:cxnLst/>
            <a:rect l="l" t="t" r="r" b="b"/>
            <a:pathLst>
              <a:path w="3125470" h="6858000">
                <a:moveTo>
                  <a:pt x="1694662" y="0"/>
                </a:moveTo>
                <a:lnTo>
                  <a:pt x="0" y="0"/>
                </a:lnTo>
                <a:lnTo>
                  <a:pt x="0" y="6857999"/>
                </a:lnTo>
                <a:lnTo>
                  <a:pt x="1694662" y="6857999"/>
                </a:lnTo>
                <a:lnTo>
                  <a:pt x="1790852" y="6775778"/>
                </a:lnTo>
                <a:lnTo>
                  <a:pt x="1822912" y="6746498"/>
                </a:lnTo>
                <a:lnTo>
                  <a:pt x="1854675" y="6716687"/>
                </a:lnTo>
                <a:lnTo>
                  <a:pt x="1886136" y="6686348"/>
                </a:lnTo>
                <a:lnTo>
                  <a:pt x="1917292" y="6655488"/>
                </a:lnTo>
                <a:lnTo>
                  <a:pt x="1948140" y="6624110"/>
                </a:lnTo>
                <a:lnTo>
                  <a:pt x="1978675" y="6592219"/>
                </a:lnTo>
                <a:lnTo>
                  <a:pt x="2008895" y="6559821"/>
                </a:lnTo>
                <a:lnTo>
                  <a:pt x="2038795" y="6526920"/>
                </a:lnTo>
                <a:lnTo>
                  <a:pt x="2068372" y="6493521"/>
                </a:lnTo>
                <a:lnTo>
                  <a:pt x="2097622" y="6459629"/>
                </a:lnTo>
                <a:lnTo>
                  <a:pt x="2126542" y="6425248"/>
                </a:lnTo>
                <a:lnTo>
                  <a:pt x="2155129" y="6390384"/>
                </a:lnTo>
                <a:lnTo>
                  <a:pt x="2183378" y="6355041"/>
                </a:lnTo>
                <a:lnTo>
                  <a:pt x="2211285" y="6319224"/>
                </a:lnTo>
                <a:lnTo>
                  <a:pt x="2238848" y="6282937"/>
                </a:lnTo>
                <a:lnTo>
                  <a:pt x="2266063" y="6246187"/>
                </a:lnTo>
                <a:lnTo>
                  <a:pt x="2292926" y="6208976"/>
                </a:lnTo>
                <a:lnTo>
                  <a:pt x="2319433" y="6171311"/>
                </a:lnTo>
                <a:lnTo>
                  <a:pt x="2345581" y="6133196"/>
                </a:lnTo>
                <a:lnTo>
                  <a:pt x="2371367" y="6094636"/>
                </a:lnTo>
                <a:lnTo>
                  <a:pt x="2396786" y="6055636"/>
                </a:lnTo>
                <a:lnTo>
                  <a:pt x="2421835" y="6016199"/>
                </a:lnTo>
                <a:lnTo>
                  <a:pt x="2446511" y="5976333"/>
                </a:lnTo>
                <a:lnTo>
                  <a:pt x="2470810" y="5936040"/>
                </a:lnTo>
                <a:lnTo>
                  <a:pt x="2494728" y="5895326"/>
                </a:lnTo>
                <a:lnTo>
                  <a:pt x="2518261" y="5854196"/>
                </a:lnTo>
                <a:lnTo>
                  <a:pt x="2541406" y="5812654"/>
                </a:lnTo>
                <a:lnTo>
                  <a:pt x="2564160" y="5770706"/>
                </a:lnTo>
                <a:lnTo>
                  <a:pt x="2586519" y="5728356"/>
                </a:lnTo>
                <a:lnTo>
                  <a:pt x="2608479" y="5685609"/>
                </a:lnTo>
                <a:lnTo>
                  <a:pt x="2630037" y="5642469"/>
                </a:lnTo>
                <a:lnTo>
                  <a:pt x="2651188" y="5598942"/>
                </a:lnTo>
                <a:lnTo>
                  <a:pt x="2671930" y="5555033"/>
                </a:lnTo>
                <a:lnTo>
                  <a:pt x="2692259" y="5510745"/>
                </a:lnTo>
                <a:lnTo>
                  <a:pt x="2712171" y="5466085"/>
                </a:lnTo>
                <a:lnTo>
                  <a:pt x="2731662" y="5421056"/>
                </a:lnTo>
                <a:lnTo>
                  <a:pt x="2750730" y="5375664"/>
                </a:lnTo>
                <a:lnTo>
                  <a:pt x="2769370" y="5329914"/>
                </a:lnTo>
                <a:lnTo>
                  <a:pt x="2787578" y="5283809"/>
                </a:lnTo>
                <a:lnTo>
                  <a:pt x="2805352" y="5237356"/>
                </a:lnTo>
                <a:lnTo>
                  <a:pt x="2822687" y="5190559"/>
                </a:lnTo>
                <a:lnTo>
                  <a:pt x="2839581" y="5143422"/>
                </a:lnTo>
                <a:lnTo>
                  <a:pt x="2856028" y="5095950"/>
                </a:lnTo>
                <a:lnTo>
                  <a:pt x="2872026" y="5048149"/>
                </a:lnTo>
                <a:lnTo>
                  <a:pt x="2887572" y="5000023"/>
                </a:lnTo>
                <a:lnTo>
                  <a:pt x="2902661" y="4951577"/>
                </a:lnTo>
                <a:lnTo>
                  <a:pt x="2917290" y="4902815"/>
                </a:lnTo>
                <a:lnTo>
                  <a:pt x="2931455" y="4853743"/>
                </a:lnTo>
                <a:lnTo>
                  <a:pt x="2945152" y="4804365"/>
                </a:lnTo>
                <a:lnTo>
                  <a:pt x="2958379" y="4754687"/>
                </a:lnTo>
                <a:lnTo>
                  <a:pt x="2971132" y="4704712"/>
                </a:lnTo>
                <a:lnTo>
                  <a:pt x="2983406" y="4654446"/>
                </a:lnTo>
                <a:lnTo>
                  <a:pt x="2995198" y="4603894"/>
                </a:lnTo>
                <a:lnTo>
                  <a:pt x="3006505" y="4553060"/>
                </a:lnTo>
                <a:lnTo>
                  <a:pt x="3017324" y="4501949"/>
                </a:lnTo>
                <a:lnTo>
                  <a:pt x="3027649" y="4450566"/>
                </a:lnTo>
                <a:lnTo>
                  <a:pt x="3037479" y="4398916"/>
                </a:lnTo>
                <a:lnTo>
                  <a:pt x="3046808" y="4347003"/>
                </a:lnTo>
                <a:lnTo>
                  <a:pt x="3055635" y="4294833"/>
                </a:lnTo>
                <a:lnTo>
                  <a:pt x="3063954" y="4242410"/>
                </a:lnTo>
                <a:lnTo>
                  <a:pt x="3071763" y="4189739"/>
                </a:lnTo>
                <a:lnTo>
                  <a:pt x="3079057" y="4136825"/>
                </a:lnTo>
                <a:lnTo>
                  <a:pt x="3085834" y="4083672"/>
                </a:lnTo>
                <a:lnTo>
                  <a:pt x="3092089" y="4030286"/>
                </a:lnTo>
                <a:lnTo>
                  <a:pt x="3097820" y="3976671"/>
                </a:lnTo>
                <a:lnTo>
                  <a:pt x="3103021" y="3922832"/>
                </a:lnTo>
                <a:lnTo>
                  <a:pt x="3107691" y="3868775"/>
                </a:lnTo>
                <a:lnTo>
                  <a:pt x="3111824" y="3814502"/>
                </a:lnTo>
                <a:lnTo>
                  <a:pt x="3115418" y="3760021"/>
                </a:lnTo>
                <a:lnTo>
                  <a:pt x="3118469" y="3705334"/>
                </a:lnTo>
                <a:lnTo>
                  <a:pt x="3120974" y="3650448"/>
                </a:lnTo>
                <a:lnTo>
                  <a:pt x="3122928" y="3595366"/>
                </a:lnTo>
                <a:lnTo>
                  <a:pt x="3124328" y="3540095"/>
                </a:lnTo>
                <a:lnTo>
                  <a:pt x="3125171" y="3484637"/>
                </a:lnTo>
                <a:lnTo>
                  <a:pt x="3125453" y="3429000"/>
                </a:lnTo>
                <a:lnTo>
                  <a:pt x="3125171" y="3373362"/>
                </a:lnTo>
                <a:lnTo>
                  <a:pt x="3124328" y="3317904"/>
                </a:lnTo>
                <a:lnTo>
                  <a:pt x="3122928" y="3262633"/>
                </a:lnTo>
                <a:lnTo>
                  <a:pt x="3120974" y="3207551"/>
                </a:lnTo>
                <a:lnTo>
                  <a:pt x="3118469" y="3152665"/>
                </a:lnTo>
                <a:lnTo>
                  <a:pt x="3115418" y="3097979"/>
                </a:lnTo>
                <a:lnTo>
                  <a:pt x="3111824" y="3043497"/>
                </a:lnTo>
                <a:lnTo>
                  <a:pt x="3107691" y="2989225"/>
                </a:lnTo>
                <a:lnTo>
                  <a:pt x="3103021" y="2935167"/>
                </a:lnTo>
                <a:lnTo>
                  <a:pt x="3097820" y="2881328"/>
                </a:lnTo>
                <a:lnTo>
                  <a:pt x="3092089" y="2827713"/>
                </a:lnTo>
                <a:lnTo>
                  <a:pt x="3085834" y="2774327"/>
                </a:lnTo>
                <a:lnTo>
                  <a:pt x="3079057" y="2721174"/>
                </a:lnTo>
                <a:lnTo>
                  <a:pt x="3071763" y="2668260"/>
                </a:lnTo>
                <a:lnTo>
                  <a:pt x="3063954" y="2615589"/>
                </a:lnTo>
                <a:lnTo>
                  <a:pt x="3055635" y="2563166"/>
                </a:lnTo>
                <a:lnTo>
                  <a:pt x="3046808" y="2510996"/>
                </a:lnTo>
                <a:lnTo>
                  <a:pt x="3037479" y="2459084"/>
                </a:lnTo>
                <a:lnTo>
                  <a:pt x="3027649" y="2407434"/>
                </a:lnTo>
                <a:lnTo>
                  <a:pt x="3017324" y="2356051"/>
                </a:lnTo>
                <a:lnTo>
                  <a:pt x="3006505" y="2304940"/>
                </a:lnTo>
                <a:lnTo>
                  <a:pt x="2995198" y="2254106"/>
                </a:lnTo>
                <a:lnTo>
                  <a:pt x="2983406" y="2203553"/>
                </a:lnTo>
                <a:lnTo>
                  <a:pt x="2971132" y="2153287"/>
                </a:lnTo>
                <a:lnTo>
                  <a:pt x="2958379" y="2103313"/>
                </a:lnTo>
                <a:lnTo>
                  <a:pt x="2945152" y="2053634"/>
                </a:lnTo>
                <a:lnTo>
                  <a:pt x="2931455" y="2004256"/>
                </a:lnTo>
                <a:lnTo>
                  <a:pt x="2917290" y="1955184"/>
                </a:lnTo>
                <a:lnTo>
                  <a:pt x="2902661" y="1906423"/>
                </a:lnTo>
                <a:lnTo>
                  <a:pt x="2887572" y="1857977"/>
                </a:lnTo>
                <a:lnTo>
                  <a:pt x="2872026" y="1809850"/>
                </a:lnTo>
                <a:lnTo>
                  <a:pt x="2856028" y="1762049"/>
                </a:lnTo>
                <a:lnTo>
                  <a:pt x="2839581" y="1714578"/>
                </a:lnTo>
                <a:lnTo>
                  <a:pt x="2822687" y="1667441"/>
                </a:lnTo>
                <a:lnTo>
                  <a:pt x="2805352" y="1620644"/>
                </a:lnTo>
                <a:lnTo>
                  <a:pt x="2787578" y="1574190"/>
                </a:lnTo>
                <a:lnTo>
                  <a:pt x="2769370" y="1528086"/>
                </a:lnTo>
                <a:lnTo>
                  <a:pt x="2750730" y="1482335"/>
                </a:lnTo>
                <a:lnTo>
                  <a:pt x="2731662" y="1436943"/>
                </a:lnTo>
                <a:lnTo>
                  <a:pt x="2712171" y="1391915"/>
                </a:lnTo>
                <a:lnTo>
                  <a:pt x="2692259" y="1347254"/>
                </a:lnTo>
                <a:lnTo>
                  <a:pt x="2671930" y="1302967"/>
                </a:lnTo>
                <a:lnTo>
                  <a:pt x="2651188" y="1259057"/>
                </a:lnTo>
                <a:lnTo>
                  <a:pt x="2630037" y="1215531"/>
                </a:lnTo>
                <a:lnTo>
                  <a:pt x="2608479" y="1172391"/>
                </a:lnTo>
                <a:lnTo>
                  <a:pt x="2586519" y="1129644"/>
                </a:lnTo>
                <a:lnTo>
                  <a:pt x="2564160" y="1087294"/>
                </a:lnTo>
                <a:lnTo>
                  <a:pt x="2541406" y="1045345"/>
                </a:lnTo>
                <a:lnTo>
                  <a:pt x="2518261" y="1003804"/>
                </a:lnTo>
                <a:lnTo>
                  <a:pt x="2494728" y="962674"/>
                </a:lnTo>
                <a:lnTo>
                  <a:pt x="2470810" y="921960"/>
                </a:lnTo>
                <a:lnTo>
                  <a:pt x="2446511" y="881667"/>
                </a:lnTo>
                <a:lnTo>
                  <a:pt x="2421835" y="841801"/>
                </a:lnTo>
                <a:lnTo>
                  <a:pt x="2396786" y="802365"/>
                </a:lnTo>
                <a:lnTo>
                  <a:pt x="2371367" y="763364"/>
                </a:lnTo>
                <a:lnTo>
                  <a:pt x="2345581" y="724804"/>
                </a:lnTo>
                <a:lnTo>
                  <a:pt x="2319433" y="686689"/>
                </a:lnTo>
                <a:lnTo>
                  <a:pt x="2292926" y="649024"/>
                </a:lnTo>
                <a:lnTo>
                  <a:pt x="2266063" y="611814"/>
                </a:lnTo>
                <a:lnTo>
                  <a:pt x="2238848" y="575063"/>
                </a:lnTo>
                <a:lnTo>
                  <a:pt x="2211285" y="538777"/>
                </a:lnTo>
                <a:lnTo>
                  <a:pt x="2183378" y="502959"/>
                </a:lnTo>
                <a:lnTo>
                  <a:pt x="2155129" y="467616"/>
                </a:lnTo>
                <a:lnTo>
                  <a:pt x="2126542" y="432752"/>
                </a:lnTo>
                <a:lnTo>
                  <a:pt x="2097622" y="398371"/>
                </a:lnTo>
                <a:lnTo>
                  <a:pt x="2068372" y="364479"/>
                </a:lnTo>
                <a:lnTo>
                  <a:pt x="2038795" y="331080"/>
                </a:lnTo>
                <a:lnTo>
                  <a:pt x="2008895" y="298179"/>
                </a:lnTo>
                <a:lnTo>
                  <a:pt x="1978675" y="265781"/>
                </a:lnTo>
                <a:lnTo>
                  <a:pt x="1948140" y="233891"/>
                </a:lnTo>
                <a:lnTo>
                  <a:pt x="1917292" y="202513"/>
                </a:lnTo>
                <a:lnTo>
                  <a:pt x="1886136" y="171652"/>
                </a:lnTo>
                <a:lnTo>
                  <a:pt x="1854675" y="141313"/>
                </a:lnTo>
                <a:lnTo>
                  <a:pt x="1822912" y="111502"/>
                </a:lnTo>
                <a:lnTo>
                  <a:pt x="1790852" y="82222"/>
                </a:lnTo>
                <a:lnTo>
                  <a:pt x="1694662" y="0"/>
                </a:lnTo>
                <a:close/>
              </a:path>
            </a:pathLst>
          </a:custGeom>
          <a:solidFill>
            <a:srgbClr val="ED7D3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865043" y="988060"/>
            <a:ext cx="7413912" cy="142493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38068" y="2725419"/>
            <a:ext cx="7267862" cy="22447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4/2/25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Relationship Id="rId4" Type="http://schemas.openxmlformats.org/officeDocument/2006/relationships/hyperlink" Target="https://www.mbaskool.com/business-concepts/marketing-and-strategy-terms/8575-customer-loyalty.html" TargetMode="Externa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mbaskool.com/business-concepts/marketing-and-strategy-terms/8575-customer-loyalty.html" TargetMode="Externa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hyperlink" Target="https://www.designorate.com/guide-ux-research-scenarios/" TargetMode="External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justinmind.com/blog/how-to-design-user-scenarios/" TargetMode="External"/><Relationship Id="rId2" Type="http://schemas.openxmlformats.org/officeDocument/2006/relationships/hyperlink" Target="https://www.designorate.com/guide-ux-research-scenarios/" TargetMode="External"/><Relationship Id="rId1" Type="http://schemas.openxmlformats.org/officeDocument/2006/relationships/slideLayout" Target="../slideLayouts/slideLayout5.xml"/><Relationship Id="rId5" Type="http://schemas.openxmlformats.org/officeDocument/2006/relationships/hyperlink" Target="https://alistapart.com/article/audiences-outcomes-and-determining-user-needs/" TargetMode="External"/><Relationship Id="rId4" Type="http://schemas.openxmlformats.org/officeDocument/2006/relationships/hyperlink" Target="http://alistapart.com/article/audi" TargetMode="Externa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hyperlink" Target="http://www.productiveflourishing.co/" TargetMode="Externa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111351" y="0"/>
            <a:ext cx="1416951" cy="6857999"/>
          </a:xfrm>
          <a:prstGeom prst="rect">
            <a:avLst/>
          </a:prstGeom>
        </p:spPr>
      </p:pic>
      <p:grpSp>
        <p:nvGrpSpPr>
          <p:cNvPr id="3" name="object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615698" y="228600"/>
            <a:ext cx="7697470" cy="6867525"/>
            <a:chOff x="615695" y="0"/>
            <a:chExt cx="7697470" cy="6867525"/>
          </a:xfrm>
        </p:grpSpPr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15695" y="0"/>
              <a:ext cx="1416950" cy="6857999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835817" y="0"/>
              <a:ext cx="7472680" cy="6858000"/>
            </a:xfrm>
            <a:custGeom>
              <a:avLst/>
              <a:gdLst/>
              <a:ahLst/>
              <a:cxnLst/>
              <a:rect l="l" t="t" r="r" b="b"/>
              <a:pathLst>
                <a:path w="7472680" h="6858000">
                  <a:moveTo>
                    <a:pt x="6275534" y="0"/>
                  </a:moveTo>
                  <a:lnTo>
                    <a:pt x="1196828" y="0"/>
                  </a:lnTo>
                  <a:lnTo>
                    <a:pt x="1094302" y="130332"/>
                  </a:lnTo>
                  <a:lnTo>
                    <a:pt x="1067395" y="166574"/>
                  </a:lnTo>
                  <a:lnTo>
                    <a:pt x="1040766" y="203181"/>
                  </a:lnTo>
                  <a:lnTo>
                    <a:pt x="1014416" y="240148"/>
                  </a:lnTo>
                  <a:lnTo>
                    <a:pt x="988349" y="277472"/>
                  </a:lnTo>
                  <a:lnTo>
                    <a:pt x="962565" y="315152"/>
                  </a:lnTo>
                  <a:lnTo>
                    <a:pt x="937069" y="353183"/>
                  </a:lnTo>
                  <a:lnTo>
                    <a:pt x="911860" y="391562"/>
                  </a:lnTo>
                  <a:lnTo>
                    <a:pt x="886943" y="430287"/>
                  </a:lnTo>
                  <a:lnTo>
                    <a:pt x="862320" y="469355"/>
                  </a:lnTo>
                  <a:lnTo>
                    <a:pt x="837992" y="508762"/>
                  </a:lnTo>
                  <a:lnTo>
                    <a:pt x="813962" y="548506"/>
                  </a:lnTo>
                  <a:lnTo>
                    <a:pt x="790232" y="588583"/>
                  </a:lnTo>
                  <a:lnTo>
                    <a:pt x="766804" y="628990"/>
                  </a:lnTo>
                  <a:lnTo>
                    <a:pt x="743682" y="669725"/>
                  </a:lnTo>
                  <a:lnTo>
                    <a:pt x="720866" y="710784"/>
                  </a:lnTo>
                  <a:lnTo>
                    <a:pt x="698360" y="752164"/>
                  </a:lnTo>
                  <a:lnTo>
                    <a:pt x="676165" y="793863"/>
                  </a:lnTo>
                  <a:lnTo>
                    <a:pt x="654284" y="835876"/>
                  </a:lnTo>
                  <a:lnTo>
                    <a:pt x="632719" y="878202"/>
                  </a:lnTo>
                  <a:lnTo>
                    <a:pt x="611473" y="920837"/>
                  </a:lnTo>
                  <a:lnTo>
                    <a:pt x="590548" y="963778"/>
                  </a:lnTo>
                  <a:lnTo>
                    <a:pt x="569945" y="1007022"/>
                  </a:lnTo>
                  <a:lnTo>
                    <a:pt x="549668" y="1050566"/>
                  </a:lnTo>
                  <a:lnTo>
                    <a:pt x="529718" y="1094407"/>
                  </a:lnTo>
                  <a:lnTo>
                    <a:pt x="510098" y="1138541"/>
                  </a:lnTo>
                  <a:lnTo>
                    <a:pt x="490810" y="1182967"/>
                  </a:lnTo>
                  <a:lnTo>
                    <a:pt x="471857" y="1227680"/>
                  </a:lnTo>
                  <a:lnTo>
                    <a:pt x="453240" y="1272678"/>
                  </a:lnTo>
                  <a:lnTo>
                    <a:pt x="434962" y="1317958"/>
                  </a:lnTo>
                  <a:lnTo>
                    <a:pt x="417025" y="1363517"/>
                  </a:lnTo>
                  <a:lnTo>
                    <a:pt x="399432" y="1409351"/>
                  </a:lnTo>
                  <a:lnTo>
                    <a:pt x="382185" y="1455458"/>
                  </a:lnTo>
                  <a:lnTo>
                    <a:pt x="365286" y="1501835"/>
                  </a:lnTo>
                  <a:lnTo>
                    <a:pt x="348737" y="1548478"/>
                  </a:lnTo>
                  <a:lnTo>
                    <a:pt x="332540" y="1595384"/>
                  </a:lnTo>
                  <a:lnTo>
                    <a:pt x="316699" y="1642551"/>
                  </a:lnTo>
                  <a:lnTo>
                    <a:pt x="301215" y="1689976"/>
                  </a:lnTo>
                  <a:lnTo>
                    <a:pt x="286090" y="1737655"/>
                  </a:lnTo>
                  <a:lnTo>
                    <a:pt x="271327" y="1785585"/>
                  </a:lnTo>
                  <a:lnTo>
                    <a:pt x="256928" y="1833763"/>
                  </a:lnTo>
                  <a:lnTo>
                    <a:pt x="242895" y="1882187"/>
                  </a:lnTo>
                  <a:lnTo>
                    <a:pt x="229231" y="1930853"/>
                  </a:lnTo>
                  <a:lnTo>
                    <a:pt x="215938" y="1979759"/>
                  </a:lnTo>
                  <a:lnTo>
                    <a:pt x="203017" y="2028900"/>
                  </a:lnTo>
                  <a:lnTo>
                    <a:pt x="190473" y="2078274"/>
                  </a:lnTo>
                  <a:lnTo>
                    <a:pt x="178305" y="2127879"/>
                  </a:lnTo>
                  <a:lnTo>
                    <a:pt x="166518" y="2177711"/>
                  </a:lnTo>
                  <a:lnTo>
                    <a:pt x="155113" y="2227766"/>
                  </a:lnTo>
                  <a:lnTo>
                    <a:pt x="144093" y="2278043"/>
                  </a:lnTo>
                  <a:lnTo>
                    <a:pt x="133460" y="2328537"/>
                  </a:lnTo>
                  <a:lnTo>
                    <a:pt x="123215" y="2379247"/>
                  </a:lnTo>
                  <a:lnTo>
                    <a:pt x="113362" y="2430168"/>
                  </a:lnTo>
                  <a:lnTo>
                    <a:pt x="103903" y="2481298"/>
                  </a:lnTo>
                  <a:lnTo>
                    <a:pt x="94839" y="2532634"/>
                  </a:lnTo>
                  <a:lnTo>
                    <a:pt x="86174" y="2584173"/>
                  </a:lnTo>
                  <a:lnTo>
                    <a:pt x="77909" y="2635911"/>
                  </a:lnTo>
                  <a:lnTo>
                    <a:pt x="70047" y="2687846"/>
                  </a:lnTo>
                  <a:lnTo>
                    <a:pt x="62590" y="2739974"/>
                  </a:lnTo>
                  <a:lnTo>
                    <a:pt x="55540" y="2792293"/>
                  </a:lnTo>
                  <a:lnTo>
                    <a:pt x="48900" y="2844800"/>
                  </a:lnTo>
                  <a:lnTo>
                    <a:pt x="42672" y="2897491"/>
                  </a:lnTo>
                  <a:lnTo>
                    <a:pt x="36857" y="2950364"/>
                  </a:lnTo>
                  <a:lnTo>
                    <a:pt x="31460" y="3003415"/>
                  </a:lnTo>
                  <a:lnTo>
                    <a:pt x="26481" y="3056641"/>
                  </a:lnTo>
                  <a:lnTo>
                    <a:pt x="21923" y="3110040"/>
                  </a:lnTo>
                  <a:lnTo>
                    <a:pt x="17788" y="3163608"/>
                  </a:lnTo>
                  <a:lnTo>
                    <a:pt x="14079" y="3217342"/>
                  </a:lnTo>
                  <a:lnTo>
                    <a:pt x="10798" y="3271240"/>
                  </a:lnTo>
                  <a:lnTo>
                    <a:pt x="7947" y="3325297"/>
                  </a:lnTo>
                  <a:lnTo>
                    <a:pt x="5528" y="3379512"/>
                  </a:lnTo>
                  <a:lnTo>
                    <a:pt x="3544" y="3433881"/>
                  </a:lnTo>
                  <a:lnTo>
                    <a:pt x="1997" y="3488401"/>
                  </a:lnTo>
                  <a:lnTo>
                    <a:pt x="889" y="3543069"/>
                  </a:lnTo>
                  <a:lnTo>
                    <a:pt x="222" y="3597882"/>
                  </a:lnTo>
                  <a:lnTo>
                    <a:pt x="0" y="3652837"/>
                  </a:lnTo>
                  <a:lnTo>
                    <a:pt x="220" y="3707480"/>
                  </a:lnTo>
                  <a:lnTo>
                    <a:pt x="879" y="3761983"/>
                  </a:lnTo>
                  <a:lnTo>
                    <a:pt x="1974" y="3816343"/>
                  </a:lnTo>
                  <a:lnTo>
                    <a:pt x="3504" y="3870556"/>
                  </a:lnTo>
                  <a:lnTo>
                    <a:pt x="5465" y="3924620"/>
                  </a:lnTo>
                  <a:lnTo>
                    <a:pt x="7857" y="3978531"/>
                  </a:lnTo>
                  <a:lnTo>
                    <a:pt x="10676" y="4032288"/>
                  </a:lnTo>
                  <a:lnTo>
                    <a:pt x="13921" y="4085886"/>
                  </a:lnTo>
                  <a:lnTo>
                    <a:pt x="17588" y="4139323"/>
                  </a:lnTo>
                  <a:lnTo>
                    <a:pt x="21677" y="4192596"/>
                  </a:lnTo>
                  <a:lnTo>
                    <a:pt x="26184" y="4245701"/>
                  </a:lnTo>
                  <a:lnTo>
                    <a:pt x="31107" y="4298636"/>
                  </a:lnTo>
                  <a:lnTo>
                    <a:pt x="36445" y="4351399"/>
                  </a:lnTo>
                  <a:lnTo>
                    <a:pt x="42194" y="4403984"/>
                  </a:lnTo>
                  <a:lnTo>
                    <a:pt x="48353" y="4456391"/>
                  </a:lnTo>
                  <a:lnTo>
                    <a:pt x="54919" y="4508616"/>
                  </a:lnTo>
                  <a:lnTo>
                    <a:pt x="61891" y="4560655"/>
                  </a:lnTo>
                  <a:lnTo>
                    <a:pt x="69265" y="4612507"/>
                  </a:lnTo>
                  <a:lnTo>
                    <a:pt x="77041" y="4664167"/>
                  </a:lnTo>
                  <a:lnTo>
                    <a:pt x="85214" y="4715633"/>
                  </a:lnTo>
                  <a:lnTo>
                    <a:pt x="93784" y="4766902"/>
                  </a:lnTo>
                  <a:lnTo>
                    <a:pt x="102748" y="4817971"/>
                  </a:lnTo>
                  <a:lnTo>
                    <a:pt x="112103" y="4868837"/>
                  </a:lnTo>
                  <a:lnTo>
                    <a:pt x="121848" y="4919497"/>
                  </a:lnTo>
                  <a:lnTo>
                    <a:pt x="131981" y="4969948"/>
                  </a:lnTo>
                  <a:lnTo>
                    <a:pt x="142498" y="5020186"/>
                  </a:lnTo>
                  <a:lnTo>
                    <a:pt x="153398" y="5070210"/>
                  </a:lnTo>
                  <a:lnTo>
                    <a:pt x="164678" y="5120016"/>
                  </a:lnTo>
                  <a:lnTo>
                    <a:pt x="176337" y="5169601"/>
                  </a:lnTo>
                  <a:lnTo>
                    <a:pt x="188372" y="5218962"/>
                  </a:lnTo>
                  <a:lnTo>
                    <a:pt x="200781" y="5268095"/>
                  </a:lnTo>
                  <a:lnTo>
                    <a:pt x="213561" y="5316999"/>
                  </a:lnTo>
                  <a:lnTo>
                    <a:pt x="226710" y="5365670"/>
                  </a:lnTo>
                  <a:lnTo>
                    <a:pt x="240227" y="5414105"/>
                  </a:lnTo>
                  <a:lnTo>
                    <a:pt x="254108" y="5462301"/>
                  </a:lnTo>
                  <a:lnTo>
                    <a:pt x="268352" y="5510256"/>
                  </a:lnTo>
                  <a:lnTo>
                    <a:pt x="282956" y="5557965"/>
                  </a:lnTo>
                  <a:lnTo>
                    <a:pt x="297919" y="5605427"/>
                  </a:lnTo>
                  <a:lnTo>
                    <a:pt x="313237" y="5652637"/>
                  </a:lnTo>
                  <a:lnTo>
                    <a:pt x="328909" y="5699594"/>
                  </a:lnTo>
                  <a:lnTo>
                    <a:pt x="344932" y="5746294"/>
                  </a:lnTo>
                  <a:lnTo>
                    <a:pt x="361305" y="5792734"/>
                  </a:lnTo>
                  <a:lnTo>
                    <a:pt x="378024" y="5838911"/>
                  </a:lnTo>
                  <a:lnTo>
                    <a:pt x="395088" y="5884823"/>
                  </a:lnTo>
                  <a:lnTo>
                    <a:pt x="412495" y="5930466"/>
                  </a:lnTo>
                  <a:lnTo>
                    <a:pt x="430241" y="5975836"/>
                  </a:lnTo>
                  <a:lnTo>
                    <a:pt x="448326" y="6020933"/>
                  </a:lnTo>
                  <a:lnTo>
                    <a:pt x="466746" y="6065751"/>
                  </a:lnTo>
                  <a:lnTo>
                    <a:pt x="485500" y="6110289"/>
                  </a:lnTo>
                  <a:lnTo>
                    <a:pt x="504585" y="6154543"/>
                  </a:lnTo>
                  <a:lnTo>
                    <a:pt x="523999" y="6198510"/>
                  </a:lnTo>
                  <a:lnTo>
                    <a:pt x="543739" y="6242188"/>
                  </a:lnTo>
                  <a:lnTo>
                    <a:pt x="563805" y="6285572"/>
                  </a:lnTo>
                  <a:lnTo>
                    <a:pt x="584192" y="6328662"/>
                  </a:lnTo>
                  <a:lnTo>
                    <a:pt x="604899" y="6371452"/>
                  </a:lnTo>
                  <a:lnTo>
                    <a:pt x="625925" y="6413941"/>
                  </a:lnTo>
                  <a:lnTo>
                    <a:pt x="647266" y="6456125"/>
                  </a:lnTo>
                  <a:lnTo>
                    <a:pt x="668920" y="6498002"/>
                  </a:lnTo>
                  <a:lnTo>
                    <a:pt x="690885" y="6539568"/>
                  </a:lnTo>
                  <a:lnTo>
                    <a:pt x="713159" y="6580821"/>
                  </a:lnTo>
                  <a:lnTo>
                    <a:pt x="735739" y="6621756"/>
                  </a:lnTo>
                  <a:lnTo>
                    <a:pt x="758624" y="6662373"/>
                  </a:lnTo>
                  <a:lnTo>
                    <a:pt x="781811" y="6702666"/>
                  </a:lnTo>
                  <a:lnTo>
                    <a:pt x="805298" y="6742635"/>
                  </a:lnTo>
                  <a:lnTo>
                    <a:pt x="829082" y="6782274"/>
                  </a:lnTo>
                  <a:lnTo>
                    <a:pt x="853162" y="6821582"/>
                  </a:lnTo>
                  <a:lnTo>
                    <a:pt x="876821" y="6857999"/>
                  </a:lnTo>
                  <a:lnTo>
                    <a:pt x="6595541" y="6857999"/>
                  </a:lnTo>
                  <a:lnTo>
                    <a:pt x="6619200" y="6821582"/>
                  </a:lnTo>
                  <a:lnTo>
                    <a:pt x="6643279" y="6782274"/>
                  </a:lnTo>
                  <a:lnTo>
                    <a:pt x="6667064" y="6742635"/>
                  </a:lnTo>
                  <a:lnTo>
                    <a:pt x="6690551" y="6702666"/>
                  </a:lnTo>
                  <a:lnTo>
                    <a:pt x="6713738" y="6662373"/>
                  </a:lnTo>
                  <a:lnTo>
                    <a:pt x="6736623" y="6621756"/>
                  </a:lnTo>
                  <a:lnTo>
                    <a:pt x="6759203" y="6580821"/>
                  </a:lnTo>
                  <a:lnTo>
                    <a:pt x="6781477" y="6539568"/>
                  </a:lnTo>
                  <a:lnTo>
                    <a:pt x="6803442" y="6498002"/>
                  </a:lnTo>
                  <a:lnTo>
                    <a:pt x="6825096" y="6456125"/>
                  </a:lnTo>
                  <a:lnTo>
                    <a:pt x="6846437" y="6413941"/>
                  </a:lnTo>
                  <a:lnTo>
                    <a:pt x="6867462" y="6371452"/>
                  </a:lnTo>
                  <a:lnTo>
                    <a:pt x="6888170" y="6328662"/>
                  </a:lnTo>
                  <a:lnTo>
                    <a:pt x="6908557" y="6285572"/>
                  </a:lnTo>
                  <a:lnTo>
                    <a:pt x="6928622" y="6242188"/>
                  </a:lnTo>
                  <a:lnTo>
                    <a:pt x="6948363" y="6198510"/>
                  </a:lnTo>
                  <a:lnTo>
                    <a:pt x="6967777" y="6154543"/>
                  </a:lnTo>
                  <a:lnTo>
                    <a:pt x="6986862" y="6110289"/>
                  </a:lnTo>
                  <a:lnTo>
                    <a:pt x="7005616" y="6065751"/>
                  </a:lnTo>
                  <a:lnTo>
                    <a:pt x="7024036" y="6020933"/>
                  </a:lnTo>
                  <a:lnTo>
                    <a:pt x="7042121" y="5975836"/>
                  </a:lnTo>
                  <a:lnTo>
                    <a:pt x="7059867" y="5930466"/>
                  </a:lnTo>
                  <a:lnTo>
                    <a:pt x="7077274" y="5884823"/>
                  </a:lnTo>
                  <a:lnTo>
                    <a:pt x="7094338" y="5838911"/>
                  </a:lnTo>
                  <a:lnTo>
                    <a:pt x="7111057" y="5792734"/>
                  </a:lnTo>
                  <a:lnTo>
                    <a:pt x="7127430" y="5746294"/>
                  </a:lnTo>
                  <a:lnTo>
                    <a:pt x="7143453" y="5699594"/>
                  </a:lnTo>
                  <a:lnTo>
                    <a:pt x="7159125" y="5652637"/>
                  </a:lnTo>
                  <a:lnTo>
                    <a:pt x="7174443" y="5605427"/>
                  </a:lnTo>
                  <a:lnTo>
                    <a:pt x="7189406" y="5557965"/>
                  </a:lnTo>
                  <a:lnTo>
                    <a:pt x="7204010" y="5510256"/>
                  </a:lnTo>
                  <a:lnTo>
                    <a:pt x="7218254" y="5462301"/>
                  </a:lnTo>
                  <a:lnTo>
                    <a:pt x="7232135" y="5414105"/>
                  </a:lnTo>
                  <a:lnTo>
                    <a:pt x="7245652" y="5365670"/>
                  </a:lnTo>
                  <a:lnTo>
                    <a:pt x="7258801" y="5316999"/>
                  </a:lnTo>
                  <a:lnTo>
                    <a:pt x="7271582" y="5268095"/>
                  </a:lnTo>
                  <a:lnTo>
                    <a:pt x="7283990" y="5218962"/>
                  </a:lnTo>
                  <a:lnTo>
                    <a:pt x="7296025" y="5169601"/>
                  </a:lnTo>
                  <a:lnTo>
                    <a:pt x="7307684" y="5120016"/>
                  </a:lnTo>
                  <a:lnTo>
                    <a:pt x="7318964" y="5070210"/>
                  </a:lnTo>
                  <a:lnTo>
                    <a:pt x="7329864" y="5020186"/>
                  </a:lnTo>
                  <a:lnTo>
                    <a:pt x="7340381" y="4969948"/>
                  </a:lnTo>
                  <a:lnTo>
                    <a:pt x="7350514" y="4919497"/>
                  </a:lnTo>
                  <a:lnTo>
                    <a:pt x="7360259" y="4868837"/>
                  </a:lnTo>
                  <a:lnTo>
                    <a:pt x="7369614" y="4817971"/>
                  </a:lnTo>
                  <a:lnTo>
                    <a:pt x="7378578" y="4766902"/>
                  </a:lnTo>
                  <a:lnTo>
                    <a:pt x="7387148" y="4715633"/>
                  </a:lnTo>
                  <a:lnTo>
                    <a:pt x="7395322" y="4664167"/>
                  </a:lnTo>
                  <a:lnTo>
                    <a:pt x="7403097" y="4612507"/>
                  </a:lnTo>
                  <a:lnTo>
                    <a:pt x="7410471" y="4560655"/>
                  </a:lnTo>
                  <a:lnTo>
                    <a:pt x="7417443" y="4508616"/>
                  </a:lnTo>
                  <a:lnTo>
                    <a:pt x="7424009" y="4456391"/>
                  </a:lnTo>
                  <a:lnTo>
                    <a:pt x="7430168" y="4403984"/>
                  </a:lnTo>
                  <a:lnTo>
                    <a:pt x="7435918" y="4351399"/>
                  </a:lnTo>
                  <a:lnTo>
                    <a:pt x="7441255" y="4298636"/>
                  </a:lnTo>
                  <a:lnTo>
                    <a:pt x="7446179" y="4245701"/>
                  </a:lnTo>
                  <a:lnTo>
                    <a:pt x="7450686" y="4192596"/>
                  </a:lnTo>
                  <a:lnTo>
                    <a:pt x="7454774" y="4139323"/>
                  </a:lnTo>
                  <a:lnTo>
                    <a:pt x="7458442" y="4085886"/>
                  </a:lnTo>
                  <a:lnTo>
                    <a:pt x="7461686" y="4032288"/>
                  </a:lnTo>
                  <a:lnTo>
                    <a:pt x="7464505" y="3978531"/>
                  </a:lnTo>
                  <a:lnTo>
                    <a:pt x="7466897" y="3924620"/>
                  </a:lnTo>
                  <a:lnTo>
                    <a:pt x="7468859" y="3870556"/>
                  </a:lnTo>
                  <a:lnTo>
                    <a:pt x="7470388" y="3816343"/>
                  </a:lnTo>
                  <a:lnTo>
                    <a:pt x="7471484" y="3761983"/>
                  </a:lnTo>
                  <a:lnTo>
                    <a:pt x="7472143" y="3707480"/>
                  </a:lnTo>
                  <a:lnTo>
                    <a:pt x="7472363" y="3652837"/>
                  </a:lnTo>
                  <a:lnTo>
                    <a:pt x="7472140" y="3597882"/>
                  </a:lnTo>
                  <a:lnTo>
                    <a:pt x="7471474" y="3543069"/>
                  </a:lnTo>
                  <a:lnTo>
                    <a:pt x="7470366" y="3488401"/>
                  </a:lnTo>
                  <a:lnTo>
                    <a:pt x="7468819" y="3433881"/>
                  </a:lnTo>
                  <a:lnTo>
                    <a:pt x="7466834" y="3379512"/>
                  </a:lnTo>
                  <a:lnTo>
                    <a:pt x="7464416" y="3325297"/>
                  </a:lnTo>
                  <a:lnTo>
                    <a:pt x="7461564" y="3271240"/>
                  </a:lnTo>
                  <a:lnTo>
                    <a:pt x="7458283" y="3217342"/>
                  </a:lnTo>
                  <a:lnTo>
                    <a:pt x="7454574" y="3163608"/>
                  </a:lnTo>
                  <a:lnTo>
                    <a:pt x="7450439" y="3110040"/>
                  </a:lnTo>
                  <a:lnTo>
                    <a:pt x="7445881" y="3056641"/>
                  </a:lnTo>
                  <a:lnTo>
                    <a:pt x="7440902" y="3003415"/>
                  </a:lnTo>
                  <a:lnTo>
                    <a:pt x="7435505" y="2950364"/>
                  </a:lnTo>
                  <a:lnTo>
                    <a:pt x="7429691" y="2897491"/>
                  </a:lnTo>
                  <a:lnTo>
                    <a:pt x="7423462" y="2844800"/>
                  </a:lnTo>
                  <a:lnTo>
                    <a:pt x="7416822" y="2792293"/>
                  </a:lnTo>
                  <a:lnTo>
                    <a:pt x="7409773" y="2739974"/>
                  </a:lnTo>
                  <a:lnTo>
                    <a:pt x="7402315" y="2687846"/>
                  </a:lnTo>
                  <a:lnTo>
                    <a:pt x="7394453" y="2635911"/>
                  </a:lnTo>
                  <a:lnTo>
                    <a:pt x="7386189" y="2584173"/>
                  </a:lnTo>
                  <a:lnTo>
                    <a:pt x="7377523" y="2532634"/>
                  </a:lnTo>
                  <a:lnTo>
                    <a:pt x="7368460" y="2481298"/>
                  </a:lnTo>
                  <a:lnTo>
                    <a:pt x="7359000" y="2430168"/>
                  </a:lnTo>
                  <a:lnTo>
                    <a:pt x="7349147" y="2379247"/>
                  </a:lnTo>
                  <a:lnTo>
                    <a:pt x="7338903" y="2328537"/>
                  </a:lnTo>
                  <a:lnTo>
                    <a:pt x="7328269" y="2278043"/>
                  </a:lnTo>
                  <a:lnTo>
                    <a:pt x="7317249" y="2227766"/>
                  </a:lnTo>
                  <a:lnTo>
                    <a:pt x="7305844" y="2177711"/>
                  </a:lnTo>
                  <a:lnTo>
                    <a:pt x="7294057" y="2127879"/>
                  </a:lnTo>
                  <a:lnTo>
                    <a:pt x="7281890" y="2078274"/>
                  </a:lnTo>
                  <a:lnTo>
                    <a:pt x="7269345" y="2028900"/>
                  </a:lnTo>
                  <a:lnTo>
                    <a:pt x="7256425" y="1979759"/>
                  </a:lnTo>
                  <a:lnTo>
                    <a:pt x="7243131" y="1930853"/>
                  </a:lnTo>
                  <a:lnTo>
                    <a:pt x="7229467" y="1882187"/>
                  </a:lnTo>
                  <a:lnTo>
                    <a:pt x="7215434" y="1833763"/>
                  </a:lnTo>
                  <a:lnTo>
                    <a:pt x="7201035" y="1785585"/>
                  </a:lnTo>
                  <a:lnTo>
                    <a:pt x="7186272" y="1737655"/>
                  </a:lnTo>
                  <a:lnTo>
                    <a:pt x="7171147" y="1689976"/>
                  </a:lnTo>
                  <a:lnTo>
                    <a:pt x="7155663" y="1642551"/>
                  </a:lnTo>
                  <a:lnTo>
                    <a:pt x="7139822" y="1595384"/>
                  </a:lnTo>
                  <a:lnTo>
                    <a:pt x="7123625" y="1548478"/>
                  </a:lnTo>
                  <a:lnTo>
                    <a:pt x="7107076" y="1501835"/>
                  </a:lnTo>
                  <a:lnTo>
                    <a:pt x="7090177" y="1455458"/>
                  </a:lnTo>
                  <a:lnTo>
                    <a:pt x="7072930" y="1409351"/>
                  </a:lnTo>
                  <a:lnTo>
                    <a:pt x="7055337" y="1363517"/>
                  </a:lnTo>
                  <a:lnTo>
                    <a:pt x="7037400" y="1317958"/>
                  </a:lnTo>
                  <a:lnTo>
                    <a:pt x="7019122" y="1272678"/>
                  </a:lnTo>
                  <a:lnTo>
                    <a:pt x="7000505" y="1227680"/>
                  </a:lnTo>
                  <a:lnTo>
                    <a:pt x="6981552" y="1182967"/>
                  </a:lnTo>
                  <a:lnTo>
                    <a:pt x="6962264" y="1138541"/>
                  </a:lnTo>
                  <a:lnTo>
                    <a:pt x="6942644" y="1094407"/>
                  </a:lnTo>
                  <a:lnTo>
                    <a:pt x="6922694" y="1050566"/>
                  </a:lnTo>
                  <a:lnTo>
                    <a:pt x="6902417" y="1007022"/>
                  </a:lnTo>
                  <a:lnTo>
                    <a:pt x="6881814" y="963778"/>
                  </a:lnTo>
                  <a:lnTo>
                    <a:pt x="6860889" y="920837"/>
                  </a:lnTo>
                  <a:lnTo>
                    <a:pt x="6839642" y="878202"/>
                  </a:lnTo>
                  <a:lnTo>
                    <a:pt x="6818078" y="835876"/>
                  </a:lnTo>
                  <a:lnTo>
                    <a:pt x="6796197" y="793863"/>
                  </a:lnTo>
                  <a:lnTo>
                    <a:pt x="6774002" y="752164"/>
                  </a:lnTo>
                  <a:lnTo>
                    <a:pt x="6751496" y="710784"/>
                  </a:lnTo>
                  <a:lnTo>
                    <a:pt x="6728680" y="669725"/>
                  </a:lnTo>
                  <a:lnTo>
                    <a:pt x="6705557" y="628990"/>
                  </a:lnTo>
                  <a:lnTo>
                    <a:pt x="6682130" y="588583"/>
                  </a:lnTo>
                  <a:lnTo>
                    <a:pt x="6658400" y="548506"/>
                  </a:lnTo>
                  <a:lnTo>
                    <a:pt x="6634370" y="508762"/>
                  </a:lnTo>
                  <a:lnTo>
                    <a:pt x="6610042" y="469355"/>
                  </a:lnTo>
                  <a:lnTo>
                    <a:pt x="6585418" y="430287"/>
                  </a:lnTo>
                  <a:lnTo>
                    <a:pt x="6560501" y="391562"/>
                  </a:lnTo>
                  <a:lnTo>
                    <a:pt x="6535293" y="353183"/>
                  </a:lnTo>
                  <a:lnTo>
                    <a:pt x="6509796" y="315152"/>
                  </a:lnTo>
                  <a:lnTo>
                    <a:pt x="6484013" y="277472"/>
                  </a:lnTo>
                  <a:lnTo>
                    <a:pt x="6457945" y="240148"/>
                  </a:lnTo>
                  <a:lnTo>
                    <a:pt x="6431596" y="203181"/>
                  </a:lnTo>
                  <a:lnTo>
                    <a:pt x="6404966" y="166574"/>
                  </a:lnTo>
                  <a:lnTo>
                    <a:pt x="6378060" y="130332"/>
                  </a:lnTo>
                  <a:lnTo>
                    <a:pt x="627553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835817" y="0"/>
              <a:ext cx="7472680" cy="6858000"/>
            </a:xfrm>
            <a:custGeom>
              <a:avLst/>
              <a:gdLst/>
              <a:ahLst/>
              <a:cxnLst/>
              <a:rect l="l" t="t" r="r" b="b"/>
              <a:pathLst>
                <a:path w="7472680" h="6858000">
                  <a:moveTo>
                    <a:pt x="1196828" y="0"/>
                  </a:moveTo>
                  <a:lnTo>
                    <a:pt x="6275534" y="0"/>
                  </a:lnTo>
                  <a:lnTo>
                    <a:pt x="6378060" y="130333"/>
                  </a:lnTo>
                  <a:lnTo>
                    <a:pt x="6404966" y="166575"/>
                  </a:lnTo>
                  <a:lnTo>
                    <a:pt x="6431596" y="203181"/>
                  </a:lnTo>
                  <a:lnTo>
                    <a:pt x="6457945" y="240148"/>
                  </a:lnTo>
                  <a:lnTo>
                    <a:pt x="6484013" y="277473"/>
                  </a:lnTo>
                  <a:lnTo>
                    <a:pt x="6509796" y="315152"/>
                  </a:lnTo>
                  <a:lnTo>
                    <a:pt x="6535293" y="353183"/>
                  </a:lnTo>
                  <a:lnTo>
                    <a:pt x="6560501" y="391563"/>
                  </a:lnTo>
                  <a:lnTo>
                    <a:pt x="6585418" y="430288"/>
                  </a:lnTo>
                  <a:lnTo>
                    <a:pt x="6610042" y="469355"/>
                  </a:lnTo>
                  <a:lnTo>
                    <a:pt x="6634370" y="508763"/>
                  </a:lnTo>
                  <a:lnTo>
                    <a:pt x="6658400" y="548506"/>
                  </a:lnTo>
                  <a:lnTo>
                    <a:pt x="6682130" y="588583"/>
                  </a:lnTo>
                  <a:lnTo>
                    <a:pt x="6705557" y="628990"/>
                  </a:lnTo>
                  <a:lnTo>
                    <a:pt x="6728680" y="669725"/>
                  </a:lnTo>
                  <a:lnTo>
                    <a:pt x="6751496" y="710784"/>
                  </a:lnTo>
                  <a:lnTo>
                    <a:pt x="6774002" y="752164"/>
                  </a:lnTo>
                  <a:lnTo>
                    <a:pt x="6796197" y="793863"/>
                  </a:lnTo>
                  <a:lnTo>
                    <a:pt x="6818078" y="835876"/>
                  </a:lnTo>
                  <a:lnTo>
                    <a:pt x="6839642" y="878202"/>
                  </a:lnTo>
                  <a:lnTo>
                    <a:pt x="6860889" y="920837"/>
                  </a:lnTo>
                  <a:lnTo>
                    <a:pt x="6881814" y="963778"/>
                  </a:lnTo>
                  <a:lnTo>
                    <a:pt x="6902417" y="1007022"/>
                  </a:lnTo>
                  <a:lnTo>
                    <a:pt x="6922694" y="1050566"/>
                  </a:lnTo>
                  <a:lnTo>
                    <a:pt x="6942644" y="1094406"/>
                  </a:lnTo>
                  <a:lnTo>
                    <a:pt x="6962264" y="1138541"/>
                  </a:lnTo>
                  <a:lnTo>
                    <a:pt x="6981552" y="1182967"/>
                  </a:lnTo>
                  <a:lnTo>
                    <a:pt x="7000505" y="1227680"/>
                  </a:lnTo>
                  <a:lnTo>
                    <a:pt x="7019122" y="1272678"/>
                  </a:lnTo>
                  <a:lnTo>
                    <a:pt x="7037400" y="1317958"/>
                  </a:lnTo>
                  <a:lnTo>
                    <a:pt x="7055336" y="1363517"/>
                  </a:lnTo>
                  <a:lnTo>
                    <a:pt x="7072930" y="1409351"/>
                  </a:lnTo>
                  <a:lnTo>
                    <a:pt x="7090177" y="1455458"/>
                  </a:lnTo>
                  <a:lnTo>
                    <a:pt x="7107076" y="1501835"/>
                  </a:lnTo>
                  <a:lnTo>
                    <a:pt x="7123625" y="1548478"/>
                  </a:lnTo>
                  <a:lnTo>
                    <a:pt x="7139821" y="1595384"/>
                  </a:lnTo>
                  <a:lnTo>
                    <a:pt x="7155663" y="1642551"/>
                  </a:lnTo>
                  <a:lnTo>
                    <a:pt x="7171147" y="1689976"/>
                  </a:lnTo>
                  <a:lnTo>
                    <a:pt x="7186272" y="1737655"/>
                  </a:lnTo>
                  <a:lnTo>
                    <a:pt x="7201035" y="1785585"/>
                  </a:lnTo>
                  <a:lnTo>
                    <a:pt x="7215434" y="1833763"/>
                  </a:lnTo>
                  <a:lnTo>
                    <a:pt x="7229467" y="1882187"/>
                  </a:lnTo>
                  <a:lnTo>
                    <a:pt x="7243131" y="1930853"/>
                  </a:lnTo>
                  <a:lnTo>
                    <a:pt x="7256424" y="1979759"/>
                  </a:lnTo>
                  <a:lnTo>
                    <a:pt x="7269345" y="2028900"/>
                  </a:lnTo>
                  <a:lnTo>
                    <a:pt x="7281889" y="2078274"/>
                  </a:lnTo>
                  <a:lnTo>
                    <a:pt x="7294056" y="2127879"/>
                  </a:lnTo>
                  <a:lnTo>
                    <a:pt x="7305844" y="2177711"/>
                  </a:lnTo>
                  <a:lnTo>
                    <a:pt x="7317248" y="2227766"/>
                  </a:lnTo>
                  <a:lnTo>
                    <a:pt x="7328269" y="2278043"/>
                  </a:lnTo>
                  <a:lnTo>
                    <a:pt x="7338902" y="2328537"/>
                  </a:lnTo>
                  <a:lnTo>
                    <a:pt x="7349147" y="2379247"/>
                  </a:lnTo>
                  <a:lnTo>
                    <a:pt x="7359000" y="2430168"/>
                  </a:lnTo>
                  <a:lnTo>
                    <a:pt x="7368459" y="2481298"/>
                  </a:lnTo>
                  <a:lnTo>
                    <a:pt x="7377523" y="2532634"/>
                  </a:lnTo>
                  <a:lnTo>
                    <a:pt x="7386188" y="2584173"/>
                  </a:lnTo>
                  <a:lnTo>
                    <a:pt x="7394453" y="2635911"/>
                  </a:lnTo>
                  <a:lnTo>
                    <a:pt x="7402315" y="2687846"/>
                  </a:lnTo>
                  <a:lnTo>
                    <a:pt x="7409772" y="2739974"/>
                  </a:lnTo>
                  <a:lnTo>
                    <a:pt x="7416822" y="2792294"/>
                  </a:lnTo>
                  <a:lnTo>
                    <a:pt x="7423462" y="2844800"/>
                  </a:lnTo>
                  <a:lnTo>
                    <a:pt x="7429690" y="2897491"/>
                  </a:lnTo>
                  <a:lnTo>
                    <a:pt x="7435505" y="2950364"/>
                  </a:lnTo>
                  <a:lnTo>
                    <a:pt x="7440902" y="3003415"/>
                  </a:lnTo>
                  <a:lnTo>
                    <a:pt x="7445881" y="3056641"/>
                  </a:lnTo>
                  <a:lnTo>
                    <a:pt x="7450439" y="3110040"/>
                  </a:lnTo>
                  <a:lnTo>
                    <a:pt x="7454574" y="3163608"/>
                  </a:lnTo>
                  <a:lnTo>
                    <a:pt x="7458283" y="3217342"/>
                  </a:lnTo>
                  <a:lnTo>
                    <a:pt x="7461564" y="3271240"/>
                  </a:lnTo>
                  <a:lnTo>
                    <a:pt x="7464415" y="3325298"/>
                  </a:lnTo>
                  <a:lnTo>
                    <a:pt x="7466834" y="3379512"/>
                  </a:lnTo>
                  <a:lnTo>
                    <a:pt x="7468818" y="3433881"/>
                  </a:lnTo>
                  <a:lnTo>
                    <a:pt x="7470366" y="3488401"/>
                  </a:lnTo>
                  <a:lnTo>
                    <a:pt x="7471474" y="3543070"/>
                  </a:lnTo>
                  <a:lnTo>
                    <a:pt x="7472140" y="3597883"/>
                  </a:lnTo>
                  <a:lnTo>
                    <a:pt x="7472363" y="3652838"/>
                  </a:lnTo>
                  <a:lnTo>
                    <a:pt x="7472142" y="3707481"/>
                  </a:lnTo>
                  <a:lnTo>
                    <a:pt x="7471484" y="3761984"/>
                  </a:lnTo>
                  <a:lnTo>
                    <a:pt x="7470388" y="3816343"/>
                  </a:lnTo>
                  <a:lnTo>
                    <a:pt x="7468858" y="3870556"/>
                  </a:lnTo>
                  <a:lnTo>
                    <a:pt x="7466897" y="3924620"/>
                  </a:lnTo>
                  <a:lnTo>
                    <a:pt x="7464505" y="3978532"/>
                  </a:lnTo>
                  <a:lnTo>
                    <a:pt x="7461686" y="4032288"/>
                  </a:lnTo>
                  <a:lnTo>
                    <a:pt x="7458441" y="4085886"/>
                  </a:lnTo>
                  <a:lnTo>
                    <a:pt x="7454774" y="4139323"/>
                  </a:lnTo>
                  <a:lnTo>
                    <a:pt x="7450685" y="4192596"/>
                  </a:lnTo>
                  <a:lnTo>
                    <a:pt x="7446178" y="4245701"/>
                  </a:lnTo>
                  <a:lnTo>
                    <a:pt x="7441255" y="4298637"/>
                  </a:lnTo>
                  <a:lnTo>
                    <a:pt x="7435918" y="4351399"/>
                  </a:lnTo>
                  <a:lnTo>
                    <a:pt x="7430168" y="4403985"/>
                  </a:lnTo>
                  <a:lnTo>
                    <a:pt x="7424009" y="4456391"/>
                  </a:lnTo>
                  <a:lnTo>
                    <a:pt x="7417443" y="4508616"/>
                  </a:lnTo>
                  <a:lnTo>
                    <a:pt x="7410471" y="4560655"/>
                  </a:lnTo>
                  <a:lnTo>
                    <a:pt x="7403096" y="4612507"/>
                  </a:lnTo>
                  <a:lnTo>
                    <a:pt x="7395321" y="4664167"/>
                  </a:lnTo>
                  <a:lnTo>
                    <a:pt x="7387148" y="4715633"/>
                  </a:lnTo>
                  <a:lnTo>
                    <a:pt x="7378578" y="4766902"/>
                  </a:lnTo>
                  <a:lnTo>
                    <a:pt x="7369614" y="4817971"/>
                  </a:lnTo>
                  <a:lnTo>
                    <a:pt x="7360258" y="4868837"/>
                  </a:lnTo>
                  <a:lnTo>
                    <a:pt x="7350513" y="4919497"/>
                  </a:lnTo>
                  <a:lnTo>
                    <a:pt x="7340381" y="4969948"/>
                  </a:lnTo>
                  <a:lnTo>
                    <a:pt x="7329864" y="5020187"/>
                  </a:lnTo>
                  <a:lnTo>
                    <a:pt x="7318964" y="5070210"/>
                  </a:lnTo>
                  <a:lnTo>
                    <a:pt x="7307683" y="5120016"/>
                  </a:lnTo>
                  <a:lnTo>
                    <a:pt x="7296025" y="5169601"/>
                  </a:lnTo>
                  <a:lnTo>
                    <a:pt x="7283990" y="5218962"/>
                  </a:lnTo>
                  <a:lnTo>
                    <a:pt x="7271581" y="5268096"/>
                  </a:lnTo>
                  <a:lnTo>
                    <a:pt x="7258801" y="5316999"/>
                  </a:lnTo>
                  <a:lnTo>
                    <a:pt x="7245652" y="5365670"/>
                  </a:lnTo>
                  <a:lnTo>
                    <a:pt x="7232135" y="5414106"/>
                  </a:lnTo>
                  <a:lnTo>
                    <a:pt x="7218254" y="5462302"/>
                  </a:lnTo>
                  <a:lnTo>
                    <a:pt x="7204010" y="5510256"/>
                  </a:lnTo>
                  <a:lnTo>
                    <a:pt x="7189405" y="5557965"/>
                  </a:lnTo>
                  <a:lnTo>
                    <a:pt x="7174443" y="5605427"/>
                  </a:lnTo>
                  <a:lnTo>
                    <a:pt x="7159125" y="5652637"/>
                  </a:lnTo>
                  <a:lnTo>
                    <a:pt x="7143453" y="5699594"/>
                  </a:lnTo>
                  <a:lnTo>
                    <a:pt x="7127429" y="5746294"/>
                  </a:lnTo>
                  <a:lnTo>
                    <a:pt x="7111057" y="5792734"/>
                  </a:lnTo>
                  <a:lnTo>
                    <a:pt x="7094338" y="5838911"/>
                  </a:lnTo>
                  <a:lnTo>
                    <a:pt x="7077274" y="5884823"/>
                  </a:lnTo>
                  <a:lnTo>
                    <a:pt x="7059867" y="5930466"/>
                  </a:lnTo>
                  <a:lnTo>
                    <a:pt x="7042120" y="5975837"/>
                  </a:lnTo>
                  <a:lnTo>
                    <a:pt x="7024036" y="6020933"/>
                  </a:lnTo>
                  <a:lnTo>
                    <a:pt x="7005616" y="6065751"/>
                  </a:lnTo>
                  <a:lnTo>
                    <a:pt x="6986862" y="6110289"/>
                  </a:lnTo>
                  <a:lnTo>
                    <a:pt x="6967777" y="6154543"/>
                  </a:lnTo>
                  <a:lnTo>
                    <a:pt x="6948363" y="6198510"/>
                  </a:lnTo>
                  <a:lnTo>
                    <a:pt x="6928622" y="6242188"/>
                  </a:lnTo>
                  <a:lnTo>
                    <a:pt x="6908557" y="6285573"/>
                  </a:lnTo>
                  <a:lnTo>
                    <a:pt x="6888170" y="6328662"/>
                  </a:lnTo>
                  <a:lnTo>
                    <a:pt x="6867462" y="6371452"/>
                  </a:lnTo>
                  <a:lnTo>
                    <a:pt x="6846437" y="6413941"/>
                  </a:lnTo>
                  <a:lnTo>
                    <a:pt x="6825096" y="6456126"/>
                  </a:lnTo>
                  <a:lnTo>
                    <a:pt x="6803442" y="6498002"/>
                  </a:lnTo>
                  <a:lnTo>
                    <a:pt x="6781477" y="6539568"/>
                  </a:lnTo>
                  <a:lnTo>
                    <a:pt x="6759203" y="6580821"/>
                  </a:lnTo>
                  <a:lnTo>
                    <a:pt x="6736622" y="6621757"/>
                  </a:lnTo>
                  <a:lnTo>
                    <a:pt x="6713738" y="6662373"/>
                  </a:lnTo>
                  <a:lnTo>
                    <a:pt x="6690551" y="6702667"/>
                  </a:lnTo>
                  <a:lnTo>
                    <a:pt x="6667064" y="6742635"/>
                  </a:lnTo>
                  <a:lnTo>
                    <a:pt x="6643279" y="6782274"/>
                  </a:lnTo>
                  <a:lnTo>
                    <a:pt x="6619200" y="6821583"/>
                  </a:lnTo>
                  <a:lnTo>
                    <a:pt x="6595542" y="6858000"/>
                  </a:lnTo>
                  <a:lnTo>
                    <a:pt x="876822" y="6858000"/>
                  </a:lnTo>
                  <a:lnTo>
                    <a:pt x="853162" y="6821583"/>
                  </a:lnTo>
                  <a:lnTo>
                    <a:pt x="829082" y="6782274"/>
                  </a:lnTo>
                  <a:lnTo>
                    <a:pt x="805298" y="6742635"/>
                  </a:lnTo>
                  <a:lnTo>
                    <a:pt x="781811" y="6702667"/>
                  </a:lnTo>
                  <a:lnTo>
                    <a:pt x="758624" y="6662373"/>
                  </a:lnTo>
                  <a:lnTo>
                    <a:pt x="735739" y="6621757"/>
                  </a:lnTo>
                  <a:lnTo>
                    <a:pt x="713159" y="6580821"/>
                  </a:lnTo>
                  <a:lnTo>
                    <a:pt x="690885" y="6539568"/>
                  </a:lnTo>
                  <a:lnTo>
                    <a:pt x="668920" y="6498002"/>
                  </a:lnTo>
                  <a:lnTo>
                    <a:pt x="647266" y="6456126"/>
                  </a:lnTo>
                  <a:lnTo>
                    <a:pt x="625925" y="6413941"/>
                  </a:lnTo>
                  <a:lnTo>
                    <a:pt x="604899" y="6371452"/>
                  </a:lnTo>
                  <a:lnTo>
                    <a:pt x="584192" y="6328662"/>
                  </a:lnTo>
                  <a:lnTo>
                    <a:pt x="563805" y="6285573"/>
                  </a:lnTo>
                  <a:lnTo>
                    <a:pt x="543739" y="6242188"/>
                  </a:lnTo>
                  <a:lnTo>
                    <a:pt x="523999" y="6198510"/>
                  </a:lnTo>
                  <a:lnTo>
                    <a:pt x="504585" y="6154543"/>
                  </a:lnTo>
                  <a:lnTo>
                    <a:pt x="485500" y="6110289"/>
                  </a:lnTo>
                  <a:lnTo>
                    <a:pt x="466746" y="6065751"/>
                  </a:lnTo>
                  <a:lnTo>
                    <a:pt x="448326" y="6020933"/>
                  </a:lnTo>
                  <a:lnTo>
                    <a:pt x="430241" y="5975837"/>
                  </a:lnTo>
                  <a:lnTo>
                    <a:pt x="412495" y="5930466"/>
                  </a:lnTo>
                  <a:lnTo>
                    <a:pt x="395088" y="5884823"/>
                  </a:lnTo>
                  <a:lnTo>
                    <a:pt x="378024" y="5838911"/>
                  </a:lnTo>
                  <a:lnTo>
                    <a:pt x="361305" y="5792734"/>
                  </a:lnTo>
                  <a:lnTo>
                    <a:pt x="344932" y="5746294"/>
                  </a:lnTo>
                  <a:lnTo>
                    <a:pt x="328909" y="5699594"/>
                  </a:lnTo>
                  <a:lnTo>
                    <a:pt x="313237" y="5652637"/>
                  </a:lnTo>
                  <a:lnTo>
                    <a:pt x="297919" y="5605427"/>
                  </a:lnTo>
                  <a:lnTo>
                    <a:pt x="282956" y="5557965"/>
                  </a:lnTo>
                  <a:lnTo>
                    <a:pt x="268352" y="5510256"/>
                  </a:lnTo>
                  <a:lnTo>
                    <a:pt x="254108" y="5462302"/>
                  </a:lnTo>
                  <a:lnTo>
                    <a:pt x="240227" y="5414106"/>
                  </a:lnTo>
                  <a:lnTo>
                    <a:pt x="226710" y="5365670"/>
                  </a:lnTo>
                  <a:lnTo>
                    <a:pt x="213561" y="5316999"/>
                  </a:lnTo>
                  <a:lnTo>
                    <a:pt x="200781" y="5268096"/>
                  </a:lnTo>
                  <a:lnTo>
                    <a:pt x="188372" y="5218962"/>
                  </a:lnTo>
                  <a:lnTo>
                    <a:pt x="176337" y="5169601"/>
                  </a:lnTo>
                  <a:lnTo>
                    <a:pt x="164678" y="5120016"/>
                  </a:lnTo>
                  <a:lnTo>
                    <a:pt x="153398" y="5070210"/>
                  </a:lnTo>
                  <a:lnTo>
                    <a:pt x="142498" y="5020187"/>
                  </a:lnTo>
                  <a:lnTo>
                    <a:pt x="131981" y="4969948"/>
                  </a:lnTo>
                  <a:lnTo>
                    <a:pt x="121848" y="4919497"/>
                  </a:lnTo>
                  <a:lnTo>
                    <a:pt x="112103" y="4868837"/>
                  </a:lnTo>
                  <a:lnTo>
                    <a:pt x="102748" y="4817971"/>
                  </a:lnTo>
                  <a:lnTo>
                    <a:pt x="93784" y="4766902"/>
                  </a:lnTo>
                  <a:lnTo>
                    <a:pt x="85214" y="4715633"/>
                  </a:lnTo>
                  <a:lnTo>
                    <a:pt x="77041" y="4664167"/>
                  </a:lnTo>
                  <a:lnTo>
                    <a:pt x="69265" y="4612507"/>
                  </a:lnTo>
                  <a:lnTo>
                    <a:pt x="61891" y="4560655"/>
                  </a:lnTo>
                  <a:lnTo>
                    <a:pt x="54919" y="4508616"/>
                  </a:lnTo>
                  <a:lnTo>
                    <a:pt x="48353" y="4456391"/>
                  </a:lnTo>
                  <a:lnTo>
                    <a:pt x="42194" y="4403985"/>
                  </a:lnTo>
                  <a:lnTo>
                    <a:pt x="36445" y="4351399"/>
                  </a:lnTo>
                  <a:lnTo>
                    <a:pt x="31107" y="4298637"/>
                  </a:lnTo>
                  <a:lnTo>
                    <a:pt x="26184" y="4245701"/>
                  </a:lnTo>
                  <a:lnTo>
                    <a:pt x="21677" y="4192596"/>
                  </a:lnTo>
                  <a:lnTo>
                    <a:pt x="17588" y="4139323"/>
                  </a:lnTo>
                  <a:lnTo>
                    <a:pt x="13921" y="4085886"/>
                  </a:lnTo>
                  <a:lnTo>
                    <a:pt x="10676" y="4032288"/>
                  </a:lnTo>
                  <a:lnTo>
                    <a:pt x="7857" y="3978532"/>
                  </a:lnTo>
                  <a:lnTo>
                    <a:pt x="5465" y="3924620"/>
                  </a:lnTo>
                  <a:lnTo>
                    <a:pt x="3504" y="3870556"/>
                  </a:lnTo>
                  <a:lnTo>
                    <a:pt x="1974" y="3816343"/>
                  </a:lnTo>
                  <a:lnTo>
                    <a:pt x="879" y="3761984"/>
                  </a:lnTo>
                  <a:lnTo>
                    <a:pt x="220" y="3707481"/>
                  </a:lnTo>
                  <a:lnTo>
                    <a:pt x="0" y="3652838"/>
                  </a:lnTo>
                  <a:lnTo>
                    <a:pt x="222" y="3597883"/>
                  </a:lnTo>
                  <a:lnTo>
                    <a:pt x="889" y="3543070"/>
                  </a:lnTo>
                  <a:lnTo>
                    <a:pt x="1997" y="3488401"/>
                  </a:lnTo>
                  <a:lnTo>
                    <a:pt x="3544" y="3433881"/>
                  </a:lnTo>
                  <a:lnTo>
                    <a:pt x="5528" y="3379512"/>
                  </a:lnTo>
                  <a:lnTo>
                    <a:pt x="7947" y="3325298"/>
                  </a:lnTo>
                  <a:lnTo>
                    <a:pt x="10798" y="3271240"/>
                  </a:lnTo>
                  <a:lnTo>
                    <a:pt x="14079" y="3217342"/>
                  </a:lnTo>
                  <a:lnTo>
                    <a:pt x="17788" y="3163608"/>
                  </a:lnTo>
                  <a:lnTo>
                    <a:pt x="21923" y="3110040"/>
                  </a:lnTo>
                  <a:lnTo>
                    <a:pt x="26481" y="3056641"/>
                  </a:lnTo>
                  <a:lnTo>
                    <a:pt x="31460" y="3003415"/>
                  </a:lnTo>
                  <a:lnTo>
                    <a:pt x="36857" y="2950364"/>
                  </a:lnTo>
                  <a:lnTo>
                    <a:pt x="42672" y="2897491"/>
                  </a:lnTo>
                  <a:lnTo>
                    <a:pt x="48900" y="2844800"/>
                  </a:lnTo>
                  <a:lnTo>
                    <a:pt x="55540" y="2792294"/>
                  </a:lnTo>
                  <a:lnTo>
                    <a:pt x="62590" y="2739974"/>
                  </a:lnTo>
                  <a:lnTo>
                    <a:pt x="70047" y="2687846"/>
                  </a:lnTo>
                  <a:lnTo>
                    <a:pt x="77909" y="2635911"/>
                  </a:lnTo>
                  <a:lnTo>
                    <a:pt x="86174" y="2584173"/>
                  </a:lnTo>
                  <a:lnTo>
                    <a:pt x="94839" y="2532634"/>
                  </a:lnTo>
                  <a:lnTo>
                    <a:pt x="103903" y="2481298"/>
                  </a:lnTo>
                  <a:lnTo>
                    <a:pt x="113362" y="2430168"/>
                  </a:lnTo>
                  <a:lnTo>
                    <a:pt x="123215" y="2379247"/>
                  </a:lnTo>
                  <a:lnTo>
                    <a:pt x="133460" y="2328537"/>
                  </a:lnTo>
                  <a:lnTo>
                    <a:pt x="144093" y="2278043"/>
                  </a:lnTo>
                  <a:lnTo>
                    <a:pt x="155113" y="2227766"/>
                  </a:lnTo>
                  <a:lnTo>
                    <a:pt x="166518" y="2177711"/>
                  </a:lnTo>
                  <a:lnTo>
                    <a:pt x="178306" y="2127879"/>
                  </a:lnTo>
                  <a:lnTo>
                    <a:pt x="190473" y="2078274"/>
                  </a:lnTo>
                  <a:lnTo>
                    <a:pt x="203017" y="2028900"/>
                  </a:lnTo>
                  <a:lnTo>
                    <a:pt x="215938" y="1979759"/>
                  </a:lnTo>
                  <a:lnTo>
                    <a:pt x="229231" y="1930853"/>
                  </a:lnTo>
                  <a:lnTo>
                    <a:pt x="242895" y="1882187"/>
                  </a:lnTo>
                  <a:lnTo>
                    <a:pt x="256928" y="1833763"/>
                  </a:lnTo>
                  <a:lnTo>
                    <a:pt x="271327" y="1785585"/>
                  </a:lnTo>
                  <a:lnTo>
                    <a:pt x="286090" y="1737655"/>
                  </a:lnTo>
                  <a:lnTo>
                    <a:pt x="301215" y="1689976"/>
                  </a:lnTo>
                  <a:lnTo>
                    <a:pt x="316699" y="1642551"/>
                  </a:lnTo>
                  <a:lnTo>
                    <a:pt x="332540" y="1595384"/>
                  </a:lnTo>
                  <a:lnTo>
                    <a:pt x="348737" y="1548478"/>
                  </a:lnTo>
                  <a:lnTo>
                    <a:pt x="365286" y="1501835"/>
                  </a:lnTo>
                  <a:lnTo>
                    <a:pt x="382185" y="1455458"/>
                  </a:lnTo>
                  <a:lnTo>
                    <a:pt x="399432" y="1409351"/>
                  </a:lnTo>
                  <a:lnTo>
                    <a:pt x="417026" y="1363517"/>
                  </a:lnTo>
                  <a:lnTo>
                    <a:pt x="434962" y="1317958"/>
                  </a:lnTo>
                  <a:lnTo>
                    <a:pt x="453240" y="1272678"/>
                  </a:lnTo>
                  <a:lnTo>
                    <a:pt x="471857" y="1227680"/>
                  </a:lnTo>
                  <a:lnTo>
                    <a:pt x="490810" y="1182967"/>
                  </a:lnTo>
                  <a:lnTo>
                    <a:pt x="510098" y="1138541"/>
                  </a:lnTo>
                  <a:lnTo>
                    <a:pt x="529718" y="1094406"/>
                  </a:lnTo>
                  <a:lnTo>
                    <a:pt x="549668" y="1050566"/>
                  </a:lnTo>
                  <a:lnTo>
                    <a:pt x="569945" y="1007022"/>
                  </a:lnTo>
                  <a:lnTo>
                    <a:pt x="590548" y="963778"/>
                  </a:lnTo>
                  <a:lnTo>
                    <a:pt x="611473" y="920837"/>
                  </a:lnTo>
                  <a:lnTo>
                    <a:pt x="632720" y="878202"/>
                  </a:lnTo>
                  <a:lnTo>
                    <a:pt x="654284" y="835876"/>
                  </a:lnTo>
                  <a:lnTo>
                    <a:pt x="676165" y="793863"/>
                  </a:lnTo>
                  <a:lnTo>
                    <a:pt x="698360" y="752164"/>
                  </a:lnTo>
                  <a:lnTo>
                    <a:pt x="720866" y="710784"/>
                  </a:lnTo>
                  <a:lnTo>
                    <a:pt x="743682" y="669725"/>
                  </a:lnTo>
                  <a:lnTo>
                    <a:pt x="766805" y="628990"/>
                  </a:lnTo>
                  <a:lnTo>
                    <a:pt x="790232" y="588583"/>
                  </a:lnTo>
                  <a:lnTo>
                    <a:pt x="813962" y="548506"/>
                  </a:lnTo>
                  <a:lnTo>
                    <a:pt x="837992" y="508763"/>
                  </a:lnTo>
                  <a:lnTo>
                    <a:pt x="862320" y="469355"/>
                  </a:lnTo>
                  <a:lnTo>
                    <a:pt x="886944" y="430288"/>
                  </a:lnTo>
                  <a:lnTo>
                    <a:pt x="911861" y="391563"/>
                  </a:lnTo>
                  <a:lnTo>
                    <a:pt x="937069" y="353183"/>
                  </a:lnTo>
                  <a:lnTo>
                    <a:pt x="962566" y="315152"/>
                  </a:lnTo>
                  <a:lnTo>
                    <a:pt x="988349" y="277473"/>
                  </a:lnTo>
                  <a:lnTo>
                    <a:pt x="1014417" y="240148"/>
                  </a:lnTo>
                  <a:lnTo>
                    <a:pt x="1040766" y="203181"/>
                  </a:lnTo>
                  <a:lnTo>
                    <a:pt x="1067396" y="166575"/>
                  </a:lnTo>
                  <a:lnTo>
                    <a:pt x="1094303" y="130333"/>
                  </a:lnTo>
                  <a:lnTo>
                    <a:pt x="1196828" y="0"/>
                  </a:lnTo>
                  <a:close/>
                </a:path>
              </a:pathLst>
            </a:custGeom>
            <a:ln w="952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841247" y="0"/>
              <a:ext cx="7461884" cy="6858000"/>
            </a:xfrm>
            <a:custGeom>
              <a:avLst/>
              <a:gdLst/>
              <a:ahLst/>
              <a:cxnLst/>
              <a:rect l="l" t="t" r="r" b="b"/>
              <a:pathLst>
                <a:path w="7461884" h="6858000">
                  <a:moveTo>
                    <a:pt x="6266414" y="0"/>
                  </a:moveTo>
                  <a:lnTo>
                    <a:pt x="1195089" y="0"/>
                  </a:lnTo>
                  <a:lnTo>
                    <a:pt x="1092711" y="130332"/>
                  </a:lnTo>
                  <a:lnTo>
                    <a:pt x="1065844" y="166574"/>
                  </a:lnTo>
                  <a:lnTo>
                    <a:pt x="1039253" y="203181"/>
                  </a:lnTo>
                  <a:lnTo>
                    <a:pt x="1012942" y="240148"/>
                  </a:lnTo>
                  <a:lnTo>
                    <a:pt x="986912" y="277472"/>
                  </a:lnTo>
                  <a:lnTo>
                    <a:pt x="961166" y="315152"/>
                  </a:lnTo>
                  <a:lnTo>
                    <a:pt x="935706" y="353183"/>
                  </a:lnTo>
                  <a:lnTo>
                    <a:pt x="910535" y="391562"/>
                  </a:lnTo>
                  <a:lnTo>
                    <a:pt x="885654" y="430287"/>
                  </a:lnTo>
                  <a:lnTo>
                    <a:pt x="861066" y="469355"/>
                  </a:lnTo>
                  <a:lnTo>
                    <a:pt x="836774" y="508762"/>
                  </a:lnTo>
                  <a:lnTo>
                    <a:pt x="812778" y="548506"/>
                  </a:lnTo>
                  <a:lnTo>
                    <a:pt x="789083" y="588583"/>
                  </a:lnTo>
                  <a:lnTo>
                    <a:pt x="765690" y="628990"/>
                  </a:lnTo>
                  <a:lnTo>
                    <a:pt x="742601" y="669725"/>
                  </a:lnTo>
                  <a:lnTo>
                    <a:pt x="719818" y="710784"/>
                  </a:lnTo>
                  <a:lnTo>
                    <a:pt x="697345" y="752164"/>
                  </a:lnTo>
                  <a:lnTo>
                    <a:pt x="675182" y="793863"/>
                  </a:lnTo>
                  <a:lnTo>
                    <a:pt x="653333" y="835876"/>
                  </a:lnTo>
                  <a:lnTo>
                    <a:pt x="631800" y="878202"/>
                  </a:lnTo>
                  <a:lnTo>
                    <a:pt x="610584" y="920837"/>
                  </a:lnTo>
                  <a:lnTo>
                    <a:pt x="589689" y="963778"/>
                  </a:lnTo>
                  <a:lnTo>
                    <a:pt x="569117" y="1007022"/>
                  </a:lnTo>
                  <a:lnTo>
                    <a:pt x="548869" y="1050566"/>
                  </a:lnTo>
                  <a:lnTo>
                    <a:pt x="528948" y="1094407"/>
                  </a:lnTo>
                  <a:lnTo>
                    <a:pt x="509357" y="1138541"/>
                  </a:lnTo>
                  <a:lnTo>
                    <a:pt x="490097" y="1182967"/>
                  </a:lnTo>
                  <a:lnTo>
                    <a:pt x="471171" y="1227680"/>
                  </a:lnTo>
                  <a:lnTo>
                    <a:pt x="452581" y="1272678"/>
                  </a:lnTo>
                  <a:lnTo>
                    <a:pt x="434330" y="1317958"/>
                  </a:lnTo>
                  <a:lnTo>
                    <a:pt x="416419" y="1363517"/>
                  </a:lnTo>
                  <a:lnTo>
                    <a:pt x="398852" y="1409351"/>
                  </a:lnTo>
                  <a:lnTo>
                    <a:pt x="381629" y="1455458"/>
                  </a:lnTo>
                  <a:lnTo>
                    <a:pt x="364755" y="1501835"/>
                  </a:lnTo>
                  <a:lnTo>
                    <a:pt x="348230" y="1548478"/>
                  </a:lnTo>
                  <a:lnTo>
                    <a:pt x="332057" y="1595384"/>
                  </a:lnTo>
                  <a:lnTo>
                    <a:pt x="316239" y="1642551"/>
                  </a:lnTo>
                  <a:lnTo>
                    <a:pt x="300777" y="1689976"/>
                  </a:lnTo>
                  <a:lnTo>
                    <a:pt x="285674" y="1737655"/>
                  </a:lnTo>
                  <a:lnTo>
                    <a:pt x="270933" y="1785585"/>
                  </a:lnTo>
                  <a:lnTo>
                    <a:pt x="256554" y="1833763"/>
                  </a:lnTo>
                  <a:lnTo>
                    <a:pt x="242542" y="1882187"/>
                  </a:lnTo>
                  <a:lnTo>
                    <a:pt x="228898" y="1930853"/>
                  </a:lnTo>
                  <a:lnTo>
                    <a:pt x="215624" y="1979759"/>
                  </a:lnTo>
                  <a:lnTo>
                    <a:pt x="202722" y="2028900"/>
                  </a:lnTo>
                  <a:lnTo>
                    <a:pt x="190196" y="2078274"/>
                  </a:lnTo>
                  <a:lnTo>
                    <a:pt x="178046" y="2127879"/>
                  </a:lnTo>
                  <a:lnTo>
                    <a:pt x="166276" y="2177711"/>
                  </a:lnTo>
                  <a:lnTo>
                    <a:pt x="154888" y="2227766"/>
                  </a:lnTo>
                  <a:lnTo>
                    <a:pt x="143884" y="2278043"/>
                  </a:lnTo>
                  <a:lnTo>
                    <a:pt x="133266" y="2328537"/>
                  </a:lnTo>
                  <a:lnTo>
                    <a:pt x="123036" y="2379247"/>
                  </a:lnTo>
                  <a:lnTo>
                    <a:pt x="113197" y="2430168"/>
                  </a:lnTo>
                  <a:lnTo>
                    <a:pt x="103752" y="2481298"/>
                  </a:lnTo>
                  <a:lnTo>
                    <a:pt x="94701" y="2532634"/>
                  </a:lnTo>
                  <a:lnTo>
                    <a:pt x="86048" y="2584173"/>
                  </a:lnTo>
                  <a:lnTo>
                    <a:pt x="77796" y="2635911"/>
                  </a:lnTo>
                  <a:lnTo>
                    <a:pt x="69945" y="2687846"/>
                  </a:lnTo>
                  <a:lnTo>
                    <a:pt x="62499" y="2739974"/>
                  </a:lnTo>
                  <a:lnTo>
                    <a:pt x="55459" y="2792293"/>
                  </a:lnTo>
                  <a:lnTo>
                    <a:pt x="48829" y="2844800"/>
                  </a:lnTo>
                  <a:lnTo>
                    <a:pt x="42610" y="2897491"/>
                  </a:lnTo>
                  <a:lnTo>
                    <a:pt x="36804" y="2950364"/>
                  </a:lnTo>
                  <a:lnTo>
                    <a:pt x="31414" y="3003415"/>
                  </a:lnTo>
                  <a:lnTo>
                    <a:pt x="26442" y="3056641"/>
                  </a:lnTo>
                  <a:lnTo>
                    <a:pt x="21891" y="3110040"/>
                  </a:lnTo>
                  <a:lnTo>
                    <a:pt x="17762" y="3163608"/>
                  </a:lnTo>
                  <a:lnTo>
                    <a:pt x="14059" y="3217342"/>
                  </a:lnTo>
                  <a:lnTo>
                    <a:pt x="10782" y="3271240"/>
                  </a:lnTo>
                  <a:lnTo>
                    <a:pt x="7935" y="3325297"/>
                  </a:lnTo>
                  <a:lnTo>
                    <a:pt x="5520" y="3379512"/>
                  </a:lnTo>
                  <a:lnTo>
                    <a:pt x="3539" y="3433881"/>
                  </a:lnTo>
                  <a:lnTo>
                    <a:pt x="1994" y="3488401"/>
                  </a:lnTo>
                  <a:lnTo>
                    <a:pt x="887" y="3543069"/>
                  </a:lnTo>
                  <a:lnTo>
                    <a:pt x="222" y="3597882"/>
                  </a:lnTo>
                  <a:lnTo>
                    <a:pt x="0" y="3652837"/>
                  </a:lnTo>
                  <a:lnTo>
                    <a:pt x="219" y="3707480"/>
                  </a:lnTo>
                  <a:lnTo>
                    <a:pt x="877" y="3761983"/>
                  </a:lnTo>
                  <a:lnTo>
                    <a:pt x="1971" y="3816343"/>
                  </a:lnTo>
                  <a:lnTo>
                    <a:pt x="3499" y="3870556"/>
                  </a:lnTo>
                  <a:lnTo>
                    <a:pt x="5458" y="3924620"/>
                  </a:lnTo>
                  <a:lnTo>
                    <a:pt x="7846" y="3978531"/>
                  </a:lnTo>
                  <a:lnTo>
                    <a:pt x="10661" y="4032288"/>
                  </a:lnTo>
                  <a:lnTo>
                    <a:pt x="13900" y="4085886"/>
                  </a:lnTo>
                  <a:lnTo>
                    <a:pt x="17563" y="4139323"/>
                  </a:lnTo>
                  <a:lnTo>
                    <a:pt x="21645" y="4192596"/>
                  </a:lnTo>
                  <a:lnTo>
                    <a:pt x="26146" y="4245701"/>
                  </a:lnTo>
                  <a:lnTo>
                    <a:pt x="31062" y="4298636"/>
                  </a:lnTo>
                  <a:lnTo>
                    <a:pt x="36392" y="4351399"/>
                  </a:lnTo>
                  <a:lnTo>
                    <a:pt x="42133" y="4403984"/>
                  </a:lnTo>
                  <a:lnTo>
                    <a:pt x="48283" y="4456391"/>
                  </a:lnTo>
                  <a:lnTo>
                    <a:pt x="54840" y="4508616"/>
                  </a:lnTo>
                  <a:lnTo>
                    <a:pt x="61801" y="4560655"/>
                  </a:lnTo>
                  <a:lnTo>
                    <a:pt x="69165" y="4612507"/>
                  </a:lnTo>
                  <a:lnTo>
                    <a:pt x="76929" y="4664167"/>
                  </a:lnTo>
                  <a:lnTo>
                    <a:pt x="85090" y="4715633"/>
                  </a:lnTo>
                  <a:lnTo>
                    <a:pt x="93648" y="4766902"/>
                  </a:lnTo>
                  <a:lnTo>
                    <a:pt x="102599" y="4817971"/>
                  </a:lnTo>
                  <a:lnTo>
                    <a:pt x="111941" y="4868837"/>
                  </a:lnTo>
                  <a:lnTo>
                    <a:pt x="121671" y="4919497"/>
                  </a:lnTo>
                  <a:lnTo>
                    <a:pt x="131789" y="4969948"/>
                  </a:lnTo>
                  <a:lnTo>
                    <a:pt x="142291" y="5020186"/>
                  </a:lnTo>
                  <a:lnTo>
                    <a:pt x="153175" y="5070210"/>
                  </a:lnTo>
                  <a:lnTo>
                    <a:pt x="164439" y="5120016"/>
                  </a:lnTo>
                  <a:lnTo>
                    <a:pt x="176081" y="5169601"/>
                  </a:lnTo>
                  <a:lnTo>
                    <a:pt x="188098" y="5218962"/>
                  </a:lnTo>
                  <a:lnTo>
                    <a:pt x="200489" y="5268095"/>
                  </a:lnTo>
                  <a:lnTo>
                    <a:pt x="213250" y="5316999"/>
                  </a:lnTo>
                  <a:lnTo>
                    <a:pt x="226381" y="5365670"/>
                  </a:lnTo>
                  <a:lnTo>
                    <a:pt x="239878" y="5414105"/>
                  </a:lnTo>
                  <a:lnTo>
                    <a:pt x="253739" y="5462301"/>
                  </a:lnTo>
                  <a:lnTo>
                    <a:pt x="267962" y="5510256"/>
                  </a:lnTo>
                  <a:lnTo>
                    <a:pt x="282545" y="5557965"/>
                  </a:lnTo>
                  <a:lnTo>
                    <a:pt x="297486" y="5605427"/>
                  </a:lnTo>
                  <a:lnTo>
                    <a:pt x="312782" y="5652637"/>
                  </a:lnTo>
                  <a:lnTo>
                    <a:pt x="328431" y="5699594"/>
                  </a:lnTo>
                  <a:lnTo>
                    <a:pt x="344431" y="5746294"/>
                  </a:lnTo>
                  <a:lnTo>
                    <a:pt x="360780" y="5792734"/>
                  </a:lnTo>
                  <a:lnTo>
                    <a:pt x="377475" y="5838911"/>
                  </a:lnTo>
                  <a:lnTo>
                    <a:pt x="394514" y="5884823"/>
                  </a:lnTo>
                  <a:lnTo>
                    <a:pt x="411895" y="5930466"/>
                  </a:lnTo>
                  <a:lnTo>
                    <a:pt x="429616" y="5975836"/>
                  </a:lnTo>
                  <a:lnTo>
                    <a:pt x="447674" y="6020933"/>
                  </a:lnTo>
                  <a:lnTo>
                    <a:pt x="466068" y="6065751"/>
                  </a:lnTo>
                  <a:lnTo>
                    <a:pt x="484794" y="6110289"/>
                  </a:lnTo>
                  <a:lnTo>
                    <a:pt x="503851" y="6154543"/>
                  </a:lnTo>
                  <a:lnTo>
                    <a:pt x="523237" y="6198510"/>
                  </a:lnTo>
                  <a:lnTo>
                    <a:pt x="542949" y="6242188"/>
                  </a:lnTo>
                  <a:lnTo>
                    <a:pt x="562985" y="6285572"/>
                  </a:lnTo>
                  <a:lnTo>
                    <a:pt x="583343" y="6328662"/>
                  </a:lnTo>
                  <a:lnTo>
                    <a:pt x="604020" y="6371452"/>
                  </a:lnTo>
                  <a:lnTo>
                    <a:pt x="625015" y="6413941"/>
                  </a:lnTo>
                  <a:lnTo>
                    <a:pt x="646325" y="6456125"/>
                  </a:lnTo>
                  <a:lnTo>
                    <a:pt x="667947" y="6498002"/>
                  </a:lnTo>
                  <a:lnTo>
                    <a:pt x="689880" y="6539568"/>
                  </a:lnTo>
                  <a:lnTo>
                    <a:pt x="712122" y="6580821"/>
                  </a:lnTo>
                  <a:lnTo>
                    <a:pt x="734670" y="6621756"/>
                  </a:lnTo>
                  <a:lnTo>
                    <a:pt x="757521" y="6662373"/>
                  </a:lnTo>
                  <a:lnTo>
                    <a:pt x="780675" y="6702666"/>
                  </a:lnTo>
                  <a:lnTo>
                    <a:pt x="804127" y="6742635"/>
                  </a:lnTo>
                  <a:lnTo>
                    <a:pt x="827877" y="6782274"/>
                  </a:lnTo>
                  <a:lnTo>
                    <a:pt x="851922" y="6821582"/>
                  </a:lnTo>
                  <a:lnTo>
                    <a:pt x="875548" y="6857999"/>
                  </a:lnTo>
                  <a:lnTo>
                    <a:pt x="6585957" y="6857999"/>
                  </a:lnTo>
                  <a:lnTo>
                    <a:pt x="6609581" y="6821582"/>
                  </a:lnTo>
                  <a:lnTo>
                    <a:pt x="6633626" y="6782274"/>
                  </a:lnTo>
                  <a:lnTo>
                    <a:pt x="6657376" y="6742635"/>
                  </a:lnTo>
                  <a:lnTo>
                    <a:pt x="6680828" y="6702666"/>
                  </a:lnTo>
                  <a:lnTo>
                    <a:pt x="6703982" y="6662373"/>
                  </a:lnTo>
                  <a:lnTo>
                    <a:pt x="6726833" y="6621756"/>
                  </a:lnTo>
                  <a:lnTo>
                    <a:pt x="6749381" y="6580821"/>
                  </a:lnTo>
                  <a:lnTo>
                    <a:pt x="6771622" y="6539568"/>
                  </a:lnTo>
                  <a:lnTo>
                    <a:pt x="6793556" y="6498002"/>
                  </a:lnTo>
                  <a:lnTo>
                    <a:pt x="6815178" y="6456125"/>
                  </a:lnTo>
                  <a:lnTo>
                    <a:pt x="6836488" y="6413941"/>
                  </a:lnTo>
                  <a:lnTo>
                    <a:pt x="6857483" y="6371452"/>
                  </a:lnTo>
                  <a:lnTo>
                    <a:pt x="6878160" y="6328662"/>
                  </a:lnTo>
                  <a:lnTo>
                    <a:pt x="6898518" y="6285572"/>
                  </a:lnTo>
                  <a:lnTo>
                    <a:pt x="6918554" y="6242188"/>
                  </a:lnTo>
                  <a:lnTo>
                    <a:pt x="6938266" y="6198510"/>
                  </a:lnTo>
                  <a:lnTo>
                    <a:pt x="6957651" y="6154543"/>
                  </a:lnTo>
                  <a:lnTo>
                    <a:pt x="6976709" y="6110289"/>
                  </a:lnTo>
                  <a:lnTo>
                    <a:pt x="6995435" y="6065751"/>
                  </a:lnTo>
                  <a:lnTo>
                    <a:pt x="7013829" y="6020933"/>
                  </a:lnTo>
                  <a:lnTo>
                    <a:pt x="7031887" y="5975836"/>
                  </a:lnTo>
                  <a:lnTo>
                    <a:pt x="7049608" y="5930466"/>
                  </a:lnTo>
                  <a:lnTo>
                    <a:pt x="7066989" y="5884823"/>
                  </a:lnTo>
                  <a:lnTo>
                    <a:pt x="7084028" y="5838911"/>
                  </a:lnTo>
                  <a:lnTo>
                    <a:pt x="7100723" y="5792734"/>
                  </a:lnTo>
                  <a:lnTo>
                    <a:pt x="7117072" y="5746294"/>
                  </a:lnTo>
                  <a:lnTo>
                    <a:pt x="7133072" y="5699594"/>
                  </a:lnTo>
                  <a:lnTo>
                    <a:pt x="7148721" y="5652637"/>
                  </a:lnTo>
                  <a:lnTo>
                    <a:pt x="7164017" y="5605427"/>
                  </a:lnTo>
                  <a:lnTo>
                    <a:pt x="7178958" y="5557965"/>
                  </a:lnTo>
                  <a:lnTo>
                    <a:pt x="7193541" y="5510256"/>
                  </a:lnTo>
                  <a:lnTo>
                    <a:pt x="7207764" y="5462301"/>
                  </a:lnTo>
                  <a:lnTo>
                    <a:pt x="7221625" y="5414105"/>
                  </a:lnTo>
                  <a:lnTo>
                    <a:pt x="7235122" y="5365670"/>
                  </a:lnTo>
                  <a:lnTo>
                    <a:pt x="7248252" y="5316999"/>
                  </a:lnTo>
                  <a:lnTo>
                    <a:pt x="7261014" y="5268095"/>
                  </a:lnTo>
                  <a:lnTo>
                    <a:pt x="7273405" y="5218962"/>
                  </a:lnTo>
                  <a:lnTo>
                    <a:pt x="7285422" y="5169601"/>
                  </a:lnTo>
                  <a:lnTo>
                    <a:pt x="7297064" y="5120016"/>
                  </a:lnTo>
                  <a:lnTo>
                    <a:pt x="7308328" y="5070210"/>
                  </a:lnTo>
                  <a:lnTo>
                    <a:pt x="7319212" y="5020186"/>
                  </a:lnTo>
                  <a:lnTo>
                    <a:pt x="7329714" y="4969948"/>
                  </a:lnTo>
                  <a:lnTo>
                    <a:pt x="7339831" y="4919497"/>
                  </a:lnTo>
                  <a:lnTo>
                    <a:pt x="7349562" y="4868837"/>
                  </a:lnTo>
                  <a:lnTo>
                    <a:pt x="7358904" y="4817971"/>
                  </a:lnTo>
                  <a:lnTo>
                    <a:pt x="7367855" y="4766902"/>
                  </a:lnTo>
                  <a:lnTo>
                    <a:pt x="7376412" y="4715633"/>
                  </a:lnTo>
                  <a:lnTo>
                    <a:pt x="7384574" y="4664167"/>
                  </a:lnTo>
                  <a:lnTo>
                    <a:pt x="7392338" y="4612507"/>
                  </a:lnTo>
                  <a:lnTo>
                    <a:pt x="7399702" y="4560655"/>
                  </a:lnTo>
                  <a:lnTo>
                    <a:pt x="7406663" y="4508616"/>
                  </a:lnTo>
                  <a:lnTo>
                    <a:pt x="7413220" y="4456391"/>
                  </a:lnTo>
                  <a:lnTo>
                    <a:pt x="7419370" y="4403984"/>
                  </a:lnTo>
                  <a:lnTo>
                    <a:pt x="7425111" y="4351399"/>
                  </a:lnTo>
                  <a:lnTo>
                    <a:pt x="7430441" y="4298636"/>
                  </a:lnTo>
                  <a:lnTo>
                    <a:pt x="7435357" y="4245701"/>
                  </a:lnTo>
                  <a:lnTo>
                    <a:pt x="7439858" y="4192596"/>
                  </a:lnTo>
                  <a:lnTo>
                    <a:pt x="7443940" y="4139323"/>
                  </a:lnTo>
                  <a:lnTo>
                    <a:pt x="7447603" y="4085886"/>
                  </a:lnTo>
                  <a:lnTo>
                    <a:pt x="7450842" y="4032288"/>
                  </a:lnTo>
                  <a:lnTo>
                    <a:pt x="7453657" y="3978531"/>
                  </a:lnTo>
                  <a:lnTo>
                    <a:pt x="7456045" y="3924620"/>
                  </a:lnTo>
                  <a:lnTo>
                    <a:pt x="7458004" y="3870556"/>
                  </a:lnTo>
                  <a:lnTo>
                    <a:pt x="7459532" y="3816343"/>
                  </a:lnTo>
                  <a:lnTo>
                    <a:pt x="7460626" y="3761983"/>
                  </a:lnTo>
                  <a:lnTo>
                    <a:pt x="7461284" y="3707480"/>
                  </a:lnTo>
                  <a:lnTo>
                    <a:pt x="7461504" y="3652837"/>
                  </a:lnTo>
                  <a:lnTo>
                    <a:pt x="7461281" y="3597882"/>
                  </a:lnTo>
                  <a:lnTo>
                    <a:pt x="7460616" y="3543069"/>
                  </a:lnTo>
                  <a:lnTo>
                    <a:pt x="7459509" y="3488401"/>
                  </a:lnTo>
                  <a:lnTo>
                    <a:pt x="7457964" y="3433881"/>
                  </a:lnTo>
                  <a:lnTo>
                    <a:pt x="7455983" y="3379512"/>
                  </a:lnTo>
                  <a:lnTo>
                    <a:pt x="7453568" y="3325297"/>
                  </a:lnTo>
                  <a:lnTo>
                    <a:pt x="7450721" y="3271240"/>
                  </a:lnTo>
                  <a:lnTo>
                    <a:pt x="7447444" y="3217342"/>
                  </a:lnTo>
                  <a:lnTo>
                    <a:pt x="7443741" y="3163608"/>
                  </a:lnTo>
                  <a:lnTo>
                    <a:pt x="7439612" y="3110040"/>
                  </a:lnTo>
                  <a:lnTo>
                    <a:pt x="7435061" y="3056641"/>
                  </a:lnTo>
                  <a:lnTo>
                    <a:pt x="7430089" y="3003415"/>
                  </a:lnTo>
                  <a:lnTo>
                    <a:pt x="7424699" y="2950364"/>
                  </a:lnTo>
                  <a:lnTo>
                    <a:pt x="7418893" y="2897491"/>
                  </a:lnTo>
                  <a:lnTo>
                    <a:pt x="7412674" y="2844800"/>
                  </a:lnTo>
                  <a:lnTo>
                    <a:pt x="7406044" y="2792293"/>
                  </a:lnTo>
                  <a:lnTo>
                    <a:pt x="7399004" y="2739974"/>
                  </a:lnTo>
                  <a:lnTo>
                    <a:pt x="7391558" y="2687846"/>
                  </a:lnTo>
                  <a:lnTo>
                    <a:pt x="7383707" y="2635911"/>
                  </a:lnTo>
                  <a:lnTo>
                    <a:pt x="7375454" y="2584173"/>
                  </a:lnTo>
                  <a:lnTo>
                    <a:pt x="7366802" y="2532634"/>
                  </a:lnTo>
                  <a:lnTo>
                    <a:pt x="7357751" y="2481298"/>
                  </a:lnTo>
                  <a:lnTo>
                    <a:pt x="7348306" y="2430168"/>
                  </a:lnTo>
                  <a:lnTo>
                    <a:pt x="7338467" y="2379247"/>
                  </a:lnTo>
                  <a:lnTo>
                    <a:pt x="7328237" y="2328537"/>
                  </a:lnTo>
                  <a:lnTo>
                    <a:pt x="7317619" y="2278043"/>
                  </a:lnTo>
                  <a:lnTo>
                    <a:pt x="7306615" y="2227766"/>
                  </a:lnTo>
                  <a:lnTo>
                    <a:pt x="7295226" y="2177711"/>
                  </a:lnTo>
                  <a:lnTo>
                    <a:pt x="7283456" y="2127879"/>
                  </a:lnTo>
                  <a:lnTo>
                    <a:pt x="7271307" y="2078274"/>
                  </a:lnTo>
                  <a:lnTo>
                    <a:pt x="7258780" y="2028900"/>
                  </a:lnTo>
                  <a:lnTo>
                    <a:pt x="7245879" y="1979759"/>
                  </a:lnTo>
                  <a:lnTo>
                    <a:pt x="7232605" y="1930853"/>
                  </a:lnTo>
                  <a:lnTo>
                    <a:pt x="7218960" y="1882187"/>
                  </a:lnTo>
                  <a:lnTo>
                    <a:pt x="7204948" y="1833763"/>
                  </a:lnTo>
                  <a:lnTo>
                    <a:pt x="7190570" y="1785585"/>
                  </a:lnTo>
                  <a:lnTo>
                    <a:pt x="7175828" y="1737655"/>
                  </a:lnTo>
                  <a:lnTo>
                    <a:pt x="7160726" y="1689976"/>
                  </a:lnTo>
                  <a:lnTo>
                    <a:pt x="7145264" y="1642551"/>
                  </a:lnTo>
                  <a:lnTo>
                    <a:pt x="7129445" y="1595384"/>
                  </a:lnTo>
                  <a:lnTo>
                    <a:pt x="7113273" y="1548478"/>
                  </a:lnTo>
                  <a:lnTo>
                    <a:pt x="7096748" y="1501835"/>
                  </a:lnTo>
                  <a:lnTo>
                    <a:pt x="7079873" y="1455458"/>
                  </a:lnTo>
                  <a:lnTo>
                    <a:pt x="7062651" y="1409351"/>
                  </a:lnTo>
                  <a:lnTo>
                    <a:pt x="7045083" y="1363517"/>
                  </a:lnTo>
                  <a:lnTo>
                    <a:pt x="7027172" y="1317958"/>
                  </a:lnTo>
                  <a:lnTo>
                    <a:pt x="7008921" y="1272678"/>
                  </a:lnTo>
                  <a:lnTo>
                    <a:pt x="6990331" y="1227680"/>
                  </a:lnTo>
                  <a:lnTo>
                    <a:pt x="6971405" y="1182967"/>
                  </a:lnTo>
                  <a:lnTo>
                    <a:pt x="6952146" y="1138541"/>
                  </a:lnTo>
                  <a:lnTo>
                    <a:pt x="6932554" y="1094407"/>
                  </a:lnTo>
                  <a:lnTo>
                    <a:pt x="6912633" y="1050566"/>
                  </a:lnTo>
                  <a:lnTo>
                    <a:pt x="6892386" y="1007022"/>
                  </a:lnTo>
                  <a:lnTo>
                    <a:pt x="6871813" y="963778"/>
                  </a:lnTo>
                  <a:lnTo>
                    <a:pt x="6850918" y="920837"/>
                  </a:lnTo>
                  <a:lnTo>
                    <a:pt x="6829702" y="878202"/>
                  </a:lnTo>
                  <a:lnTo>
                    <a:pt x="6808169" y="835876"/>
                  </a:lnTo>
                  <a:lnTo>
                    <a:pt x="6786320" y="793863"/>
                  </a:lnTo>
                  <a:lnTo>
                    <a:pt x="6764157" y="752164"/>
                  </a:lnTo>
                  <a:lnTo>
                    <a:pt x="6741684" y="710784"/>
                  </a:lnTo>
                  <a:lnTo>
                    <a:pt x="6718901" y="669725"/>
                  </a:lnTo>
                  <a:lnTo>
                    <a:pt x="6695812" y="628990"/>
                  </a:lnTo>
                  <a:lnTo>
                    <a:pt x="6672419" y="588583"/>
                  </a:lnTo>
                  <a:lnTo>
                    <a:pt x="6648723" y="548506"/>
                  </a:lnTo>
                  <a:lnTo>
                    <a:pt x="6624728" y="508762"/>
                  </a:lnTo>
                  <a:lnTo>
                    <a:pt x="6600436" y="469355"/>
                  </a:lnTo>
                  <a:lnTo>
                    <a:pt x="6575848" y="430287"/>
                  </a:lnTo>
                  <a:lnTo>
                    <a:pt x="6550967" y="391562"/>
                  </a:lnTo>
                  <a:lnTo>
                    <a:pt x="6525795" y="353183"/>
                  </a:lnTo>
                  <a:lnTo>
                    <a:pt x="6500336" y="315152"/>
                  </a:lnTo>
                  <a:lnTo>
                    <a:pt x="6474590" y="277472"/>
                  </a:lnTo>
                  <a:lnTo>
                    <a:pt x="6448560" y="240148"/>
                  </a:lnTo>
                  <a:lnTo>
                    <a:pt x="6422249" y="203181"/>
                  </a:lnTo>
                  <a:lnTo>
                    <a:pt x="6395658" y="166574"/>
                  </a:lnTo>
                  <a:lnTo>
                    <a:pt x="6368790" y="130332"/>
                  </a:lnTo>
                  <a:lnTo>
                    <a:pt x="626641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2710657" y="2783840"/>
            <a:ext cx="3721735" cy="98551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300" spc="-5" dirty="0">
                <a:latin typeface="Calibri Light"/>
                <a:cs typeface="Calibri Light"/>
              </a:rPr>
              <a:t>User</a:t>
            </a:r>
            <a:r>
              <a:rPr sz="6300" spc="-80" dirty="0">
                <a:latin typeface="Calibri Light"/>
                <a:cs typeface="Calibri Light"/>
              </a:rPr>
              <a:t> </a:t>
            </a:r>
            <a:r>
              <a:rPr sz="6300" spc="-5" dirty="0">
                <a:latin typeface="Calibri Light"/>
                <a:cs typeface="Calibri Light"/>
              </a:rPr>
              <a:t>Needs</a:t>
            </a:r>
            <a:endParaRPr sz="6300">
              <a:latin typeface="Calibri Light"/>
              <a:cs typeface="Calibri Ligh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561492" y="5732779"/>
            <a:ext cx="2021839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5" dirty="0">
                <a:latin typeface="Calibri"/>
                <a:cs typeface="Calibri"/>
              </a:rPr>
              <a:t>Strategy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(Part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2)</a:t>
            </a:r>
            <a:endParaRPr sz="2400" dirty="0">
              <a:latin typeface="Calibri"/>
              <a:cs typeface="Calibri"/>
            </a:endParaRPr>
          </a:p>
        </p:txBody>
      </p:sp>
      <p:sp>
        <p:nvSpPr>
          <p:cNvPr id="10" name="object 1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788920" y="5524785"/>
            <a:ext cx="3566160" cy="27940"/>
          </a:xfrm>
          <a:custGeom>
            <a:avLst/>
            <a:gdLst/>
            <a:ahLst/>
            <a:cxnLst/>
            <a:rect l="l" t="t" r="r" b="b"/>
            <a:pathLst>
              <a:path w="3566160" h="27939">
                <a:moveTo>
                  <a:pt x="3566159" y="0"/>
                </a:moveTo>
                <a:lnTo>
                  <a:pt x="0" y="0"/>
                </a:lnTo>
                <a:lnTo>
                  <a:pt x="0" y="27432"/>
                </a:lnTo>
                <a:lnTo>
                  <a:pt x="3566159" y="27432"/>
                </a:lnTo>
                <a:lnTo>
                  <a:pt x="3566159" y="0"/>
                </a:lnTo>
                <a:close/>
              </a:path>
            </a:pathLst>
          </a:custGeom>
          <a:solidFill>
            <a:srgbClr val="ED7D31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UXD diagram "/>
          <p:cNvGrpSpPr/>
          <p:nvPr/>
        </p:nvGrpSpPr>
        <p:grpSpPr>
          <a:xfrm>
            <a:off x="1143131" y="735496"/>
            <a:ext cx="6120765" cy="5824220"/>
            <a:chOff x="1143131" y="735496"/>
            <a:chExt cx="6120765" cy="582422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558481" y="735496"/>
              <a:ext cx="4705178" cy="5824053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1149481" y="5851500"/>
              <a:ext cx="1431925" cy="542290"/>
            </a:xfrm>
            <a:custGeom>
              <a:avLst/>
              <a:gdLst/>
              <a:ahLst/>
              <a:cxnLst/>
              <a:rect l="l" t="t" r="r" b="b"/>
              <a:pathLst>
                <a:path w="1431925" h="542289">
                  <a:moveTo>
                    <a:pt x="1160618" y="0"/>
                  </a:moveTo>
                  <a:lnTo>
                    <a:pt x="1160618" y="135501"/>
                  </a:lnTo>
                  <a:lnTo>
                    <a:pt x="0" y="135501"/>
                  </a:lnTo>
                  <a:lnTo>
                    <a:pt x="0" y="406506"/>
                  </a:lnTo>
                  <a:lnTo>
                    <a:pt x="1160618" y="406506"/>
                  </a:lnTo>
                  <a:lnTo>
                    <a:pt x="1160618" y="542007"/>
                  </a:lnTo>
                  <a:lnTo>
                    <a:pt x="1431621" y="271004"/>
                  </a:lnTo>
                  <a:lnTo>
                    <a:pt x="1160618" y="0"/>
                  </a:lnTo>
                  <a:close/>
                </a:path>
              </a:pathLst>
            </a:custGeom>
            <a:solidFill>
              <a:srgbClr val="4472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149481" y="5851500"/>
              <a:ext cx="1431925" cy="542290"/>
            </a:xfrm>
            <a:custGeom>
              <a:avLst/>
              <a:gdLst/>
              <a:ahLst/>
              <a:cxnLst/>
              <a:rect l="l" t="t" r="r" b="b"/>
              <a:pathLst>
                <a:path w="1431925" h="542289">
                  <a:moveTo>
                    <a:pt x="0" y="135501"/>
                  </a:moveTo>
                  <a:lnTo>
                    <a:pt x="1160619" y="135501"/>
                  </a:lnTo>
                  <a:lnTo>
                    <a:pt x="1160619" y="0"/>
                  </a:lnTo>
                  <a:lnTo>
                    <a:pt x="1431622" y="271004"/>
                  </a:lnTo>
                  <a:lnTo>
                    <a:pt x="1160619" y="542008"/>
                  </a:lnTo>
                  <a:lnTo>
                    <a:pt x="1160619" y="406506"/>
                  </a:lnTo>
                  <a:lnTo>
                    <a:pt x="0" y="406506"/>
                  </a:lnTo>
                  <a:lnTo>
                    <a:pt x="0" y="135501"/>
                  </a:lnTo>
                  <a:close/>
                </a:path>
              </a:pathLst>
            </a:custGeom>
            <a:ln w="12700">
              <a:solidFill>
                <a:srgbClr val="2F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78739" y="6513068"/>
            <a:ext cx="2018664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Calibri"/>
                <a:cs typeface="Calibri"/>
              </a:rPr>
              <a:t>Source: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Garrett,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2002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93864" y="2665476"/>
            <a:ext cx="1442085" cy="1293495"/>
          </a:xfrm>
          <a:prstGeom prst="rect">
            <a:avLst/>
          </a:prstGeom>
        </p:spPr>
        <p:txBody>
          <a:bodyPr vert="horz" wrap="square" lIns="0" tIns="93980" rIns="0" bIns="0" rtlCol="0">
            <a:spAutoFit/>
          </a:bodyPr>
          <a:lstStyle/>
          <a:p>
            <a:pPr marL="12700" marR="5080">
              <a:lnSpc>
                <a:spcPts val="4700"/>
              </a:lnSpc>
              <a:spcBef>
                <a:spcPts val="740"/>
              </a:spcBef>
            </a:pPr>
            <a:r>
              <a:rPr sz="4400" spc="-5" dirty="0">
                <a:solidFill>
                  <a:srgbClr val="FFFFFF"/>
                </a:solidFill>
                <a:latin typeface="Calibri Light"/>
                <a:cs typeface="Calibri Light"/>
              </a:rPr>
              <a:t>User </a:t>
            </a:r>
            <a:r>
              <a:rPr sz="4400" dirty="0">
                <a:solidFill>
                  <a:srgbClr val="FFFFFF"/>
                </a:solidFill>
                <a:latin typeface="Calibri Light"/>
                <a:cs typeface="Calibri Light"/>
              </a:rPr>
              <a:t> Needs</a:t>
            </a:r>
            <a:endParaRPr sz="4400">
              <a:latin typeface="Calibri Light"/>
              <a:cs typeface="Calibri Light"/>
            </a:endParaRPr>
          </a:p>
        </p:txBody>
      </p:sp>
      <p:sp>
        <p:nvSpPr>
          <p:cNvPr id="3" name="object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130598" y="4433707"/>
            <a:ext cx="1658620" cy="2169160"/>
          </a:xfrm>
          <a:custGeom>
            <a:avLst/>
            <a:gdLst/>
            <a:ahLst/>
            <a:cxnLst/>
            <a:rect l="l" t="t" r="r" b="b"/>
            <a:pathLst>
              <a:path w="1658620" h="2169159">
                <a:moveTo>
                  <a:pt x="100872" y="2041064"/>
                </a:moveTo>
                <a:lnTo>
                  <a:pt x="62419" y="2041713"/>
                </a:lnTo>
                <a:lnTo>
                  <a:pt x="17838" y="2061067"/>
                </a:lnTo>
                <a:lnTo>
                  <a:pt x="0" y="2106275"/>
                </a:lnTo>
                <a:lnTo>
                  <a:pt x="5406" y="2130905"/>
                </a:lnTo>
                <a:lnTo>
                  <a:pt x="19353" y="2150856"/>
                </a:lnTo>
                <a:lnTo>
                  <a:pt x="39764" y="2164122"/>
                </a:lnTo>
                <a:lnTo>
                  <a:pt x="64561" y="2168695"/>
                </a:lnTo>
                <a:lnTo>
                  <a:pt x="105156" y="2168010"/>
                </a:lnTo>
                <a:lnTo>
                  <a:pt x="146570" y="2165912"/>
                </a:lnTo>
                <a:lnTo>
                  <a:pt x="187716" y="2162435"/>
                </a:lnTo>
                <a:lnTo>
                  <a:pt x="228574" y="2157598"/>
                </a:lnTo>
                <a:lnTo>
                  <a:pt x="269130" y="2151416"/>
                </a:lnTo>
                <a:lnTo>
                  <a:pt x="309365" y="2143910"/>
                </a:lnTo>
                <a:lnTo>
                  <a:pt x="349265" y="2135096"/>
                </a:lnTo>
                <a:lnTo>
                  <a:pt x="388811" y="2124993"/>
                </a:lnTo>
                <a:lnTo>
                  <a:pt x="427991" y="2113621"/>
                </a:lnTo>
                <a:lnTo>
                  <a:pt x="479404" y="2091645"/>
                </a:lnTo>
                <a:lnTo>
                  <a:pt x="501083" y="2049055"/>
                </a:lnTo>
                <a:lnTo>
                  <a:pt x="500164" y="2041118"/>
                </a:lnTo>
                <a:lnTo>
                  <a:pt x="99800" y="2041118"/>
                </a:lnTo>
                <a:lnTo>
                  <a:pt x="100872" y="2041064"/>
                </a:lnTo>
                <a:close/>
              </a:path>
              <a:path w="1658620" h="2169159">
                <a:moveTo>
                  <a:pt x="101942" y="2041046"/>
                </a:moveTo>
                <a:lnTo>
                  <a:pt x="100872" y="2041064"/>
                </a:lnTo>
                <a:lnTo>
                  <a:pt x="99800" y="2041118"/>
                </a:lnTo>
                <a:lnTo>
                  <a:pt x="101942" y="2041046"/>
                </a:lnTo>
                <a:close/>
              </a:path>
              <a:path w="1658620" h="2169159">
                <a:moveTo>
                  <a:pt x="500155" y="2041046"/>
                </a:moveTo>
                <a:lnTo>
                  <a:pt x="101942" y="2041046"/>
                </a:lnTo>
                <a:lnTo>
                  <a:pt x="99800" y="2041118"/>
                </a:lnTo>
                <a:lnTo>
                  <a:pt x="500164" y="2041118"/>
                </a:lnTo>
                <a:close/>
              </a:path>
              <a:path w="1658620" h="2169159">
                <a:moveTo>
                  <a:pt x="138009" y="2039183"/>
                </a:moveTo>
                <a:lnTo>
                  <a:pt x="100872" y="2041064"/>
                </a:lnTo>
                <a:lnTo>
                  <a:pt x="101942" y="2041046"/>
                </a:lnTo>
                <a:lnTo>
                  <a:pt x="500155" y="2041046"/>
                </a:lnTo>
                <a:lnTo>
                  <a:pt x="499950" y="2039273"/>
                </a:lnTo>
                <a:lnTo>
                  <a:pt x="136944" y="2039273"/>
                </a:lnTo>
                <a:lnTo>
                  <a:pt x="138009" y="2039183"/>
                </a:lnTo>
                <a:close/>
              </a:path>
              <a:path w="1658620" h="2169159">
                <a:moveTo>
                  <a:pt x="139077" y="2039129"/>
                </a:moveTo>
                <a:lnTo>
                  <a:pt x="138009" y="2039183"/>
                </a:lnTo>
                <a:lnTo>
                  <a:pt x="136944" y="2039273"/>
                </a:lnTo>
                <a:lnTo>
                  <a:pt x="139077" y="2039129"/>
                </a:lnTo>
                <a:close/>
              </a:path>
              <a:path w="1658620" h="2169159">
                <a:moveTo>
                  <a:pt x="499933" y="2039129"/>
                </a:moveTo>
                <a:lnTo>
                  <a:pt x="139077" y="2039129"/>
                </a:lnTo>
                <a:lnTo>
                  <a:pt x="136944" y="2039273"/>
                </a:lnTo>
                <a:lnTo>
                  <a:pt x="499950" y="2039273"/>
                </a:lnTo>
                <a:lnTo>
                  <a:pt x="499933" y="2039129"/>
                </a:lnTo>
                <a:close/>
              </a:path>
              <a:path w="1658620" h="2169159">
                <a:moveTo>
                  <a:pt x="174901" y="2036066"/>
                </a:moveTo>
                <a:lnTo>
                  <a:pt x="138009" y="2039183"/>
                </a:lnTo>
                <a:lnTo>
                  <a:pt x="139077" y="2039129"/>
                </a:lnTo>
                <a:lnTo>
                  <a:pt x="499933" y="2039129"/>
                </a:lnTo>
                <a:lnTo>
                  <a:pt x="499593" y="2036191"/>
                </a:lnTo>
                <a:lnTo>
                  <a:pt x="173842" y="2036191"/>
                </a:lnTo>
                <a:lnTo>
                  <a:pt x="174901" y="2036066"/>
                </a:lnTo>
                <a:close/>
              </a:path>
              <a:path w="1658620" h="2169159">
                <a:moveTo>
                  <a:pt x="175962" y="2035976"/>
                </a:moveTo>
                <a:lnTo>
                  <a:pt x="174901" y="2036066"/>
                </a:lnTo>
                <a:lnTo>
                  <a:pt x="173842" y="2036191"/>
                </a:lnTo>
                <a:lnTo>
                  <a:pt x="175962" y="2035976"/>
                </a:lnTo>
                <a:close/>
              </a:path>
              <a:path w="1658620" h="2169159">
                <a:moveTo>
                  <a:pt x="499568" y="2035976"/>
                </a:moveTo>
                <a:lnTo>
                  <a:pt x="175962" y="2035976"/>
                </a:lnTo>
                <a:lnTo>
                  <a:pt x="173842" y="2036191"/>
                </a:lnTo>
                <a:lnTo>
                  <a:pt x="499593" y="2036191"/>
                </a:lnTo>
                <a:lnTo>
                  <a:pt x="499568" y="2035976"/>
                </a:lnTo>
                <a:close/>
              </a:path>
              <a:path w="1658620" h="2169159">
                <a:moveTo>
                  <a:pt x="211540" y="2031727"/>
                </a:moveTo>
                <a:lnTo>
                  <a:pt x="174901" y="2036066"/>
                </a:lnTo>
                <a:lnTo>
                  <a:pt x="175962" y="2035976"/>
                </a:lnTo>
                <a:lnTo>
                  <a:pt x="499568" y="2035976"/>
                </a:lnTo>
                <a:lnTo>
                  <a:pt x="499094" y="2031888"/>
                </a:lnTo>
                <a:lnTo>
                  <a:pt x="210488" y="2031888"/>
                </a:lnTo>
                <a:lnTo>
                  <a:pt x="211540" y="2031727"/>
                </a:lnTo>
                <a:close/>
              </a:path>
              <a:path w="1658620" h="2169159">
                <a:moveTo>
                  <a:pt x="212589" y="2031603"/>
                </a:moveTo>
                <a:lnTo>
                  <a:pt x="211540" y="2031727"/>
                </a:lnTo>
                <a:lnTo>
                  <a:pt x="210488" y="2031888"/>
                </a:lnTo>
                <a:lnTo>
                  <a:pt x="212589" y="2031603"/>
                </a:lnTo>
                <a:close/>
              </a:path>
              <a:path w="1658620" h="2169159">
                <a:moveTo>
                  <a:pt x="499061" y="2031603"/>
                </a:moveTo>
                <a:lnTo>
                  <a:pt x="212589" y="2031603"/>
                </a:lnTo>
                <a:lnTo>
                  <a:pt x="210488" y="2031888"/>
                </a:lnTo>
                <a:lnTo>
                  <a:pt x="499094" y="2031888"/>
                </a:lnTo>
                <a:lnTo>
                  <a:pt x="499061" y="2031603"/>
                </a:lnTo>
                <a:close/>
              </a:path>
              <a:path w="1658620" h="2169159">
                <a:moveTo>
                  <a:pt x="247907" y="2026185"/>
                </a:moveTo>
                <a:lnTo>
                  <a:pt x="211540" y="2031727"/>
                </a:lnTo>
                <a:lnTo>
                  <a:pt x="212589" y="2031603"/>
                </a:lnTo>
                <a:lnTo>
                  <a:pt x="499061" y="2031603"/>
                </a:lnTo>
                <a:lnTo>
                  <a:pt x="498456" y="2026377"/>
                </a:lnTo>
                <a:lnTo>
                  <a:pt x="246874" y="2026377"/>
                </a:lnTo>
                <a:lnTo>
                  <a:pt x="247907" y="2026185"/>
                </a:lnTo>
                <a:close/>
              </a:path>
              <a:path w="1658620" h="2169159">
                <a:moveTo>
                  <a:pt x="248953" y="2026025"/>
                </a:moveTo>
                <a:lnTo>
                  <a:pt x="247907" y="2026185"/>
                </a:lnTo>
                <a:lnTo>
                  <a:pt x="246874" y="2026377"/>
                </a:lnTo>
                <a:lnTo>
                  <a:pt x="248953" y="2026025"/>
                </a:lnTo>
                <a:close/>
              </a:path>
              <a:path w="1658620" h="2169159">
                <a:moveTo>
                  <a:pt x="498415" y="2026025"/>
                </a:moveTo>
                <a:lnTo>
                  <a:pt x="248953" y="2026025"/>
                </a:lnTo>
                <a:lnTo>
                  <a:pt x="246874" y="2026377"/>
                </a:lnTo>
                <a:lnTo>
                  <a:pt x="498456" y="2026377"/>
                </a:lnTo>
                <a:lnTo>
                  <a:pt x="498415" y="2026025"/>
                </a:lnTo>
                <a:close/>
              </a:path>
              <a:path w="1658620" h="2169159">
                <a:moveTo>
                  <a:pt x="284013" y="2019448"/>
                </a:moveTo>
                <a:lnTo>
                  <a:pt x="247907" y="2026185"/>
                </a:lnTo>
                <a:lnTo>
                  <a:pt x="248953" y="2026025"/>
                </a:lnTo>
                <a:lnTo>
                  <a:pt x="498415" y="2026025"/>
                </a:lnTo>
                <a:lnTo>
                  <a:pt x="498181" y="2024007"/>
                </a:lnTo>
                <a:lnTo>
                  <a:pt x="495736" y="2019674"/>
                </a:lnTo>
                <a:lnTo>
                  <a:pt x="282992" y="2019674"/>
                </a:lnTo>
                <a:lnTo>
                  <a:pt x="284013" y="2019448"/>
                </a:lnTo>
                <a:close/>
              </a:path>
              <a:path w="1658620" h="2169159">
                <a:moveTo>
                  <a:pt x="285043" y="2019256"/>
                </a:moveTo>
                <a:lnTo>
                  <a:pt x="284013" y="2019448"/>
                </a:lnTo>
                <a:lnTo>
                  <a:pt x="282992" y="2019674"/>
                </a:lnTo>
                <a:lnTo>
                  <a:pt x="285043" y="2019256"/>
                </a:lnTo>
                <a:close/>
              </a:path>
              <a:path w="1658620" h="2169159">
                <a:moveTo>
                  <a:pt x="495500" y="2019256"/>
                </a:moveTo>
                <a:lnTo>
                  <a:pt x="285043" y="2019256"/>
                </a:lnTo>
                <a:lnTo>
                  <a:pt x="282992" y="2019674"/>
                </a:lnTo>
                <a:lnTo>
                  <a:pt x="495736" y="2019674"/>
                </a:lnTo>
                <a:lnTo>
                  <a:pt x="495500" y="2019256"/>
                </a:lnTo>
                <a:close/>
              </a:path>
              <a:path w="1658620" h="2169159">
                <a:moveTo>
                  <a:pt x="319843" y="2011533"/>
                </a:moveTo>
                <a:lnTo>
                  <a:pt x="284013" y="2019448"/>
                </a:lnTo>
                <a:lnTo>
                  <a:pt x="285043" y="2019256"/>
                </a:lnTo>
                <a:lnTo>
                  <a:pt x="495500" y="2019256"/>
                </a:lnTo>
                <a:lnTo>
                  <a:pt x="491287" y="2011790"/>
                </a:lnTo>
                <a:lnTo>
                  <a:pt x="318837" y="2011790"/>
                </a:lnTo>
                <a:lnTo>
                  <a:pt x="319843" y="2011533"/>
                </a:lnTo>
                <a:close/>
              </a:path>
              <a:path w="1658620" h="2169159">
                <a:moveTo>
                  <a:pt x="320856" y="2011309"/>
                </a:moveTo>
                <a:lnTo>
                  <a:pt x="319843" y="2011533"/>
                </a:lnTo>
                <a:lnTo>
                  <a:pt x="318837" y="2011790"/>
                </a:lnTo>
                <a:lnTo>
                  <a:pt x="320856" y="2011309"/>
                </a:lnTo>
                <a:close/>
              </a:path>
              <a:path w="1658620" h="2169159">
                <a:moveTo>
                  <a:pt x="491016" y="2011309"/>
                </a:moveTo>
                <a:lnTo>
                  <a:pt x="320856" y="2011309"/>
                </a:lnTo>
                <a:lnTo>
                  <a:pt x="318837" y="2011790"/>
                </a:lnTo>
                <a:lnTo>
                  <a:pt x="491287" y="2011790"/>
                </a:lnTo>
                <a:lnTo>
                  <a:pt x="491016" y="2011309"/>
                </a:lnTo>
                <a:close/>
              </a:path>
              <a:path w="1658620" h="2169159">
                <a:moveTo>
                  <a:pt x="355379" y="2002455"/>
                </a:moveTo>
                <a:lnTo>
                  <a:pt x="319843" y="2011533"/>
                </a:lnTo>
                <a:lnTo>
                  <a:pt x="320856" y="2011309"/>
                </a:lnTo>
                <a:lnTo>
                  <a:pt x="491016" y="2011309"/>
                </a:lnTo>
                <a:lnTo>
                  <a:pt x="486180" y="2002741"/>
                </a:lnTo>
                <a:lnTo>
                  <a:pt x="354397" y="2002741"/>
                </a:lnTo>
                <a:lnTo>
                  <a:pt x="355379" y="2002455"/>
                </a:lnTo>
                <a:close/>
              </a:path>
              <a:path w="1658620" h="2169159">
                <a:moveTo>
                  <a:pt x="356382" y="2002199"/>
                </a:moveTo>
                <a:lnTo>
                  <a:pt x="355379" y="2002455"/>
                </a:lnTo>
                <a:lnTo>
                  <a:pt x="354397" y="2002741"/>
                </a:lnTo>
                <a:lnTo>
                  <a:pt x="356382" y="2002199"/>
                </a:lnTo>
                <a:close/>
              </a:path>
              <a:path w="1658620" h="2169159">
                <a:moveTo>
                  <a:pt x="485875" y="2002199"/>
                </a:moveTo>
                <a:lnTo>
                  <a:pt x="356382" y="2002199"/>
                </a:lnTo>
                <a:lnTo>
                  <a:pt x="354397" y="2002741"/>
                </a:lnTo>
                <a:lnTo>
                  <a:pt x="486180" y="2002741"/>
                </a:lnTo>
                <a:lnTo>
                  <a:pt x="485875" y="2002199"/>
                </a:lnTo>
                <a:close/>
              </a:path>
              <a:path w="1658620" h="2169159">
                <a:moveTo>
                  <a:pt x="472846" y="1991939"/>
                </a:moveTo>
                <a:lnTo>
                  <a:pt x="391610" y="1991939"/>
                </a:lnTo>
                <a:lnTo>
                  <a:pt x="389665" y="1992538"/>
                </a:lnTo>
                <a:lnTo>
                  <a:pt x="355379" y="2002455"/>
                </a:lnTo>
                <a:lnTo>
                  <a:pt x="356382" y="2002199"/>
                </a:lnTo>
                <a:lnTo>
                  <a:pt x="485875" y="2002199"/>
                </a:lnTo>
                <a:lnTo>
                  <a:pt x="485788" y="2002047"/>
                </a:lnTo>
                <a:lnTo>
                  <a:pt x="472846" y="1991939"/>
                </a:lnTo>
                <a:close/>
              </a:path>
              <a:path w="1658620" h="2169159">
                <a:moveTo>
                  <a:pt x="390632" y="1992223"/>
                </a:moveTo>
                <a:lnTo>
                  <a:pt x="389548" y="1992538"/>
                </a:lnTo>
                <a:lnTo>
                  <a:pt x="390632" y="1992223"/>
                </a:lnTo>
                <a:close/>
              </a:path>
              <a:path w="1658620" h="2169159">
                <a:moveTo>
                  <a:pt x="391610" y="1991939"/>
                </a:moveTo>
                <a:lnTo>
                  <a:pt x="390632" y="1992223"/>
                </a:lnTo>
                <a:lnTo>
                  <a:pt x="389665" y="1992538"/>
                </a:lnTo>
                <a:lnTo>
                  <a:pt x="391610" y="1991939"/>
                </a:lnTo>
                <a:close/>
              </a:path>
              <a:path w="1658620" h="2169159">
                <a:moveTo>
                  <a:pt x="443199" y="1980367"/>
                </a:moveTo>
                <a:lnTo>
                  <a:pt x="418151" y="1983269"/>
                </a:lnTo>
                <a:lnTo>
                  <a:pt x="390632" y="1992223"/>
                </a:lnTo>
                <a:lnTo>
                  <a:pt x="391610" y="1991939"/>
                </a:lnTo>
                <a:lnTo>
                  <a:pt x="472846" y="1991939"/>
                </a:lnTo>
                <a:lnTo>
                  <a:pt x="466603" y="1987063"/>
                </a:lnTo>
                <a:lnTo>
                  <a:pt x="443199" y="1980367"/>
                </a:lnTo>
                <a:close/>
              </a:path>
              <a:path w="1658620" h="2169159">
                <a:moveTo>
                  <a:pt x="877137" y="1709311"/>
                </a:moveTo>
                <a:lnTo>
                  <a:pt x="835179" y="1745176"/>
                </a:lnTo>
                <a:lnTo>
                  <a:pt x="819633" y="1765029"/>
                </a:lnTo>
                <a:lnTo>
                  <a:pt x="813132" y="1788489"/>
                </a:lnTo>
                <a:lnTo>
                  <a:pt x="815903" y="1812674"/>
                </a:lnTo>
                <a:lnTo>
                  <a:pt x="828169" y="1834705"/>
                </a:lnTo>
                <a:lnTo>
                  <a:pt x="848023" y="1850251"/>
                </a:lnTo>
                <a:lnTo>
                  <a:pt x="871482" y="1856751"/>
                </a:lnTo>
                <a:lnTo>
                  <a:pt x="895667" y="1853981"/>
                </a:lnTo>
                <a:lnTo>
                  <a:pt x="917698" y="1841714"/>
                </a:lnTo>
                <a:lnTo>
                  <a:pt x="962151" y="1803717"/>
                </a:lnTo>
                <a:lnTo>
                  <a:pt x="1024525" y="1744576"/>
                </a:lnTo>
                <a:lnTo>
                  <a:pt x="1057113" y="1710431"/>
                </a:lnTo>
                <a:lnTo>
                  <a:pt x="875957" y="1710431"/>
                </a:lnTo>
                <a:lnTo>
                  <a:pt x="877137" y="1709311"/>
                </a:lnTo>
                <a:close/>
              </a:path>
              <a:path w="1658620" h="2169159">
                <a:moveTo>
                  <a:pt x="878389" y="1708242"/>
                </a:moveTo>
                <a:lnTo>
                  <a:pt x="877137" y="1709311"/>
                </a:lnTo>
                <a:lnTo>
                  <a:pt x="875957" y="1710431"/>
                </a:lnTo>
                <a:lnTo>
                  <a:pt x="878389" y="1708242"/>
                </a:lnTo>
                <a:close/>
              </a:path>
              <a:path w="1658620" h="2169159">
                <a:moveTo>
                  <a:pt x="1059202" y="1708242"/>
                </a:moveTo>
                <a:lnTo>
                  <a:pt x="878389" y="1708242"/>
                </a:lnTo>
                <a:lnTo>
                  <a:pt x="875957" y="1710431"/>
                </a:lnTo>
                <a:lnTo>
                  <a:pt x="1057113" y="1710431"/>
                </a:lnTo>
                <a:lnTo>
                  <a:pt x="1059202" y="1708242"/>
                </a:lnTo>
                <a:close/>
              </a:path>
              <a:path w="1658620" h="2169159">
                <a:moveTo>
                  <a:pt x="1108943" y="1653507"/>
                </a:moveTo>
                <a:lnTo>
                  <a:pt x="935993" y="1653507"/>
                </a:lnTo>
                <a:lnTo>
                  <a:pt x="933747" y="1655746"/>
                </a:lnTo>
                <a:lnTo>
                  <a:pt x="877137" y="1709311"/>
                </a:lnTo>
                <a:lnTo>
                  <a:pt x="878389" y="1708242"/>
                </a:lnTo>
                <a:lnTo>
                  <a:pt x="1059202" y="1708242"/>
                </a:lnTo>
                <a:lnTo>
                  <a:pt x="1084530" y="1681704"/>
                </a:lnTo>
                <a:lnTo>
                  <a:pt x="1108943" y="1653507"/>
                </a:lnTo>
                <a:close/>
              </a:path>
              <a:path w="1658620" h="2169159">
                <a:moveTo>
                  <a:pt x="934835" y="1654605"/>
                </a:moveTo>
                <a:lnTo>
                  <a:pt x="933632" y="1655746"/>
                </a:lnTo>
                <a:lnTo>
                  <a:pt x="934835" y="1654605"/>
                </a:lnTo>
                <a:close/>
              </a:path>
              <a:path w="1658620" h="2169159">
                <a:moveTo>
                  <a:pt x="935993" y="1653507"/>
                </a:moveTo>
                <a:lnTo>
                  <a:pt x="934835" y="1654605"/>
                </a:lnTo>
                <a:lnTo>
                  <a:pt x="933747" y="1655746"/>
                </a:lnTo>
                <a:lnTo>
                  <a:pt x="935993" y="1653507"/>
                </a:lnTo>
                <a:close/>
              </a:path>
              <a:path w="1658620" h="2169159">
                <a:moveTo>
                  <a:pt x="1157893" y="1595134"/>
                </a:moveTo>
                <a:lnTo>
                  <a:pt x="991594" y="1595134"/>
                </a:lnTo>
                <a:lnTo>
                  <a:pt x="989525" y="1597410"/>
                </a:lnTo>
                <a:lnTo>
                  <a:pt x="934835" y="1654605"/>
                </a:lnTo>
                <a:lnTo>
                  <a:pt x="935993" y="1653507"/>
                </a:lnTo>
                <a:lnTo>
                  <a:pt x="1108943" y="1653507"/>
                </a:lnTo>
                <a:lnTo>
                  <a:pt x="1142077" y="1615238"/>
                </a:lnTo>
                <a:lnTo>
                  <a:pt x="1157893" y="1595134"/>
                </a:lnTo>
                <a:close/>
              </a:path>
              <a:path w="1658620" h="2169159">
                <a:moveTo>
                  <a:pt x="990537" y="1596242"/>
                </a:moveTo>
                <a:lnTo>
                  <a:pt x="989422" y="1597410"/>
                </a:lnTo>
                <a:lnTo>
                  <a:pt x="990537" y="1596242"/>
                </a:lnTo>
                <a:close/>
              </a:path>
              <a:path w="1658620" h="2169159">
                <a:moveTo>
                  <a:pt x="991594" y="1595134"/>
                </a:moveTo>
                <a:lnTo>
                  <a:pt x="990537" y="1596242"/>
                </a:lnTo>
                <a:lnTo>
                  <a:pt x="989525" y="1597410"/>
                </a:lnTo>
                <a:lnTo>
                  <a:pt x="991594" y="1595134"/>
                </a:lnTo>
                <a:close/>
              </a:path>
              <a:path w="1658620" h="2169159">
                <a:moveTo>
                  <a:pt x="1199427" y="1533238"/>
                </a:moveTo>
                <a:lnTo>
                  <a:pt x="1045088" y="1533238"/>
                </a:lnTo>
                <a:lnTo>
                  <a:pt x="1043185" y="1535543"/>
                </a:lnTo>
                <a:lnTo>
                  <a:pt x="990537" y="1596242"/>
                </a:lnTo>
                <a:lnTo>
                  <a:pt x="991594" y="1595134"/>
                </a:lnTo>
                <a:lnTo>
                  <a:pt x="1157893" y="1595134"/>
                </a:lnTo>
                <a:lnTo>
                  <a:pt x="1187984" y="1556881"/>
                </a:lnTo>
                <a:lnTo>
                  <a:pt x="1199344" y="1534369"/>
                </a:lnTo>
                <a:lnTo>
                  <a:pt x="1199427" y="1533238"/>
                </a:lnTo>
                <a:close/>
              </a:path>
              <a:path w="1658620" h="2169159">
                <a:moveTo>
                  <a:pt x="1044109" y="1534368"/>
                </a:moveTo>
                <a:lnTo>
                  <a:pt x="1043092" y="1535543"/>
                </a:lnTo>
                <a:lnTo>
                  <a:pt x="1044109" y="1534368"/>
                </a:lnTo>
                <a:close/>
              </a:path>
              <a:path w="1658620" h="2169159">
                <a:moveTo>
                  <a:pt x="1045088" y="1533238"/>
                </a:moveTo>
                <a:lnTo>
                  <a:pt x="1044108" y="1534369"/>
                </a:lnTo>
                <a:lnTo>
                  <a:pt x="1043185" y="1535543"/>
                </a:lnTo>
                <a:lnTo>
                  <a:pt x="1045088" y="1533238"/>
                </a:lnTo>
                <a:close/>
              </a:path>
              <a:path w="1658620" h="2169159">
                <a:moveTo>
                  <a:pt x="1130546" y="1454569"/>
                </a:moveTo>
                <a:lnTo>
                  <a:pt x="1107371" y="1462019"/>
                </a:lnTo>
                <a:lnTo>
                  <a:pt x="1088167" y="1478360"/>
                </a:lnTo>
                <a:lnTo>
                  <a:pt x="1044109" y="1534368"/>
                </a:lnTo>
                <a:lnTo>
                  <a:pt x="1045088" y="1533238"/>
                </a:lnTo>
                <a:lnTo>
                  <a:pt x="1199427" y="1533238"/>
                </a:lnTo>
                <a:lnTo>
                  <a:pt x="1201127" y="1510091"/>
                </a:lnTo>
                <a:lnTo>
                  <a:pt x="1193677" y="1486916"/>
                </a:lnTo>
                <a:lnTo>
                  <a:pt x="1177336" y="1467712"/>
                </a:lnTo>
                <a:lnTo>
                  <a:pt x="1154824" y="1456352"/>
                </a:lnTo>
                <a:lnTo>
                  <a:pt x="1130546" y="1454569"/>
                </a:lnTo>
                <a:close/>
              </a:path>
              <a:path w="1658620" h="2169159">
                <a:moveTo>
                  <a:pt x="1487642" y="1011546"/>
                </a:moveTo>
                <a:lnTo>
                  <a:pt x="1351650" y="1011546"/>
                </a:lnTo>
                <a:lnTo>
                  <a:pt x="1350683" y="1013921"/>
                </a:lnTo>
                <a:lnTo>
                  <a:pt x="1333413" y="1053835"/>
                </a:lnTo>
                <a:lnTo>
                  <a:pt x="1328208" y="1078508"/>
                </a:lnTo>
                <a:lnTo>
                  <a:pt x="1332711" y="1102431"/>
                </a:lnTo>
                <a:lnTo>
                  <a:pt x="1345856" y="1122920"/>
                </a:lnTo>
                <a:lnTo>
                  <a:pt x="1366577" y="1137290"/>
                </a:lnTo>
                <a:lnTo>
                  <a:pt x="1391249" y="1142495"/>
                </a:lnTo>
                <a:lnTo>
                  <a:pt x="1415173" y="1137992"/>
                </a:lnTo>
                <a:lnTo>
                  <a:pt x="1435662" y="1124847"/>
                </a:lnTo>
                <a:lnTo>
                  <a:pt x="1450032" y="1104126"/>
                </a:lnTo>
                <a:lnTo>
                  <a:pt x="1468776" y="1060658"/>
                </a:lnTo>
                <a:lnTo>
                  <a:pt x="1487642" y="1011546"/>
                </a:lnTo>
                <a:close/>
              </a:path>
              <a:path w="1658620" h="2169159">
                <a:moveTo>
                  <a:pt x="1351143" y="1012723"/>
                </a:moveTo>
                <a:lnTo>
                  <a:pt x="1350626" y="1013921"/>
                </a:lnTo>
                <a:lnTo>
                  <a:pt x="1351143" y="1012723"/>
                </a:lnTo>
                <a:close/>
              </a:path>
              <a:path w="1658620" h="2169159">
                <a:moveTo>
                  <a:pt x="1351650" y="1011546"/>
                </a:moveTo>
                <a:lnTo>
                  <a:pt x="1351143" y="1012723"/>
                </a:lnTo>
                <a:lnTo>
                  <a:pt x="1350683" y="1013921"/>
                </a:lnTo>
                <a:lnTo>
                  <a:pt x="1351650" y="1011546"/>
                </a:lnTo>
                <a:close/>
              </a:path>
              <a:path w="1658620" h="2169159">
                <a:moveTo>
                  <a:pt x="1518548" y="925885"/>
                </a:moveTo>
                <a:lnTo>
                  <a:pt x="1384499" y="925885"/>
                </a:lnTo>
                <a:lnTo>
                  <a:pt x="1383639" y="928265"/>
                </a:lnTo>
                <a:lnTo>
                  <a:pt x="1351143" y="1012723"/>
                </a:lnTo>
                <a:lnTo>
                  <a:pt x="1351650" y="1011546"/>
                </a:lnTo>
                <a:lnTo>
                  <a:pt x="1487642" y="1011546"/>
                </a:lnTo>
                <a:lnTo>
                  <a:pt x="1503507" y="970245"/>
                </a:lnTo>
                <a:lnTo>
                  <a:pt x="1518548" y="925885"/>
                </a:lnTo>
                <a:close/>
              </a:path>
              <a:path w="1658620" h="2169159">
                <a:moveTo>
                  <a:pt x="1384049" y="927058"/>
                </a:moveTo>
                <a:lnTo>
                  <a:pt x="1383585" y="928265"/>
                </a:lnTo>
                <a:lnTo>
                  <a:pt x="1384049" y="927058"/>
                </a:lnTo>
                <a:close/>
              </a:path>
              <a:path w="1658620" h="2169159">
                <a:moveTo>
                  <a:pt x="1384499" y="925885"/>
                </a:moveTo>
                <a:lnTo>
                  <a:pt x="1384049" y="927058"/>
                </a:lnTo>
                <a:lnTo>
                  <a:pt x="1383639" y="928265"/>
                </a:lnTo>
                <a:lnTo>
                  <a:pt x="1384499" y="925885"/>
                </a:lnTo>
                <a:close/>
              </a:path>
              <a:path w="1658620" h="2169159">
                <a:moveTo>
                  <a:pt x="1546690" y="837825"/>
                </a:moveTo>
                <a:lnTo>
                  <a:pt x="1414305" y="837825"/>
                </a:lnTo>
                <a:lnTo>
                  <a:pt x="1413548" y="840209"/>
                </a:lnTo>
                <a:lnTo>
                  <a:pt x="1384049" y="927058"/>
                </a:lnTo>
                <a:lnTo>
                  <a:pt x="1384499" y="925885"/>
                </a:lnTo>
                <a:lnTo>
                  <a:pt x="1518548" y="925885"/>
                </a:lnTo>
                <a:lnTo>
                  <a:pt x="1534980" y="877422"/>
                </a:lnTo>
                <a:lnTo>
                  <a:pt x="1546690" y="837825"/>
                </a:lnTo>
                <a:close/>
              </a:path>
              <a:path w="1658620" h="2169159">
                <a:moveTo>
                  <a:pt x="1413898" y="839024"/>
                </a:moveTo>
                <a:lnTo>
                  <a:pt x="1413496" y="840209"/>
                </a:lnTo>
                <a:lnTo>
                  <a:pt x="1413898" y="839024"/>
                </a:lnTo>
                <a:close/>
              </a:path>
              <a:path w="1658620" h="2169159">
                <a:moveTo>
                  <a:pt x="1414305" y="837825"/>
                </a:moveTo>
                <a:lnTo>
                  <a:pt x="1413898" y="839024"/>
                </a:lnTo>
                <a:lnTo>
                  <a:pt x="1413548" y="840209"/>
                </a:lnTo>
                <a:lnTo>
                  <a:pt x="1414305" y="837825"/>
                </a:lnTo>
                <a:close/>
              </a:path>
              <a:path w="1658620" h="2169159">
                <a:moveTo>
                  <a:pt x="1571941" y="747491"/>
                </a:moveTo>
                <a:lnTo>
                  <a:pt x="1440967" y="747491"/>
                </a:lnTo>
                <a:lnTo>
                  <a:pt x="1440310" y="749879"/>
                </a:lnTo>
                <a:lnTo>
                  <a:pt x="1413898" y="839024"/>
                </a:lnTo>
                <a:lnTo>
                  <a:pt x="1414305" y="837825"/>
                </a:lnTo>
                <a:lnTo>
                  <a:pt x="1546690" y="837825"/>
                </a:lnTo>
                <a:lnTo>
                  <a:pt x="1563104" y="782318"/>
                </a:lnTo>
                <a:lnTo>
                  <a:pt x="1571941" y="747491"/>
                </a:lnTo>
                <a:close/>
              </a:path>
              <a:path w="1658620" h="2169159">
                <a:moveTo>
                  <a:pt x="1440610" y="748699"/>
                </a:moveTo>
                <a:lnTo>
                  <a:pt x="1440261" y="749879"/>
                </a:lnTo>
                <a:lnTo>
                  <a:pt x="1440610" y="748699"/>
                </a:lnTo>
                <a:close/>
              </a:path>
              <a:path w="1658620" h="2169159">
                <a:moveTo>
                  <a:pt x="1440967" y="747491"/>
                </a:moveTo>
                <a:lnTo>
                  <a:pt x="1440610" y="748699"/>
                </a:lnTo>
                <a:lnTo>
                  <a:pt x="1440310" y="749879"/>
                </a:lnTo>
                <a:lnTo>
                  <a:pt x="1440967" y="747491"/>
                </a:lnTo>
                <a:close/>
              </a:path>
              <a:path w="1658620" h="2169159">
                <a:moveTo>
                  <a:pt x="1504212" y="655740"/>
                </a:moveTo>
                <a:lnTo>
                  <a:pt x="1481301" y="663966"/>
                </a:lnTo>
                <a:lnTo>
                  <a:pt x="1463146" y="680183"/>
                </a:lnTo>
                <a:lnTo>
                  <a:pt x="1452229" y="702913"/>
                </a:lnTo>
                <a:lnTo>
                  <a:pt x="1440610" y="748699"/>
                </a:lnTo>
                <a:lnTo>
                  <a:pt x="1440967" y="747491"/>
                </a:lnTo>
                <a:lnTo>
                  <a:pt x="1571941" y="747491"/>
                </a:lnTo>
                <a:lnTo>
                  <a:pt x="1575327" y="734151"/>
                </a:lnTo>
                <a:lnTo>
                  <a:pt x="1576570" y="708966"/>
                </a:lnTo>
                <a:lnTo>
                  <a:pt x="1568344" y="686054"/>
                </a:lnTo>
                <a:lnTo>
                  <a:pt x="1552127" y="667899"/>
                </a:lnTo>
                <a:lnTo>
                  <a:pt x="1529397" y="656983"/>
                </a:lnTo>
                <a:lnTo>
                  <a:pt x="1504212" y="655740"/>
                </a:lnTo>
                <a:close/>
              </a:path>
              <a:path w="1658620" h="2169159">
                <a:moveTo>
                  <a:pt x="1656365" y="164938"/>
                </a:moveTo>
                <a:lnTo>
                  <a:pt x="1529388" y="164938"/>
                </a:lnTo>
                <a:lnTo>
                  <a:pt x="1529297" y="167350"/>
                </a:lnTo>
                <a:lnTo>
                  <a:pt x="1526617" y="213527"/>
                </a:lnTo>
                <a:lnTo>
                  <a:pt x="1542629" y="259415"/>
                </a:lnTo>
                <a:lnTo>
                  <a:pt x="1586398" y="280540"/>
                </a:lnTo>
                <a:lnTo>
                  <a:pt x="1611360" y="276965"/>
                </a:lnTo>
                <a:lnTo>
                  <a:pt x="1632286" y="264528"/>
                </a:lnTo>
                <a:lnTo>
                  <a:pt x="1647022" y="245151"/>
                </a:lnTo>
                <a:lnTo>
                  <a:pt x="1653411" y="220759"/>
                </a:lnTo>
                <a:lnTo>
                  <a:pt x="1656251" y="170964"/>
                </a:lnTo>
                <a:lnTo>
                  <a:pt x="1656365" y="164938"/>
                </a:lnTo>
                <a:close/>
              </a:path>
              <a:path w="1658620" h="2169159">
                <a:moveTo>
                  <a:pt x="1529320" y="166139"/>
                </a:moveTo>
                <a:lnTo>
                  <a:pt x="1529251" y="167350"/>
                </a:lnTo>
                <a:lnTo>
                  <a:pt x="1529320" y="166139"/>
                </a:lnTo>
                <a:close/>
              </a:path>
              <a:path w="1658620" h="2169159">
                <a:moveTo>
                  <a:pt x="1595982" y="0"/>
                </a:moveTo>
                <a:lnTo>
                  <a:pt x="1550736" y="17743"/>
                </a:lnTo>
                <a:lnTo>
                  <a:pt x="1531289" y="62284"/>
                </a:lnTo>
                <a:lnTo>
                  <a:pt x="1529320" y="166139"/>
                </a:lnTo>
                <a:lnTo>
                  <a:pt x="1529388" y="164938"/>
                </a:lnTo>
                <a:lnTo>
                  <a:pt x="1656365" y="164938"/>
                </a:lnTo>
                <a:lnTo>
                  <a:pt x="1658266" y="64692"/>
                </a:lnTo>
                <a:lnTo>
                  <a:pt x="1653745" y="39884"/>
                </a:lnTo>
                <a:lnTo>
                  <a:pt x="1640522" y="19446"/>
                </a:lnTo>
                <a:lnTo>
                  <a:pt x="1620600" y="5457"/>
                </a:lnTo>
                <a:lnTo>
                  <a:pt x="1595982" y="0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body" idx="1"/>
          </p:nvPr>
        </p:nvSpPr>
        <p:spPr>
          <a:xfrm>
            <a:off x="1066800" y="506854"/>
            <a:ext cx="7315200" cy="5844292"/>
          </a:xfrm>
          <a:prstGeom prst="rect">
            <a:avLst/>
          </a:prstGeom>
        </p:spPr>
        <p:txBody>
          <a:bodyPr vert="horz" wrap="square" lIns="0" tIns="53340" rIns="0" bIns="0" rtlCol="0">
            <a:spAutoFit/>
          </a:bodyPr>
          <a:lstStyle/>
          <a:p>
            <a:pPr marL="2488565" marR="445134">
              <a:lnSpc>
                <a:spcPts val="3100"/>
              </a:lnSpc>
              <a:spcBef>
                <a:spcPts val="420"/>
              </a:spcBef>
            </a:pPr>
            <a:r>
              <a:rPr lang="en-GB" sz="2000" spc="-15" dirty="0"/>
              <a:t>‘User needs’ are the needs that a user has of a service, and which that service must satisfy for the user to get the right outcome for them.</a:t>
            </a:r>
          </a:p>
          <a:p>
            <a:pPr marL="2488565" marR="445134">
              <a:lnSpc>
                <a:spcPts val="3100"/>
              </a:lnSpc>
              <a:spcBef>
                <a:spcPts val="420"/>
              </a:spcBef>
            </a:pPr>
            <a:endParaRPr lang="en-GB" sz="2000" spc="-15" dirty="0"/>
          </a:p>
          <a:p>
            <a:pPr marL="2488565" marR="445134">
              <a:lnSpc>
                <a:spcPts val="3100"/>
              </a:lnSpc>
              <a:spcBef>
                <a:spcPts val="420"/>
              </a:spcBef>
            </a:pPr>
            <a:r>
              <a:rPr lang="en-GB" sz="2000" spc="-15" dirty="0"/>
              <a:t>Services designed around users and their needs:</a:t>
            </a:r>
          </a:p>
          <a:p>
            <a:pPr marL="2774315" marR="445134" indent="-285750">
              <a:lnSpc>
                <a:spcPts val="3100"/>
              </a:lnSpc>
              <a:spcBef>
                <a:spcPts val="420"/>
              </a:spcBef>
              <a:buFont typeface="Arial" panose="020B0604020202020204" pitchFamily="34" charset="0"/>
              <a:buChar char="•"/>
            </a:pPr>
            <a:r>
              <a:rPr lang="en-GB" sz="2000" spc="-15" dirty="0"/>
              <a:t>Are more likely to be used.</a:t>
            </a:r>
          </a:p>
          <a:p>
            <a:pPr marL="2774315" marR="445134" indent="-285750">
              <a:lnSpc>
                <a:spcPts val="3100"/>
              </a:lnSpc>
              <a:spcBef>
                <a:spcPts val="420"/>
              </a:spcBef>
              <a:buFont typeface="Arial" panose="020B0604020202020204" pitchFamily="34" charset="0"/>
              <a:buChar char="•"/>
            </a:pPr>
            <a:r>
              <a:rPr lang="en-GB" sz="2000" spc="-15" dirty="0"/>
              <a:t>Help more people get the right outcome for them - and so achieve their policy intent.</a:t>
            </a:r>
          </a:p>
          <a:p>
            <a:pPr marL="2774315" marR="445134" indent="-285750">
              <a:lnSpc>
                <a:spcPts val="3100"/>
              </a:lnSpc>
              <a:spcBef>
                <a:spcPts val="420"/>
              </a:spcBef>
              <a:buFont typeface="Arial" panose="020B0604020202020204" pitchFamily="34" charset="0"/>
              <a:buChar char="•"/>
            </a:pPr>
            <a:r>
              <a:rPr lang="en-GB" sz="2000" spc="-15" dirty="0"/>
              <a:t>Often cost less to operate by reducing time and money spent on resolving problems.</a:t>
            </a:r>
            <a:endParaRPr sz="2000" b="1" i="1" spc="-1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FFB6E1-BC53-FC94-7C85-0E291A7C37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5043" y="988060"/>
            <a:ext cx="7413912" cy="1424939"/>
          </a:xfrm>
        </p:spPr>
        <p:txBody>
          <a:bodyPr wrap="square" anchor="ctr">
            <a:normAutofit/>
          </a:bodyPr>
          <a:lstStyle/>
          <a:p>
            <a:pPr rtl="0"/>
            <a:r>
              <a:rPr lang="en-GB" dirty="0"/>
              <a:t>The Strategy Layer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235C35-5170-ED53-3F7D-A5A5AC4C5FDD}"/>
              </a:ext>
            </a:extLst>
          </p:cNvPr>
          <p:cNvSpPr>
            <a:spLocks noGrp="1"/>
          </p:cNvSpPr>
          <p:nvPr>
            <p:ph type="body" idx="4294967295"/>
          </p:nvPr>
        </p:nvSpPr>
        <p:spPr>
          <a:xfrm>
            <a:off x="938068" y="2725419"/>
            <a:ext cx="7267862" cy="1815882"/>
          </a:xfrm>
        </p:spPr>
        <p:txBody>
          <a:bodyPr/>
          <a:lstStyle/>
          <a:p>
            <a:pPr marL="457200" indent="-457200" algn="l" rtl="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dirty="0"/>
              <a:t>Site objective </a:t>
            </a:r>
            <a:r>
              <a:rPr lang="en-GB" sz="4000" dirty="0"/>
              <a:t>➔</a:t>
            </a:r>
            <a:r>
              <a:rPr lang="en-GB" dirty="0"/>
              <a:t> the inside out thinking</a:t>
            </a:r>
          </a:p>
          <a:p>
            <a:pPr marL="457200" indent="-457200" algn="l" rtl="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dirty="0"/>
              <a:t>User needs </a:t>
            </a:r>
            <a:r>
              <a:rPr lang="en-GB" sz="4000" dirty="0"/>
              <a:t>➔</a:t>
            </a:r>
            <a:r>
              <a:rPr lang="en-GB" dirty="0"/>
              <a:t> the outside in thinking</a:t>
            </a:r>
          </a:p>
          <a:p>
            <a:pPr marL="0" algn="l" rtl="0">
              <a:spcAft>
                <a:spcPts val="600"/>
              </a:spcAft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729048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BE3969-D7C5-7DAA-EBD9-3CBBE9B9CD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12346389-B7DF-398F-DF79-71EBF46D1F80}"/>
              </a:ext>
            </a:extLst>
          </p:cNvPr>
          <p:cNvSpPr txBox="1"/>
          <p:nvPr/>
        </p:nvSpPr>
        <p:spPr>
          <a:xfrm>
            <a:off x="593864" y="2665476"/>
            <a:ext cx="1442085" cy="1293495"/>
          </a:xfrm>
          <a:prstGeom prst="rect">
            <a:avLst/>
          </a:prstGeom>
        </p:spPr>
        <p:txBody>
          <a:bodyPr vert="horz" wrap="square" lIns="0" tIns="93980" rIns="0" bIns="0" rtlCol="0">
            <a:spAutoFit/>
          </a:bodyPr>
          <a:lstStyle/>
          <a:p>
            <a:pPr marL="12700" marR="5080">
              <a:lnSpc>
                <a:spcPts val="4700"/>
              </a:lnSpc>
              <a:spcBef>
                <a:spcPts val="740"/>
              </a:spcBef>
            </a:pPr>
            <a:r>
              <a:rPr sz="4400" spc="-5" dirty="0">
                <a:solidFill>
                  <a:srgbClr val="FFFFFF"/>
                </a:solidFill>
                <a:latin typeface="Calibri Light"/>
                <a:cs typeface="Calibri Light"/>
              </a:rPr>
              <a:t>User </a:t>
            </a:r>
            <a:r>
              <a:rPr sz="4400" dirty="0">
                <a:solidFill>
                  <a:srgbClr val="FFFFFF"/>
                </a:solidFill>
                <a:latin typeface="Calibri Light"/>
                <a:cs typeface="Calibri Light"/>
              </a:rPr>
              <a:t> Needs</a:t>
            </a:r>
            <a:endParaRPr sz="4400">
              <a:latin typeface="Calibri Light"/>
              <a:cs typeface="Calibri Light"/>
            </a:endParaRP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A9AFDDBB-5565-DA28-9499-094EE1BE81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130598" y="4433707"/>
            <a:ext cx="1658620" cy="2169160"/>
          </a:xfrm>
          <a:custGeom>
            <a:avLst/>
            <a:gdLst/>
            <a:ahLst/>
            <a:cxnLst/>
            <a:rect l="l" t="t" r="r" b="b"/>
            <a:pathLst>
              <a:path w="1658620" h="2169159">
                <a:moveTo>
                  <a:pt x="100872" y="2041064"/>
                </a:moveTo>
                <a:lnTo>
                  <a:pt x="62419" y="2041713"/>
                </a:lnTo>
                <a:lnTo>
                  <a:pt x="17838" y="2061067"/>
                </a:lnTo>
                <a:lnTo>
                  <a:pt x="0" y="2106275"/>
                </a:lnTo>
                <a:lnTo>
                  <a:pt x="5406" y="2130905"/>
                </a:lnTo>
                <a:lnTo>
                  <a:pt x="19353" y="2150856"/>
                </a:lnTo>
                <a:lnTo>
                  <a:pt x="39764" y="2164122"/>
                </a:lnTo>
                <a:lnTo>
                  <a:pt x="64561" y="2168695"/>
                </a:lnTo>
                <a:lnTo>
                  <a:pt x="105156" y="2168010"/>
                </a:lnTo>
                <a:lnTo>
                  <a:pt x="146570" y="2165912"/>
                </a:lnTo>
                <a:lnTo>
                  <a:pt x="187716" y="2162435"/>
                </a:lnTo>
                <a:lnTo>
                  <a:pt x="228574" y="2157598"/>
                </a:lnTo>
                <a:lnTo>
                  <a:pt x="269130" y="2151416"/>
                </a:lnTo>
                <a:lnTo>
                  <a:pt x="309365" y="2143910"/>
                </a:lnTo>
                <a:lnTo>
                  <a:pt x="349265" y="2135096"/>
                </a:lnTo>
                <a:lnTo>
                  <a:pt x="388811" y="2124993"/>
                </a:lnTo>
                <a:lnTo>
                  <a:pt x="427991" y="2113621"/>
                </a:lnTo>
                <a:lnTo>
                  <a:pt x="479404" y="2091645"/>
                </a:lnTo>
                <a:lnTo>
                  <a:pt x="501083" y="2049055"/>
                </a:lnTo>
                <a:lnTo>
                  <a:pt x="500164" y="2041118"/>
                </a:lnTo>
                <a:lnTo>
                  <a:pt x="99800" y="2041118"/>
                </a:lnTo>
                <a:lnTo>
                  <a:pt x="100872" y="2041064"/>
                </a:lnTo>
                <a:close/>
              </a:path>
              <a:path w="1658620" h="2169159">
                <a:moveTo>
                  <a:pt x="101942" y="2041046"/>
                </a:moveTo>
                <a:lnTo>
                  <a:pt x="100872" y="2041064"/>
                </a:lnTo>
                <a:lnTo>
                  <a:pt x="99800" y="2041118"/>
                </a:lnTo>
                <a:lnTo>
                  <a:pt x="101942" y="2041046"/>
                </a:lnTo>
                <a:close/>
              </a:path>
              <a:path w="1658620" h="2169159">
                <a:moveTo>
                  <a:pt x="500155" y="2041046"/>
                </a:moveTo>
                <a:lnTo>
                  <a:pt x="101942" y="2041046"/>
                </a:lnTo>
                <a:lnTo>
                  <a:pt x="99800" y="2041118"/>
                </a:lnTo>
                <a:lnTo>
                  <a:pt x="500164" y="2041118"/>
                </a:lnTo>
                <a:close/>
              </a:path>
              <a:path w="1658620" h="2169159">
                <a:moveTo>
                  <a:pt x="138009" y="2039183"/>
                </a:moveTo>
                <a:lnTo>
                  <a:pt x="100872" y="2041064"/>
                </a:lnTo>
                <a:lnTo>
                  <a:pt x="101942" y="2041046"/>
                </a:lnTo>
                <a:lnTo>
                  <a:pt x="500155" y="2041046"/>
                </a:lnTo>
                <a:lnTo>
                  <a:pt x="499950" y="2039273"/>
                </a:lnTo>
                <a:lnTo>
                  <a:pt x="136944" y="2039273"/>
                </a:lnTo>
                <a:lnTo>
                  <a:pt x="138009" y="2039183"/>
                </a:lnTo>
                <a:close/>
              </a:path>
              <a:path w="1658620" h="2169159">
                <a:moveTo>
                  <a:pt x="139077" y="2039129"/>
                </a:moveTo>
                <a:lnTo>
                  <a:pt x="138009" y="2039183"/>
                </a:lnTo>
                <a:lnTo>
                  <a:pt x="136944" y="2039273"/>
                </a:lnTo>
                <a:lnTo>
                  <a:pt x="139077" y="2039129"/>
                </a:lnTo>
                <a:close/>
              </a:path>
              <a:path w="1658620" h="2169159">
                <a:moveTo>
                  <a:pt x="499933" y="2039129"/>
                </a:moveTo>
                <a:lnTo>
                  <a:pt x="139077" y="2039129"/>
                </a:lnTo>
                <a:lnTo>
                  <a:pt x="136944" y="2039273"/>
                </a:lnTo>
                <a:lnTo>
                  <a:pt x="499950" y="2039273"/>
                </a:lnTo>
                <a:lnTo>
                  <a:pt x="499933" y="2039129"/>
                </a:lnTo>
                <a:close/>
              </a:path>
              <a:path w="1658620" h="2169159">
                <a:moveTo>
                  <a:pt x="174901" y="2036066"/>
                </a:moveTo>
                <a:lnTo>
                  <a:pt x="138009" y="2039183"/>
                </a:lnTo>
                <a:lnTo>
                  <a:pt x="139077" y="2039129"/>
                </a:lnTo>
                <a:lnTo>
                  <a:pt x="499933" y="2039129"/>
                </a:lnTo>
                <a:lnTo>
                  <a:pt x="499593" y="2036191"/>
                </a:lnTo>
                <a:lnTo>
                  <a:pt x="173842" y="2036191"/>
                </a:lnTo>
                <a:lnTo>
                  <a:pt x="174901" y="2036066"/>
                </a:lnTo>
                <a:close/>
              </a:path>
              <a:path w="1658620" h="2169159">
                <a:moveTo>
                  <a:pt x="175962" y="2035976"/>
                </a:moveTo>
                <a:lnTo>
                  <a:pt x="174901" y="2036066"/>
                </a:lnTo>
                <a:lnTo>
                  <a:pt x="173842" y="2036191"/>
                </a:lnTo>
                <a:lnTo>
                  <a:pt x="175962" y="2035976"/>
                </a:lnTo>
                <a:close/>
              </a:path>
              <a:path w="1658620" h="2169159">
                <a:moveTo>
                  <a:pt x="499568" y="2035976"/>
                </a:moveTo>
                <a:lnTo>
                  <a:pt x="175962" y="2035976"/>
                </a:lnTo>
                <a:lnTo>
                  <a:pt x="173842" y="2036191"/>
                </a:lnTo>
                <a:lnTo>
                  <a:pt x="499593" y="2036191"/>
                </a:lnTo>
                <a:lnTo>
                  <a:pt x="499568" y="2035976"/>
                </a:lnTo>
                <a:close/>
              </a:path>
              <a:path w="1658620" h="2169159">
                <a:moveTo>
                  <a:pt x="211540" y="2031727"/>
                </a:moveTo>
                <a:lnTo>
                  <a:pt x="174901" y="2036066"/>
                </a:lnTo>
                <a:lnTo>
                  <a:pt x="175962" y="2035976"/>
                </a:lnTo>
                <a:lnTo>
                  <a:pt x="499568" y="2035976"/>
                </a:lnTo>
                <a:lnTo>
                  <a:pt x="499094" y="2031888"/>
                </a:lnTo>
                <a:lnTo>
                  <a:pt x="210488" y="2031888"/>
                </a:lnTo>
                <a:lnTo>
                  <a:pt x="211540" y="2031727"/>
                </a:lnTo>
                <a:close/>
              </a:path>
              <a:path w="1658620" h="2169159">
                <a:moveTo>
                  <a:pt x="212589" y="2031603"/>
                </a:moveTo>
                <a:lnTo>
                  <a:pt x="211540" y="2031727"/>
                </a:lnTo>
                <a:lnTo>
                  <a:pt x="210488" y="2031888"/>
                </a:lnTo>
                <a:lnTo>
                  <a:pt x="212589" y="2031603"/>
                </a:lnTo>
                <a:close/>
              </a:path>
              <a:path w="1658620" h="2169159">
                <a:moveTo>
                  <a:pt x="499061" y="2031603"/>
                </a:moveTo>
                <a:lnTo>
                  <a:pt x="212589" y="2031603"/>
                </a:lnTo>
                <a:lnTo>
                  <a:pt x="210488" y="2031888"/>
                </a:lnTo>
                <a:lnTo>
                  <a:pt x="499094" y="2031888"/>
                </a:lnTo>
                <a:lnTo>
                  <a:pt x="499061" y="2031603"/>
                </a:lnTo>
                <a:close/>
              </a:path>
              <a:path w="1658620" h="2169159">
                <a:moveTo>
                  <a:pt x="247907" y="2026185"/>
                </a:moveTo>
                <a:lnTo>
                  <a:pt x="211540" y="2031727"/>
                </a:lnTo>
                <a:lnTo>
                  <a:pt x="212589" y="2031603"/>
                </a:lnTo>
                <a:lnTo>
                  <a:pt x="499061" y="2031603"/>
                </a:lnTo>
                <a:lnTo>
                  <a:pt x="498456" y="2026377"/>
                </a:lnTo>
                <a:lnTo>
                  <a:pt x="246874" y="2026377"/>
                </a:lnTo>
                <a:lnTo>
                  <a:pt x="247907" y="2026185"/>
                </a:lnTo>
                <a:close/>
              </a:path>
              <a:path w="1658620" h="2169159">
                <a:moveTo>
                  <a:pt x="248953" y="2026025"/>
                </a:moveTo>
                <a:lnTo>
                  <a:pt x="247907" y="2026185"/>
                </a:lnTo>
                <a:lnTo>
                  <a:pt x="246874" y="2026377"/>
                </a:lnTo>
                <a:lnTo>
                  <a:pt x="248953" y="2026025"/>
                </a:lnTo>
                <a:close/>
              </a:path>
              <a:path w="1658620" h="2169159">
                <a:moveTo>
                  <a:pt x="498415" y="2026025"/>
                </a:moveTo>
                <a:lnTo>
                  <a:pt x="248953" y="2026025"/>
                </a:lnTo>
                <a:lnTo>
                  <a:pt x="246874" y="2026377"/>
                </a:lnTo>
                <a:lnTo>
                  <a:pt x="498456" y="2026377"/>
                </a:lnTo>
                <a:lnTo>
                  <a:pt x="498415" y="2026025"/>
                </a:lnTo>
                <a:close/>
              </a:path>
              <a:path w="1658620" h="2169159">
                <a:moveTo>
                  <a:pt x="284013" y="2019448"/>
                </a:moveTo>
                <a:lnTo>
                  <a:pt x="247907" y="2026185"/>
                </a:lnTo>
                <a:lnTo>
                  <a:pt x="248953" y="2026025"/>
                </a:lnTo>
                <a:lnTo>
                  <a:pt x="498415" y="2026025"/>
                </a:lnTo>
                <a:lnTo>
                  <a:pt x="498181" y="2024007"/>
                </a:lnTo>
                <a:lnTo>
                  <a:pt x="495736" y="2019674"/>
                </a:lnTo>
                <a:lnTo>
                  <a:pt x="282992" y="2019674"/>
                </a:lnTo>
                <a:lnTo>
                  <a:pt x="284013" y="2019448"/>
                </a:lnTo>
                <a:close/>
              </a:path>
              <a:path w="1658620" h="2169159">
                <a:moveTo>
                  <a:pt x="285043" y="2019256"/>
                </a:moveTo>
                <a:lnTo>
                  <a:pt x="284013" y="2019448"/>
                </a:lnTo>
                <a:lnTo>
                  <a:pt x="282992" y="2019674"/>
                </a:lnTo>
                <a:lnTo>
                  <a:pt x="285043" y="2019256"/>
                </a:lnTo>
                <a:close/>
              </a:path>
              <a:path w="1658620" h="2169159">
                <a:moveTo>
                  <a:pt x="495500" y="2019256"/>
                </a:moveTo>
                <a:lnTo>
                  <a:pt x="285043" y="2019256"/>
                </a:lnTo>
                <a:lnTo>
                  <a:pt x="282992" y="2019674"/>
                </a:lnTo>
                <a:lnTo>
                  <a:pt x="495736" y="2019674"/>
                </a:lnTo>
                <a:lnTo>
                  <a:pt x="495500" y="2019256"/>
                </a:lnTo>
                <a:close/>
              </a:path>
              <a:path w="1658620" h="2169159">
                <a:moveTo>
                  <a:pt x="319843" y="2011533"/>
                </a:moveTo>
                <a:lnTo>
                  <a:pt x="284013" y="2019448"/>
                </a:lnTo>
                <a:lnTo>
                  <a:pt x="285043" y="2019256"/>
                </a:lnTo>
                <a:lnTo>
                  <a:pt x="495500" y="2019256"/>
                </a:lnTo>
                <a:lnTo>
                  <a:pt x="491287" y="2011790"/>
                </a:lnTo>
                <a:lnTo>
                  <a:pt x="318837" y="2011790"/>
                </a:lnTo>
                <a:lnTo>
                  <a:pt x="319843" y="2011533"/>
                </a:lnTo>
                <a:close/>
              </a:path>
              <a:path w="1658620" h="2169159">
                <a:moveTo>
                  <a:pt x="320856" y="2011309"/>
                </a:moveTo>
                <a:lnTo>
                  <a:pt x="319843" y="2011533"/>
                </a:lnTo>
                <a:lnTo>
                  <a:pt x="318837" y="2011790"/>
                </a:lnTo>
                <a:lnTo>
                  <a:pt x="320856" y="2011309"/>
                </a:lnTo>
                <a:close/>
              </a:path>
              <a:path w="1658620" h="2169159">
                <a:moveTo>
                  <a:pt x="491016" y="2011309"/>
                </a:moveTo>
                <a:lnTo>
                  <a:pt x="320856" y="2011309"/>
                </a:lnTo>
                <a:lnTo>
                  <a:pt x="318837" y="2011790"/>
                </a:lnTo>
                <a:lnTo>
                  <a:pt x="491287" y="2011790"/>
                </a:lnTo>
                <a:lnTo>
                  <a:pt x="491016" y="2011309"/>
                </a:lnTo>
                <a:close/>
              </a:path>
              <a:path w="1658620" h="2169159">
                <a:moveTo>
                  <a:pt x="355379" y="2002455"/>
                </a:moveTo>
                <a:lnTo>
                  <a:pt x="319843" y="2011533"/>
                </a:lnTo>
                <a:lnTo>
                  <a:pt x="320856" y="2011309"/>
                </a:lnTo>
                <a:lnTo>
                  <a:pt x="491016" y="2011309"/>
                </a:lnTo>
                <a:lnTo>
                  <a:pt x="486180" y="2002741"/>
                </a:lnTo>
                <a:lnTo>
                  <a:pt x="354397" y="2002741"/>
                </a:lnTo>
                <a:lnTo>
                  <a:pt x="355379" y="2002455"/>
                </a:lnTo>
                <a:close/>
              </a:path>
              <a:path w="1658620" h="2169159">
                <a:moveTo>
                  <a:pt x="356382" y="2002199"/>
                </a:moveTo>
                <a:lnTo>
                  <a:pt x="355379" y="2002455"/>
                </a:lnTo>
                <a:lnTo>
                  <a:pt x="354397" y="2002741"/>
                </a:lnTo>
                <a:lnTo>
                  <a:pt x="356382" y="2002199"/>
                </a:lnTo>
                <a:close/>
              </a:path>
              <a:path w="1658620" h="2169159">
                <a:moveTo>
                  <a:pt x="485875" y="2002199"/>
                </a:moveTo>
                <a:lnTo>
                  <a:pt x="356382" y="2002199"/>
                </a:lnTo>
                <a:lnTo>
                  <a:pt x="354397" y="2002741"/>
                </a:lnTo>
                <a:lnTo>
                  <a:pt x="486180" y="2002741"/>
                </a:lnTo>
                <a:lnTo>
                  <a:pt x="485875" y="2002199"/>
                </a:lnTo>
                <a:close/>
              </a:path>
              <a:path w="1658620" h="2169159">
                <a:moveTo>
                  <a:pt x="472846" y="1991939"/>
                </a:moveTo>
                <a:lnTo>
                  <a:pt x="391610" y="1991939"/>
                </a:lnTo>
                <a:lnTo>
                  <a:pt x="389665" y="1992538"/>
                </a:lnTo>
                <a:lnTo>
                  <a:pt x="355379" y="2002455"/>
                </a:lnTo>
                <a:lnTo>
                  <a:pt x="356382" y="2002199"/>
                </a:lnTo>
                <a:lnTo>
                  <a:pt x="485875" y="2002199"/>
                </a:lnTo>
                <a:lnTo>
                  <a:pt x="485788" y="2002047"/>
                </a:lnTo>
                <a:lnTo>
                  <a:pt x="472846" y="1991939"/>
                </a:lnTo>
                <a:close/>
              </a:path>
              <a:path w="1658620" h="2169159">
                <a:moveTo>
                  <a:pt x="390632" y="1992223"/>
                </a:moveTo>
                <a:lnTo>
                  <a:pt x="389548" y="1992538"/>
                </a:lnTo>
                <a:lnTo>
                  <a:pt x="390632" y="1992223"/>
                </a:lnTo>
                <a:close/>
              </a:path>
              <a:path w="1658620" h="2169159">
                <a:moveTo>
                  <a:pt x="391610" y="1991939"/>
                </a:moveTo>
                <a:lnTo>
                  <a:pt x="390632" y="1992223"/>
                </a:lnTo>
                <a:lnTo>
                  <a:pt x="389665" y="1992538"/>
                </a:lnTo>
                <a:lnTo>
                  <a:pt x="391610" y="1991939"/>
                </a:lnTo>
                <a:close/>
              </a:path>
              <a:path w="1658620" h="2169159">
                <a:moveTo>
                  <a:pt x="443199" y="1980367"/>
                </a:moveTo>
                <a:lnTo>
                  <a:pt x="418151" y="1983269"/>
                </a:lnTo>
                <a:lnTo>
                  <a:pt x="390632" y="1992223"/>
                </a:lnTo>
                <a:lnTo>
                  <a:pt x="391610" y="1991939"/>
                </a:lnTo>
                <a:lnTo>
                  <a:pt x="472846" y="1991939"/>
                </a:lnTo>
                <a:lnTo>
                  <a:pt x="466603" y="1987063"/>
                </a:lnTo>
                <a:lnTo>
                  <a:pt x="443199" y="1980367"/>
                </a:lnTo>
                <a:close/>
              </a:path>
              <a:path w="1658620" h="2169159">
                <a:moveTo>
                  <a:pt x="877137" y="1709311"/>
                </a:moveTo>
                <a:lnTo>
                  <a:pt x="835179" y="1745176"/>
                </a:lnTo>
                <a:lnTo>
                  <a:pt x="819633" y="1765029"/>
                </a:lnTo>
                <a:lnTo>
                  <a:pt x="813132" y="1788489"/>
                </a:lnTo>
                <a:lnTo>
                  <a:pt x="815903" y="1812674"/>
                </a:lnTo>
                <a:lnTo>
                  <a:pt x="828169" y="1834705"/>
                </a:lnTo>
                <a:lnTo>
                  <a:pt x="848023" y="1850251"/>
                </a:lnTo>
                <a:lnTo>
                  <a:pt x="871482" y="1856751"/>
                </a:lnTo>
                <a:lnTo>
                  <a:pt x="895667" y="1853981"/>
                </a:lnTo>
                <a:lnTo>
                  <a:pt x="917698" y="1841714"/>
                </a:lnTo>
                <a:lnTo>
                  <a:pt x="962151" y="1803717"/>
                </a:lnTo>
                <a:lnTo>
                  <a:pt x="1024525" y="1744576"/>
                </a:lnTo>
                <a:lnTo>
                  <a:pt x="1057113" y="1710431"/>
                </a:lnTo>
                <a:lnTo>
                  <a:pt x="875957" y="1710431"/>
                </a:lnTo>
                <a:lnTo>
                  <a:pt x="877137" y="1709311"/>
                </a:lnTo>
                <a:close/>
              </a:path>
              <a:path w="1658620" h="2169159">
                <a:moveTo>
                  <a:pt x="878389" y="1708242"/>
                </a:moveTo>
                <a:lnTo>
                  <a:pt x="877137" y="1709311"/>
                </a:lnTo>
                <a:lnTo>
                  <a:pt x="875957" y="1710431"/>
                </a:lnTo>
                <a:lnTo>
                  <a:pt x="878389" y="1708242"/>
                </a:lnTo>
                <a:close/>
              </a:path>
              <a:path w="1658620" h="2169159">
                <a:moveTo>
                  <a:pt x="1059202" y="1708242"/>
                </a:moveTo>
                <a:lnTo>
                  <a:pt x="878389" y="1708242"/>
                </a:lnTo>
                <a:lnTo>
                  <a:pt x="875957" y="1710431"/>
                </a:lnTo>
                <a:lnTo>
                  <a:pt x="1057113" y="1710431"/>
                </a:lnTo>
                <a:lnTo>
                  <a:pt x="1059202" y="1708242"/>
                </a:lnTo>
                <a:close/>
              </a:path>
              <a:path w="1658620" h="2169159">
                <a:moveTo>
                  <a:pt x="1108943" y="1653507"/>
                </a:moveTo>
                <a:lnTo>
                  <a:pt x="935993" y="1653507"/>
                </a:lnTo>
                <a:lnTo>
                  <a:pt x="933747" y="1655746"/>
                </a:lnTo>
                <a:lnTo>
                  <a:pt x="877137" y="1709311"/>
                </a:lnTo>
                <a:lnTo>
                  <a:pt x="878389" y="1708242"/>
                </a:lnTo>
                <a:lnTo>
                  <a:pt x="1059202" y="1708242"/>
                </a:lnTo>
                <a:lnTo>
                  <a:pt x="1084530" y="1681704"/>
                </a:lnTo>
                <a:lnTo>
                  <a:pt x="1108943" y="1653507"/>
                </a:lnTo>
                <a:close/>
              </a:path>
              <a:path w="1658620" h="2169159">
                <a:moveTo>
                  <a:pt x="934835" y="1654605"/>
                </a:moveTo>
                <a:lnTo>
                  <a:pt x="933632" y="1655746"/>
                </a:lnTo>
                <a:lnTo>
                  <a:pt x="934835" y="1654605"/>
                </a:lnTo>
                <a:close/>
              </a:path>
              <a:path w="1658620" h="2169159">
                <a:moveTo>
                  <a:pt x="935993" y="1653507"/>
                </a:moveTo>
                <a:lnTo>
                  <a:pt x="934835" y="1654605"/>
                </a:lnTo>
                <a:lnTo>
                  <a:pt x="933747" y="1655746"/>
                </a:lnTo>
                <a:lnTo>
                  <a:pt x="935993" y="1653507"/>
                </a:lnTo>
                <a:close/>
              </a:path>
              <a:path w="1658620" h="2169159">
                <a:moveTo>
                  <a:pt x="1157893" y="1595134"/>
                </a:moveTo>
                <a:lnTo>
                  <a:pt x="991594" y="1595134"/>
                </a:lnTo>
                <a:lnTo>
                  <a:pt x="989525" y="1597410"/>
                </a:lnTo>
                <a:lnTo>
                  <a:pt x="934835" y="1654605"/>
                </a:lnTo>
                <a:lnTo>
                  <a:pt x="935993" y="1653507"/>
                </a:lnTo>
                <a:lnTo>
                  <a:pt x="1108943" y="1653507"/>
                </a:lnTo>
                <a:lnTo>
                  <a:pt x="1142077" y="1615238"/>
                </a:lnTo>
                <a:lnTo>
                  <a:pt x="1157893" y="1595134"/>
                </a:lnTo>
                <a:close/>
              </a:path>
              <a:path w="1658620" h="2169159">
                <a:moveTo>
                  <a:pt x="990537" y="1596242"/>
                </a:moveTo>
                <a:lnTo>
                  <a:pt x="989422" y="1597410"/>
                </a:lnTo>
                <a:lnTo>
                  <a:pt x="990537" y="1596242"/>
                </a:lnTo>
                <a:close/>
              </a:path>
              <a:path w="1658620" h="2169159">
                <a:moveTo>
                  <a:pt x="991594" y="1595134"/>
                </a:moveTo>
                <a:lnTo>
                  <a:pt x="990537" y="1596242"/>
                </a:lnTo>
                <a:lnTo>
                  <a:pt x="989525" y="1597410"/>
                </a:lnTo>
                <a:lnTo>
                  <a:pt x="991594" y="1595134"/>
                </a:lnTo>
                <a:close/>
              </a:path>
              <a:path w="1658620" h="2169159">
                <a:moveTo>
                  <a:pt x="1199427" y="1533238"/>
                </a:moveTo>
                <a:lnTo>
                  <a:pt x="1045088" y="1533238"/>
                </a:lnTo>
                <a:lnTo>
                  <a:pt x="1043185" y="1535543"/>
                </a:lnTo>
                <a:lnTo>
                  <a:pt x="990537" y="1596242"/>
                </a:lnTo>
                <a:lnTo>
                  <a:pt x="991594" y="1595134"/>
                </a:lnTo>
                <a:lnTo>
                  <a:pt x="1157893" y="1595134"/>
                </a:lnTo>
                <a:lnTo>
                  <a:pt x="1187984" y="1556881"/>
                </a:lnTo>
                <a:lnTo>
                  <a:pt x="1199344" y="1534369"/>
                </a:lnTo>
                <a:lnTo>
                  <a:pt x="1199427" y="1533238"/>
                </a:lnTo>
                <a:close/>
              </a:path>
              <a:path w="1658620" h="2169159">
                <a:moveTo>
                  <a:pt x="1044109" y="1534368"/>
                </a:moveTo>
                <a:lnTo>
                  <a:pt x="1043092" y="1535543"/>
                </a:lnTo>
                <a:lnTo>
                  <a:pt x="1044109" y="1534368"/>
                </a:lnTo>
                <a:close/>
              </a:path>
              <a:path w="1658620" h="2169159">
                <a:moveTo>
                  <a:pt x="1045088" y="1533238"/>
                </a:moveTo>
                <a:lnTo>
                  <a:pt x="1044108" y="1534369"/>
                </a:lnTo>
                <a:lnTo>
                  <a:pt x="1043185" y="1535543"/>
                </a:lnTo>
                <a:lnTo>
                  <a:pt x="1045088" y="1533238"/>
                </a:lnTo>
                <a:close/>
              </a:path>
              <a:path w="1658620" h="2169159">
                <a:moveTo>
                  <a:pt x="1130546" y="1454569"/>
                </a:moveTo>
                <a:lnTo>
                  <a:pt x="1107371" y="1462019"/>
                </a:lnTo>
                <a:lnTo>
                  <a:pt x="1088167" y="1478360"/>
                </a:lnTo>
                <a:lnTo>
                  <a:pt x="1044109" y="1534368"/>
                </a:lnTo>
                <a:lnTo>
                  <a:pt x="1045088" y="1533238"/>
                </a:lnTo>
                <a:lnTo>
                  <a:pt x="1199427" y="1533238"/>
                </a:lnTo>
                <a:lnTo>
                  <a:pt x="1201127" y="1510091"/>
                </a:lnTo>
                <a:lnTo>
                  <a:pt x="1193677" y="1486916"/>
                </a:lnTo>
                <a:lnTo>
                  <a:pt x="1177336" y="1467712"/>
                </a:lnTo>
                <a:lnTo>
                  <a:pt x="1154824" y="1456352"/>
                </a:lnTo>
                <a:lnTo>
                  <a:pt x="1130546" y="1454569"/>
                </a:lnTo>
                <a:close/>
              </a:path>
              <a:path w="1658620" h="2169159">
                <a:moveTo>
                  <a:pt x="1487642" y="1011546"/>
                </a:moveTo>
                <a:lnTo>
                  <a:pt x="1351650" y="1011546"/>
                </a:lnTo>
                <a:lnTo>
                  <a:pt x="1350683" y="1013921"/>
                </a:lnTo>
                <a:lnTo>
                  <a:pt x="1333413" y="1053835"/>
                </a:lnTo>
                <a:lnTo>
                  <a:pt x="1328208" y="1078508"/>
                </a:lnTo>
                <a:lnTo>
                  <a:pt x="1332711" y="1102431"/>
                </a:lnTo>
                <a:lnTo>
                  <a:pt x="1345856" y="1122920"/>
                </a:lnTo>
                <a:lnTo>
                  <a:pt x="1366577" y="1137290"/>
                </a:lnTo>
                <a:lnTo>
                  <a:pt x="1391249" y="1142495"/>
                </a:lnTo>
                <a:lnTo>
                  <a:pt x="1415173" y="1137992"/>
                </a:lnTo>
                <a:lnTo>
                  <a:pt x="1435662" y="1124847"/>
                </a:lnTo>
                <a:lnTo>
                  <a:pt x="1450032" y="1104126"/>
                </a:lnTo>
                <a:lnTo>
                  <a:pt x="1468776" y="1060658"/>
                </a:lnTo>
                <a:lnTo>
                  <a:pt x="1487642" y="1011546"/>
                </a:lnTo>
                <a:close/>
              </a:path>
              <a:path w="1658620" h="2169159">
                <a:moveTo>
                  <a:pt x="1351143" y="1012723"/>
                </a:moveTo>
                <a:lnTo>
                  <a:pt x="1350626" y="1013921"/>
                </a:lnTo>
                <a:lnTo>
                  <a:pt x="1351143" y="1012723"/>
                </a:lnTo>
                <a:close/>
              </a:path>
              <a:path w="1658620" h="2169159">
                <a:moveTo>
                  <a:pt x="1351650" y="1011546"/>
                </a:moveTo>
                <a:lnTo>
                  <a:pt x="1351143" y="1012723"/>
                </a:lnTo>
                <a:lnTo>
                  <a:pt x="1350683" y="1013921"/>
                </a:lnTo>
                <a:lnTo>
                  <a:pt x="1351650" y="1011546"/>
                </a:lnTo>
                <a:close/>
              </a:path>
              <a:path w="1658620" h="2169159">
                <a:moveTo>
                  <a:pt x="1518548" y="925885"/>
                </a:moveTo>
                <a:lnTo>
                  <a:pt x="1384499" y="925885"/>
                </a:lnTo>
                <a:lnTo>
                  <a:pt x="1383639" y="928265"/>
                </a:lnTo>
                <a:lnTo>
                  <a:pt x="1351143" y="1012723"/>
                </a:lnTo>
                <a:lnTo>
                  <a:pt x="1351650" y="1011546"/>
                </a:lnTo>
                <a:lnTo>
                  <a:pt x="1487642" y="1011546"/>
                </a:lnTo>
                <a:lnTo>
                  <a:pt x="1503507" y="970245"/>
                </a:lnTo>
                <a:lnTo>
                  <a:pt x="1518548" y="925885"/>
                </a:lnTo>
                <a:close/>
              </a:path>
              <a:path w="1658620" h="2169159">
                <a:moveTo>
                  <a:pt x="1384049" y="927058"/>
                </a:moveTo>
                <a:lnTo>
                  <a:pt x="1383585" y="928265"/>
                </a:lnTo>
                <a:lnTo>
                  <a:pt x="1384049" y="927058"/>
                </a:lnTo>
                <a:close/>
              </a:path>
              <a:path w="1658620" h="2169159">
                <a:moveTo>
                  <a:pt x="1384499" y="925885"/>
                </a:moveTo>
                <a:lnTo>
                  <a:pt x="1384049" y="927058"/>
                </a:lnTo>
                <a:lnTo>
                  <a:pt x="1383639" y="928265"/>
                </a:lnTo>
                <a:lnTo>
                  <a:pt x="1384499" y="925885"/>
                </a:lnTo>
                <a:close/>
              </a:path>
              <a:path w="1658620" h="2169159">
                <a:moveTo>
                  <a:pt x="1546690" y="837825"/>
                </a:moveTo>
                <a:lnTo>
                  <a:pt x="1414305" y="837825"/>
                </a:lnTo>
                <a:lnTo>
                  <a:pt x="1413548" y="840209"/>
                </a:lnTo>
                <a:lnTo>
                  <a:pt x="1384049" y="927058"/>
                </a:lnTo>
                <a:lnTo>
                  <a:pt x="1384499" y="925885"/>
                </a:lnTo>
                <a:lnTo>
                  <a:pt x="1518548" y="925885"/>
                </a:lnTo>
                <a:lnTo>
                  <a:pt x="1534980" y="877422"/>
                </a:lnTo>
                <a:lnTo>
                  <a:pt x="1546690" y="837825"/>
                </a:lnTo>
                <a:close/>
              </a:path>
              <a:path w="1658620" h="2169159">
                <a:moveTo>
                  <a:pt x="1413898" y="839024"/>
                </a:moveTo>
                <a:lnTo>
                  <a:pt x="1413496" y="840209"/>
                </a:lnTo>
                <a:lnTo>
                  <a:pt x="1413898" y="839024"/>
                </a:lnTo>
                <a:close/>
              </a:path>
              <a:path w="1658620" h="2169159">
                <a:moveTo>
                  <a:pt x="1414305" y="837825"/>
                </a:moveTo>
                <a:lnTo>
                  <a:pt x="1413898" y="839024"/>
                </a:lnTo>
                <a:lnTo>
                  <a:pt x="1413548" y="840209"/>
                </a:lnTo>
                <a:lnTo>
                  <a:pt x="1414305" y="837825"/>
                </a:lnTo>
                <a:close/>
              </a:path>
              <a:path w="1658620" h="2169159">
                <a:moveTo>
                  <a:pt x="1571941" y="747491"/>
                </a:moveTo>
                <a:lnTo>
                  <a:pt x="1440967" y="747491"/>
                </a:lnTo>
                <a:lnTo>
                  <a:pt x="1440310" y="749879"/>
                </a:lnTo>
                <a:lnTo>
                  <a:pt x="1413898" y="839024"/>
                </a:lnTo>
                <a:lnTo>
                  <a:pt x="1414305" y="837825"/>
                </a:lnTo>
                <a:lnTo>
                  <a:pt x="1546690" y="837825"/>
                </a:lnTo>
                <a:lnTo>
                  <a:pt x="1563104" y="782318"/>
                </a:lnTo>
                <a:lnTo>
                  <a:pt x="1571941" y="747491"/>
                </a:lnTo>
                <a:close/>
              </a:path>
              <a:path w="1658620" h="2169159">
                <a:moveTo>
                  <a:pt x="1440610" y="748699"/>
                </a:moveTo>
                <a:lnTo>
                  <a:pt x="1440261" y="749879"/>
                </a:lnTo>
                <a:lnTo>
                  <a:pt x="1440610" y="748699"/>
                </a:lnTo>
                <a:close/>
              </a:path>
              <a:path w="1658620" h="2169159">
                <a:moveTo>
                  <a:pt x="1440967" y="747491"/>
                </a:moveTo>
                <a:lnTo>
                  <a:pt x="1440610" y="748699"/>
                </a:lnTo>
                <a:lnTo>
                  <a:pt x="1440310" y="749879"/>
                </a:lnTo>
                <a:lnTo>
                  <a:pt x="1440967" y="747491"/>
                </a:lnTo>
                <a:close/>
              </a:path>
              <a:path w="1658620" h="2169159">
                <a:moveTo>
                  <a:pt x="1504212" y="655740"/>
                </a:moveTo>
                <a:lnTo>
                  <a:pt x="1481301" y="663966"/>
                </a:lnTo>
                <a:lnTo>
                  <a:pt x="1463146" y="680183"/>
                </a:lnTo>
                <a:lnTo>
                  <a:pt x="1452229" y="702913"/>
                </a:lnTo>
                <a:lnTo>
                  <a:pt x="1440610" y="748699"/>
                </a:lnTo>
                <a:lnTo>
                  <a:pt x="1440967" y="747491"/>
                </a:lnTo>
                <a:lnTo>
                  <a:pt x="1571941" y="747491"/>
                </a:lnTo>
                <a:lnTo>
                  <a:pt x="1575327" y="734151"/>
                </a:lnTo>
                <a:lnTo>
                  <a:pt x="1576570" y="708966"/>
                </a:lnTo>
                <a:lnTo>
                  <a:pt x="1568344" y="686054"/>
                </a:lnTo>
                <a:lnTo>
                  <a:pt x="1552127" y="667899"/>
                </a:lnTo>
                <a:lnTo>
                  <a:pt x="1529397" y="656983"/>
                </a:lnTo>
                <a:lnTo>
                  <a:pt x="1504212" y="655740"/>
                </a:lnTo>
                <a:close/>
              </a:path>
              <a:path w="1658620" h="2169159">
                <a:moveTo>
                  <a:pt x="1656365" y="164938"/>
                </a:moveTo>
                <a:lnTo>
                  <a:pt x="1529388" y="164938"/>
                </a:lnTo>
                <a:lnTo>
                  <a:pt x="1529297" y="167350"/>
                </a:lnTo>
                <a:lnTo>
                  <a:pt x="1526617" y="213527"/>
                </a:lnTo>
                <a:lnTo>
                  <a:pt x="1542629" y="259415"/>
                </a:lnTo>
                <a:lnTo>
                  <a:pt x="1586398" y="280540"/>
                </a:lnTo>
                <a:lnTo>
                  <a:pt x="1611360" y="276965"/>
                </a:lnTo>
                <a:lnTo>
                  <a:pt x="1632286" y="264528"/>
                </a:lnTo>
                <a:lnTo>
                  <a:pt x="1647022" y="245151"/>
                </a:lnTo>
                <a:lnTo>
                  <a:pt x="1653411" y="220759"/>
                </a:lnTo>
                <a:lnTo>
                  <a:pt x="1656251" y="170964"/>
                </a:lnTo>
                <a:lnTo>
                  <a:pt x="1656365" y="164938"/>
                </a:lnTo>
                <a:close/>
              </a:path>
              <a:path w="1658620" h="2169159">
                <a:moveTo>
                  <a:pt x="1529320" y="166139"/>
                </a:moveTo>
                <a:lnTo>
                  <a:pt x="1529251" y="167350"/>
                </a:lnTo>
                <a:lnTo>
                  <a:pt x="1529320" y="166139"/>
                </a:lnTo>
                <a:close/>
              </a:path>
              <a:path w="1658620" h="2169159">
                <a:moveTo>
                  <a:pt x="1595982" y="0"/>
                </a:moveTo>
                <a:lnTo>
                  <a:pt x="1550736" y="17743"/>
                </a:lnTo>
                <a:lnTo>
                  <a:pt x="1531289" y="62284"/>
                </a:lnTo>
                <a:lnTo>
                  <a:pt x="1529320" y="166139"/>
                </a:lnTo>
                <a:lnTo>
                  <a:pt x="1529388" y="164938"/>
                </a:lnTo>
                <a:lnTo>
                  <a:pt x="1656365" y="164938"/>
                </a:lnTo>
                <a:lnTo>
                  <a:pt x="1658266" y="64692"/>
                </a:lnTo>
                <a:lnTo>
                  <a:pt x="1653745" y="39884"/>
                </a:lnTo>
                <a:lnTo>
                  <a:pt x="1640522" y="19446"/>
                </a:lnTo>
                <a:lnTo>
                  <a:pt x="1620600" y="5457"/>
                </a:lnTo>
                <a:lnTo>
                  <a:pt x="1595982" y="0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A1AE4666-3353-0272-28C7-9278CE72429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414221" y="1710435"/>
            <a:ext cx="431863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User/Customer </a:t>
            </a:r>
            <a:r>
              <a:rPr spc="-15" dirty="0"/>
              <a:t>Segmentation</a:t>
            </a:r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F7A4CD41-2B0F-6FA7-6EC4-44D9749015E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53340" rIns="0" bIns="0" rtlCol="0">
            <a:spAutoFit/>
          </a:bodyPr>
          <a:lstStyle/>
          <a:p>
            <a:pPr marL="2488565" marR="445134">
              <a:lnSpc>
                <a:spcPts val="3100"/>
              </a:lnSpc>
              <a:spcBef>
                <a:spcPts val="420"/>
              </a:spcBef>
            </a:pPr>
            <a:r>
              <a:rPr spc="-15" dirty="0"/>
              <a:t>Break </a:t>
            </a:r>
            <a:r>
              <a:rPr spc="-5" dirty="0"/>
              <a:t>the audience down </a:t>
            </a:r>
            <a:r>
              <a:rPr spc="-20" dirty="0"/>
              <a:t>into </a:t>
            </a:r>
            <a:r>
              <a:rPr spc="-620" dirty="0"/>
              <a:t> </a:t>
            </a:r>
            <a:r>
              <a:rPr spc="-5" dirty="0"/>
              <a:t>chunks.</a:t>
            </a:r>
            <a:r>
              <a:rPr spc="5" dirty="0"/>
              <a:t> </a:t>
            </a:r>
            <a:r>
              <a:rPr spc="-5" dirty="0"/>
              <a:t>Use:</a:t>
            </a:r>
          </a:p>
          <a:p>
            <a:pPr marL="2488565">
              <a:lnSpc>
                <a:spcPct val="100000"/>
              </a:lnSpc>
              <a:spcBef>
                <a:spcPts val="585"/>
              </a:spcBef>
            </a:pPr>
            <a:r>
              <a:rPr b="1" i="1" spc="-10" dirty="0">
                <a:latin typeface="Calibri"/>
                <a:cs typeface="Calibri"/>
              </a:rPr>
              <a:t>Personas</a:t>
            </a:r>
            <a:r>
              <a:rPr b="1" i="1" spc="-35" dirty="0">
                <a:latin typeface="Calibri"/>
                <a:cs typeface="Calibri"/>
              </a:rPr>
              <a:t> </a:t>
            </a:r>
            <a:r>
              <a:rPr i="1" spc="-25" dirty="0">
                <a:latin typeface="Calibri"/>
                <a:cs typeface="Calibri"/>
              </a:rPr>
              <a:t>(aka</a:t>
            </a:r>
            <a:r>
              <a:rPr i="1" spc="-20" dirty="0">
                <a:latin typeface="Calibri"/>
                <a:cs typeface="Calibri"/>
              </a:rPr>
              <a:t> </a:t>
            </a:r>
            <a:r>
              <a:rPr i="1" spc="-10" dirty="0">
                <a:latin typeface="Calibri"/>
                <a:cs typeface="Calibri"/>
              </a:rPr>
              <a:t>Personae,</a:t>
            </a:r>
            <a:r>
              <a:rPr i="1" spc="-15" dirty="0">
                <a:latin typeface="Calibri"/>
                <a:cs typeface="Calibri"/>
              </a:rPr>
              <a:t> </a:t>
            </a:r>
            <a:r>
              <a:rPr i="1" spc="-10" dirty="0">
                <a:latin typeface="Calibri"/>
                <a:cs typeface="Calibri"/>
              </a:rPr>
              <a:t>Personi)</a:t>
            </a:r>
          </a:p>
          <a:p>
            <a:pPr marL="2488565" marR="78105">
              <a:lnSpc>
                <a:spcPts val="3000"/>
              </a:lnSpc>
              <a:spcBef>
                <a:spcPts val="1045"/>
              </a:spcBef>
            </a:pPr>
            <a:r>
              <a:rPr b="1" i="1" spc="-10" dirty="0">
                <a:latin typeface="Calibri"/>
                <a:cs typeface="Calibri"/>
              </a:rPr>
              <a:t>Customer Scenarios</a:t>
            </a:r>
            <a:r>
              <a:rPr lang="en-GB" b="1" i="1" spc="-10" dirty="0">
                <a:latin typeface="Calibri"/>
                <a:cs typeface="Calibri"/>
              </a:rPr>
              <a:t>/</a:t>
            </a:r>
            <a:r>
              <a:rPr b="1" i="1" spc="-10" dirty="0">
                <a:latin typeface="Calibri"/>
                <a:cs typeface="Calibri"/>
              </a:rPr>
              <a:t>Customer </a:t>
            </a:r>
            <a:r>
              <a:rPr b="1" i="1" spc="-620" dirty="0">
                <a:latin typeface="Calibri"/>
                <a:cs typeface="Calibri"/>
              </a:rPr>
              <a:t> </a:t>
            </a:r>
            <a:r>
              <a:rPr b="1" i="1" spc="-10" dirty="0">
                <a:latin typeface="Calibri"/>
                <a:cs typeface="Calibri"/>
              </a:rPr>
              <a:t>Journeys</a:t>
            </a:r>
          </a:p>
        </p:txBody>
      </p:sp>
    </p:spTree>
    <p:extLst>
      <p:ext uri="{BB962C8B-B14F-4D97-AF65-F5344CB8AC3E}">
        <p14:creationId xmlns:p14="http://schemas.microsoft.com/office/powerpoint/2010/main" val="17082744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0CA90F2C-DD5B-6780-3D7C-97B759D6F482}"/>
              </a:ext>
            </a:extLst>
          </p:cNvPr>
          <p:cNvSpPr txBox="1">
            <a:spLocks/>
          </p:cNvSpPr>
          <p:nvPr/>
        </p:nvSpPr>
        <p:spPr>
          <a:xfrm>
            <a:off x="685800" y="609600"/>
            <a:ext cx="7871112" cy="5539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tx1"/>
                </a:solidFill>
                <a:latin typeface="Calibri"/>
                <a:ea typeface="+mj-ea"/>
                <a:cs typeface="Calibri"/>
              </a:defRPr>
            </a:lvl1pPr>
          </a:lstStyle>
          <a:p>
            <a:pPr rtl="0"/>
            <a:r>
              <a:rPr lang="en-GB" sz="3600" b="1" i="1" spc="-10" dirty="0">
                <a:latin typeface="Calibri"/>
                <a:cs typeface="Calibri"/>
              </a:rPr>
              <a:t>Personas</a:t>
            </a:r>
            <a:endParaRPr lang="en-US" sz="3600" kern="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721E999-5BB0-E913-AC56-E80945E69CF2}"/>
              </a:ext>
            </a:extLst>
          </p:cNvPr>
          <p:cNvSpPr txBox="1"/>
          <p:nvPr/>
        </p:nvSpPr>
        <p:spPr>
          <a:xfrm>
            <a:off x="838200" y="1828800"/>
            <a:ext cx="7718712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400" dirty="0"/>
              <a:t>Personas are fictional characters that represent typical website users, summarizing their characteristics, needs, motivations, and environments.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400" dirty="0"/>
              <a:t>They often include details like age, gender, occupation, education, and location, as well as insights into lifestyle and experiences that affect how they interact with a product.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400" dirty="0"/>
              <a:t>Personas clarify the goals users want to achieve on a website, the challenges they face that the site can help solve, and their typical behaviours with technology, such as preferred devices and browsing habits.</a:t>
            </a:r>
          </a:p>
        </p:txBody>
      </p:sp>
    </p:spTree>
    <p:extLst>
      <p:ext uri="{BB962C8B-B14F-4D97-AF65-F5344CB8AC3E}">
        <p14:creationId xmlns:p14="http://schemas.microsoft.com/office/powerpoint/2010/main" val="29381326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3125470" cy="6858000"/>
          </a:xfrm>
          <a:custGeom>
            <a:avLst/>
            <a:gdLst/>
            <a:ahLst/>
            <a:cxnLst/>
            <a:rect l="l" t="t" r="r" b="b"/>
            <a:pathLst>
              <a:path w="3125470" h="6858000">
                <a:moveTo>
                  <a:pt x="1694662" y="0"/>
                </a:moveTo>
                <a:lnTo>
                  <a:pt x="0" y="0"/>
                </a:lnTo>
                <a:lnTo>
                  <a:pt x="0" y="6857999"/>
                </a:lnTo>
                <a:lnTo>
                  <a:pt x="1694662" y="6857999"/>
                </a:lnTo>
                <a:lnTo>
                  <a:pt x="1790852" y="6775778"/>
                </a:lnTo>
                <a:lnTo>
                  <a:pt x="1822912" y="6746498"/>
                </a:lnTo>
                <a:lnTo>
                  <a:pt x="1854675" y="6716687"/>
                </a:lnTo>
                <a:lnTo>
                  <a:pt x="1886136" y="6686348"/>
                </a:lnTo>
                <a:lnTo>
                  <a:pt x="1917292" y="6655488"/>
                </a:lnTo>
                <a:lnTo>
                  <a:pt x="1948140" y="6624110"/>
                </a:lnTo>
                <a:lnTo>
                  <a:pt x="1978675" y="6592219"/>
                </a:lnTo>
                <a:lnTo>
                  <a:pt x="2008895" y="6559821"/>
                </a:lnTo>
                <a:lnTo>
                  <a:pt x="2038795" y="6526920"/>
                </a:lnTo>
                <a:lnTo>
                  <a:pt x="2068372" y="6493521"/>
                </a:lnTo>
                <a:lnTo>
                  <a:pt x="2097622" y="6459629"/>
                </a:lnTo>
                <a:lnTo>
                  <a:pt x="2126542" y="6425248"/>
                </a:lnTo>
                <a:lnTo>
                  <a:pt x="2155129" y="6390384"/>
                </a:lnTo>
                <a:lnTo>
                  <a:pt x="2183378" y="6355041"/>
                </a:lnTo>
                <a:lnTo>
                  <a:pt x="2211285" y="6319224"/>
                </a:lnTo>
                <a:lnTo>
                  <a:pt x="2238848" y="6282937"/>
                </a:lnTo>
                <a:lnTo>
                  <a:pt x="2266063" y="6246187"/>
                </a:lnTo>
                <a:lnTo>
                  <a:pt x="2292926" y="6208976"/>
                </a:lnTo>
                <a:lnTo>
                  <a:pt x="2319433" y="6171311"/>
                </a:lnTo>
                <a:lnTo>
                  <a:pt x="2345581" y="6133196"/>
                </a:lnTo>
                <a:lnTo>
                  <a:pt x="2371367" y="6094636"/>
                </a:lnTo>
                <a:lnTo>
                  <a:pt x="2396786" y="6055636"/>
                </a:lnTo>
                <a:lnTo>
                  <a:pt x="2421835" y="6016199"/>
                </a:lnTo>
                <a:lnTo>
                  <a:pt x="2446511" y="5976333"/>
                </a:lnTo>
                <a:lnTo>
                  <a:pt x="2470810" y="5936040"/>
                </a:lnTo>
                <a:lnTo>
                  <a:pt x="2494728" y="5895326"/>
                </a:lnTo>
                <a:lnTo>
                  <a:pt x="2518261" y="5854196"/>
                </a:lnTo>
                <a:lnTo>
                  <a:pt x="2541406" y="5812654"/>
                </a:lnTo>
                <a:lnTo>
                  <a:pt x="2564160" y="5770706"/>
                </a:lnTo>
                <a:lnTo>
                  <a:pt x="2586519" y="5728356"/>
                </a:lnTo>
                <a:lnTo>
                  <a:pt x="2608479" y="5685609"/>
                </a:lnTo>
                <a:lnTo>
                  <a:pt x="2630037" y="5642469"/>
                </a:lnTo>
                <a:lnTo>
                  <a:pt x="2651188" y="5598942"/>
                </a:lnTo>
                <a:lnTo>
                  <a:pt x="2671930" y="5555033"/>
                </a:lnTo>
                <a:lnTo>
                  <a:pt x="2692259" y="5510745"/>
                </a:lnTo>
                <a:lnTo>
                  <a:pt x="2712171" y="5466085"/>
                </a:lnTo>
                <a:lnTo>
                  <a:pt x="2731662" y="5421056"/>
                </a:lnTo>
                <a:lnTo>
                  <a:pt x="2750730" y="5375664"/>
                </a:lnTo>
                <a:lnTo>
                  <a:pt x="2769370" y="5329914"/>
                </a:lnTo>
                <a:lnTo>
                  <a:pt x="2787578" y="5283809"/>
                </a:lnTo>
                <a:lnTo>
                  <a:pt x="2805352" y="5237356"/>
                </a:lnTo>
                <a:lnTo>
                  <a:pt x="2822687" y="5190559"/>
                </a:lnTo>
                <a:lnTo>
                  <a:pt x="2839581" y="5143422"/>
                </a:lnTo>
                <a:lnTo>
                  <a:pt x="2856028" y="5095950"/>
                </a:lnTo>
                <a:lnTo>
                  <a:pt x="2872026" y="5048149"/>
                </a:lnTo>
                <a:lnTo>
                  <a:pt x="2887572" y="5000023"/>
                </a:lnTo>
                <a:lnTo>
                  <a:pt x="2902661" y="4951577"/>
                </a:lnTo>
                <a:lnTo>
                  <a:pt x="2917290" y="4902815"/>
                </a:lnTo>
                <a:lnTo>
                  <a:pt x="2931455" y="4853743"/>
                </a:lnTo>
                <a:lnTo>
                  <a:pt x="2945152" y="4804365"/>
                </a:lnTo>
                <a:lnTo>
                  <a:pt x="2958379" y="4754687"/>
                </a:lnTo>
                <a:lnTo>
                  <a:pt x="2971132" y="4704712"/>
                </a:lnTo>
                <a:lnTo>
                  <a:pt x="2983406" y="4654446"/>
                </a:lnTo>
                <a:lnTo>
                  <a:pt x="2995198" y="4603894"/>
                </a:lnTo>
                <a:lnTo>
                  <a:pt x="3006505" y="4553060"/>
                </a:lnTo>
                <a:lnTo>
                  <a:pt x="3017324" y="4501949"/>
                </a:lnTo>
                <a:lnTo>
                  <a:pt x="3027649" y="4450566"/>
                </a:lnTo>
                <a:lnTo>
                  <a:pt x="3037479" y="4398916"/>
                </a:lnTo>
                <a:lnTo>
                  <a:pt x="3046808" y="4347003"/>
                </a:lnTo>
                <a:lnTo>
                  <a:pt x="3055635" y="4294833"/>
                </a:lnTo>
                <a:lnTo>
                  <a:pt x="3063954" y="4242410"/>
                </a:lnTo>
                <a:lnTo>
                  <a:pt x="3071763" y="4189739"/>
                </a:lnTo>
                <a:lnTo>
                  <a:pt x="3079057" y="4136825"/>
                </a:lnTo>
                <a:lnTo>
                  <a:pt x="3085834" y="4083672"/>
                </a:lnTo>
                <a:lnTo>
                  <a:pt x="3092089" y="4030286"/>
                </a:lnTo>
                <a:lnTo>
                  <a:pt x="3097820" y="3976671"/>
                </a:lnTo>
                <a:lnTo>
                  <a:pt x="3103021" y="3922832"/>
                </a:lnTo>
                <a:lnTo>
                  <a:pt x="3107691" y="3868775"/>
                </a:lnTo>
                <a:lnTo>
                  <a:pt x="3111824" y="3814502"/>
                </a:lnTo>
                <a:lnTo>
                  <a:pt x="3115418" y="3760021"/>
                </a:lnTo>
                <a:lnTo>
                  <a:pt x="3118469" y="3705334"/>
                </a:lnTo>
                <a:lnTo>
                  <a:pt x="3120974" y="3650448"/>
                </a:lnTo>
                <a:lnTo>
                  <a:pt x="3122928" y="3595366"/>
                </a:lnTo>
                <a:lnTo>
                  <a:pt x="3124328" y="3540095"/>
                </a:lnTo>
                <a:lnTo>
                  <a:pt x="3125171" y="3484637"/>
                </a:lnTo>
                <a:lnTo>
                  <a:pt x="3125453" y="3429000"/>
                </a:lnTo>
                <a:lnTo>
                  <a:pt x="3125171" y="3373362"/>
                </a:lnTo>
                <a:lnTo>
                  <a:pt x="3124328" y="3317904"/>
                </a:lnTo>
                <a:lnTo>
                  <a:pt x="3122928" y="3262633"/>
                </a:lnTo>
                <a:lnTo>
                  <a:pt x="3120974" y="3207551"/>
                </a:lnTo>
                <a:lnTo>
                  <a:pt x="3118469" y="3152665"/>
                </a:lnTo>
                <a:lnTo>
                  <a:pt x="3115418" y="3097979"/>
                </a:lnTo>
                <a:lnTo>
                  <a:pt x="3111824" y="3043497"/>
                </a:lnTo>
                <a:lnTo>
                  <a:pt x="3107691" y="2989225"/>
                </a:lnTo>
                <a:lnTo>
                  <a:pt x="3103021" y="2935167"/>
                </a:lnTo>
                <a:lnTo>
                  <a:pt x="3097820" y="2881328"/>
                </a:lnTo>
                <a:lnTo>
                  <a:pt x="3092089" y="2827713"/>
                </a:lnTo>
                <a:lnTo>
                  <a:pt x="3085834" y="2774327"/>
                </a:lnTo>
                <a:lnTo>
                  <a:pt x="3079057" y="2721174"/>
                </a:lnTo>
                <a:lnTo>
                  <a:pt x="3071763" y="2668260"/>
                </a:lnTo>
                <a:lnTo>
                  <a:pt x="3063954" y="2615589"/>
                </a:lnTo>
                <a:lnTo>
                  <a:pt x="3055635" y="2563166"/>
                </a:lnTo>
                <a:lnTo>
                  <a:pt x="3046808" y="2510996"/>
                </a:lnTo>
                <a:lnTo>
                  <a:pt x="3037479" y="2459084"/>
                </a:lnTo>
                <a:lnTo>
                  <a:pt x="3027649" y="2407434"/>
                </a:lnTo>
                <a:lnTo>
                  <a:pt x="3017324" y="2356051"/>
                </a:lnTo>
                <a:lnTo>
                  <a:pt x="3006505" y="2304940"/>
                </a:lnTo>
                <a:lnTo>
                  <a:pt x="2995198" y="2254106"/>
                </a:lnTo>
                <a:lnTo>
                  <a:pt x="2983406" y="2203553"/>
                </a:lnTo>
                <a:lnTo>
                  <a:pt x="2971132" y="2153287"/>
                </a:lnTo>
                <a:lnTo>
                  <a:pt x="2958379" y="2103313"/>
                </a:lnTo>
                <a:lnTo>
                  <a:pt x="2945152" y="2053634"/>
                </a:lnTo>
                <a:lnTo>
                  <a:pt x="2931455" y="2004256"/>
                </a:lnTo>
                <a:lnTo>
                  <a:pt x="2917290" y="1955184"/>
                </a:lnTo>
                <a:lnTo>
                  <a:pt x="2902661" y="1906423"/>
                </a:lnTo>
                <a:lnTo>
                  <a:pt x="2887572" y="1857977"/>
                </a:lnTo>
                <a:lnTo>
                  <a:pt x="2872026" y="1809850"/>
                </a:lnTo>
                <a:lnTo>
                  <a:pt x="2856028" y="1762049"/>
                </a:lnTo>
                <a:lnTo>
                  <a:pt x="2839581" y="1714578"/>
                </a:lnTo>
                <a:lnTo>
                  <a:pt x="2822687" y="1667441"/>
                </a:lnTo>
                <a:lnTo>
                  <a:pt x="2805352" y="1620644"/>
                </a:lnTo>
                <a:lnTo>
                  <a:pt x="2787578" y="1574190"/>
                </a:lnTo>
                <a:lnTo>
                  <a:pt x="2769370" y="1528086"/>
                </a:lnTo>
                <a:lnTo>
                  <a:pt x="2750730" y="1482335"/>
                </a:lnTo>
                <a:lnTo>
                  <a:pt x="2731662" y="1436943"/>
                </a:lnTo>
                <a:lnTo>
                  <a:pt x="2712171" y="1391915"/>
                </a:lnTo>
                <a:lnTo>
                  <a:pt x="2692259" y="1347254"/>
                </a:lnTo>
                <a:lnTo>
                  <a:pt x="2671930" y="1302967"/>
                </a:lnTo>
                <a:lnTo>
                  <a:pt x="2651188" y="1259057"/>
                </a:lnTo>
                <a:lnTo>
                  <a:pt x="2630037" y="1215531"/>
                </a:lnTo>
                <a:lnTo>
                  <a:pt x="2608479" y="1172391"/>
                </a:lnTo>
                <a:lnTo>
                  <a:pt x="2586519" y="1129644"/>
                </a:lnTo>
                <a:lnTo>
                  <a:pt x="2564160" y="1087294"/>
                </a:lnTo>
                <a:lnTo>
                  <a:pt x="2541406" y="1045345"/>
                </a:lnTo>
                <a:lnTo>
                  <a:pt x="2518261" y="1003804"/>
                </a:lnTo>
                <a:lnTo>
                  <a:pt x="2494728" y="962674"/>
                </a:lnTo>
                <a:lnTo>
                  <a:pt x="2470810" y="921960"/>
                </a:lnTo>
                <a:lnTo>
                  <a:pt x="2446511" y="881667"/>
                </a:lnTo>
                <a:lnTo>
                  <a:pt x="2421835" y="841801"/>
                </a:lnTo>
                <a:lnTo>
                  <a:pt x="2396786" y="802365"/>
                </a:lnTo>
                <a:lnTo>
                  <a:pt x="2371367" y="763364"/>
                </a:lnTo>
                <a:lnTo>
                  <a:pt x="2345581" y="724804"/>
                </a:lnTo>
                <a:lnTo>
                  <a:pt x="2319433" y="686689"/>
                </a:lnTo>
                <a:lnTo>
                  <a:pt x="2292926" y="649024"/>
                </a:lnTo>
                <a:lnTo>
                  <a:pt x="2266063" y="611814"/>
                </a:lnTo>
                <a:lnTo>
                  <a:pt x="2238848" y="575063"/>
                </a:lnTo>
                <a:lnTo>
                  <a:pt x="2211285" y="538777"/>
                </a:lnTo>
                <a:lnTo>
                  <a:pt x="2183378" y="502959"/>
                </a:lnTo>
                <a:lnTo>
                  <a:pt x="2155129" y="467616"/>
                </a:lnTo>
                <a:lnTo>
                  <a:pt x="2126542" y="432752"/>
                </a:lnTo>
                <a:lnTo>
                  <a:pt x="2097622" y="398371"/>
                </a:lnTo>
                <a:lnTo>
                  <a:pt x="2068372" y="364479"/>
                </a:lnTo>
                <a:lnTo>
                  <a:pt x="2038795" y="331080"/>
                </a:lnTo>
                <a:lnTo>
                  <a:pt x="2008895" y="298179"/>
                </a:lnTo>
                <a:lnTo>
                  <a:pt x="1978675" y="265781"/>
                </a:lnTo>
                <a:lnTo>
                  <a:pt x="1948140" y="233891"/>
                </a:lnTo>
                <a:lnTo>
                  <a:pt x="1917292" y="202513"/>
                </a:lnTo>
                <a:lnTo>
                  <a:pt x="1886136" y="171652"/>
                </a:lnTo>
                <a:lnTo>
                  <a:pt x="1854675" y="141313"/>
                </a:lnTo>
                <a:lnTo>
                  <a:pt x="1822912" y="111502"/>
                </a:lnTo>
                <a:lnTo>
                  <a:pt x="1790852" y="82222"/>
                </a:lnTo>
                <a:lnTo>
                  <a:pt x="1694662" y="0"/>
                </a:lnTo>
                <a:close/>
              </a:path>
            </a:pathLst>
          </a:custGeom>
          <a:solidFill>
            <a:srgbClr val="ED7D3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93864" y="2967228"/>
            <a:ext cx="2033905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spc="-95" dirty="0">
                <a:solidFill>
                  <a:srgbClr val="FFFFFF"/>
                </a:solidFill>
                <a:latin typeface="Calibri Light"/>
                <a:cs typeface="Calibri Light"/>
              </a:rPr>
              <a:t>P</a:t>
            </a:r>
            <a:r>
              <a:rPr sz="4400" dirty="0">
                <a:solidFill>
                  <a:srgbClr val="FFFFFF"/>
                </a:solidFill>
                <a:latin typeface="Calibri Light"/>
                <a:cs typeface="Calibri Light"/>
              </a:rPr>
              <a:t>e</a:t>
            </a:r>
            <a:r>
              <a:rPr sz="4400" spc="-90" dirty="0">
                <a:solidFill>
                  <a:srgbClr val="FFFFFF"/>
                </a:solidFill>
                <a:latin typeface="Calibri Light"/>
                <a:cs typeface="Calibri Light"/>
              </a:rPr>
              <a:t>r</a:t>
            </a:r>
            <a:r>
              <a:rPr sz="4400" spc="-5" dirty="0">
                <a:solidFill>
                  <a:srgbClr val="FFFFFF"/>
                </a:solidFill>
                <a:latin typeface="Calibri Light"/>
                <a:cs typeface="Calibri Light"/>
              </a:rPr>
              <a:t>s</a:t>
            </a:r>
            <a:r>
              <a:rPr sz="4400" dirty="0">
                <a:solidFill>
                  <a:srgbClr val="FFFFFF"/>
                </a:solidFill>
                <a:latin typeface="Calibri Light"/>
                <a:cs typeface="Calibri Light"/>
              </a:rPr>
              <a:t>onas</a:t>
            </a:r>
            <a:endParaRPr sz="4400">
              <a:latin typeface="Calibri Light"/>
              <a:cs typeface="Calibri Light"/>
            </a:endParaRPr>
          </a:p>
        </p:txBody>
      </p:sp>
      <p:sp>
        <p:nvSpPr>
          <p:cNvPr id="4" name="object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130598" y="4433707"/>
            <a:ext cx="1658620" cy="2169160"/>
          </a:xfrm>
          <a:custGeom>
            <a:avLst/>
            <a:gdLst/>
            <a:ahLst/>
            <a:cxnLst/>
            <a:rect l="l" t="t" r="r" b="b"/>
            <a:pathLst>
              <a:path w="1658620" h="2169159">
                <a:moveTo>
                  <a:pt x="100872" y="2041064"/>
                </a:moveTo>
                <a:lnTo>
                  <a:pt x="62419" y="2041713"/>
                </a:lnTo>
                <a:lnTo>
                  <a:pt x="17838" y="2061067"/>
                </a:lnTo>
                <a:lnTo>
                  <a:pt x="0" y="2106275"/>
                </a:lnTo>
                <a:lnTo>
                  <a:pt x="5406" y="2130905"/>
                </a:lnTo>
                <a:lnTo>
                  <a:pt x="19353" y="2150856"/>
                </a:lnTo>
                <a:lnTo>
                  <a:pt x="39764" y="2164122"/>
                </a:lnTo>
                <a:lnTo>
                  <a:pt x="64561" y="2168695"/>
                </a:lnTo>
                <a:lnTo>
                  <a:pt x="105156" y="2168010"/>
                </a:lnTo>
                <a:lnTo>
                  <a:pt x="146570" y="2165912"/>
                </a:lnTo>
                <a:lnTo>
                  <a:pt x="187716" y="2162435"/>
                </a:lnTo>
                <a:lnTo>
                  <a:pt x="228574" y="2157598"/>
                </a:lnTo>
                <a:lnTo>
                  <a:pt x="269130" y="2151416"/>
                </a:lnTo>
                <a:lnTo>
                  <a:pt x="309365" y="2143910"/>
                </a:lnTo>
                <a:lnTo>
                  <a:pt x="349265" y="2135096"/>
                </a:lnTo>
                <a:lnTo>
                  <a:pt x="388811" y="2124993"/>
                </a:lnTo>
                <a:lnTo>
                  <a:pt x="427991" y="2113621"/>
                </a:lnTo>
                <a:lnTo>
                  <a:pt x="479404" y="2091645"/>
                </a:lnTo>
                <a:lnTo>
                  <a:pt x="501083" y="2049055"/>
                </a:lnTo>
                <a:lnTo>
                  <a:pt x="500164" y="2041118"/>
                </a:lnTo>
                <a:lnTo>
                  <a:pt x="99800" y="2041118"/>
                </a:lnTo>
                <a:lnTo>
                  <a:pt x="100872" y="2041064"/>
                </a:lnTo>
                <a:close/>
              </a:path>
              <a:path w="1658620" h="2169159">
                <a:moveTo>
                  <a:pt x="101942" y="2041046"/>
                </a:moveTo>
                <a:lnTo>
                  <a:pt x="100872" y="2041064"/>
                </a:lnTo>
                <a:lnTo>
                  <a:pt x="99800" y="2041118"/>
                </a:lnTo>
                <a:lnTo>
                  <a:pt x="101942" y="2041046"/>
                </a:lnTo>
                <a:close/>
              </a:path>
              <a:path w="1658620" h="2169159">
                <a:moveTo>
                  <a:pt x="500155" y="2041046"/>
                </a:moveTo>
                <a:lnTo>
                  <a:pt x="101942" y="2041046"/>
                </a:lnTo>
                <a:lnTo>
                  <a:pt x="99800" y="2041118"/>
                </a:lnTo>
                <a:lnTo>
                  <a:pt x="500164" y="2041118"/>
                </a:lnTo>
                <a:close/>
              </a:path>
              <a:path w="1658620" h="2169159">
                <a:moveTo>
                  <a:pt x="138009" y="2039183"/>
                </a:moveTo>
                <a:lnTo>
                  <a:pt x="100872" y="2041064"/>
                </a:lnTo>
                <a:lnTo>
                  <a:pt x="101942" y="2041046"/>
                </a:lnTo>
                <a:lnTo>
                  <a:pt x="500155" y="2041046"/>
                </a:lnTo>
                <a:lnTo>
                  <a:pt x="499950" y="2039273"/>
                </a:lnTo>
                <a:lnTo>
                  <a:pt x="136944" y="2039273"/>
                </a:lnTo>
                <a:lnTo>
                  <a:pt x="138009" y="2039183"/>
                </a:lnTo>
                <a:close/>
              </a:path>
              <a:path w="1658620" h="2169159">
                <a:moveTo>
                  <a:pt x="139077" y="2039129"/>
                </a:moveTo>
                <a:lnTo>
                  <a:pt x="138009" y="2039183"/>
                </a:lnTo>
                <a:lnTo>
                  <a:pt x="136944" y="2039273"/>
                </a:lnTo>
                <a:lnTo>
                  <a:pt x="139077" y="2039129"/>
                </a:lnTo>
                <a:close/>
              </a:path>
              <a:path w="1658620" h="2169159">
                <a:moveTo>
                  <a:pt x="499933" y="2039129"/>
                </a:moveTo>
                <a:lnTo>
                  <a:pt x="139077" y="2039129"/>
                </a:lnTo>
                <a:lnTo>
                  <a:pt x="136944" y="2039273"/>
                </a:lnTo>
                <a:lnTo>
                  <a:pt x="499950" y="2039273"/>
                </a:lnTo>
                <a:lnTo>
                  <a:pt x="499933" y="2039129"/>
                </a:lnTo>
                <a:close/>
              </a:path>
              <a:path w="1658620" h="2169159">
                <a:moveTo>
                  <a:pt x="174901" y="2036066"/>
                </a:moveTo>
                <a:lnTo>
                  <a:pt x="138009" y="2039183"/>
                </a:lnTo>
                <a:lnTo>
                  <a:pt x="139077" y="2039129"/>
                </a:lnTo>
                <a:lnTo>
                  <a:pt x="499933" y="2039129"/>
                </a:lnTo>
                <a:lnTo>
                  <a:pt x="499593" y="2036191"/>
                </a:lnTo>
                <a:lnTo>
                  <a:pt x="173842" y="2036191"/>
                </a:lnTo>
                <a:lnTo>
                  <a:pt x="174901" y="2036066"/>
                </a:lnTo>
                <a:close/>
              </a:path>
              <a:path w="1658620" h="2169159">
                <a:moveTo>
                  <a:pt x="175962" y="2035976"/>
                </a:moveTo>
                <a:lnTo>
                  <a:pt x="174901" y="2036066"/>
                </a:lnTo>
                <a:lnTo>
                  <a:pt x="173842" y="2036191"/>
                </a:lnTo>
                <a:lnTo>
                  <a:pt x="175962" y="2035976"/>
                </a:lnTo>
                <a:close/>
              </a:path>
              <a:path w="1658620" h="2169159">
                <a:moveTo>
                  <a:pt x="499568" y="2035976"/>
                </a:moveTo>
                <a:lnTo>
                  <a:pt x="175962" y="2035976"/>
                </a:lnTo>
                <a:lnTo>
                  <a:pt x="173842" y="2036191"/>
                </a:lnTo>
                <a:lnTo>
                  <a:pt x="499593" y="2036191"/>
                </a:lnTo>
                <a:lnTo>
                  <a:pt x="499568" y="2035976"/>
                </a:lnTo>
                <a:close/>
              </a:path>
              <a:path w="1658620" h="2169159">
                <a:moveTo>
                  <a:pt x="211540" y="2031727"/>
                </a:moveTo>
                <a:lnTo>
                  <a:pt x="174901" y="2036066"/>
                </a:lnTo>
                <a:lnTo>
                  <a:pt x="175962" y="2035976"/>
                </a:lnTo>
                <a:lnTo>
                  <a:pt x="499568" y="2035976"/>
                </a:lnTo>
                <a:lnTo>
                  <a:pt x="499094" y="2031888"/>
                </a:lnTo>
                <a:lnTo>
                  <a:pt x="210488" y="2031888"/>
                </a:lnTo>
                <a:lnTo>
                  <a:pt x="211540" y="2031727"/>
                </a:lnTo>
                <a:close/>
              </a:path>
              <a:path w="1658620" h="2169159">
                <a:moveTo>
                  <a:pt x="212589" y="2031603"/>
                </a:moveTo>
                <a:lnTo>
                  <a:pt x="211540" y="2031727"/>
                </a:lnTo>
                <a:lnTo>
                  <a:pt x="210488" y="2031888"/>
                </a:lnTo>
                <a:lnTo>
                  <a:pt x="212589" y="2031603"/>
                </a:lnTo>
                <a:close/>
              </a:path>
              <a:path w="1658620" h="2169159">
                <a:moveTo>
                  <a:pt x="499061" y="2031603"/>
                </a:moveTo>
                <a:lnTo>
                  <a:pt x="212589" y="2031603"/>
                </a:lnTo>
                <a:lnTo>
                  <a:pt x="210488" y="2031888"/>
                </a:lnTo>
                <a:lnTo>
                  <a:pt x="499094" y="2031888"/>
                </a:lnTo>
                <a:lnTo>
                  <a:pt x="499061" y="2031603"/>
                </a:lnTo>
                <a:close/>
              </a:path>
              <a:path w="1658620" h="2169159">
                <a:moveTo>
                  <a:pt x="247907" y="2026185"/>
                </a:moveTo>
                <a:lnTo>
                  <a:pt x="211540" y="2031727"/>
                </a:lnTo>
                <a:lnTo>
                  <a:pt x="212589" y="2031603"/>
                </a:lnTo>
                <a:lnTo>
                  <a:pt x="499061" y="2031603"/>
                </a:lnTo>
                <a:lnTo>
                  <a:pt x="498456" y="2026377"/>
                </a:lnTo>
                <a:lnTo>
                  <a:pt x="246874" y="2026377"/>
                </a:lnTo>
                <a:lnTo>
                  <a:pt x="247907" y="2026185"/>
                </a:lnTo>
                <a:close/>
              </a:path>
              <a:path w="1658620" h="2169159">
                <a:moveTo>
                  <a:pt x="248953" y="2026025"/>
                </a:moveTo>
                <a:lnTo>
                  <a:pt x="247907" y="2026185"/>
                </a:lnTo>
                <a:lnTo>
                  <a:pt x="246874" y="2026377"/>
                </a:lnTo>
                <a:lnTo>
                  <a:pt x="248953" y="2026025"/>
                </a:lnTo>
                <a:close/>
              </a:path>
              <a:path w="1658620" h="2169159">
                <a:moveTo>
                  <a:pt x="498415" y="2026025"/>
                </a:moveTo>
                <a:lnTo>
                  <a:pt x="248953" y="2026025"/>
                </a:lnTo>
                <a:lnTo>
                  <a:pt x="246874" y="2026377"/>
                </a:lnTo>
                <a:lnTo>
                  <a:pt x="498456" y="2026377"/>
                </a:lnTo>
                <a:lnTo>
                  <a:pt x="498415" y="2026025"/>
                </a:lnTo>
                <a:close/>
              </a:path>
              <a:path w="1658620" h="2169159">
                <a:moveTo>
                  <a:pt x="284013" y="2019448"/>
                </a:moveTo>
                <a:lnTo>
                  <a:pt x="247907" y="2026185"/>
                </a:lnTo>
                <a:lnTo>
                  <a:pt x="248953" y="2026025"/>
                </a:lnTo>
                <a:lnTo>
                  <a:pt x="498415" y="2026025"/>
                </a:lnTo>
                <a:lnTo>
                  <a:pt x="498181" y="2024007"/>
                </a:lnTo>
                <a:lnTo>
                  <a:pt x="495736" y="2019674"/>
                </a:lnTo>
                <a:lnTo>
                  <a:pt x="282992" y="2019674"/>
                </a:lnTo>
                <a:lnTo>
                  <a:pt x="284013" y="2019448"/>
                </a:lnTo>
                <a:close/>
              </a:path>
              <a:path w="1658620" h="2169159">
                <a:moveTo>
                  <a:pt x="285043" y="2019256"/>
                </a:moveTo>
                <a:lnTo>
                  <a:pt x="284013" y="2019448"/>
                </a:lnTo>
                <a:lnTo>
                  <a:pt x="282992" y="2019674"/>
                </a:lnTo>
                <a:lnTo>
                  <a:pt x="285043" y="2019256"/>
                </a:lnTo>
                <a:close/>
              </a:path>
              <a:path w="1658620" h="2169159">
                <a:moveTo>
                  <a:pt x="495500" y="2019256"/>
                </a:moveTo>
                <a:lnTo>
                  <a:pt x="285043" y="2019256"/>
                </a:lnTo>
                <a:lnTo>
                  <a:pt x="282992" y="2019674"/>
                </a:lnTo>
                <a:lnTo>
                  <a:pt x="495736" y="2019674"/>
                </a:lnTo>
                <a:lnTo>
                  <a:pt x="495500" y="2019256"/>
                </a:lnTo>
                <a:close/>
              </a:path>
              <a:path w="1658620" h="2169159">
                <a:moveTo>
                  <a:pt x="319843" y="2011533"/>
                </a:moveTo>
                <a:lnTo>
                  <a:pt x="284013" y="2019448"/>
                </a:lnTo>
                <a:lnTo>
                  <a:pt x="285043" y="2019256"/>
                </a:lnTo>
                <a:lnTo>
                  <a:pt x="495500" y="2019256"/>
                </a:lnTo>
                <a:lnTo>
                  <a:pt x="491287" y="2011790"/>
                </a:lnTo>
                <a:lnTo>
                  <a:pt x="318837" y="2011790"/>
                </a:lnTo>
                <a:lnTo>
                  <a:pt x="319843" y="2011533"/>
                </a:lnTo>
                <a:close/>
              </a:path>
              <a:path w="1658620" h="2169159">
                <a:moveTo>
                  <a:pt x="320856" y="2011309"/>
                </a:moveTo>
                <a:lnTo>
                  <a:pt x="319843" y="2011533"/>
                </a:lnTo>
                <a:lnTo>
                  <a:pt x="318837" y="2011790"/>
                </a:lnTo>
                <a:lnTo>
                  <a:pt x="320856" y="2011309"/>
                </a:lnTo>
                <a:close/>
              </a:path>
              <a:path w="1658620" h="2169159">
                <a:moveTo>
                  <a:pt x="491016" y="2011309"/>
                </a:moveTo>
                <a:lnTo>
                  <a:pt x="320856" y="2011309"/>
                </a:lnTo>
                <a:lnTo>
                  <a:pt x="318837" y="2011790"/>
                </a:lnTo>
                <a:lnTo>
                  <a:pt x="491287" y="2011790"/>
                </a:lnTo>
                <a:lnTo>
                  <a:pt x="491016" y="2011309"/>
                </a:lnTo>
                <a:close/>
              </a:path>
              <a:path w="1658620" h="2169159">
                <a:moveTo>
                  <a:pt x="355379" y="2002455"/>
                </a:moveTo>
                <a:lnTo>
                  <a:pt x="319843" y="2011533"/>
                </a:lnTo>
                <a:lnTo>
                  <a:pt x="320856" y="2011309"/>
                </a:lnTo>
                <a:lnTo>
                  <a:pt x="491016" y="2011309"/>
                </a:lnTo>
                <a:lnTo>
                  <a:pt x="486180" y="2002741"/>
                </a:lnTo>
                <a:lnTo>
                  <a:pt x="354397" y="2002741"/>
                </a:lnTo>
                <a:lnTo>
                  <a:pt x="355379" y="2002455"/>
                </a:lnTo>
                <a:close/>
              </a:path>
              <a:path w="1658620" h="2169159">
                <a:moveTo>
                  <a:pt x="356382" y="2002199"/>
                </a:moveTo>
                <a:lnTo>
                  <a:pt x="355379" y="2002455"/>
                </a:lnTo>
                <a:lnTo>
                  <a:pt x="354397" y="2002741"/>
                </a:lnTo>
                <a:lnTo>
                  <a:pt x="356382" y="2002199"/>
                </a:lnTo>
                <a:close/>
              </a:path>
              <a:path w="1658620" h="2169159">
                <a:moveTo>
                  <a:pt x="485875" y="2002199"/>
                </a:moveTo>
                <a:lnTo>
                  <a:pt x="356382" y="2002199"/>
                </a:lnTo>
                <a:lnTo>
                  <a:pt x="354397" y="2002741"/>
                </a:lnTo>
                <a:lnTo>
                  <a:pt x="486180" y="2002741"/>
                </a:lnTo>
                <a:lnTo>
                  <a:pt x="485875" y="2002199"/>
                </a:lnTo>
                <a:close/>
              </a:path>
              <a:path w="1658620" h="2169159">
                <a:moveTo>
                  <a:pt x="472846" y="1991939"/>
                </a:moveTo>
                <a:lnTo>
                  <a:pt x="391610" y="1991939"/>
                </a:lnTo>
                <a:lnTo>
                  <a:pt x="389665" y="1992538"/>
                </a:lnTo>
                <a:lnTo>
                  <a:pt x="355379" y="2002455"/>
                </a:lnTo>
                <a:lnTo>
                  <a:pt x="356382" y="2002199"/>
                </a:lnTo>
                <a:lnTo>
                  <a:pt x="485875" y="2002199"/>
                </a:lnTo>
                <a:lnTo>
                  <a:pt x="485788" y="2002047"/>
                </a:lnTo>
                <a:lnTo>
                  <a:pt x="472846" y="1991939"/>
                </a:lnTo>
                <a:close/>
              </a:path>
              <a:path w="1658620" h="2169159">
                <a:moveTo>
                  <a:pt x="390632" y="1992223"/>
                </a:moveTo>
                <a:lnTo>
                  <a:pt x="389548" y="1992538"/>
                </a:lnTo>
                <a:lnTo>
                  <a:pt x="390632" y="1992223"/>
                </a:lnTo>
                <a:close/>
              </a:path>
              <a:path w="1658620" h="2169159">
                <a:moveTo>
                  <a:pt x="391610" y="1991939"/>
                </a:moveTo>
                <a:lnTo>
                  <a:pt x="390632" y="1992223"/>
                </a:lnTo>
                <a:lnTo>
                  <a:pt x="389665" y="1992538"/>
                </a:lnTo>
                <a:lnTo>
                  <a:pt x="391610" y="1991939"/>
                </a:lnTo>
                <a:close/>
              </a:path>
              <a:path w="1658620" h="2169159">
                <a:moveTo>
                  <a:pt x="443199" y="1980367"/>
                </a:moveTo>
                <a:lnTo>
                  <a:pt x="418151" y="1983269"/>
                </a:lnTo>
                <a:lnTo>
                  <a:pt x="390632" y="1992223"/>
                </a:lnTo>
                <a:lnTo>
                  <a:pt x="391610" y="1991939"/>
                </a:lnTo>
                <a:lnTo>
                  <a:pt x="472846" y="1991939"/>
                </a:lnTo>
                <a:lnTo>
                  <a:pt x="466603" y="1987063"/>
                </a:lnTo>
                <a:lnTo>
                  <a:pt x="443199" y="1980367"/>
                </a:lnTo>
                <a:close/>
              </a:path>
              <a:path w="1658620" h="2169159">
                <a:moveTo>
                  <a:pt x="877137" y="1709311"/>
                </a:moveTo>
                <a:lnTo>
                  <a:pt x="835179" y="1745176"/>
                </a:lnTo>
                <a:lnTo>
                  <a:pt x="819633" y="1765029"/>
                </a:lnTo>
                <a:lnTo>
                  <a:pt x="813132" y="1788489"/>
                </a:lnTo>
                <a:lnTo>
                  <a:pt x="815903" y="1812674"/>
                </a:lnTo>
                <a:lnTo>
                  <a:pt x="828169" y="1834705"/>
                </a:lnTo>
                <a:lnTo>
                  <a:pt x="848023" y="1850251"/>
                </a:lnTo>
                <a:lnTo>
                  <a:pt x="871482" y="1856751"/>
                </a:lnTo>
                <a:lnTo>
                  <a:pt x="895667" y="1853981"/>
                </a:lnTo>
                <a:lnTo>
                  <a:pt x="917698" y="1841714"/>
                </a:lnTo>
                <a:lnTo>
                  <a:pt x="962151" y="1803717"/>
                </a:lnTo>
                <a:lnTo>
                  <a:pt x="1024525" y="1744576"/>
                </a:lnTo>
                <a:lnTo>
                  <a:pt x="1057113" y="1710431"/>
                </a:lnTo>
                <a:lnTo>
                  <a:pt x="875957" y="1710431"/>
                </a:lnTo>
                <a:lnTo>
                  <a:pt x="877137" y="1709311"/>
                </a:lnTo>
                <a:close/>
              </a:path>
              <a:path w="1658620" h="2169159">
                <a:moveTo>
                  <a:pt x="878389" y="1708242"/>
                </a:moveTo>
                <a:lnTo>
                  <a:pt x="877137" y="1709311"/>
                </a:lnTo>
                <a:lnTo>
                  <a:pt x="875957" y="1710431"/>
                </a:lnTo>
                <a:lnTo>
                  <a:pt x="878389" y="1708242"/>
                </a:lnTo>
                <a:close/>
              </a:path>
              <a:path w="1658620" h="2169159">
                <a:moveTo>
                  <a:pt x="1059202" y="1708242"/>
                </a:moveTo>
                <a:lnTo>
                  <a:pt x="878389" y="1708242"/>
                </a:lnTo>
                <a:lnTo>
                  <a:pt x="875957" y="1710431"/>
                </a:lnTo>
                <a:lnTo>
                  <a:pt x="1057113" y="1710431"/>
                </a:lnTo>
                <a:lnTo>
                  <a:pt x="1059202" y="1708242"/>
                </a:lnTo>
                <a:close/>
              </a:path>
              <a:path w="1658620" h="2169159">
                <a:moveTo>
                  <a:pt x="1108943" y="1653507"/>
                </a:moveTo>
                <a:lnTo>
                  <a:pt x="935993" y="1653507"/>
                </a:lnTo>
                <a:lnTo>
                  <a:pt x="933747" y="1655746"/>
                </a:lnTo>
                <a:lnTo>
                  <a:pt x="877137" y="1709311"/>
                </a:lnTo>
                <a:lnTo>
                  <a:pt x="878389" y="1708242"/>
                </a:lnTo>
                <a:lnTo>
                  <a:pt x="1059202" y="1708242"/>
                </a:lnTo>
                <a:lnTo>
                  <a:pt x="1084530" y="1681704"/>
                </a:lnTo>
                <a:lnTo>
                  <a:pt x="1108943" y="1653507"/>
                </a:lnTo>
                <a:close/>
              </a:path>
              <a:path w="1658620" h="2169159">
                <a:moveTo>
                  <a:pt x="934835" y="1654605"/>
                </a:moveTo>
                <a:lnTo>
                  <a:pt x="933632" y="1655746"/>
                </a:lnTo>
                <a:lnTo>
                  <a:pt x="934835" y="1654605"/>
                </a:lnTo>
                <a:close/>
              </a:path>
              <a:path w="1658620" h="2169159">
                <a:moveTo>
                  <a:pt x="935993" y="1653507"/>
                </a:moveTo>
                <a:lnTo>
                  <a:pt x="934835" y="1654605"/>
                </a:lnTo>
                <a:lnTo>
                  <a:pt x="933747" y="1655746"/>
                </a:lnTo>
                <a:lnTo>
                  <a:pt x="935993" y="1653507"/>
                </a:lnTo>
                <a:close/>
              </a:path>
              <a:path w="1658620" h="2169159">
                <a:moveTo>
                  <a:pt x="1157893" y="1595134"/>
                </a:moveTo>
                <a:lnTo>
                  <a:pt x="991594" y="1595134"/>
                </a:lnTo>
                <a:lnTo>
                  <a:pt x="989525" y="1597410"/>
                </a:lnTo>
                <a:lnTo>
                  <a:pt x="934835" y="1654605"/>
                </a:lnTo>
                <a:lnTo>
                  <a:pt x="935993" y="1653507"/>
                </a:lnTo>
                <a:lnTo>
                  <a:pt x="1108943" y="1653507"/>
                </a:lnTo>
                <a:lnTo>
                  <a:pt x="1142077" y="1615238"/>
                </a:lnTo>
                <a:lnTo>
                  <a:pt x="1157893" y="1595134"/>
                </a:lnTo>
                <a:close/>
              </a:path>
              <a:path w="1658620" h="2169159">
                <a:moveTo>
                  <a:pt x="990537" y="1596242"/>
                </a:moveTo>
                <a:lnTo>
                  <a:pt x="989422" y="1597410"/>
                </a:lnTo>
                <a:lnTo>
                  <a:pt x="990537" y="1596242"/>
                </a:lnTo>
                <a:close/>
              </a:path>
              <a:path w="1658620" h="2169159">
                <a:moveTo>
                  <a:pt x="991594" y="1595134"/>
                </a:moveTo>
                <a:lnTo>
                  <a:pt x="990537" y="1596242"/>
                </a:lnTo>
                <a:lnTo>
                  <a:pt x="989525" y="1597410"/>
                </a:lnTo>
                <a:lnTo>
                  <a:pt x="991594" y="1595134"/>
                </a:lnTo>
                <a:close/>
              </a:path>
              <a:path w="1658620" h="2169159">
                <a:moveTo>
                  <a:pt x="1199427" y="1533238"/>
                </a:moveTo>
                <a:lnTo>
                  <a:pt x="1045088" y="1533238"/>
                </a:lnTo>
                <a:lnTo>
                  <a:pt x="1043185" y="1535543"/>
                </a:lnTo>
                <a:lnTo>
                  <a:pt x="990537" y="1596242"/>
                </a:lnTo>
                <a:lnTo>
                  <a:pt x="991594" y="1595134"/>
                </a:lnTo>
                <a:lnTo>
                  <a:pt x="1157893" y="1595134"/>
                </a:lnTo>
                <a:lnTo>
                  <a:pt x="1187984" y="1556881"/>
                </a:lnTo>
                <a:lnTo>
                  <a:pt x="1199344" y="1534369"/>
                </a:lnTo>
                <a:lnTo>
                  <a:pt x="1199427" y="1533238"/>
                </a:lnTo>
                <a:close/>
              </a:path>
              <a:path w="1658620" h="2169159">
                <a:moveTo>
                  <a:pt x="1044109" y="1534368"/>
                </a:moveTo>
                <a:lnTo>
                  <a:pt x="1043092" y="1535543"/>
                </a:lnTo>
                <a:lnTo>
                  <a:pt x="1044109" y="1534368"/>
                </a:lnTo>
                <a:close/>
              </a:path>
              <a:path w="1658620" h="2169159">
                <a:moveTo>
                  <a:pt x="1045088" y="1533238"/>
                </a:moveTo>
                <a:lnTo>
                  <a:pt x="1044108" y="1534369"/>
                </a:lnTo>
                <a:lnTo>
                  <a:pt x="1043185" y="1535543"/>
                </a:lnTo>
                <a:lnTo>
                  <a:pt x="1045088" y="1533238"/>
                </a:lnTo>
                <a:close/>
              </a:path>
              <a:path w="1658620" h="2169159">
                <a:moveTo>
                  <a:pt x="1130546" y="1454569"/>
                </a:moveTo>
                <a:lnTo>
                  <a:pt x="1107371" y="1462019"/>
                </a:lnTo>
                <a:lnTo>
                  <a:pt x="1088167" y="1478360"/>
                </a:lnTo>
                <a:lnTo>
                  <a:pt x="1044109" y="1534368"/>
                </a:lnTo>
                <a:lnTo>
                  <a:pt x="1045088" y="1533238"/>
                </a:lnTo>
                <a:lnTo>
                  <a:pt x="1199427" y="1533238"/>
                </a:lnTo>
                <a:lnTo>
                  <a:pt x="1201127" y="1510091"/>
                </a:lnTo>
                <a:lnTo>
                  <a:pt x="1193677" y="1486916"/>
                </a:lnTo>
                <a:lnTo>
                  <a:pt x="1177336" y="1467712"/>
                </a:lnTo>
                <a:lnTo>
                  <a:pt x="1154824" y="1456352"/>
                </a:lnTo>
                <a:lnTo>
                  <a:pt x="1130546" y="1454569"/>
                </a:lnTo>
                <a:close/>
              </a:path>
              <a:path w="1658620" h="2169159">
                <a:moveTo>
                  <a:pt x="1487642" y="1011546"/>
                </a:moveTo>
                <a:lnTo>
                  <a:pt x="1351650" y="1011546"/>
                </a:lnTo>
                <a:lnTo>
                  <a:pt x="1350683" y="1013921"/>
                </a:lnTo>
                <a:lnTo>
                  <a:pt x="1333413" y="1053835"/>
                </a:lnTo>
                <a:lnTo>
                  <a:pt x="1328208" y="1078508"/>
                </a:lnTo>
                <a:lnTo>
                  <a:pt x="1332711" y="1102431"/>
                </a:lnTo>
                <a:lnTo>
                  <a:pt x="1345856" y="1122920"/>
                </a:lnTo>
                <a:lnTo>
                  <a:pt x="1366577" y="1137290"/>
                </a:lnTo>
                <a:lnTo>
                  <a:pt x="1391249" y="1142495"/>
                </a:lnTo>
                <a:lnTo>
                  <a:pt x="1415173" y="1137992"/>
                </a:lnTo>
                <a:lnTo>
                  <a:pt x="1435662" y="1124847"/>
                </a:lnTo>
                <a:lnTo>
                  <a:pt x="1450032" y="1104126"/>
                </a:lnTo>
                <a:lnTo>
                  <a:pt x="1468776" y="1060658"/>
                </a:lnTo>
                <a:lnTo>
                  <a:pt x="1487642" y="1011546"/>
                </a:lnTo>
                <a:close/>
              </a:path>
              <a:path w="1658620" h="2169159">
                <a:moveTo>
                  <a:pt x="1351143" y="1012723"/>
                </a:moveTo>
                <a:lnTo>
                  <a:pt x="1350626" y="1013921"/>
                </a:lnTo>
                <a:lnTo>
                  <a:pt x="1351143" y="1012723"/>
                </a:lnTo>
                <a:close/>
              </a:path>
              <a:path w="1658620" h="2169159">
                <a:moveTo>
                  <a:pt x="1351650" y="1011546"/>
                </a:moveTo>
                <a:lnTo>
                  <a:pt x="1351143" y="1012723"/>
                </a:lnTo>
                <a:lnTo>
                  <a:pt x="1350683" y="1013921"/>
                </a:lnTo>
                <a:lnTo>
                  <a:pt x="1351650" y="1011546"/>
                </a:lnTo>
                <a:close/>
              </a:path>
              <a:path w="1658620" h="2169159">
                <a:moveTo>
                  <a:pt x="1518548" y="925885"/>
                </a:moveTo>
                <a:lnTo>
                  <a:pt x="1384499" y="925885"/>
                </a:lnTo>
                <a:lnTo>
                  <a:pt x="1383639" y="928265"/>
                </a:lnTo>
                <a:lnTo>
                  <a:pt x="1351143" y="1012723"/>
                </a:lnTo>
                <a:lnTo>
                  <a:pt x="1351650" y="1011546"/>
                </a:lnTo>
                <a:lnTo>
                  <a:pt x="1487642" y="1011546"/>
                </a:lnTo>
                <a:lnTo>
                  <a:pt x="1503507" y="970245"/>
                </a:lnTo>
                <a:lnTo>
                  <a:pt x="1518548" y="925885"/>
                </a:lnTo>
                <a:close/>
              </a:path>
              <a:path w="1658620" h="2169159">
                <a:moveTo>
                  <a:pt x="1384049" y="927058"/>
                </a:moveTo>
                <a:lnTo>
                  <a:pt x="1383585" y="928265"/>
                </a:lnTo>
                <a:lnTo>
                  <a:pt x="1384049" y="927058"/>
                </a:lnTo>
                <a:close/>
              </a:path>
              <a:path w="1658620" h="2169159">
                <a:moveTo>
                  <a:pt x="1384499" y="925885"/>
                </a:moveTo>
                <a:lnTo>
                  <a:pt x="1384049" y="927058"/>
                </a:lnTo>
                <a:lnTo>
                  <a:pt x="1383639" y="928265"/>
                </a:lnTo>
                <a:lnTo>
                  <a:pt x="1384499" y="925885"/>
                </a:lnTo>
                <a:close/>
              </a:path>
              <a:path w="1658620" h="2169159">
                <a:moveTo>
                  <a:pt x="1546690" y="837825"/>
                </a:moveTo>
                <a:lnTo>
                  <a:pt x="1414305" y="837825"/>
                </a:lnTo>
                <a:lnTo>
                  <a:pt x="1413548" y="840209"/>
                </a:lnTo>
                <a:lnTo>
                  <a:pt x="1384049" y="927058"/>
                </a:lnTo>
                <a:lnTo>
                  <a:pt x="1384499" y="925885"/>
                </a:lnTo>
                <a:lnTo>
                  <a:pt x="1518548" y="925885"/>
                </a:lnTo>
                <a:lnTo>
                  <a:pt x="1534980" y="877422"/>
                </a:lnTo>
                <a:lnTo>
                  <a:pt x="1546690" y="837825"/>
                </a:lnTo>
                <a:close/>
              </a:path>
              <a:path w="1658620" h="2169159">
                <a:moveTo>
                  <a:pt x="1413898" y="839024"/>
                </a:moveTo>
                <a:lnTo>
                  <a:pt x="1413496" y="840209"/>
                </a:lnTo>
                <a:lnTo>
                  <a:pt x="1413898" y="839024"/>
                </a:lnTo>
                <a:close/>
              </a:path>
              <a:path w="1658620" h="2169159">
                <a:moveTo>
                  <a:pt x="1414305" y="837825"/>
                </a:moveTo>
                <a:lnTo>
                  <a:pt x="1413898" y="839024"/>
                </a:lnTo>
                <a:lnTo>
                  <a:pt x="1413548" y="840209"/>
                </a:lnTo>
                <a:lnTo>
                  <a:pt x="1414305" y="837825"/>
                </a:lnTo>
                <a:close/>
              </a:path>
              <a:path w="1658620" h="2169159">
                <a:moveTo>
                  <a:pt x="1571941" y="747491"/>
                </a:moveTo>
                <a:lnTo>
                  <a:pt x="1440967" y="747491"/>
                </a:lnTo>
                <a:lnTo>
                  <a:pt x="1440310" y="749879"/>
                </a:lnTo>
                <a:lnTo>
                  <a:pt x="1413898" y="839024"/>
                </a:lnTo>
                <a:lnTo>
                  <a:pt x="1414305" y="837825"/>
                </a:lnTo>
                <a:lnTo>
                  <a:pt x="1546690" y="837825"/>
                </a:lnTo>
                <a:lnTo>
                  <a:pt x="1563104" y="782318"/>
                </a:lnTo>
                <a:lnTo>
                  <a:pt x="1571941" y="747491"/>
                </a:lnTo>
                <a:close/>
              </a:path>
              <a:path w="1658620" h="2169159">
                <a:moveTo>
                  <a:pt x="1440610" y="748699"/>
                </a:moveTo>
                <a:lnTo>
                  <a:pt x="1440261" y="749879"/>
                </a:lnTo>
                <a:lnTo>
                  <a:pt x="1440610" y="748699"/>
                </a:lnTo>
                <a:close/>
              </a:path>
              <a:path w="1658620" h="2169159">
                <a:moveTo>
                  <a:pt x="1440967" y="747491"/>
                </a:moveTo>
                <a:lnTo>
                  <a:pt x="1440610" y="748699"/>
                </a:lnTo>
                <a:lnTo>
                  <a:pt x="1440310" y="749879"/>
                </a:lnTo>
                <a:lnTo>
                  <a:pt x="1440967" y="747491"/>
                </a:lnTo>
                <a:close/>
              </a:path>
              <a:path w="1658620" h="2169159">
                <a:moveTo>
                  <a:pt x="1504212" y="655740"/>
                </a:moveTo>
                <a:lnTo>
                  <a:pt x="1481301" y="663966"/>
                </a:lnTo>
                <a:lnTo>
                  <a:pt x="1463146" y="680183"/>
                </a:lnTo>
                <a:lnTo>
                  <a:pt x="1452229" y="702913"/>
                </a:lnTo>
                <a:lnTo>
                  <a:pt x="1440610" y="748699"/>
                </a:lnTo>
                <a:lnTo>
                  <a:pt x="1440967" y="747491"/>
                </a:lnTo>
                <a:lnTo>
                  <a:pt x="1571941" y="747491"/>
                </a:lnTo>
                <a:lnTo>
                  <a:pt x="1575327" y="734151"/>
                </a:lnTo>
                <a:lnTo>
                  <a:pt x="1576570" y="708966"/>
                </a:lnTo>
                <a:lnTo>
                  <a:pt x="1568344" y="686054"/>
                </a:lnTo>
                <a:lnTo>
                  <a:pt x="1552127" y="667899"/>
                </a:lnTo>
                <a:lnTo>
                  <a:pt x="1529397" y="656983"/>
                </a:lnTo>
                <a:lnTo>
                  <a:pt x="1504212" y="655740"/>
                </a:lnTo>
                <a:close/>
              </a:path>
              <a:path w="1658620" h="2169159">
                <a:moveTo>
                  <a:pt x="1656365" y="164938"/>
                </a:moveTo>
                <a:lnTo>
                  <a:pt x="1529388" y="164938"/>
                </a:lnTo>
                <a:lnTo>
                  <a:pt x="1529297" y="167350"/>
                </a:lnTo>
                <a:lnTo>
                  <a:pt x="1526617" y="213527"/>
                </a:lnTo>
                <a:lnTo>
                  <a:pt x="1542629" y="259415"/>
                </a:lnTo>
                <a:lnTo>
                  <a:pt x="1586398" y="280540"/>
                </a:lnTo>
                <a:lnTo>
                  <a:pt x="1611360" y="276965"/>
                </a:lnTo>
                <a:lnTo>
                  <a:pt x="1632286" y="264528"/>
                </a:lnTo>
                <a:lnTo>
                  <a:pt x="1647022" y="245151"/>
                </a:lnTo>
                <a:lnTo>
                  <a:pt x="1653411" y="220759"/>
                </a:lnTo>
                <a:lnTo>
                  <a:pt x="1656251" y="170964"/>
                </a:lnTo>
                <a:lnTo>
                  <a:pt x="1656365" y="164938"/>
                </a:lnTo>
                <a:close/>
              </a:path>
              <a:path w="1658620" h="2169159">
                <a:moveTo>
                  <a:pt x="1529320" y="166139"/>
                </a:moveTo>
                <a:lnTo>
                  <a:pt x="1529251" y="167350"/>
                </a:lnTo>
                <a:lnTo>
                  <a:pt x="1529320" y="166139"/>
                </a:lnTo>
                <a:close/>
              </a:path>
              <a:path w="1658620" h="2169159">
                <a:moveTo>
                  <a:pt x="1595982" y="0"/>
                </a:moveTo>
                <a:lnTo>
                  <a:pt x="1550736" y="17743"/>
                </a:lnTo>
                <a:lnTo>
                  <a:pt x="1531289" y="62284"/>
                </a:lnTo>
                <a:lnTo>
                  <a:pt x="1529320" y="166139"/>
                </a:lnTo>
                <a:lnTo>
                  <a:pt x="1529388" y="164938"/>
                </a:lnTo>
                <a:lnTo>
                  <a:pt x="1656365" y="164938"/>
                </a:lnTo>
                <a:lnTo>
                  <a:pt x="1658266" y="64692"/>
                </a:lnTo>
                <a:lnTo>
                  <a:pt x="1653745" y="39884"/>
                </a:lnTo>
                <a:lnTo>
                  <a:pt x="1640522" y="19446"/>
                </a:lnTo>
                <a:lnTo>
                  <a:pt x="1620600" y="5457"/>
                </a:lnTo>
                <a:lnTo>
                  <a:pt x="1595982" y="0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3414221" y="1771395"/>
            <a:ext cx="4972050" cy="3143885"/>
          </a:xfrm>
          <a:prstGeom prst="rect">
            <a:avLst/>
          </a:prstGeom>
        </p:spPr>
        <p:txBody>
          <a:bodyPr vert="horz" wrap="square" lIns="0" tIns="54610" rIns="0" bIns="0" rtlCol="0">
            <a:spAutoFit/>
          </a:bodyPr>
          <a:lstStyle/>
          <a:p>
            <a:pPr marL="12700" marR="5080">
              <a:lnSpc>
                <a:spcPct val="90100"/>
              </a:lnSpc>
              <a:spcBef>
                <a:spcPts val="430"/>
              </a:spcBef>
            </a:pPr>
            <a:r>
              <a:rPr sz="2800" b="1" spc="-15" dirty="0">
                <a:latin typeface="Calibri"/>
                <a:cs typeface="Calibri"/>
              </a:rPr>
              <a:t>Personas</a:t>
            </a:r>
            <a:r>
              <a:rPr sz="2800" b="1" spc="-1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are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essentially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 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‘thumbnail’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description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of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5" dirty="0">
                <a:latin typeface="Calibri"/>
                <a:cs typeface="Calibri"/>
              </a:rPr>
              <a:t> type 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of</a:t>
            </a:r>
            <a:r>
              <a:rPr sz="2800" spc="-10" dirty="0">
                <a:latin typeface="Calibri"/>
                <a:cs typeface="Calibri"/>
              </a:rPr>
              <a:t> </a:t>
            </a:r>
            <a:r>
              <a:rPr sz="2800" u="heavy" spc="-1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person</a:t>
            </a:r>
            <a:r>
              <a:rPr sz="2800" spc="-10" dirty="0">
                <a:latin typeface="Calibri"/>
                <a:cs typeface="Calibri"/>
              </a:rPr>
              <a:t>.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They</a:t>
            </a:r>
            <a:r>
              <a:rPr sz="2800" spc="-1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have</a:t>
            </a:r>
            <a:r>
              <a:rPr sz="2800" spc="-1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been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used 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for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1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long</a:t>
            </a:r>
            <a:r>
              <a:rPr sz="2800" spc="-1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time</a:t>
            </a:r>
            <a:r>
              <a:rPr sz="2800" spc="-1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in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research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for </a:t>
            </a:r>
            <a:r>
              <a:rPr sz="2800" spc="-20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segmentation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and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advertising,</a:t>
            </a:r>
            <a:r>
              <a:rPr sz="2800" dirty="0">
                <a:latin typeface="Calibri"/>
                <a:cs typeface="Calibri"/>
              </a:rPr>
              <a:t> but </a:t>
            </a:r>
            <a:r>
              <a:rPr sz="2800" spc="-62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since</a:t>
            </a:r>
            <a:r>
              <a:rPr sz="2800" spc="-1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the</a:t>
            </a:r>
            <a:r>
              <a:rPr sz="2800" spc="-1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mid</a:t>
            </a:r>
            <a:r>
              <a:rPr sz="2800" dirty="0">
                <a:latin typeface="Calibri"/>
                <a:cs typeface="Calibri"/>
              </a:rPr>
              <a:t> 1990s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have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proved </a:t>
            </a:r>
            <a:r>
              <a:rPr sz="2800" spc="-15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effective</a:t>
            </a:r>
            <a:r>
              <a:rPr sz="2800" spc="-15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for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improving </a:t>
            </a:r>
            <a:r>
              <a:rPr sz="2800" spc="-15" dirty="0">
                <a:latin typeface="Calibri"/>
                <a:cs typeface="Calibri"/>
              </a:rPr>
              <a:t>web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site </a:t>
            </a:r>
            <a:r>
              <a:rPr sz="2800" spc="-1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design.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93864" y="2967228"/>
            <a:ext cx="2033905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spc="-95" dirty="0">
                <a:solidFill>
                  <a:srgbClr val="FFFFFF"/>
                </a:solidFill>
                <a:latin typeface="Calibri Light"/>
                <a:cs typeface="Calibri Light"/>
              </a:rPr>
              <a:t>P</a:t>
            </a:r>
            <a:r>
              <a:rPr sz="4400" dirty="0">
                <a:solidFill>
                  <a:srgbClr val="FFFFFF"/>
                </a:solidFill>
                <a:latin typeface="Calibri Light"/>
                <a:cs typeface="Calibri Light"/>
              </a:rPr>
              <a:t>e</a:t>
            </a:r>
            <a:r>
              <a:rPr sz="4400" spc="-90" dirty="0">
                <a:solidFill>
                  <a:srgbClr val="FFFFFF"/>
                </a:solidFill>
                <a:latin typeface="Calibri Light"/>
                <a:cs typeface="Calibri Light"/>
              </a:rPr>
              <a:t>r</a:t>
            </a:r>
            <a:r>
              <a:rPr sz="4400" spc="-5" dirty="0">
                <a:solidFill>
                  <a:srgbClr val="FFFFFF"/>
                </a:solidFill>
                <a:latin typeface="Calibri Light"/>
                <a:cs typeface="Calibri Light"/>
              </a:rPr>
              <a:t>s</a:t>
            </a:r>
            <a:r>
              <a:rPr sz="4400" dirty="0">
                <a:solidFill>
                  <a:srgbClr val="FFFFFF"/>
                </a:solidFill>
                <a:latin typeface="Calibri Light"/>
                <a:cs typeface="Calibri Light"/>
              </a:rPr>
              <a:t>onas</a:t>
            </a:r>
            <a:endParaRPr sz="4400">
              <a:latin typeface="Calibri Light"/>
              <a:cs typeface="Calibri Light"/>
            </a:endParaRPr>
          </a:p>
        </p:txBody>
      </p:sp>
      <p:sp>
        <p:nvSpPr>
          <p:cNvPr id="3" name="object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130598" y="4433707"/>
            <a:ext cx="1658620" cy="2169160"/>
          </a:xfrm>
          <a:custGeom>
            <a:avLst/>
            <a:gdLst/>
            <a:ahLst/>
            <a:cxnLst/>
            <a:rect l="l" t="t" r="r" b="b"/>
            <a:pathLst>
              <a:path w="1658620" h="2169159">
                <a:moveTo>
                  <a:pt x="100872" y="2041064"/>
                </a:moveTo>
                <a:lnTo>
                  <a:pt x="62419" y="2041713"/>
                </a:lnTo>
                <a:lnTo>
                  <a:pt x="17838" y="2061067"/>
                </a:lnTo>
                <a:lnTo>
                  <a:pt x="0" y="2106275"/>
                </a:lnTo>
                <a:lnTo>
                  <a:pt x="5406" y="2130905"/>
                </a:lnTo>
                <a:lnTo>
                  <a:pt x="19353" y="2150856"/>
                </a:lnTo>
                <a:lnTo>
                  <a:pt x="39764" y="2164122"/>
                </a:lnTo>
                <a:lnTo>
                  <a:pt x="64561" y="2168695"/>
                </a:lnTo>
                <a:lnTo>
                  <a:pt x="105156" y="2168010"/>
                </a:lnTo>
                <a:lnTo>
                  <a:pt x="146570" y="2165912"/>
                </a:lnTo>
                <a:lnTo>
                  <a:pt x="187716" y="2162435"/>
                </a:lnTo>
                <a:lnTo>
                  <a:pt x="228574" y="2157598"/>
                </a:lnTo>
                <a:lnTo>
                  <a:pt x="269130" y="2151416"/>
                </a:lnTo>
                <a:lnTo>
                  <a:pt x="309365" y="2143910"/>
                </a:lnTo>
                <a:lnTo>
                  <a:pt x="349265" y="2135096"/>
                </a:lnTo>
                <a:lnTo>
                  <a:pt x="388811" y="2124993"/>
                </a:lnTo>
                <a:lnTo>
                  <a:pt x="427991" y="2113621"/>
                </a:lnTo>
                <a:lnTo>
                  <a:pt x="479404" y="2091645"/>
                </a:lnTo>
                <a:lnTo>
                  <a:pt x="501083" y="2049055"/>
                </a:lnTo>
                <a:lnTo>
                  <a:pt x="500164" y="2041118"/>
                </a:lnTo>
                <a:lnTo>
                  <a:pt x="99800" y="2041118"/>
                </a:lnTo>
                <a:lnTo>
                  <a:pt x="100872" y="2041064"/>
                </a:lnTo>
                <a:close/>
              </a:path>
              <a:path w="1658620" h="2169159">
                <a:moveTo>
                  <a:pt x="101942" y="2041046"/>
                </a:moveTo>
                <a:lnTo>
                  <a:pt x="100872" y="2041064"/>
                </a:lnTo>
                <a:lnTo>
                  <a:pt x="99800" y="2041118"/>
                </a:lnTo>
                <a:lnTo>
                  <a:pt x="101942" y="2041046"/>
                </a:lnTo>
                <a:close/>
              </a:path>
              <a:path w="1658620" h="2169159">
                <a:moveTo>
                  <a:pt x="500155" y="2041046"/>
                </a:moveTo>
                <a:lnTo>
                  <a:pt x="101942" y="2041046"/>
                </a:lnTo>
                <a:lnTo>
                  <a:pt x="99800" y="2041118"/>
                </a:lnTo>
                <a:lnTo>
                  <a:pt x="500164" y="2041118"/>
                </a:lnTo>
                <a:close/>
              </a:path>
              <a:path w="1658620" h="2169159">
                <a:moveTo>
                  <a:pt x="138009" y="2039183"/>
                </a:moveTo>
                <a:lnTo>
                  <a:pt x="100872" y="2041064"/>
                </a:lnTo>
                <a:lnTo>
                  <a:pt x="101942" y="2041046"/>
                </a:lnTo>
                <a:lnTo>
                  <a:pt x="500155" y="2041046"/>
                </a:lnTo>
                <a:lnTo>
                  <a:pt x="499950" y="2039273"/>
                </a:lnTo>
                <a:lnTo>
                  <a:pt x="136944" y="2039273"/>
                </a:lnTo>
                <a:lnTo>
                  <a:pt x="138009" y="2039183"/>
                </a:lnTo>
                <a:close/>
              </a:path>
              <a:path w="1658620" h="2169159">
                <a:moveTo>
                  <a:pt x="139077" y="2039129"/>
                </a:moveTo>
                <a:lnTo>
                  <a:pt x="138009" y="2039183"/>
                </a:lnTo>
                <a:lnTo>
                  <a:pt x="136944" y="2039273"/>
                </a:lnTo>
                <a:lnTo>
                  <a:pt x="139077" y="2039129"/>
                </a:lnTo>
                <a:close/>
              </a:path>
              <a:path w="1658620" h="2169159">
                <a:moveTo>
                  <a:pt x="499933" y="2039129"/>
                </a:moveTo>
                <a:lnTo>
                  <a:pt x="139077" y="2039129"/>
                </a:lnTo>
                <a:lnTo>
                  <a:pt x="136944" y="2039273"/>
                </a:lnTo>
                <a:lnTo>
                  <a:pt x="499950" y="2039273"/>
                </a:lnTo>
                <a:lnTo>
                  <a:pt x="499933" y="2039129"/>
                </a:lnTo>
                <a:close/>
              </a:path>
              <a:path w="1658620" h="2169159">
                <a:moveTo>
                  <a:pt x="174901" y="2036066"/>
                </a:moveTo>
                <a:lnTo>
                  <a:pt x="138009" y="2039183"/>
                </a:lnTo>
                <a:lnTo>
                  <a:pt x="139077" y="2039129"/>
                </a:lnTo>
                <a:lnTo>
                  <a:pt x="499933" y="2039129"/>
                </a:lnTo>
                <a:lnTo>
                  <a:pt x="499593" y="2036191"/>
                </a:lnTo>
                <a:lnTo>
                  <a:pt x="173842" y="2036191"/>
                </a:lnTo>
                <a:lnTo>
                  <a:pt x="174901" y="2036066"/>
                </a:lnTo>
                <a:close/>
              </a:path>
              <a:path w="1658620" h="2169159">
                <a:moveTo>
                  <a:pt x="175962" y="2035976"/>
                </a:moveTo>
                <a:lnTo>
                  <a:pt x="174901" y="2036066"/>
                </a:lnTo>
                <a:lnTo>
                  <a:pt x="173842" y="2036191"/>
                </a:lnTo>
                <a:lnTo>
                  <a:pt x="175962" y="2035976"/>
                </a:lnTo>
                <a:close/>
              </a:path>
              <a:path w="1658620" h="2169159">
                <a:moveTo>
                  <a:pt x="499568" y="2035976"/>
                </a:moveTo>
                <a:lnTo>
                  <a:pt x="175962" y="2035976"/>
                </a:lnTo>
                <a:lnTo>
                  <a:pt x="173842" y="2036191"/>
                </a:lnTo>
                <a:lnTo>
                  <a:pt x="499593" y="2036191"/>
                </a:lnTo>
                <a:lnTo>
                  <a:pt x="499568" y="2035976"/>
                </a:lnTo>
                <a:close/>
              </a:path>
              <a:path w="1658620" h="2169159">
                <a:moveTo>
                  <a:pt x="211540" y="2031727"/>
                </a:moveTo>
                <a:lnTo>
                  <a:pt x="174901" y="2036066"/>
                </a:lnTo>
                <a:lnTo>
                  <a:pt x="175962" y="2035976"/>
                </a:lnTo>
                <a:lnTo>
                  <a:pt x="499568" y="2035976"/>
                </a:lnTo>
                <a:lnTo>
                  <a:pt x="499094" y="2031888"/>
                </a:lnTo>
                <a:lnTo>
                  <a:pt x="210488" y="2031888"/>
                </a:lnTo>
                <a:lnTo>
                  <a:pt x="211540" y="2031727"/>
                </a:lnTo>
                <a:close/>
              </a:path>
              <a:path w="1658620" h="2169159">
                <a:moveTo>
                  <a:pt x="212589" y="2031603"/>
                </a:moveTo>
                <a:lnTo>
                  <a:pt x="211540" y="2031727"/>
                </a:lnTo>
                <a:lnTo>
                  <a:pt x="210488" y="2031888"/>
                </a:lnTo>
                <a:lnTo>
                  <a:pt x="212589" y="2031603"/>
                </a:lnTo>
                <a:close/>
              </a:path>
              <a:path w="1658620" h="2169159">
                <a:moveTo>
                  <a:pt x="499061" y="2031603"/>
                </a:moveTo>
                <a:lnTo>
                  <a:pt x="212589" y="2031603"/>
                </a:lnTo>
                <a:lnTo>
                  <a:pt x="210488" y="2031888"/>
                </a:lnTo>
                <a:lnTo>
                  <a:pt x="499094" y="2031888"/>
                </a:lnTo>
                <a:lnTo>
                  <a:pt x="499061" y="2031603"/>
                </a:lnTo>
                <a:close/>
              </a:path>
              <a:path w="1658620" h="2169159">
                <a:moveTo>
                  <a:pt x="247907" y="2026185"/>
                </a:moveTo>
                <a:lnTo>
                  <a:pt x="211540" y="2031727"/>
                </a:lnTo>
                <a:lnTo>
                  <a:pt x="212589" y="2031603"/>
                </a:lnTo>
                <a:lnTo>
                  <a:pt x="499061" y="2031603"/>
                </a:lnTo>
                <a:lnTo>
                  <a:pt x="498456" y="2026377"/>
                </a:lnTo>
                <a:lnTo>
                  <a:pt x="246874" y="2026377"/>
                </a:lnTo>
                <a:lnTo>
                  <a:pt x="247907" y="2026185"/>
                </a:lnTo>
                <a:close/>
              </a:path>
              <a:path w="1658620" h="2169159">
                <a:moveTo>
                  <a:pt x="248953" y="2026025"/>
                </a:moveTo>
                <a:lnTo>
                  <a:pt x="247907" y="2026185"/>
                </a:lnTo>
                <a:lnTo>
                  <a:pt x="246874" y="2026377"/>
                </a:lnTo>
                <a:lnTo>
                  <a:pt x="248953" y="2026025"/>
                </a:lnTo>
                <a:close/>
              </a:path>
              <a:path w="1658620" h="2169159">
                <a:moveTo>
                  <a:pt x="498415" y="2026025"/>
                </a:moveTo>
                <a:lnTo>
                  <a:pt x="248953" y="2026025"/>
                </a:lnTo>
                <a:lnTo>
                  <a:pt x="246874" y="2026377"/>
                </a:lnTo>
                <a:lnTo>
                  <a:pt x="498456" y="2026377"/>
                </a:lnTo>
                <a:lnTo>
                  <a:pt x="498415" y="2026025"/>
                </a:lnTo>
                <a:close/>
              </a:path>
              <a:path w="1658620" h="2169159">
                <a:moveTo>
                  <a:pt x="284013" y="2019448"/>
                </a:moveTo>
                <a:lnTo>
                  <a:pt x="247907" y="2026185"/>
                </a:lnTo>
                <a:lnTo>
                  <a:pt x="248953" y="2026025"/>
                </a:lnTo>
                <a:lnTo>
                  <a:pt x="498415" y="2026025"/>
                </a:lnTo>
                <a:lnTo>
                  <a:pt x="498181" y="2024007"/>
                </a:lnTo>
                <a:lnTo>
                  <a:pt x="495736" y="2019674"/>
                </a:lnTo>
                <a:lnTo>
                  <a:pt x="282992" y="2019674"/>
                </a:lnTo>
                <a:lnTo>
                  <a:pt x="284013" y="2019448"/>
                </a:lnTo>
                <a:close/>
              </a:path>
              <a:path w="1658620" h="2169159">
                <a:moveTo>
                  <a:pt x="285043" y="2019256"/>
                </a:moveTo>
                <a:lnTo>
                  <a:pt x="284013" y="2019448"/>
                </a:lnTo>
                <a:lnTo>
                  <a:pt x="282992" y="2019674"/>
                </a:lnTo>
                <a:lnTo>
                  <a:pt x="285043" y="2019256"/>
                </a:lnTo>
                <a:close/>
              </a:path>
              <a:path w="1658620" h="2169159">
                <a:moveTo>
                  <a:pt x="495500" y="2019256"/>
                </a:moveTo>
                <a:lnTo>
                  <a:pt x="285043" y="2019256"/>
                </a:lnTo>
                <a:lnTo>
                  <a:pt x="282992" y="2019674"/>
                </a:lnTo>
                <a:lnTo>
                  <a:pt x="495736" y="2019674"/>
                </a:lnTo>
                <a:lnTo>
                  <a:pt x="495500" y="2019256"/>
                </a:lnTo>
                <a:close/>
              </a:path>
              <a:path w="1658620" h="2169159">
                <a:moveTo>
                  <a:pt x="319843" y="2011533"/>
                </a:moveTo>
                <a:lnTo>
                  <a:pt x="284013" y="2019448"/>
                </a:lnTo>
                <a:lnTo>
                  <a:pt x="285043" y="2019256"/>
                </a:lnTo>
                <a:lnTo>
                  <a:pt x="495500" y="2019256"/>
                </a:lnTo>
                <a:lnTo>
                  <a:pt x="491287" y="2011790"/>
                </a:lnTo>
                <a:lnTo>
                  <a:pt x="318837" y="2011790"/>
                </a:lnTo>
                <a:lnTo>
                  <a:pt x="319843" y="2011533"/>
                </a:lnTo>
                <a:close/>
              </a:path>
              <a:path w="1658620" h="2169159">
                <a:moveTo>
                  <a:pt x="320856" y="2011309"/>
                </a:moveTo>
                <a:lnTo>
                  <a:pt x="319843" y="2011533"/>
                </a:lnTo>
                <a:lnTo>
                  <a:pt x="318837" y="2011790"/>
                </a:lnTo>
                <a:lnTo>
                  <a:pt x="320856" y="2011309"/>
                </a:lnTo>
                <a:close/>
              </a:path>
              <a:path w="1658620" h="2169159">
                <a:moveTo>
                  <a:pt x="491016" y="2011309"/>
                </a:moveTo>
                <a:lnTo>
                  <a:pt x="320856" y="2011309"/>
                </a:lnTo>
                <a:lnTo>
                  <a:pt x="318837" y="2011790"/>
                </a:lnTo>
                <a:lnTo>
                  <a:pt x="491287" y="2011790"/>
                </a:lnTo>
                <a:lnTo>
                  <a:pt x="491016" y="2011309"/>
                </a:lnTo>
                <a:close/>
              </a:path>
              <a:path w="1658620" h="2169159">
                <a:moveTo>
                  <a:pt x="355379" y="2002455"/>
                </a:moveTo>
                <a:lnTo>
                  <a:pt x="319843" y="2011533"/>
                </a:lnTo>
                <a:lnTo>
                  <a:pt x="320856" y="2011309"/>
                </a:lnTo>
                <a:lnTo>
                  <a:pt x="491016" y="2011309"/>
                </a:lnTo>
                <a:lnTo>
                  <a:pt x="486180" y="2002741"/>
                </a:lnTo>
                <a:lnTo>
                  <a:pt x="354397" y="2002741"/>
                </a:lnTo>
                <a:lnTo>
                  <a:pt x="355379" y="2002455"/>
                </a:lnTo>
                <a:close/>
              </a:path>
              <a:path w="1658620" h="2169159">
                <a:moveTo>
                  <a:pt x="356382" y="2002199"/>
                </a:moveTo>
                <a:lnTo>
                  <a:pt x="355379" y="2002455"/>
                </a:lnTo>
                <a:lnTo>
                  <a:pt x="354397" y="2002741"/>
                </a:lnTo>
                <a:lnTo>
                  <a:pt x="356382" y="2002199"/>
                </a:lnTo>
                <a:close/>
              </a:path>
              <a:path w="1658620" h="2169159">
                <a:moveTo>
                  <a:pt x="485875" y="2002199"/>
                </a:moveTo>
                <a:lnTo>
                  <a:pt x="356382" y="2002199"/>
                </a:lnTo>
                <a:lnTo>
                  <a:pt x="354397" y="2002741"/>
                </a:lnTo>
                <a:lnTo>
                  <a:pt x="486180" y="2002741"/>
                </a:lnTo>
                <a:lnTo>
                  <a:pt x="485875" y="2002199"/>
                </a:lnTo>
                <a:close/>
              </a:path>
              <a:path w="1658620" h="2169159">
                <a:moveTo>
                  <a:pt x="472846" y="1991939"/>
                </a:moveTo>
                <a:lnTo>
                  <a:pt x="391610" y="1991939"/>
                </a:lnTo>
                <a:lnTo>
                  <a:pt x="389665" y="1992538"/>
                </a:lnTo>
                <a:lnTo>
                  <a:pt x="355379" y="2002455"/>
                </a:lnTo>
                <a:lnTo>
                  <a:pt x="356382" y="2002199"/>
                </a:lnTo>
                <a:lnTo>
                  <a:pt x="485875" y="2002199"/>
                </a:lnTo>
                <a:lnTo>
                  <a:pt x="485788" y="2002047"/>
                </a:lnTo>
                <a:lnTo>
                  <a:pt x="472846" y="1991939"/>
                </a:lnTo>
                <a:close/>
              </a:path>
              <a:path w="1658620" h="2169159">
                <a:moveTo>
                  <a:pt x="390632" y="1992223"/>
                </a:moveTo>
                <a:lnTo>
                  <a:pt x="389548" y="1992538"/>
                </a:lnTo>
                <a:lnTo>
                  <a:pt x="390632" y="1992223"/>
                </a:lnTo>
                <a:close/>
              </a:path>
              <a:path w="1658620" h="2169159">
                <a:moveTo>
                  <a:pt x="391610" y="1991939"/>
                </a:moveTo>
                <a:lnTo>
                  <a:pt x="390632" y="1992223"/>
                </a:lnTo>
                <a:lnTo>
                  <a:pt x="389665" y="1992538"/>
                </a:lnTo>
                <a:lnTo>
                  <a:pt x="391610" y="1991939"/>
                </a:lnTo>
                <a:close/>
              </a:path>
              <a:path w="1658620" h="2169159">
                <a:moveTo>
                  <a:pt x="443199" y="1980367"/>
                </a:moveTo>
                <a:lnTo>
                  <a:pt x="418151" y="1983269"/>
                </a:lnTo>
                <a:lnTo>
                  <a:pt x="390632" y="1992223"/>
                </a:lnTo>
                <a:lnTo>
                  <a:pt x="391610" y="1991939"/>
                </a:lnTo>
                <a:lnTo>
                  <a:pt x="472846" y="1991939"/>
                </a:lnTo>
                <a:lnTo>
                  <a:pt x="466603" y="1987063"/>
                </a:lnTo>
                <a:lnTo>
                  <a:pt x="443199" y="1980367"/>
                </a:lnTo>
                <a:close/>
              </a:path>
              <a:path w="1658620" h="2169159">
                <a:moveTo>
                  <a:pt x="877137" y="1709311"/>
                </a:moveTo>
                <a:lnTo>
                  <a:pt x="835179" y="1745176"/>
                </a:lnTo>
                <a:lnTo>
                  <a:pt x="819633" y="1765029"/>
                </a:lnTo>
                <a:lnTo>
                  <a:pt x="813132" y="1788489"/>
                </a:lnTo>
                <a:lnTo>
                  <a:pt x="815903" y="1812674"/>
                </a:lnTo>
                <a:lnTo>
                  <a:pt x="828169" y="1834705"/>
                </a:lnTo>
                <a:lnTo>
                  <a:pt x="848023" y="1850251"/>
                </a:lnTo>
                <a:lnTo>
                  <a:pt x="871482" y="1856751"/>
                </a:lnTo>
                <a:lnTo>
                  <a:pt x="895667" y="1853981"/>
                </a:lnTo>
                <a:lnTo>
                  <a:pt x="917698" y="1841714"/>
                </a:lnTo>
                <a:lnTo>
                  <a:pt x="962151" y="1803717"/>
                </a:lnTo>
                <a:lnTo>
                  <a:pt x="1024525" y="1744576"/>
                </a:lnTo>
                <a:lnTo>
                  <a:pt x="1057113" y="1710431"/>
                </a:lnTo>
                <a:lnTo>
                  <a:pt x="875957" y="1710431"/>
                </a:lnTo>
                <a:lnTo>
                  <a:pt x="877137" y="1709311"/>
                </a:lnTo>
                <a:close/>
              </a:path>
              <a:path w="1658620" h="2169159">
                <a:moveTo>
                  <a:pt x="878389" y="1708242"/>
                </a:moveTo>
                <a:lnTo>
                  <a:pt x="877137" y="1709311"/>
                </a:lnTo>
                <a:lnTo>
                  <a:pt x="875957" y="1710431"/>
                </a:lnTo>
                <a:lnTo>
                  <a:pt x="878389" y="1708242"/>
                </a:lnTo>
                <a:close/>
              </a:path>
              <a:path w="1658620" h="2169159">
                <a:moveTo>
                  <a:pt x="1059202" y="1708242"/>
                </a:moveTo>
                <a:lnTo>
                  <a:pt x="878389" y="1708242"/>
                </a:lnTo>
                <a:lnTo>
                  <a:pt x="875957" y="1710431"/>
                </a:lnTo>
                <a:lnTo>
                  <a:pt x="1057113" y="1710431"/>
                </a:lnTo>
                <a:lnTo>
                  <a:pt x="1059202" y="1708242"/>
                </a:lnTo>
                <a:close/>
              </a:path>
              <a:path w="1658620" h="2169159">
                <a:moveTo>
                  <a:pt x="1108943" y="1653507"/>
                </a:moveTo>
                <a:lnTo>
                  <a:pt x="935993" y="1653507"/>
                </a:lnTo>
                <a:lnTo>
                  <a:pt x="933747" y="1655746"/>
                </a:lnTo>
                <a:lnTo>
                  <a:pt x="877137" y="1709311"/>
                </a:lnTo>
                <a:lnTo>
                  <a:pt x="878389" y="1708242"/>
                </a:lnTo>
                <a:lnTo>
                  <a:pt x="1059202" y="1708242"/>
                </a:lnTo>
                <a:lnTo>
                  <a:pt x="1084530" y="1681704"/>
                </a:lnTo>
                <a:lnTo>
                  <a:pt x="1108943" y="1653507"/>
                </a:lnTo>
                <a:close/>
              </a:path>
              <a:path w="1658620" h="2169159">
                <a:moveTo>
                  <a:pt x="934835" y="1654605"/>
                </a:moveTo>
                <a:lnTo>
                  <a:pt x="933632" y="1655746"/>
                </a:lnTo>
                <a:lnTo>
                  <a:pt x="934835" y="1654605"/>
                </a:lnTo>
                <a:close/>
              </a:path>
              <a:path w="1658620" h="2169159">
                <a:moveTo>
                  <a:pt x="935993" y="1653507"/>
                </a:moveTo>
                <a:lnTo>
                  <a:pt x="934835" y="1654605"/>
                </a:lnTo>
                <a:lnTo>
                  <a:pt x="933747" y="1655746"/>
                </a:lnTo>
                <a:lnTo>
                  <a:pt x="935993" y="1653507"/>
                </a:lnTo>
                <a:close/>
              </a:path>
              <a:path w="1658620" h="2169159">
                <a:moveTo>
                  <a:pt x="1157893" y="1595134"/>
                </a:moveTo>
                <a:lnTo>
                  <a:pt x="991594" y="1595134"/>
                </a:lnTo>
                <a:lnTo>
                  <a:pt x="989525" y="1597410"/>
                </a:lnTo>
                <a:lnTo>
                  <a:pt x="934835" y="1654605"/>
                </a:lnTo>
                <a:lnTo>
                  <a:pt x="935993" y="1653507"/>
                </a:lnTo>
                <a:lnTo>
                  <a:pt x="1108943" y="1653507"/>
                </a:lnTo>
                <a:lnTo>
                  <a:pt x="1142077" y="1615238"/>
                </a:lnTo>
                <a:lnTo>
                  <a:pt x="1157893" y="1595134"/>
                </a:lnTo>
                <a:close/>
              </a:path>
              <a:path w="1658620" h="2169159">
                <a:moveTo>
                  <a:pt x="990537" y="1596242"/>
                </a:moveTo>
                <a:lnTo>
                  <a:pt x="989422" y="1597410"/>
                </a:lnTo>
                <a:lnTo>
                  <a:pt x="990537" y="1596242"/>
                </a:lnTo>
                <a:close/>
              </a:path>
              <a:path w="1658620" h="2169159">
                <a:moveTo>
                  <a:pt x="991594" y="1595134"/>
                </a:moveTo>
                <a:lnTo>
                  <a:pt x="990537" y="1596242"/>
                </a:lnTo>
                <a:lnTo>
                  <a:pt x="989525" y="1597410"/>
                </a:lnTo>
                <a:lnTo>
                  <a:pt x="991594" y="1595134"/>
                </a:lnTo>
                <a:close/>
              </a:path>
              <a:path w="1658620" h="2169159">
                <a:moveTo>
                  <a:pt x="1199427" y="1533238"/>
                </a:moveTo>
                <a:lnTo>
                  <a:pt x="1045088" y="1533238"/>
                </a:lnTo>
                <a:lnTo>
                  <a:pt x="1043185" y="1535543"/>
                </a:lnTo>
                <a:lnTo>
                  <a:pt x="990537" y="1596242"/>
                </a:lnTo>
                <a:lnTo>
                  <a:pt x="991594" y="1595134"/>
                </a:lnTo>
                <a:lnTo>
                  <a:pt x="1157893" y="1595134"/>
                </a:lnTo>
                <a:lnTo>
                  <a:pt x="1187984" y="1556881"/>
                </a:lnTo>
                <a:lnTo>
                  <a:pt x="1199344" y="1534369"/>
                </a:lnTo>
                <a:lnTo>
                  <a:pt x="1199427" y="1533238"/>
                </a:lnTo>
                <a:close/>
              </a:path>
              <a:path w="1658620" h="2169159">
                <a:moveTo>
                  <a:pt x="1044109" y="1534368"/>
                </a:moveTo>
                <a:lnTo>
                  <a:pt x="1043092" y="1535543"/>
                </a:lnTo>
                <a:lnTo>
                  <a:pt x="1044109" y="1534368"/>
                </a:lnTo>
                <a:close/>
              </a:path>
              <a:path w="1658620" h="2169159">
                <a:moveTo>
                  <a:pt x="1045088" y="1533238"/>
                </a:moveTo>
                <a:lnTo>
                  <a:pt x="1044108" y="1534369"/>
                </a:lnTo>
                <a:lnTo>
                  <a:pt x="1043185" y="1535543"/>
                </a:lnTo>
                <a:lnTo>
                  <a:pt x="1045088" y="1533238"/>
                </a:lnTo>
                <a:close/>
              </a:path>
              <a:path w="1658620" h="2169159">
                <a:moveTo>
                  <a:pt x="1130546" y="1454569"/>
                </a:moveTo>
                <a:lnTo>
                  <a:pt x="1107371" y="1462019"/>
                </a:lnTo>
                <a:lnTo>
                  <a:pt x="1088167" y="1478360"/>
                </a:lnTo>
                <a:lnTo>
                  <a:pt x="1044109" y="1534368"/>
                </a:lnTo>
                <a:lnTo>
                  <a:pt x="1045088" y="1533238"/>
                </a:lnTo>
                <a:lnTo>
                  <a:pt x="1199427" y="1533238"/>
                </a:lnTo>
                <a:lnTo>
                  <a:pt x="1201127" y="1510091"/>
                </a:lnTo>
                <a:lnTo>
                  <a:pt x="1193677" y="1486916"/>
                </a:lnTo>
                <a:lnTo>
                  <a:pt x="1177336" y="1467712"/>
                </a:lnTo>
                <a:lnTo>
                  <a:pt x="1154824" y="1456352"/>
                </a:lnTo>
                <a:lnTo>
                  <a:pt x="1130546" y="1454569"/>
                </a:lnTo>
                <a:close/>
              </a:path>
              <a:path w="1658620" h="2169159">
                <a:moveTo>
                  <a:pt x="1487642" y="1011546"/>
                </a:moveTo>
                <a:lnTo>
                  <a:pt x="1351650" y="1011546"/>
                </a:lnTo>
                <a:lnTo>
                  <a:pt x="1350683" y="1013921"/>
                </a:lnTo>
                <a:lnTo>
                  <a:pt x="1333413" y="1053835"/>
                </a:lnTo>
                <a:lnTo>
                  <a:pt x="1328208" y="1078508"/>
                </a:lnTo>
                <a:lnTo>
                  <a:pt x="1332711" y="1102431"/>
                </a:lnTo>
                <a:lnTo>
                  <a:pt x="1345856" y="1122920"/>
                </a:lnTo>
                <a:lnTo>
                  <a:pt x="1366577" y="1137290"/>
                </a:lnTo>
                <a:lnTo>
                  <a:pt x="1391249" y="1142495"/>
                </a:lnTo>
                <a:lnTo>
                  <a:pt x="1415173" y="1137992"/>
                </a:lnTo>
                <a:lnTo>
                  <a:pt x="1435662" y="1124847"/>
                </a:lnTo>
                <a:lnTo>
                  <a:pt x="1450032" y="1104126"/>
                </a:lnTo>
                <a:lnTo>
                  <a:pt x="1468776" y="1060658"/>
                </a:lnTo>
                <a:lnTo>
                  <a:pt x="1487642" y="1011546"/>
                </a:lnTo>
                <a:close/>
              </a:path>
              <a:path w="1658620" h="2169159">
                <a:moveTo>
                  <a:pt x="1351143" y="1012723"/>
                </a:moveTo>
                <a:lnTo>
                  <a:pt x="1350626" y="1013921"/>
                </a:lnTo>
                <a:lnTo>
                  <a:pt x="1351143" y="1012723"/>
                </a:lnTo>
                <a:close/>
              </a:path>
              <a:path w="1658620" h="2169159">
                <a:moveTo>
                  <a:pt x="1351650" y="1011546"/>
                </a:moveTo>
                <a:lnTo>
                  <a:pt x="1351143" y="1012723"/>
                </a:lnTo>
                <a:lnTo>
                  <a:pt x="1350683" y="1013921"/>
                </a:lnTo>
                <a:lnTo>
                  <a:pt x="1351650" y="1011546"/>
                </a:lnTo>
                <a:close/>
              </a:path>
              <a:path w="1658620" h="2169159">
                <a:moveTo>
                  <a:pt x="1518548" y="925885"/>
                </a:moveTo>
                <a:lnTo>
                  <a:pt x="1384499" y="925885"/>
                </a:lnTo>
                <a:lnTo>
                  <a:pt x="1383639" y="928265"/>
                </a:lnTo>
                <a:lnTo>
                  <a:pt x="1351143" y="1012723"/>
                </a:lnTo>
                <a:lnTo>
                  <a:pt x="1351650" y="1011546"/>
                </a:lnTo>
                <a:lnTo>
                  <a:pt x="1487642" y="1011546"/>
                </a:lnTo>
                <a:lnTo>
                  <a:pt x="1503507" y="970245"/>
                </a:lnTo>
                <a:lnTo>
                  <a:pt x="1518548" y="925885"/>
                </a:lnTo>
                <a:close/>
              </a:path>
              <a:path w="1658620" h="2169159">
                <a:moveTo>
                  <a:pt x="1384049" y="927058"/>
                </a:moveTo>
                <a:lnTo>
                  <a:pt x="1383585" y="928265"/>
                </a:lnTo>
                <a:lnTo>
                  <a:pt x="1384049" y="927058"/>
                </a:lnTo>
                <a:close/>
              </a:path>
              <a:path w="1658620" h="2169159">
                <a:moveTo>
                  <a:pt x="1384499" y="925885"/>
                </a:moveTo>
                <a:lnTo>
                  <a:pt x="1384049" y="927058"/>
                </a:lnTo>
                <a:lnTo>
                  <a:pt x="1383639" y="928265"/>
                </a:lnTo>
                <a:lnTo>
                  <a:pt x="1384499" y="925885"/>
                </a:lnTo>
                <a:close/>
              </a:path>
              <a:path w="1658620" h="2169159">
                <a:moveTo>
                  <a:pt x="1546690" y="837825"/>
                </a:moveTo>
                <a:lnTo>
                  <a:pt x="1414305" y="837825"/>
                </a:lnTo>
                <a:lnTo>
                  <a:pt x="1413548" y="840209"/>
                </a:lnTo>
                <a:lnTo>
                  <a:pt x="1384049" y="927058"/>
                </a:lnTo>
                <a:lnTo>
                  <a:pt x="1384499" y="925885"/>
                </a:lnTo>
                <a:lnTo>
                  <a:pt x="1518548" y="925885"/>
                </a:lnTo>
                <a:lnTo>
                  <a:pt x="1534980" y="877422"/>
                </a:lnTo>
                <a:lnTo>
                  <a:pt x="1546690" y="837825"/>
                </a:lnTo>
                <a:close/>
              </a:path>
              <a:path w="1658620" h="2169159">
                <a:moveTo>
                  <a:pt x="1413898" y="839024"/>
                </a:moveTo>
                <a:lnTo>
                  <a:pt x="1413496" y="840209"/>
                </a:lnTo>
                <a:lnTo>
                  <a:pt x="1413898" y="839024"/>
                </a:lnTo>
                <a:close/>
              </a:path>
              <a:path w="1658620" h="2169159">
                <a:moveTo>
                  <a:pt x="1414305" y="837825"/>
                </a:moveTo>
                <a:lnTo>
                  <a:pt x="1413898" y="839024"/>
                </a:lnTo>
                <a:lnTo>
                  <a:pt x="1413548" y="840209"/>
                </a:lnTo>
                <a:lnTo>
                  <a:pt x="1414305" y="837825"/>
                </a:lnTo>
                <a:close/>
              </a:path>
              <a:path w="1658620" h="2169159">
                <a:moveTo>
                  <a:pt x="1571941" y="747491"/>
                </a:moveTo>
                <a:lnTo>
                  <a:pt x="1440967" y="747491"/>
                </a:lnTo>
                <a:lnTo>
                  <a:pt x="1440310" y="749879"/>
                </a:lnTo>
                <a:lnTo>
                  <a:pt x="1413898" y="839024"/>
                </a:lnTo>
                <a:lnTo>
                  <a:pt x="1414305" y="837825"/>
                </a:lnTo>
                <a:lnTo>
                  <a:pt x="1546690" y="837825"/>
                </a:lnTo>
                <a:lnTo>
                  <a:pt x="1563104" y="782318"/>
                </a:lnTo>
                <a:lnTo>
                  <a:pt x="1571941" y="747491"/>
                </a:lnTo>
                <a:close/>
              </a:path>
              <a:path w="1658620" h="2169159">
                <a:moveTo>
                  <a:pt x="1440610" y="748699"/>
                </a:moveTo>
                <a:lnTo>
                  <a:pt x="1440261" y="749879"/>
                </a:lnTo>
                <a:lnTo>
                  <a:pt x="1440610" y="748699"/>
                </a:lnTo>
                <a:close/>
              </a:path>
              <a:path w="1658620" h="2169159">
                <a:moveTo>
                  <a:pt x="1440967" y="747491"/>
                </a:moveTo>
                <a:lnTo>
                  <a:pt x="1440610" y="748699"/>
                </a:lnTo>
                <a:lnTo>
                  <a:pt x="1440310" y="749879"/>
                </a:lnTo>
                <a:lnTo>
                  <a:pt x="1440967" y="747491"/>
                </a:lnTo>
                <a:close/>
              </a:path>
              <a:path w="1658620" h="2169159">
                <a:moveTo>
                  <a:pt x="1504212" y="655740"/>
                </a:moveTo>
                <a:lnTo>
                  <a:pt x="1481301" y="663966"/>
                </a:lnTo>
                <a:lnTo>
                  <a:pt x="1463146" y="680183"/>
                </a:lnTo>
                <a:lnTo>
                  <a:pt x="1452229" y="702913"/>
                </a:lnTo>
                <a:lnTo>
                  <a:pt x="1440610" y="748699"/>
                </a:lnTo>
                <a:lnTo>
                  <a:pt x="1440967" y="747491"/>
                </a:lnTo>
                <a:lnTo>
                  <a:pt x="1571941" y="747491"/>
                </a:lnTo>
                <a:lnTo>
                  <a:pt x="1575327" y="734151"/>
                </a:lnTo>
                <a:lnTo>
                  <a:pt x="1576570" y="708966"/>
                </a:lnTo>
                <a:lnTo>
                  <a:pt x="1568344" y="686054"/>
                </a:lnTo>
                <a:lnTo>
                  <a:pt x="1552127" y="667899"/>
                </a:lnTo>
                <a:lnTo>
                  <a:pt x="1529397" y="656983"/>
                </a:lnTo>
                <a:lnTo>
                  <a:pt x="1504212" y="655740"/>
                </a:lnTo>
                <a:close/>
              </a:path>
              <a:path w="1658620" h="2169159">
                <a:moveTo>
                  <a:pt x="1656365" y="164938"/>
                </a:moveTo>
                <a:lnTo>
                  <a:pt x="1529388" y="164938"/>
                </a:lnTo>
                <a:lnTo>
                  <a:pt x="1529297" y="167350"/>
                </a:lnTo>
                <a:lnTo>
                  <a:pt x="1526617" y="213527"/>
                </a:lnTo>
                <a:lnTo>
                  <a:pt x="1542629" y="259415"/>
                </a:lnTo>
                <a:lnTo>
                  <a:pt x="1586398" y="280540"/>
                </a:lnTo>
                <a:lnTo>
                  <a:pt x="1611360" y="276965"/>
                </a:lnTo>
                <a:lnTo>
                  <a:pt x="1632286" y="264528"/>
                </a:lnTo>
                <a:lnTo>
                  <a:pt x="1647022" y="245151"/>
                </a:lnTo>
                <a:lnTo>
                  <a:pt x="1653411" y="220759"/>
                </a:lnTo>
                <a:lnTo>
                  <a:pt x="1656251" y="170964"/>
                </a:lnTo>
                <a:lnTo>
                  <a:pt x="1656365" y="164938"/>
                </a:lnTo>
                <a:close/>
              </a:path>
              <a:path w="1658620" h="2169159">
                <a:moveTo>
                  <a:pt x="1529320" y="166139"/>
                </a:moveTo>
                <a:lnTo>
                  <a:pt x="1529251" y="167350"/>
                </a:lnTo>
                <a:lnTo>
                  <a:pt x="1529320" y="166139"/>
                </a:lnTo>
                <a:close/>
              </a:path>
              <a:path w="1658620" h="2169159">
                <a:moveTo>
                  <a:pt x="1595982" y="0"/>
                </a:moveTo>
                <a:lnTo>
                  <a:pt x="1550736" y="17743"/>
                </a:lnTo>
                <a:lnTo>
                  <a:pt x="1531289" y="62284"/>
                </a:lnTo>
                <a:lnTo>
                  <a:pt x="1529320" y="166139"/>
                </a:lnTo>
                <a:lnTo>
                  <a:pt x="1529388" y="164938"/>
                </a:lnTo>
                <a:lnTo>
                  <a:pt x="1656365" y="164938"/>
                </a:lnTo>
                <a:lnTo>
                  <a:pt x="1658266" y="64692"/>
                </a:lnTo>
                <a:lnTo>
                  <a:pt x="1653745" y="39884"/>
                </a:lnTo>
                <a:lnTo>
                  <a:pt x="1640522" y="19446"/>
                </a:lnTo>
                <a:lnTo>
                  <a:pt x="1620600" y="5457"/>
                </a:lnTo>
                <a:lnTo>
                  <a:pt x="1595982" y="0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3414221" y="716788"/>
            <a:ext cx="4941570" cy="4844415"/>
          </a:xfrm>
          <a:prstGeom prst="rect">
            <a:avLst/>
          </a:prstGeom>
        </p:spPr>
        <p:txBody>
          <a:bodyPr vert="horz" wrap="square" lIns="0" tIns="45085" rIns="0" bIns="0" rtlCol="0">
            <a:spAutoFit/>
          </a:bodyPr>
          <a:lstStyle/>
          <a:p>
            <a:pPr marL="355600" marR="51435" indent="-342900">
              <a:lnSpc>
                <a:spcPct val="90300"/>
              </a:lnSpc>
              <a:spcBef>
                <a:spcPts val="355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2200" spc="-15" dirty="0">
                <a:latin typeface="Calibri"/>
                <a:cs typeface="Calibri"/>
              </a:rPr>
              <a:t>Persona</a:t>
            </a:r>
            <a:r>
              <a:rPr sz="2200" spc="-1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1</a:t>
            </a:r>
            <a:r>
              <a:rPr sz="2200" spc="-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– </a:t>
            </a:r>
            <a:r>
              <a:rPr sz="2200" spc="-10" dirty="0">
                <a:latin typeface="Calibri"/>
                <a:cs typeface="Calibri"/>
              </a:rPr>
              <a:t>George:</a:t>
            </a:r>
            <a:r>
              <a:rPr sz="2200" spc="-5" dirty="0">
                <a:latin typeface="Calibri"/>
                <a:cs typeface="Calibri"/>
              </a:rPr>
              <a:t> </a:t>
            </a:r>
            <a:r>
              <a:rPr sz="2200" spc="-15" dirty="0">
                <a:latin typeface="Calibri"/>
                <a:cs typeface="Calibri"/>
              </a:rPr>
              <a:t>George</a:t>
            </a:r>
            <a:r>
              <a:rPr sz="220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is </a:t>
            </a:r>
            <a:r>
              <a:rPr sz="2200" dirty="0">
                <a:latin typeface="Calibri"/>
                <a:cs typeface="Calibri"/>
              </a:rPr>
              <a:t>a</a:t>
            </a:r>
            <a:r>
              <a:rPr sz="2200" spc="-5" dirty="0">
                <a:latin typeface="Calibri"/>
                <a:cs typeface="Calibri"/>
              </a:rPr>
              <a:t> 65 </a:t>
            </a:r>
            <a:r>
              <a:rPr sz="2200" spc="-10" dirty="0">
                <a:latin typeface="Calibri"/>
                <a:cs typeface="Calibri"/>
              </a:rPr>
              <a:t>year </a:t>
            </a:r>
            <a:r>
              <a:rPr sz="2200" spc="-48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old</a:t>
            </a:r>
            <a:r>
              <a:rPr sz="2200" spc="-1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violin </a:t>
            </a:r>
            <a:r>
              <a:rPr sz="2200" spc="-10" dirty="0">
                <a:latin typeface="Calibri"/>
                <a:cs typeface="Calibri"/>
              </a:rPr>
              <a:t>teacher </a:t>
            </a:r>
            <a:r>
              <a:rPr sz="2200" spc="-5" dirty="0">
                <a:latin typeface="Calibri"/>
                <a:cs typeface="Calibri"/>
              </a:rPr>
              <a:t>who</a:t>
            </a:r>
            <a:r>
              <a:rPr sz="2200" spc="5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doesn’t use</a:t>
            </a:r>
            <a:r>
              <a:rPr sz="2200" spc="5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the </a:t>
            </a:r>
            <a:r>
              <a:rPr sz="220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Internet much. </a:t>
            </a:r>
            <a:r>
              <a:rPr sz="2200" dirty="0">
                <a:latin typeface="Calibri"/>
                <a:cs typeface="Calibri"/>
              </a:rPr>
              <a:t>He </a:t>
            </a:r>
            <a:r>
              <a:rPr sz="2200" spc="-5" dirty="0">
                <a:latin typeface="Calibri"/>
                <a:cs typeface="Calibri"/>
              </a:rPr>
              <a:t>accesses the </a:t>
            </a:r>
            <a:r>
              <a:rPr sz="2200" spc="-10" dirty="0">
                <a:latin typeface="Calibri"/>
                <a:cs typeface="Calibri"/>
              </a:rPr>
              <a:t>Internet </a:t>
            </a:r>
            <a:r>
              <a:rPr sz="2200" spc="-484" dirty="0">
                <a:latin typeface="Calibri"/>
                <a:cs typeface="Calibri"/>
              </a:rPr>
              <a:t> </a:t>
            </a:r>
            <a:r>
              <a:rPr sz="2200" spc="-15" dirty="0">
                <a:latin typeface="Calibri"/>
                <a:cs typeface="Calibri"/>
              </a:rPr>
              <a:t>from </a:t>
            </a:r>
            <a:r>
              <a:rPr sz="2200" spc="-5" dirty="0">
                <a:latin typeface="Calibri"/>
                <a:cs typeface="Calibri"/>
              </a:rPr>
              <a:t>home </a:t>
            </a:r>
            <a:r>
              <a:rPr sz="2200" spc="-10" dirty="0">
                <a:latin typeface="Calibri"/>
                <a:cs typeface="Calibri"/>
              </a:rPr>
              <a:t>but lives </a:t>
            </a:r>
            <a:r>
              <a:rPr sz="2200" spc="-5" dirty="0">
                <a:latin typeface="Calibri"/>
                <a:cs typeface="Calibri"/>
              </a:rPr>
              <a:t>in </a:t>
            </a:r>
            <a:r>
              <a:rPr sz="2200" dirty="0">
                <a:latin typeface="Calibri"/>
                <a:cs typeface="Calibri"/>
              </a:rPr>
              <a:t>a </a:t>
            </a:r>
            <a:r>
              <a:rPr sz="2200" spc="-15" dirty="0">
                <a:latin typeface="Calibri"/>
                <a:cs typeface="Calibri"/>
              </a:rPr>
              <a:t>rural </a:t>
            </a:r>
            <a:r>
              <a:rPr sz="2200" spc="-10" dirty="0">
                <a:latin typeface="Calibri"/>
                <a:cs typeface="Calibri"/>
              </a:rPr>
              <a:t>area </a:t>
            </a:r>
            <a:r>
              <a:rPr sz="2200" spc="-5" dirty="0">
                <a:latin typeface="Calibri"/>
                <a:cs typeface="Calibri"/>
              </a:rPr>
              <a:t>and </a:t>
            </a:r>
            <a:r>
              <a:rPr sz="2200" dirty="0">
                <a:latin typeface="Calibri"/>
                <a:cs typeface="Calibri"/>
              </a:rPr>
              <a:t> so</a:t>
            </a:r>
            <a:r>
              <a:rPr sz="2200" spc="-5" dirty="0">
                <a:latin typeface="Calibri"/>
                <a:cs typeface="Calibri"/>
              </a:rPr>
              <a:t> the</a:t>
            </a:r>
            <a:r>
              <a:rPr sz="220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service</a:t>
            </a:r>
            <a:r>
              <a:rPr sz="2200" spc="5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is </a:t>
            </a:r>
            <a:r>
              <a:rPr sz="2200" spc="-35" dirty="0">
                <a:latin typeface="Calibri"/>
                <a:cs typeface="Calibri"/>
              </a:rPr>
              <a:t>slow.</a:t>
            </a:r>
            <a:r>
              <a:rPr sz="2200" spc="-1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He</a:t>
            </a:r>
            <a:r>
              <a:rPr sz="2200" spc="5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has </a:t>
            </a:r>
            <a:r>
              <a:rPr sz="2200" spc="-10" dirty="0">
                <a:latin typeface="Calibri"/>
                <a:cs typeface="Calibri"/>
              </a:rPr>
              <a:t>never </a:t>
            </a:r>
            <a:r>
              <a:rPr sz="2200" spc="-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purchased</a:t>
            </a:r>
            <a:r>
              <a:rPr sz="2200" spc="-15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online </a:t>
            </a:r>
            <a:r>
              <a:rPr sz="2200" spc="-15" dirty="0">
                <a:latin typeface="Calibri"/>
                <a:cs typeface="Calibri"/>
              </a:rPr>
              <a:t>before,</a:t>
            </a:r>
            <a:r>
              <a:rPr sz="2200" spc="-10" dirty="0">
                <a:latin typeface="Calibri"/>
                <a:cs typeface="Calibri"/>
              </a:rPr>
              <a:t> </a:t>
            </a:r>
            <a:r>
              <a:rPr sz="2200" spc="-15" dirty="0">
                <a:latin typeface="Calibri"/>
                <a:cs typeface="Calibri"/>
              </a:rPr>
              <a:t>preferring</a:t>
            </a:r>
            <a:r>
              <a:rPr sz="2200" spc="-5" dirty="0">
                <a:latin typeface="Calibri"/>
                <a:cs typeface="Calibri"/>
              </a:rPr>
              <a:t> </a:t>
            </a:r>
            <a:r>
              <a:rPr sz="2200" spc="-15" dirty="0">
                <a:latin typeface="Calibri"/>
                <a:cs typeface="Calibri"/>
              </a:rPr>
              <a:t>to </a:t>
            </a:r>
            <a:r>
              <a:rPr sz="2200" spc="-1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place</a:t>
            </a:r>
            <a:r>
              <a:rPr sz="2200" dirty="0">
                <a:latin typeface="Calibri"/>
                <a:cs typeface="Calibri"/>
              </a:rPr>
              <a:t> </a:t>
            </a:r>
            <a:r>
              <a:rPr sz="2200" spc="-20" dirty="0">
                <a:latin typeface="Calibri"/>
                <a:cs typeface="Calibri"/>
              </a:rPr>
              <a:t>orders</a:t>
            </a:r>
            <a:r>
              <a:rPr sz="220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by</a:t>
            </a:r>
            <a:r>
              <a:rPr sz="220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phone.</a:t>
            </a:r>
            <a:endParaRPr sz="2200" dirty="0">
              <a:latin typeface="Calibri"/>
              <a:cs typeface="Calibri"/>
            </a:endParaRPr>
          </a:p>
          <a:p>
            <a:pPr marL="355600" marR="5080" indent="-342900">
              <a:lnSpc>
                <a:spcPct val="90000"/>
              </a:lnSpc>
              <a:spcBef>
                <a:spcPts val="910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2200" spc="-15" dirty="0">
                <a:latin typeface="Calibri"/>
                <a:cs typeface="Calibri"/>
              </a:rPr>
              <a:t>Persona</a:t>
            </a:r>
            <a:r>
              <a:rPr sz="2200" spc="-1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2</a:t>
            </a:r>
            <a:r>
              <a:rPr sz="2200" spc="-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–</a:t>
            </a:r>
            <a:r>
              <a:rPr sz="2200" spc="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Georgina:</a:t>
            </a:r>
            <a:r>
              <a:rPr sz="2200" spc="-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Georgina</a:t>
            </a:r>
            <a:r>
              <a:rPr sz="2200" spc="-5" dirty="0">
                <a:latin typeface="Calibri"/>
                <a:cs typeface="Calibri"/>
              </a:rPr>
              <a:t> is</a:t>
            </a:r>
            <a:r>
              <a:rPr sz="2200" dirty="0">
                <a:latin typeface="Calibri"/>
                <a:cs typeface="Calibri"/>
              </a:rPr>
              <a:t> a</a:t>
            </a:r>
            <a:r>
              <a:rPr sz="2200" spc="-5" dirty="0">
                <a:latin typeface="Calibri"/>
                <a:cs typeface="Calibri"/>
              </a:rPr>
              <a:t> 29 </a:t>
            </a:r>
            <a:r>
              <a:rPr sz="220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year </a:t>
            </a:r>
            <a:r>
              <a:rPr sz="2200" spc="-5" dirty="0">
                <a:latin typeface="Calibri"/>
                <a:cs typeface="Calibri"/>
              </a:rPr>
              <a:t>old ad </a:t>
            </a:r>
            <a:r>
              <a:rPr sz="2200" spc="-25" dirty="0">
                <a:latin typeface="Calibri"/>
                <a:cs typeface="Calibri"/>
              </a:rPr>
              <a:t>exec </a:t>
            </a:r>
            <a:r>
              <a:rPr sz="2200" spc="-5" dirty="0">
                <a:latin typeface="Calibri"/>
                <a:cs typeface="Calibri"/>
              </a:rPr>
              <a:t>who has </a:t>
            </a:r>
            <a:r>
              <a:rPr sz="2200" dirty="0">
                <a:latin typeface="Calibri"/>
                <a:cs typeface="Calibri"/>
              </a:rPr>
              <a:t>been </a:t>
            </a:r>
            <a:r>
              <a:rPr sz="2200" spc="-5" dirty="0">
                <a:latin typeface="Calibri"/>
                <a:cs typeface="Calibri"/>
              </a:rPr>
              <a:t>using the </a:t>
            </a:r>
            <a:r>
              <a:rPr sz="2200" spc="-484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Internet </a:t>
            </a:r>
            <a:r>
              <a:rPr sz="2200" spc="-15" dirty="0">
                <a:latin typeface="Calibri"/>
                <a:cs typeface="Calibri"/>
              </a:rPr>
              <a:t>for</a:t>
            </a:r>
            <a:r>
              <a:rPr sz="2200" spc="-10" dirty="0">
                <a:latin typeface="Calibri"/>
                <a:cs typeface="Calibri"/>
              </a:rPr>
              <a:t> </a:t>
            </a:r>
            <a:r>
              <a:rPr sz="2200" spc="-15" dirty="0">
                <a:latin typeface="Calibri"/>
                <a:cs typeface="Calibri"/>
              </a:rPr>
              <a:t>many</a:t>
            </a:r>
            <a:r>
              <a:rPr sz="2200" dirty="0">
                <a:latin typeface="Calibri"/>
                <a:cs typeface="Calibri"/>
              </a:rPr>
              <a:t> </a:t>
            </a:r>
            <a:r>
              <a:rPr sz="2200" spc="-15" dirty="0">
                <a:latin typeface="Calibri"/>
                <a:cs typeface="Calibri"/>
              </a:rPr>
              <a:t>years.</a:t>
            </a:r>
            <a:r>
              <a:rPr sz="2200" spc="-1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She</a:t>
            </a:r>
            <a:r>
              <a:rPr sz="220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uses </a:t>
            </a:r>
            <a:r>
              <a:rPr sz="2200" spc="-15" dirty="0">
                <a:latin typeface="Calibri"/>
                <a:cs typeface="Calibri"/>
              </a:rPr>
              <a:t>many </a:t>
            </a:r>
            <a:r>
              <a:rPr sz="2200" spc="-1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online </a:t>
            </a:r>
            <a:r>
              <a:rPr sz="2200" dirty="0">
                <a:latin typeface="Calibri"/>
                <a:cs typeface="Calibri"/>
              </a:rPr>
              <a:t>services </a:t>
            </a:r>
            <a:r>
              <a:rPr sz="2200" spc="-5" dirty="0">
                <a:latin typeface="Calibri"/>
                <a:cs typeface="Calibri"/>
              </a:rPr>
              <a:t>and</a:t>
            </a:r>
            <a:r>
              <a:rPr sz="2200" spc="-1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is</a:t>
            </a:r>
            <a:r>
              <a:rPr sz="220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an</a:t>
            </a:r>
            <a:r>
              <a:rPr sz="2200" spc="-10" dirty="0">
                <a:latin typeface="Calibri"/>
                <a:cs typeface="Calibri"/>
              </a:rPr>
              <a:t> </a:t>
            </a:r>
            <a:r>
              <a:rPr sz="2200" spc="-15" dirty="0">
                <a:latin typeface="Calibri"/>
                <a:cs typeface="Calibri"/>
              </a:rPr>
              <a:t>avid</a:t>
            </a:r>
            <a:r>
              <a:rPr sz="2200" spc="-1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social </a:t>
            </a:r>
            <a:r>
              <a:rPr sz="220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media</a:t>
            </a:r>
            <a:r>
              <a:rPr sz="2200" spc="-10" dirty="0">
                <a:latin typeface="Calibri"/>
                <a:cs typeface="Calibri"/>
              </a:rPr>
              <a:t> </a:t>
            </a:r>
            <a:r>
              <a:rPr sz="2200" spc="-50" dirty="0">
                <a:latin typeface="Calibri"/>
                <a:cs typeface="Calibri"/>
              </a:rPr>
              <a:t>user.</a:t>
            </a:r>
            <a:endParaRPr sz="2200" dirty="0">
              <a:latin typeface="Calibri"/>
              <a:cs typeface="Calibri"/>
            </a:endParaRPr>
          </a:p>
          <a:p>
            <a:pPr marL="355600" marR="162560" indent="-342900">
              <a:lnSpc>
                <a:spcPts val="2400"/>
              </a:lnSpc>
              <a:spcBef>
                <a:spcPts val="1050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2200" spc="-55" dirty="0">
                <a:latin typeface="Calibri"/>
                <a:cs typeface="Calibri"/>
              </a:rPr>
              <a:t>You</a:t>
            </a:r>
            <a:r>
              <a:rPr sz="2200" spc="-10" dirty="0">
                <a:latin typeface="Calibri"/>
                <a:cs typeface="Calibri"/>
              </a:rPr>
              <a:t> can </a:t>
            </a:r>
            <a:r>
              <a:rPr sz="2200" dirty="0">
                <a:latin typeface="Calibri"/>
                <a:cs typeface="Calibri"/>
              </a:rPr>
              <a:t>see</a:t>
            </a:r>
            <a:r>
              <a:rPr sz="2200" spc="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that</a:t>
            </a:r>
            <a:r>
              <a:rPr sz="2200" spc="-5" dirty="0">
                <a:latin typeface="Calibri"/>
                <a:cs typeface="Calibri"/>
              </a:rPr>
              <a:t> these</a:t>
            </a:r>
            <a:r>
              <a:rPr sz="2200" spc="5" dirty="0">
                <a:latin typeface="Calibri"/>
                <a:cs typeface="Calibri"/>
              </a:rPr>
              <a:t> </a:t>
            </a:r>
            <a:r>
              <a:rPr sz="2200" spc="-15" dirty="0">
                <a:latin typeface="Calibri"/>
                <a:cs typeface="Calibri"/>
              </a:rPr>
              <a:t>are</a:t>
            </a:r>
            <a:r>
              <a:rPr sz="2200" dirty="0">
                <a:latin typeface="Calibri"/>
                <a:cs typeface="Calibri"/>
              </a:rPr>
              <a:t> </a:t>
            </a:r>
            <a:r>
              <a:rPr sz="2200" spc="-15" dirty="0">
                <a:latin typeface="Calibri"/>
                <a:cs typeface="Calibri"/>
              </a:rPr>
              <a:t>quite </a:t>
            </a:r>
            <a:r>
              <a:rPr sz="2200" spc="-10" dirty="0">
                <a:latin typeface="Calibri"/>
                <a:cs typeface="Calibri"/>
              </a:rPr>
              <a:t> </a:t>
            </a:r>
            <a:r>
              <a:rPr sz="2200" spc="-20" dirty="0">
                <a:latin typeface="Calibri"/>
                <a:cs typeface="Calibri"/>
              </a:rPr>
              <a:t>different</a:t>
            </a:r>
            <a:r>
              <a:rPr sz="220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types </a:t>
            </a:r>
            <a:r>
              <a:rPr sz="2200" dirty="0">
                <a:latin typeface="Calibri"/>
                <a:cs typeface="Calibri"/>
              </a:rPr>
              <a:t>of </a:t>
            </a:r>
            <a:r>
              <a:rPr sz="2200" spc="-5" dirty="0">
                <a:latin typeface="Calibri"/>
                <a:cs typeface="Calibri"/>
              </a:rPr>
              <a:t>people</a:t>
            </a:r>
            <a:r>
              <a:rPr sz="220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who</a:t>
            </a:r>
            <a:r>
              <a:rPr sz="220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will </a:t>
            </a:r>
            <a:r>
              <a:rPr sz="2200" spc="-25" dirty="0">
                <a:latin typeface="Calibri"/>
                <a:cs typeface="Calibri"/>
              </a:rPr>
              <a:t>have </a:t>
            </a:r>
            <a:r>
              <a:rPr sz="2200" spc="-484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quite</a:t>
            </a:r>
            <a:r>
              <a:rPr sz="2200" dirty="0">
                <a:latin typeface="Calibri"/>
                <a:cs typeface="Calibri"/>
              </a:rPr>
              <a:t> </a:t>
            </a:r>
            <a:r>
              <a:rPr sz="2200" spc="-20" dirty="0">
                <a:latin typeface="Calibri"/>
                <a:cs typeface="Calibri"/>
              </a:rPr>
              <a:t>different</a:t>
            </a:r>
            <a:r>
              <a:rPr sz="2200" spc="5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needs.</a:t>
            </a:r>
            <a:endParaRPr sz="22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61340" y="587247"/>
            <a:ext cx="1439545" cy="4978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100" spc="-70" dirty="0">
                <a:latin typeface="Calibri Light"/>
                <a:cs typeface="Calibri Light"/>
              </a:rPr>
              <a:t>P</a:t>
            </a:r>
            <a:r>
              <a:rPr sz="3100" spc="5" dirty="0">
                <a:latin typeface="Calibri Light"/>
                <a:cs typeface="Calibri Light"/>
              </a:rPr>
              <a:t>e</a:t>
            </a:r>
            <a:r>
              <a:rPr sz="3100" spc="-70" dirty="0">
                <a:latin typeface="Calibri Light"/>
                <a:cs typeface="Calibri Light"/>
              </a:rPr>
              <a:t>r</a:t>
            </a:r>
            <a:r>
              <a:rPr sz="3100" dirty="0">
                <a:latin typeface="Calibri Light"/>
                <a:cs typeface="Calibri Light"/>
              </a:rPr>
              <a:t>s</a:t>
            </a:r>
            <a:r>
              <a:rPr sz="3100" spc="-5" dirty="0">
                <a:latin typeface="Calibri Light"/>
                <a:cs typeface="Calibri Light"/>
              </a:rPr>
              <a:t>o</a:t>
            </a:r>
            <a:r>
              <a:rPr sz="3100" dirty="0">
                <a:latin typeface="Calibri Light"/>
                <a:cs typeface="Calibri Light"/>
              </a:rPr>
              <a:t>nas</a:t>
            </a:r>
            <a:endParaRPr sz="3100">
              <a:latin typeface="Calibri Light"/>
              <a:cs typeface="Calibri Ligh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245647" y="5809488"/>
            <a:ext cx="7130415" cy="276998"/>
          </a:xfrm>
          <a:prstGeom prst="rect">
            <a:avLst/>
          </a:prstGeom>
        </p:spPr>
        <p:txBody>
          <a:bodyPr vert="horz" wrap="square" lIns="0" tIns="45719" rIns="0" bIns="0" rtlCol="0">
            <a:spAutoFit/>
          </a:bodyPr>
          <a:lstStyle/>
          <a:p>
            <a:pPr marL="12700" marR="5080">
              <a:lnSpc>
                <a:spcPts val="1800"/>
              </a:lnSpc>
              <a:spcBef>
                <a:spcPts val="359"/>
              </a:spcBef>
              <a:buClr>
                <a:srgbClr val="000000"/>
              </a:buClr>
              <a:buFont typeface="Arial MT"/>
              <a:buChar char="•"/>
              <a:tabLst>
                <a:tab pos="240665" algn="l"/>
                <a:tab pos="241300" algn="l"/>
              </a:tabLst>
            </a:pPr>
            <a:r>
              <a:rPr lang="en-GB" sz="1700" u="sng" spc="-10" dirty="0">
                <a:solidFill>
                  <a:srgbClr val="0563C1"/>
                </a:solidFill>
                <a:uFill>
                  <a:solidFill>
                    <a:srgbClr val="0563C1"/>
                  </a:solidFill>
                </a:uFill>
                <a:latin typeface="Calibri"/>
                <a:cs typeface="Calibri"/>
              </a:rPr>
              <a:t>https://</a:t>
            </a:r>
            <a:r>
              <a:rPr lang="en-GB" sz="1700" u="sng" spc="-10" dirty="0" err="1">
                <a:solidFill>
                  <a:srgbClr val="0563C1"/>
                </a:solidFill>
                <a:uFill>
                  <a:solidFill>
                    <a:srgbClr val="0563C1"/>
                  </a:solidFill>
                </a:uFill>
                <a:latin typeface="Calibri"/>
                <a:cs typeface="Calibri"/>
              </a:rPr>
              <a:t>www.smartinsights.com</a:t>
            </a:r>
            <a:r>
              <a:rPr lang="en-GB" sz="1700" u="sng" spc="-10" dirty="0">
                <a:solidFill>
                  <a:srgbClr val="0563C1"/>
                </a:solidFill>
                <a:uFill>
                  <a:solidFill>
                    <a:srgbClr val="0563C1"/>
                  </a:solidFill>
                </a:uFill>
                <a:latin typeface="Calibri"/>
                <a:cs typeface="Calibri"/>
              </a:rPr>
              <a:t>/persuasion-marketing/marketing-personas/</a:t>
            </a:r>
            <a:endParaRPr sz="1700" dirty="0">
              <a:latin typeface="Calibri"/>
              <a:cs typeface="Calibri"/>
            </a:endParaRPr>
          </a:p>
        </p:txBody>
      </p:sp>
      <p:grpSp>
        <p:nvGrpSpPr>
          <p:cNvPr id="4" name="object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0" y="1"/>
            <a:ext cx="9144000" cy="6619240"/>
            <a:chOff x="0" y="1"/>
            <a:chExt cx="9144000" cy="6619240"/>
          </a:xfrm>
        </p:grpSpPr>
        <p:sp>
          <p:nvSpPr>
            <p:cNvPr id="5" name="object 5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0" y="4601502"/>
              <a:ext cx="803910" cy="2018030"/>
            </a:xfrm>
            <a:custGeom>
              <a:avLst/>
              <a:gdLst/>
              <a:ahLst/>
              <a:cxnLst/>
              <a:rect l="l" t="t" r="r" b="b"/>
              <a:pathLst>
                <a:path w="803910" h="2018029">
                  <a:moveTo>
                    <a:pt x="803452" y="1412925"/>
                  </a:moveTo>
                  <a:lnTo>
                    <a:pt x="605269" y="1214742"/>
                  </a:lnTo>
                  <a:lnTo>
                    <a:pt x="760539" y="1008786"/>
                  </a:lnTo>
                  <a:lnTo>
                    <a:pt x="0" y="0"/>
                  </a:lnTo>
                  <a:lnTo>
                    <a:pt x="0" y="2017585"/>
                  </a:lnTo>
                  <a:lnTo>
                    <a:pt x="383882" y="1508391"/>
                  </a:lnTo>
                  <a:lnTo>
                    <a:pt x="545947" y="1670431"/>
                  </a:lnTo>
                  <a:lnTo>
                    <a:pt x="803452" y="1412925"/>
                  </a:lnTo>
                  <a:close/>
                </a:path>
              </a:pathLst>
            </a:custGeom>
            <a:solidFill>
              <a:srgbClr val="4472C4">
                <a:alpha val="301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 descr="Persona examples&#10;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65323" y="1198291"/>
              <a:ext cx="7814034" cy="4588915"/>
            </a:xfrm>
            <a:prstGeom prst="rect">
              <a:avLst/>
            </a:prstGeom>
          </p:spPr>
        </p:pic>
        <p:sp>
          <p:nvSpPr>
            <p:cNvPr id="7" name="object 7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8370875" y="12"/>
              <a:ext cx="773430" cy="1935480"/>
            </a:xfrm>
            <a:custGeom>
              <a:avLst/>
              <a:gdLst/>
              <a:ahLst/>
              <a:cxnLst/>
              <a:rect l="l" t="t" r="r" b="b"/>
              <a:pathLst>
                <a:path w="773429" h="1935480">
                  <a:moveTo>
                    <a:pt x="773125" y="0"/>
                  </a:moveTo>
                  <a:lnTo>
                    <a:pt x="43586" y="967651"/>
                  </a:lnTo>
                  <a:lnTo>
                    <a:pt x="158229" y="1119733"/>
                  </a:lnTo>
                  <a:lnTo>
                    <a:pt x="0" y="1277962"/>
                  </a:lnTo>
                  <a:lnTo>
                    <a:pt x="348691" y="1626654"/>
                  </a:lnTo>
                  <a:lnTo>
                    <a:pt x="458000" y="1517345"/>
                  </a:lnTo>
                  <a:lnTo>
                    <a:pt x="773125" y="1935302"/>
                  </a:lnTo>
                  <a:lnTo>
                    <a:pt x="773125" y="0"/>
                  </a:lnTo>
                  <a:close/>
                </a:path>
              </a:pathLst>
            </a:custGeom>
            <a:solidFill>
              <a:srgbClr val="FFC000">
                <a:alpha val="301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0" y="505967"/>
            <a:ext cx="3898900" cy="6245860"/>
            <a:chOff x="0" y="505967"/>
            <a:chExt cx="3898900" cy="624586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505967"/>
              <a:ext cx="3874008" cy="6245352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554735"/>
              <a:ext cx="3898391" cy="6108192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576071"/>
              <a:ext cx="3898391" cy="6102096"/>
            </a:xfrm>
            <a:prstGeom prst="rect">
              <a:avLst/>
            </a:prstGeom>
          </p:spPr>
        </p:pic>
      </p:grpSp>
      <p:sp>
        <p:nvSpPr>
          <p:cNvPr id="6" name="object 6"/>
          <p:cNvSpPr txBox="1"/>
          <p:nvPr/>
        </p:nvSpPr>
        <p:spPr>
          <a:xfrm>
            <a:off x="558800" y="2915919"/>
            <a:ext cx="1796414" cy="927735"/>
          </a:xfrm>
          <a:prstGeom prst="rect">
            <a:avLst/>
          </a:prstGeom>
        </p:spPr>
        <p:txBody>
          <a:bodyPr vert="horz" wrap="square" lIns="0" tIns="62865" rIns="0" bIns="0" rtlCol="0">
            <a:spAutoFit/>
          </a:bodyPr>
          <a:lstStyle/>
          <a:p>
            <a:pPr marL="12700" marR="5080">
              <a:lnSpc>
                <a:spcPts val="3379"/>
              </a:lnSpc>
              <a:spcBef>
                <a:spcPts val="495"/>
              </a:spcBef>
            </a:pPr>
            <a:r>
              <a:rPr sz="3100" spc="5" dirty="0">
                <a:solidFill>
                  <a:srgbClr val="44546A"/>
                </a:solidFill>
                <a:latin typeface="Calibri Light"/>
                <a:cs typeface="Calibri Light"/>
              </a:rPr>
              <a:t>D</a:t>
            </a:r>
            <a:r>
              <a:rPr sz="3100" spc="-10" dirty="0">
                <a:solidFill>
                  <a:srgbClr val="44546A"/>
                </a:solidFill>
                <a:latin typeface="Calibri Light"/>
                <a:cs typeface="Calibri Light"/>
              </a:rPr>
              <a:t>e</a:t>
            </a:r>
            <a:r>
              <a:rPr sz="3100" spc="-35" dirty="0">
                <a:solidFill>
                  <a:srgbClr val="44546A"/>
                </a:solidFill>
                <a:latin typeface="Calibri Light"/>
                <a:cs typeface="Calibri Light"/>
              </a:rPr>
              <a:t>v</a:t>
            </a:r>
            <a:r>
              <a:rPr sz="3100" spc="5" dirty="0">
                <a:solidFill>
                  <a:srgbClr val="44546A"/>
                </a:solidFill>
                <a:latin typeface="Calibri Light"/>
                <a:cs typeface="Calibri Light"/>
              </a:rPr>
              <a:t>e</a:t>
            </a:r>
            <a:r>
              <a:rPr sz="3100" dirty="0">
                <a:solidFill>
                  <a:srgbClr val="44546A"/>
                </a:solidFill>
                <a:latin typeface="Calibri Light"/>
                <a:cs typeface="Calibri Light"/>
              </a:rPr>
              <a:t>l</a:t>
            </a:r>
            <a:r>
              <a:rPr sz="3100" spc="-5" dirty="0">
                <a:solidFill>
                  <a:srgbClr val="44546A"/>
                </a:solidFill>
                <a:latin typeface="Calibri Light"/>
                <a:cs typeface="Calibri Light"/>
              </a:rPr>
              <a:t>o</a:t>
            </a:r>
            <a:r>
              <a:rPr sz="3100" dirty="0">
                <a:solidFill>
                  <a:srgbClr val="44546A"/>
                </a:solidFill>
                <a:latin typeface="Calibri Light"/>
                <a:cs typeface="Calibri Light"/>
              </a:rPr>
              <a:t>ping  </a:t>
            </a:r>
            <a:r>
              <a:rPr sz="3100" spc="-20" dirty="0">
                <a:solidFill>
                  <a:srgbClr val="44546A"/>
                </a:solidFill>
                <a:latin typeface="Calibri Light"/>
                <a:cs typeface="Calibri Light"/>
              </a:rPr>
              <a:t>Personas</a:t>
            </a:r>
            <a:endParaRPr sz="3100">
              <a:latin typeface="Calibri Light"/>
              <a:cs typeface="Calibri Light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6077" rIns="0" bIns="0" rtlCol="0">
            <a:spAutoFit/>
          </a:bodyPr>
          <a:lstStyle/>
          <a:p>
            <a:pPr marL="3855085" marR="5080">
              <a:lnSpc>
                <a:spcPts val="1610"/>
              </a:lnSpc>
              <a:spcBef>
                <a:spcPts val="310"/>
              </a:spcBef>
            </a:pPr>
            <a:r>
              <a:rPr sz="1500" spc="-10" dirty="0">
                <a:solidFill>
                  <a:srgbClr val="44546A"/>
                </a:solidFill>
              </a:rPr>
              <a:t>Start </a:t>
            </a:r>
            <a:r>
              <a:rPr sz="1500" spc="-5" dirty="0">
                <a:solidFill>
                  <a:srgbClr val="44546A"/>
                </a:solidFill>
              </a:rPr>
              <a:t>or end </a:t>
            </a:r>
            <a:r>
              <a:rPr sz="1500" dirty="0">
                <a:solidFill>
                  <a:srgbClr val="44546A"/>
                </a:solidFill>
              </a:rPr>
              <a:t>with </a:t>
            </a:r>
            <a:r>
              <a:rPr sz="1500" spc="-5" dirty="0">
                <a:solidFill>
                  <a:srgbClr val="44546A"/>
                </a:solidFill>
              </a:rPr>
              <a:t>giving </a:t>
            </a:r>
            <a:r>
              <a:rPr sz="1500" spc="-10" dirty="0">
                <a:solidFill>
                  <a:srgbClr val="44546A"/>
                </a:solidFill>
              </a:rPr>
              <a:t>your persona </a:t>
            </a:r>
            <a:r>
              <a:rPr sz="1500" dirty="0">
                <a:solidFill>
                  <a:srgbClr val="44546A"/>
                </a:solidFill>
              </a:rPr>
              <a:t>a </a:t>
            </a:r>
            <a:r>
              <a:rPr sz="1500" u="sng" spc="-5" dirty="0">
                <a:solidFill>
                  <a:srgbClr val="44546A"/>
                </a:solidFill>
                <a:uFill>
                  <a:solidFill>
                    <a:srgbClr val="44546A"/>
                  </a:solidFill>
                </a:uFill>
              </a:rPr>
              <a:t>name</a:t>
            </a:r>
            <a:r>
              <a:rPr sz="1500" spc="-5" dirty="0">
                <a:solidFill>
                  <a:srgbClr val="44546A"/>
                </a:solidFill>
              </a:rPr>
              <a:t>. </a:t>
            </a:r>
            <a:r>
              <a:rPr sz="1500" spc="-325" dirty="0">
                <a:solidFill>
                  <a:srgbClr val="44546A"/>
                </a:solidFill>
              </a:rPr>
              <a:t> </a:t>
            </a:r>
            <a:r>
              <a:rPr sz="1500" spc="-5" dirty="0">
                <a:solidFill>
                  <a:srgbClr val="44546A"/>
                </a:solidFill>
              </a:rPr>
              <a:t>The detailed </a:t>
            </a:r>
            <a:r>
              <a:rPr sz="1500" spc="-15" dirty="0">
                <a:solidFill>
                  <a:srgbClr val="44546A"/>
                </a:solidFill>
              </a:rPr>
              <a:t>stages</a:t>
            </a:r>
            <a:r>
              <a:rPr sz="1500" spc="-10" dirty="0">
                <a:solidFill>
                  <a:srgbClr val="44546A"/>
                </a:solidFill>
              </a:rPr>
              <a:t> are:</a:t>
            </a:r>
            <a:endParaRPr sz="1500"/>
          </a:p>
        </p:txBody>
      </p:sp>
      <p:sp>
        <p:nvSpPr>
          <p:cNvPr id="8" name="object 8"/>
          <p:cNvSpPr txBox="1"/>
          <p:nvPr/>
        </p:nvSpPr>
        <p:spPr>
          <a:xfrm>
            <a:off x="4707890" y="1610359"/>
            <a:ext cx="3066415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dirty="0">
                <a:solidFill>
                  <a:srgbClr val="44546A"/>
                </a:solidFill>
                <a:latin typeface="Calibri"/>
                <a:cs typeface="Calibri"/>
              </a:rPr>
              <a:t>Build</a:t>
            </a:r>
            <a:r>
              <a:rPr sz="1500" spc="-5" dirty="0">
                <a:solidFill>
                  <a:srgbClr val="44546A"/>
                </a:solidFill>
                <a:latin typeface="Calibri"/>
                <a:cs typeface="Calibri"/>
              </a:rPr>
              <a:t> </a:t>
            </a:r>
            <a:r>
              <a:rPr sz="1500" u="sng" spc="-10" dirty="0">
                <a:solidFill>
                  <a:srgbClr val="44546A"/>
                </a:solidFill>
                <a:uFill>
                  <a:solidFill>
                    <a:srgbClr val="44546A"/>
                  </a:solidFill>
                </a:uFill>
                <a:latin typeface="Calibri"/>
                <a:cs typeface="Calibri"/>
              </a:rPr>
              <a:t>personal</a:t>
            </a:r>
            <a:r>
              <a:rPr sz="1500" u="sng" dirty="0">
                <a:solidFill>
                  <a:srgbClr val="44546A"/>
                </a:solidFill>
                <a:uFill>
                  <a:solidFill>
                    <a:srgbClr val="44546A"/>
                  </a:solidFill>
                </a:uFill>
                <a:latin typeface="Calibri"/>
                <a:cs typeface="Calibri"/>
              </a:rPr>
              <a:t> </a:t>
            </a:r>
            <a:r>
              <a:rPr sz="1500" u="sng" spc="-10" dirty="0">
                <a:solidFill>
                  <a:srgbClr val="44546A"/>
                </a:solidFill>
                <a:uFill>
                  <a:solidFill>
                    <a:srgbClr val="44546A"/>
                  </a:solidFill>
                </a:uFill>
                <a:latin typeface="Calibri"/>
                <a:cs typeface="Calibri"/>
              </a:rPr>
              <a:t>attributes</a:t>
            </a:r>
            <a:r>
              <a:rPr sz="1500" dirty="0">
                <a:solidFill>
                  <a:srgbClr val="44546A"/>
                </a:solidFill>
                <a:latin typeface="Calibri"/>
                <a:cs typeface="Calibri"/>
              </a:rPr>
              <a:t> </a:t>
            </a:r>
            <a:r>
              <a:rPr sz="1500" spc="-10" dirty="0">
                <a:solidFill>
                  <a:srgbClr val="44546A"/>
                </a:solidFill>
                <a:latin typeface="Calibri"/>
                <a:cs typeface="Calibri"/>
              </a:rPr>
              <a:t>into personas:</a:t>
            </a:r>
            <a:endParaRPr sz="15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165090" y="1878584"/>
            <a:ext cx="3284220" cy="2233688"/>
          </a:xfrm>
          <a:prstGeom prst="rect">
            <a:avLst/>
          </a:prstGeom>
        </p:spPr>
        <p:txBody>
          <a:bodyPr vert="horz" wrap="square" lIns="0" tIns="38100" rIns="0" bIns="0" rtlCol="0">
            <a:spAutoFit/>
          </a:bodyPr>
          <a:lstStyle/>
          <a:p>
            <a:pPr marL="241300" marR="65405" indent="-228600" algn="just">
              <a:lnSpc>
                <a:spcPct val="88700"/>
              </a:lnSpc>
              <a:spcBef>
                <a:spcPts val="300"/>
              </a:spcBef>
              <a:buFont typeface="Arial MT"/>
              <a:buChar char="•"/>
              <a:tabLst>
                <a:tab pos="241300" algn="l"/>
              </a:tabLst>
            </a:pPr>
            <a:r>
              <a:rPr sz="1500" spc="-5" dirty="0">
                <a:solidFill>
                  <a:srgbClr val="44546A"/>
                </a:solidFill>
                <a:latin typeface="Calibri"/>
                <a:cs typeface="Calibri"/>
              </a:rPr>
              <a:t>Demographic: </a:t>
            </a:r>
            <a:r>
              <a:rPr sz="1500" spc="-10" dirty="0">
                <a:solidFill>
                  <a:srgbClr val="44546A"/>
                </a:solidFill>
                <a:latin typeface="Calibri"/>
                <a:cs typeface="Calibri"/>
              </a:rPr>
              <a:t>Age, </a:t>
            </a:r>
            <a:r>
              <a:rPr sz="1500" spc="-25" dirty="0">
                <a:solidFill>
                  <a:srgbClr val="44546A"/>
                </a:solidFill>
                <a:latin typeface="Calibri"/>
                <a:cs typeface="Calibri"/>
              </a:rPr>
              <a:t>gender, </a:t>
            </a:r>
            <a:r>
              <a:rPr sz="1500" spc="-10" dirty="0">
                <a:solidFill>
                  <a:srgbClr val="44546A"/>
                </a:solidFill>
                <a:latin typeface="Calibri"/>
                <a:cs typeface="Calibri"/>
              </a:rPr>
              <a:t>education, </a:t>
            </a:r>
            <a:r>
              <a:rPr sz="1500" spc="-325" dirty="0">
                <a:solidFill>
                  <a:srgbClr val="44546A"/>
                </a:solidFill>
                <a:latin typeface="Calibri"/>
                <a:cs typeface="Calibri"/>
              </a:rPr>
              <a:t> </a:t>
            </a:r>
            <a:r>
              <a:rPr sz="1500" spc="-5" dirty="0">
                <a:solidFill>
                  <a:srgbClr val="44546A"/>
                </a:solidFill>
                <a:latin typeface="Calibri"/>
                <a:cs typeface="Calibri"/>
              </a:rPr>
              <a:t>occupation and </a:t>
            </a:r>
            <a:r>
              <a:rPr sz="1500" spc="-15" dirty="0">
                <a:solidFill>
                  <a:srgbClr val="44546A"/>
                </a:solidFill>
                <a:latin typeface="Calibri"/>
                <a:cs typeface="Calibri"/>
              </a:rPr>
              <a:t>for </a:t>
            </a:r>
            <a:r>
              <a:rPr sz="1500" spc="-10" dirty="0">
                <a:solidFill>
                  <a:srgbClr val="44546A"/>
                </a:solidFill>
                <a:latin typeface="Calibri"/>
                <a:cs typeface="Calibri"/>
              </a:rPr>
              <a:t>B2B</a:t>
            </a:r>
            <a:r>
              <a:rPr lang="en-GB" sz="1500" spc="-10" dirty="0">
                <a:solidFill>
                  <a:srgbClr val="44546A"/>
                </a:solidFill>
                <a:latin typeface="Calibri"/>
                <a:cs typeface="Calibri"/>
              </a:rPr>
              <a:t> (business to business)</a:t>
            </a:r>
            <a:r>
              <a:rPr sz="1500" spc="-10" dirty="0">
                <a:solidFill>
                  <a:srgbClr val="44546A"/>
                </a:solidFill>
                <a:latin typeface="Calibri"/>
                <a:cs typeface="Calibri"/>
              </a:rPr>
              <a:t>, company size, </a:t>
            </a:r>
            <a:r>
              <a:rPr sz="1500" spc="-325" dirty="0">
                <a:solidFill>
                  <a:srgbClr val="44546A"/>
                </a:solidFill>
                <a:latin typeface="Calibri"/>
                <a:cs typeface="Calibri"/>
              </a:rPr>
              <a:t> </a:t>
            </a:r>
            <a:r>
              <a:rPr sz="1500" spc="-5" dirty="0">
                <a:solidFill>
                  <a:srgbClr val="44546A"/>
                </a:solidFill>
                <a:latin typeface="Calibri"/>
                <a:cs typeface="Calibri"/>
              </a:rPr>
              <a:t>position</a:t>
            </a:r>
            <a:r>
              <a:rPr sz="1500" spc="-10" dirty="0">
                <a:solidFill>
                  <a:srgbClr val="44546A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44546A"/>
                </a:solidFill>
                <a:latin typeface="Calibri"/>
                <a:cs typeface="Calibri"/>
              </a:rPr>
              <a:t>in</a:t>
            </a:r>
            <a:r>
              <a:rPr sz="1500" spc="-5" dirty="0">
                <a:solidFill>
                  <a:srgbClr val="44546A"/>
                </a:solidFill>
                <a:latin typeface="Calibri"/>
                <a:cs typeface="Calibri"/>
              </a:rPr>
              <a:t> buying</a:t>
            </a:r>
            <a:r>
              <a:rPr sz="1500" spc="-10" dirty="0">
                <a:solidFill>
                  <a:srgbClr val="44546A"/>
                </a:solidFill>
                <a:latin typeface="Calibri"/>
                <a:cs typeface="Calibri"/>
              </a:rPr>
              <a:t> </a:t>
            </a:r>
            <a:r>
              <a:rPr sz="1500" spc="-5" dirty="0">
                <a:solidFill>
                  <a:srgbClr val="44546A"/>
                </a:solidFill>
                <a:latin typeface="Calibri"/>
                <a:cs typeface="Calibri"/>
              </a:rPr>
              <a:t>unit.</a:t>
            </a:r>
            <a:endParaRPr sz="1500" dirty="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315"/>
              </a:spcBef>
              <a:buFont typeface="Arial MT"/>
              <a:buChar char="•"/>
              <a:tabLst>
                <a:tab pos="240665" algn="l"/>
                <a:tab pos="241300" algn="l"/>
              </a:tabLst>
            </a:pPr>
            <a:r>
              <a:rPr sz="1500" spc="-15" dirty="0">
                <a:solidFill>
                  <a:srgbClr val="44546A"/>
                </a:solidFill>
                <a:latin typeface="Calibri"/>
                <a:cs typeface="Calibri"/>
              </a:rPr>
              <a:t>Psychographic:</a:t>
            </a:r>
            <a:r>
              <a:rPr sz="1500" spc="5" dirty="0">
                <a:solidFill>
                  <a:srgbClr val="44546A"/>
                </a:solidFill>
                <a:latin typeface="Calibri"/>
                <a:cs typeface="Calibri"/>
              </a:rPr>
              <a:t> </a:t>
            </a:r>
            <a:r>
              <a:rPr sz="1500" spc="-5" dirty="0">
                <a:solidFill>
                  <a:srgbClr val="44546A"/>
                </a:solidFill>
                <a:latin typeface="Calibri"/>
                <a:cs typeface="Calibri"/>
              </a:rPr>
              <a:t>Goals,</a:t>
            </a:r>
            <a:r>
              <a:rPr sz="1500" spc="10" dirty="0">
                <a:solidFill>
                  <a:srgbClr val="44546A"/>
                </a:solidFill>
                <a:latin typeface="Calibri"/>
                <a:cs typeface="Calibri"/>
              </a:rPr>
              <a:t> </a:t>
            </a:r>
            <a:r>
              <a:rPr sz="1500" spc="-10" dirty="0">
                <a:solidFill>
                  <a:srgbClr val="44546A"/>
                </a:solidFill>
                <a:latin typeface="Calibri"/>
                <a:cs typeface="Calibri"/>
              </a:rPr>
              <a:t>tasks,</a:t>
            </a:r>
            <a:r>
              <a:rPr sz="1500" spc="5" dirty="0">
                <a:solidFill>
                  <a:srgbClr val="44546A"/>
                </a:solidFill>
                <a:latin typeface="Calibri"/>
                <a:cs typeface="Calibri"/>
              </a:rPr>
              <a:t> </a:t>
            </a:r>
            <a:r>
              <a:rPr sz="1500" spc="-10" dirty="0">
                <a:solidFill>
                  <a:srgbClr val="44546A"/>
                </a:solidFill>
                <a:latin typeface="Calibri"/>
                <a:cs typeface="Calibri"/>
              </a:rPr>
              <a:t>motivation</a:t>
            </a:r>
            <a:endParaRPr sz="1500" dirty="0">
              <a:latin typeface="Calibri"/>
              <a:cs typeface="Calibri"/>
            </a:endParaRPr>
          </a:p>
          <a:p>
            <a:pPr marL="241300" marR="336550" indent="-228600">
              <a:lnSpc>
                <a:spcPct val="89000"/>
              </a:lnSpc>
              <a:spcBef>
                <a:spcPts val="580"/>
              </a:spcBef>
              <a:buFont typeface="Arial MT"/>
              <a:buChar char="•"/>
              <a:tabLst>
                <a:tab pos="240665" algn="l"/>
                <a:tab pos="241300" algn="l"/>
              </a:tabLst>
            </a:pPr>
            <a:r>
              <a:rPr sz="1500" spc="-10" dirty="0">
                <a:solidFill>
                  <a:srgbClr val="44546A"/>
                </a:solidFill>
                <a:latin typeface="Calibri"/>
                <a:cs typeface="Calibri"/>
              </a:rPr>
              <a:t>Webographics:</a:t>
            </a:r>
            <a:r>
              <a:rPr sz="1500" spc="-15" dirty="0">
                <a:solidFill>
                  <a:srgbClr val="44546A"/>
                </a:solidFill>
                <a:latin typeface="Calibri"/>
                <a:cs typeface="Calibri"/>
              </a:rPr>
              <a:t> </a:t>
            </a:r>
            <a:r>
              <a:rPr sz="1500" spc="-20" dirty="0">
                <a:solidFill>
                  <a:srgbClr val="44546A"/>
                </a:solidFill>
                <a:latin typeface="Calibri"/>
                <a:cs typeface="Calibri"/>
              </a:rPr>
              <a:t>Web</a:t>
            </a:r>
            <a:r>
              <a:rPr sz="1500" spc="-10" dirty="0">
                <a:solidFill>
                  <a:srgbClr val="44546A"/>
                </a:solidFill>
                <a:latin typeface="Calibri"/>
                <a:cs typeface="Calibri"/>
              </a:rPr>
              <a:t> </a:t>
            </a:r>
            <a:r>
              <a:rPr sz="1500" spc="-5" dirty="0">
                <a:solidFill>
                  <a:srgbClr val="44546A"/>
                </a:solidFill>
                <a:latin typeface="Calibri"/>
                <a:cs typeface="Calibri"/>
              </a:rPr>
              <a:t>experience </a:t>
            </a:r>
            <a:r>
              <a:rPr sz="1500" dirty="0">
                <a:solidFill>
                  <a:srgbClr val="44546A"/>
                </a:solidFill>
                <a:latin typeface="Calibri"/>
                <a:cs typeface="Calibri"/>
              </a:rPr>
              <a:t> </a:t>
            </a:r>
            <a:r>
              <a:rPr sz="1500" spc="-5" dirty="0">
                <a:solidFill>
                  <a:srgbClr val="44546A"/>
                </a:solidFill>
                <a:latin typeface="Calibri"/>
                <a:cs typeface="Calibri"/>
              </a:rPr>
              <a:t>(months), </a:t>
            </a:r>
            <a:r>
              <a:rPr sz="1500" spc="-10" dirty="0">
                <a:solidFill>
                  <a:srgbClr val="44546A"/>
                </a:solidFill>
                <a:latin typeface="Calibri"/>
                <a:cs typeface="Calibri"/>
              </a:rPr>
              <a:t>usage </a:t>
            </a:r>
            <a:r>
              <a:rPr sz="1500" spc="-5" dirty="0">
                <a:solidFill>
                  <a:srgbClr val="44546A"/>
                </a:solidFill>
                <a:latin typeface="Calibri"/>
                <a:cs typeface="Calibri"/>
              </a:rPr>
              <a:t>location (home or </a:t>
            </a:r>
            <a:r>
              <a:rPr sz="1500" spc="-325" dirty="0">
                <a:solidFill>
                  <a:srgbClr val="44546A"/>
                </a:solidFill>
                <a:latin typeface="Calibri"/>
                <a:cs typeface="Calibri"/>
              </a:rPr>
              <a:t> </a:t>
            </a:r>
            <a:r>
              <a:rPr sz="1500" spc="-5" dirty="0">
                <a:solidFill>
                  <a:srgbClr val="44546A"/>
                </a:solidFill>
                <a:latin typeface="Calibri"/>
                <a:cs typeface="Calibri"/>
              </a:rPr>
              <a:t>work),</a:t>
            </a:r>
            <a:r>
              <a:rPr sz="1500" spc="-10" dirty="0">
                <a:solidFill>
                  <a:srgbClr val="44546A"/>
                </a:solidFill>
                <a:latin typeface="Calibri"/>
                <a:cs typeface="Calibri"/>
              </a:rPr>
              <a:t> usage</a:t>
            </a:r>
            <a:r>
              <a:rPr sz="1500" spc="-5" dirty="0">
                <a:solidFill>
                  <a:srgbClr val="44546A"/>
                </a:solidFill>
                <a:latin typeface="Calibri"/>
                <a:cs typeface="Calibri"/>
              </a:rPr>
              <a:t> </a:t>
            </a:r>
            <a:r>
              <a:rPr sz="1500" spc="-10" dirty="0">
                <a:solidFill>
                  <a:srgbClr val="44546A"/>
                </a:solidFill>
                <a:latin typeface="Calibri"/>
                <a:cs typeface="Calibri"/>
              </a:rPr>
              <a:t>platform</a:t>
            </a:r>
            <a:r>
              <a:rPr sz="1500" dirty="0">
                <a:solidFill>
                  <a:srgbClr val="44546A"/>
                </a:solidFill>
                <a:latin typeface="Calibri"/>
                <a:cs typeface="Calibri"/>
              </a:rPr>
              <a:t> </a:t>
            </a:r>
            <a:r>
              <a:rPr sz="1500" spc="-10" dirty="0">
                <a:solidFill>
                  <a:srgbClr val="44546A"/>
                </a:solidFill>
                <a:latin typeface="Calibri"/>
                <a:cs typeface="Calibri"/>
              </a:rPr>
              <a:t>(rural </a:t>
            </a:r>
            <a:r>
              <a:rPr sz="1500" spc="-5" dirty="0">
                <a:solidFill>
                  <a:srgbClr val="44546A"/>
                </a:solidFill>
                <a:latin typeface="Calibri"/>
                <a:cs typeface="Calibri"/>
              </a:rPr>
              <a:t> </a:t>
            </a:r>
            <a:r>
              <a:rPr sz="1500" spc="-10" dirty="0">
                <a:solidFill>
                  <a:srgbClr val="44546A"/>
                </a:solidFill>
                <a:latin typeface="Calibri"/>
                <a:cs typeface="Calibri"/>
              </a:rPr>
              <a:t>broadband, </a:t>
            </a:r>
            <a:r>
              <a:rPr sz="1500" spc="-15" dirty="0">
                <a:solidFill>
                  <a:srgbClr val="44546A"/>
                </a:solidFill>
                <a:latin typeface="Calibri"/>
                <a:cs typeface="Calibri"/>
              </a:rPr>
              <a:t>fast </a:t>
            </a:r>
            <a:r>
              <a:rPr sz="1500" spc="-10" dirty="0">
                <a:solidFill>
                  <a:srgbClr val="44546A"/>
                </a:solidFill>
                <a:latin typeface="Calibri"/>
                <a:cs typeface="Calibri"/>
              </a:rPr>
              <a:t>broadband), usage </a:t>
            </a:r>
            <a:r>
              <a:rPr sz="1500" spc="-325" dirty="0">
                <a:solidFill>
                  <a:srgbClr val="44546A"/>
                </a:solidFill>
                <a:latin typeface="Calibri"/>
                <a:cs typeface="Calibri"/>
              </a:rPr>
              <a:t> </a:t>
            </a:r>
            <a:r>
              <a:rPr sz="1500" spc="-15" dirty="0">
                <a:solidFill>
                  <a:srgbClr val="44546A"/>
                </a:solidFill>
                <a:latin typeface="Calibri"/>
                <a:cs typeface="Calibri"/>
              </a:rPr>
              <a:t>frequency,</a:t>
            </a:r>
            <a:r>
              <a:rPr sz="1500" spc="-10" dirty="0">
                <a:solidFill>
                  <a:srgbClr val="44546A"/>
                </a:solidFill>
                <a:latin typeface="Calibri"/>
                <a:cs typeface="Calibri"/>
              </a:rPr>
              <a:t> </a:t>
            </a:r>
            <a:r>
              <a:rPr sz="1500" spc="-15" dirty="0">
                <a:solidFill>
                  <a:srgbClr val="44546A"/>
                </a:solidFill>
                <a:latin typeface="Calibri"/>
                <a:cs typeface="Calibri"/>
              </a:rPr>
              <a:t>favourite</a:t>
            </a:r>
            <a:r>
              <a:rPr sz="1500" spc="-5" dirty="0">
                <a:solidFill>
                  <a:srgbClr val="44546A"/>
                </a:solidFill>
                <a:latin typeface="Calibri"/>
                <a:cs typeface="Calibri"/>
              </a:rPr>
              <a:t> sites</a:t>
            </a:r>
            <a:endParaRPr sz="1500" dirty="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707890" y="4343400"/>
            <a:ext cx="3682365" cy="1741805"/>
          </a:xfrm>
          <a:prstGeom prst="rect">
            <a:avLst/>
          </a:prstGeom>
        </p:spPr>
        <p:txBody>
          <a:bodyPr vert="horz" wrap="square" lIns="0" tIns="39370" rIns="0" bIns="0" rtlCol="0">
            <a:spAutoFit/>
          </a:bodyPr>
          <a:lstStyle/>
          <a:p>
            <a:pPr marL="12700" marR="229235">
              <a:lnSpc>
                <a:spcPts val="1610"/>
              </a:lnSpc>
              <a:spcBef>
                <a:spcPts val="310"/>
              </a:spcBef>
            </a:pPr>
            <a:r>
              <a:rPr sz="1500" spc="-5" dirty="0">
                <a:solidFill>
                  <a:srgbClr val="44546A"/>
                </a:solidFill>
                <a:latin typeface="Calibri"/>
                <a:cs typeface="Calibri"/>
              </a:rPr>
              <a:t>Remember </a:t>
            </a:r>
            <a:r>
              <a:rPr sz="1500" spc="-10" dirty="0">
                <a:solidFill>
                  <a:srgbClr val="44546A"/>
                </a:solidFill>
                <a:latin typeface="Calibri"/>
                <a:cs typeface="Calibri"/>
              </a:rPr>
              <a:t>that</a:t>
            </a:r>
            <a:r>
              <a:rPr sz="1500" spc="-5" dirty="0">
                <a:solidFill>
                  <a:srgbClr val="44546A"/>
                </a:solidFill>
                <a:latin typeface="Calibri"/>
                <a:cs typeface="Calibri"/>
              </a:rPr>
              <a:t> </a:t>
            </a:r>
            <a:r>
              <a:rPr sz="1500" spc="-10" dirty="0">
                <a:solidFill>
                  <a:srgbClr val="44546A"/>
                </a:solidFill>
                <a:latin typeface="Calibri"/>
                <a:cs typeface="Calibri"/>
              </a:rPr>
              <a:t>personas are</a:t>
            </a:r>
            <a:r>
              <a:rPr sz="1500" dirty="0">
                <a:solidFill>
                  <a:srgbClr val="44546A"/>
                </a:solidFill>
                <a:latin typeface="Calibri"/>
                <a:cs typeface="Calibri"/>
              </a:rPr>
              <a:t> </a:t>
            </a:r>
            <a:r>
              <a:rPr sz="1500" spc="-5" dirty="0">
                <a:solidFill>
                  <a:srgbClr val="44546A"/>
                </a:solidFill>
                <a:latin typeface="Calibri"/>
                <a:cs typeface="Calibri"/>
              </a:rPr>
              <a:t>only</a:t>
            </a:r>
            <a:r>
              <a:rPr sz="1500" spc="-15" dirty="0">
                <a:solidFill>
                  <a:srgbClr val="44546A"/>
                </a:solidFill>
                <a:latin typeface="Calibri"/>
                <a:cs typeface="Calibri"/>
              </a:rPr>
              <a:t> </a:t>
            </a:r>
            <a:r>
              <a:rPr sz="1500" spc="-5" dirty="0">
                <a:solidFill>
                  <a:srgbClr val="44546A"/>
                </a:solidFill>
                <a:latin typeface="Calibri"/>
                <a:cs typeface="Calibri"/>
              </a:rPr>
              <a:t>models of </a:t>
            </a:r>
            <a:r>
              <a:rPr sz="1500" spc="-325" dirty="0">
                <a:solidFill>
                  <a:srgbClr val="44546A"/>
                </a:solidFill>
                <a:latin typeface="Calibri"/>
                <a:cs typeface="Calibri"/>
              </a:rPr>
              <a:t> </a:t>
            </a:r>
            <a:r>
              <a:rPr sz="1500" spc="-10" dirty="0">
                <a:solidFill>
                  <a:srgbClr val="44546A"/>
                </a:solidFill>
                <a:latin typeface="Calibri"/>
                <a:cs typeface="Calibri"/>
              </a:rPr>
              <a:t>characteristics </a:t>
            </a:r>
            <a:r>
              <a:rPr sz="1500" spc="-5" dirty="0">
                <a:solidFill>
                  <a:srgbClr val="44546A"/>
                </a:solidFill>
                <a:latin typeface="Calibri"/>
                <a:cs typeface="Calibri"/>
              </a:rPr>
              <a:t>and </a:t>
            </a:r>
            <a:r>
              <a:rPr sz="1500" spc="-10" dirty="0">
                <a:solidFill>
                  <a:srgbClr val="44546A"/>
                </a:solidFill>
                <a:latin typeface="Calibri"/>
                <a:cs typeface="Calibri"/>
              </a:rPr>
              <a:t>environment:</a:t>
            </a:r>
            <a:endParaRPr sz="1500" dirty="0">
              <a:latin typeface="Calibri"/>
              <a:cs typeface="Calibri"/>
            </a:endParaRPr>
          </a:p>
          <a:p>
            <a:pPr marL="12700" marR="76835">
              <a:lnSpc>
                <a:spcPts val="1610"/>
              </a:lnSpc>
              <a:spcBef>
                <a:spcPts val="980"/>
              </a:spcBef>
            </a:pPr>
            <a:r>
              <a:rPr sz="1500" u="sng" dirty="0">
                <a:solidFill>
                  <a:srgbClr val="44546A"/>
                </a:solidFill>
                <a:uFill>
                  <a:solidFill>
                    <a:srgbClr val="44546A"/>
                  </a:solidFill>
                </a:uFill>
                <a:latin typeface="Calibri"/>
                <a:cs typeface="Calibri"/>
              </a:rPr>
              <a:t>3</a:t>
            </a:r>
            <a:r>
              <a:rPr sz="1500" u="sng" spc="-5" dirty="0">
                <a:solidFill>
                  <a:srgbClr val="44546A"/>
                </a:solidFill>
                <a:uFill>
                  <a:solidFill>
                    <a:srgbClr val="44546A"/>
                  </a:solidFill>
                </a:uFill>
                <a:latin typeface="Calibri"/>
                <a:cs typeface="Calibri"/>
              </a:rPr>
              <a:t> or</a:t>
            </a:r>
            <a:r>
              <a:rPr sz="1500" u="sng" dirty="0">
                <a:solidFill>
                  <a:srgbClr val="44546A"/>
                </a:solidFill>
                <a:uFill>
                  <a:solidFill>
                    <a:srgbClr val="44546A"/>
                  </a:solidFill>
                </a:uFill>
                <a:latin typeface="Calibri"/>
                <a:cs typeface="Calibri"/>
              </a:rPr>
              <a:t> 4</a:t>
            </a:r>
            <a:r>
              <a:rPr sz="1500" u="sng" spc="-5" dirty="0">
                <a:solidFill>
                  <a:srgbClr val="44546A"/>
                </a:solidFill>
                <a:uFill>
                  <a:solidFill>
                    <a:srgbClr val="44546A"/>
                  </a:solidFill>
                </a:uFill>
                <a:latin typeface="Calibri"/>
                <a:cs typeface="Calibri"/>
              </a:rPr>
              <a:t> </a:t>
            </a:r>
            <a:r>
              <a:rPr sz="1500" u="sng" spc="-10" dirty="0">
                <a:solidFill>
                  <a:srgbClr val="44546A"/>
                </a:solidFill>
                <a:uFill>
                  <a:solidFill>
                    <a:srgbClr val="44546A"/>
                  </a:solidFill>
                </a:uFill>
                <a:latin typeface="Calibri"/>
                <a:cs typeface="Calibri"/>
              </a:rPr>
              <a:t>are</a:t>
            </a:r>
            <a:r>
              <a:rPr sz="1500" u="sng" dirty="0">
                <a:solidFill>
                  <a:srgbClr val="44546A"/>
                </a:solidFill>
                <a:uFill>
                  <a:solidFill>
                    <a:srgbClr val="44546A"/>
                  </a:solidFill>
                </a:uFill>
                <a:latin typeface="Calibri"/>
                <a:cs typeface="Calibri"/>
              </a:rPr>
              <a:t> </a:t>
            </a:r>
            <a:r>
              <a:rPr sz="1500" u="sng" spc="-5" dirty="0">
                <a:solidFill>
                  <a:srgbClr val="44546A"/>
                </a:solidFill>
                <a:uFill>
                  <a:solidFill>
                    <a:srgbClr val="44546A"/>
                  </a:solidFill>
                </a:uFill>
                <a:latin typeface="Calibri"/>
                <a:cs typeface="Calibri"/>
              </a:rPr>
              <a:t>usually</a:t>
            </a:r>
            <a:r>
              <a:rPr sz="1500" u="sng" spc="-15" dirty="0">
                <a:solidFill>
                  <a:srgbClr val="44546A"/>
                </a:solidFill>
                <a:uFill>
                  <a:solidFill>
                    <a:srgbClr val="44546A"/>
                  </a:solidFill>
                </a:uFill>
                <a:latin typeface="Calibri"/>
                <a:cs typeface="Calibri"/>
              </a:rPr>
              <a:t> </a:t>
            </a:r>
            <a:r>
              <a:rPr sz="1500" u="sng" spc="-5" dirty="0">
                <a:solidFill>
                  <a:srgbClr val="44546A"/>
                </a:solidFill>
                <a:uFill>
                  <a:solidFill>
                    <a:srgbClr val="44546A"/>
                  </a:solidFill>
                </a:uFill>
                <a:latin typeface="Calibri"/>
                <a:cs typeface="Calibri"/>
              </a:rPr>
              <a:t>sufficient</a:t>
            </a:r>
            <a:r>
              <a:rPr sz="1500" spc="-5" dirty="0">
                <a:solidFill>
                  <a:srgbClr val="44546A"/>
                </a:solidFill>
                <a:latin typeface="Calibri"/>
                <a:cs typeface="Calibri"/>
              </a:rPr>
              <a:t> </a:t>
            </a:r>
            <a:r>
              <a:rPr sz="1500" spc="-10" dirty="0">
                <a:solidFill>
                  <a:srgbClr val="44546A"/>
                </a:solidFill>
                <a:latin typeface="Calibri"/>
                <a:cs typeface="Calibri"/>
              </a:rPr>
              <a:t>to</a:t>
            </a:r>
            <a:r>
              <a:rPr sz="1500" spc="-15" dirty="0">
                <a:solidFill>
                  <a:srgbClr val="44546A"/>
                </a:solidFill>
                <a:latin typeface="Calibri"/>
                <a:cs typeface="Calibri"/>
              </a:rPr>
              <a:t> </a:t>
            </a:r>
            <a:r>
              <a:rPr sz="1500" spc="-10" dirty="0">
                <a:solidFill>
                  <a:srgbClr val="44546A"/>
                </a:solidFill>
                <a:latin typeface="Calibri"/>
                <a:cs typeface="Calibri"/>
              </a:rPr>
              <a:t>improve</a:t>
            </a:r>
            <a:r>
              <a:rPr sz="1500" dirty="0">
                <a:solidFill>
                  <a:srgbClr val="44546A"/>
                </a:solidFill>
                <a:latin typeface="Calibri"/>
                <a:cs typeface="Calibri"/>
              </a:rPr>
              <a:t> </a:t>
            </a:r>
            <a:r>
              <a:rPr sz="1500" spc="-10" dirty="0">
                <a:solidFill>
                  <a:srgbClr val="44546A"/>
                </a:solidFill>
                <a:latin typeface="Calibri"/>
                <a:cs typeface="Calibri"/>
              </a:rPr>
              <a:t>general </a:t>
            </a:r>
            <a:r>
              <a:rPr sz="1500" spc="-325" dirty="0">
                <a:solidFill>
                  <a:srgbClr val="44546A"/>
                </a:solidFill>
                <a:latin typeface="Calibri"/>
                <a:cs typeface="Calibri"/>
              </a:rPr>
              <a:t> </a:t>
            </a:r>
            <a:r>
              <a:rPr sz="1500" spc="-15" dirty="0">
                <a:solidFill>
                  <a:srgbClr val="44546A"/>
                </a:solidFill>
                <a:latin typeface="Calibri"/>
                <a:cs typeface="Calibri"/>
              </a:rPr>
              <a:t>usability,</a:t>
            </a:r>
            <a:r>
              <a:rPr sz="1500" spc="-10" dirty="0">
                <a:solidFill>
                  <a:srgbClr val="44546A"/>
                </a:solidFill>
                <a:latin typeface="Calibri"/>
                <a:cs typeface="Calibri"/>
              </a:rPr>
              <a:t> </a:t>
            </a:r>
            <a:r>
              <a:rPr sz="1500" spc="-5" dirty="0">
                <a:solidFill>
                  <a:srgbClr val="44546A"/>
                </a:solidFill>
                <a:latin typeface="Calibri"/>
                <a:cs typeface="Calibri"/>
              </a:rPr>
              <a:t>but </a:t>
            </a:r>
            <a:r>
              <a:rPr sz="1500" spc="-10" dirty="0">
                <a:solidFill>
                  <a:srgbClr val="44546A"/>
                </a:solidFill>
                <a:latin typeface="Calibri"/>
                <a:cs typeface="Calibri"/>
              </a:rPr>
              <a:t>more</a:t>
            </a:r>
            <a:r>
              <a:rPr sz="1500" dirty="0">
                <a:solidFill>
                  <a:srgbClr val="44546A"/>
                </a:solidFill>
                <a:latin typeface="Calibri"/>
                <a:cs typeface="Calibri"/>
              </a:rPr>
              <a:t> </a:t>
            </a:r>
            <a:r>
              <a:rPr sz="1500" spc="-5" dirty="0">
                <a:solidFill>
                  <a:srgbClr val="44546A"/>
                </a:solidFill>
                <a:latin typeface="Calibri"/>
                <a:cs typeface="Calibri"/>
              </a:rPr>
              <a:t>needed </a:t>
            </a:r>
            <a:r>
              <a:rPr sz="1500" spc="-15" dirty="0">
                <a:solidFill>
                  <a:srgbClr val="44546A"/>
                </a:solidFill>
                <a:latin typeface="Calibri"/>
                <a:cs typeface="Calibri"/>
              </a:rPr>
              <a:t>for</a:t>
            </a:r>
            <a:r>
              <a:rPr sz="1500" dirty="0">
                <a:solidFill>
                  <a:srgbClr val="44546A"/>
                </a:solidFill>
                <a:latin typeface="Calibri"/>
                <a:cs typeface="Calibri"/>
              </a:rPr>
              <a:t> specific </a:t>
            </a:r>
            <a:r>
              <a:rPr sz="1500" spc="5" dirty="0">
                <a:solidFill>
                  <a:srgbClr val="44546A"/>
                </a:solidFill>
                <a:latin typeface="Calibri"/>
                <a:cs typeface="Calibri"/>
              </a:rPr>
              <a:t> </a:t>
            </a:r>
            <a:r>
              <a:rPr sz="1500" spc="-10" dirty="0">
                <a:solidFill>
                  <a:srgbClr val="44546A"/>
                </a:solidFill>
                <a:latin typeface="Calibri"/>
                <a:cs typeface="Calibri"/>
              </a:rPr>
              <a:t>behaviours</a:t>
            </a:r>
            <a:endParaRPr sz="1500" dirty="0">
              <a:latin typeface="Calibri"/>
              <a:cs typeface="Calibri"/>
            </a:endParaRPr>
          </a:p>
          <a:p>
            <a:pPr marL="12700" marR="5080">
              <a:lnSpc>
                <a:spcPts val="1610"/>
              </a:lnSpc>
              <a:spcBef>
                <a:spcPts val="1075"/>
              </a:spcBef>
            </a:pPr>
            <a:r>
              <a:rPr sz="1500" b="1" i="1" spc="-5" dirty="0">
                <a:solidFill>
                  <a:srgbClr val="44546A"/>
                </a:solidFill>
                <a:latin typeface="Calibri"/>
                <a:cs typeface="Calibri"/>
              </a:rPr>
              <a:t>Choose one primary persona </a:t>
            </a:r>
            <a:r>
              <a:rPr sz="1500" spc="-5" dirty="0">
                <a:solidFill>
                  <a:srgbClr val="44546A"/>
                </a:solidFill>
                <a:latin typeface="Calibri"/>
                <a:cs typeface="Calibri"/>
              </a:rPr>
              <a:t>whom, </a:t>
            </a:r>
            <a:r>
              <a:rPr sz="1500" dirty="0">
                <a:solidFill>
                  <a:srgbClr val="44546A"/>
                </a:solidFill>
                <a:latin typeface="Calibri"/>
                <a:cs typeface="Calibri"/>
              </a:rPr>
              <a:t>if </a:t>
            </a:r>
            <a:r>
              <a:rPr sz="1500" spc="-5" dirty="0">
                <a:solidFill>
                  <a:srgbClr val="44546A"/>
                </a:solidFill>
                <a:latin typeface="Calibri"/>
                <a:cs typeface="Calibri"/>
              </a:rPr>
              <a:t>satisfied </a:t>
            </a:r>
            <a:r>
              <a:rPr sz="1500" spc="-325" dirty="0">
                <a:solidFill>
                  <a:srgbClr val="44546A"/>
                </a:solidFill>
                <a:latin typeface="Calibri"/>
                <a:cs typeface="Calibri"/>
              </a:rPr>
              <a:t> </a:t>
            </a:r>
            <a:r>
              <a:rPr sz="1500" spc="-5" dirty="0">
                <a:solidFill>
                  <a:srgbClr val="44546A"/>
                </a:solidFill>
                <a:latin typeface="Calibri"/>
                <a:cs typeface="Calibri"/>
              </a:rPr>
              <a:t>means</a:t>
            </a:r>
            <a:r>
              <a:rPr sz="1500" spc="-10" dirty="0">
                <a:solidFill>
                  <a:srgbClr val="44546A"/>
                </a:solidFill>
                <a:latin typeface="Calibri"/>
                <a:cs typeface="Calibri"/>
              </a:rPr>
              <a:t> others</a:t>
            </a:r>
            <a:r>
              <a:rPr sz="1500" spc="-5" dirty="0">
                <a:solidFill>
                  <a:srgbClr val="44546A"/>
                </a:solidFill>
                <a:latin typeface="Calibri"/>
                <a:cs typeface="Calibri"/>
              </a:rPr>
              <a:t> </a:t>
            </a:r>
            <a:r>
              <a:rPr sz="1500" spc="-10" dirty="0">
                <a:solidFill>
                  <a:srgbClr val="44546A"/>
                </a:solidFill>
                <a:latin typeface="Calibri"/>
                <a:cs typeface="Calibri"/>
              </a:rPr>
              <a:t>are</a:t>
            </a:r>
            <a:r>
              <a:rPr sz="1500" spc="-5" dirty="0">
                <a:solidFill>
                  <a:srgbClr val="44546A"/>
                </a:solidFill>
                <a:latin typeface="Calibri"/>
                <a:cs typeface="Calibri"/>
              </a:rPr>
              <a:t> likely</a:t>
            </a:r>
            <a:r>
              <a:rPr sz="1500" spc="-10" dirty="0">
                <a:solidFill>
                  <a:srgbClr val="44546A"/>
                </a:solidFill>
                <a:latin typeface="Calibri"/>
                <a:cs typeface="Calibri"/>
              </a:rPr>
              <a:t> to</a:t>
            </a:r>
            <a:r>
              <a:rPr sz="1500" spc="-15" dirty="0">
                <a:solidFill>
                  <a:srgbClr val="44546A"/>
                </a:solidFill>
                <a:latin typeface="Calibri"/>
                <a:cs typeface="Calibri"/>
              </a:rPr>
              <a:t> </a:t>
            </a:r>
            <a:r>
              <a:rPr sz="1500" spc="-5" dirty="0">
                <a:solidFill>
                  <a:srgbClr val="44546A"/>
                </a:solidFill>
                <a:latin typeface="Calibri"/>
                <a:cs typeface="Calibri"/>
              </a:rPr>
              <a:t>be</a:t>
            </a:r>
            <a:r>
              <a:rPr sz="1500" dirty="0">
                <a:solidFill>
                  <a:srgbClr val="44546A"/>
                </a:solidFill>
                <a:latin typeface="Calibri"/>
                <a:cs typeface="Calibri"/>
              </a:rPr>
              <a:t> </a:t>
            </a:r>
            <a:r>
              <a:rPr sz="1500" spc="-5" dirty="0">
                <a:solidFill>
                  <a:srgbClr val="44546A"/>
                </a:solidFill>
                <a:latin typeface="Calibri"/>
                <a:cs typeface="Calibri"/>
              </a:rPr>
              <a:t>satisfied</a:t>
            </a:r>
            <a:endParaRPr sz="15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93864" y="2665476"/>
            <a:ext cx="2033905" cy="1293495"/>
          </a:xfrm>
          <a:prstGeom prst="rect">
            <a:avLst/>
          </a:prstGeom>
        </p:spPr>
        <p:txBody>
          <a:bodyPr vert="horz" wrap="square" lIns="0" tIns="93980" rIns="0" bIns="0" rtlCol="0">
            <a:spAutoFit/>
          </a:bodyPr>
          <a:lstStyle/>
          <a:p>
            <a:pPr marL="12700" marR="5080">
              <a:lnSpc>
                <a:spcPts val="4700"/>
              </a:lnSpc>
              <a:spcBef>
                <a:spcPts val="740"/>
              </a:spcBef>
            </a:pPr>
            <a:r>
              <a:rPr sz="4400" spc="-5" dirty="0">
                <a:solidFill>
                  <a:srgbClr val="FFFFFF"/>
                </a:solidFill>
                <a:latin typeface="Calibri Light"/>
                <a:cs typeface="Calibri Light"/>
              </a:rPr>
              <a:t>Using </a:t>
            </a:r>
            <a:r>
              <a:rPr sz="440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4400" spc="-95" dirty="0">
                <a:solidFill>
                  <a:srgbClr val="FFFFFF"/>
                </a:solidFill>
                <a:latin typeface="Calibri Light"/>
                <a:cs typeface="Calibri Light"/>
              </a:rPr>
              <a:t>P</a:t>
            </a:r>
            <a:r>
              <a:rPr sz="4400" dirty="0">
                <a:solidFill>
                  <a:srgbClr val="FFFFFF"/>
                </a:solidFill>
                <a:latin typeface="Calibri Light"/>
                <a:cs typeface="Calibri Light"/>
              </a:rPr>
              <a:t>e</a:t>
            </a:r>
            <a:r>
              <a:rPr sz="4400" spc="-90" dirty="0">
                <a:solidFill>
                  <a:srgbClr val="FFFFFF"/>
                </a:solidFill>
                <a:latin typeface="Calibri Light"/>
                <a:cs typeface="Calibri Light"/>
              </a:rPr>
              <a:t>r</a:t>
            </a:r>
            <a:r>
              <a:rPr sz="4400" spc="-5" dirty="0">
                <a:solidFill>
                  <a:srgbClr val="FFFFFF"/>
                </a:solidFill>
                <a:latin typeface="Calibri Light"/>
                <a:cs typeface="Calibri Light"/>
              </a:rPr>
              <a:t>s</a:t>
            </a:r>
            <a:r>
              <a:rPr sz="4400" dirty="0">
                <a:solidFill>
                  <a:srgbClr val="FFFFFF"/>
                </a:solidFill>
                <a:latin typeface="Calibri Light"/>
                <a:cs typeface="Calibri Light"/>
              </a:rPr>
              <a:t>onas</a:t>
            </a:r>
            <a:endParaRPr sz="4400">
              <a:latin typeface="Calibri Light"/>
              <a:cs typeface="Calibri Light"/>
            </a:endParaRPr>
          </a:p>
        </p:txBody>
      </p:sp>
      <p:sp>
        <p:nvSpPr>
          <p:cNvPr id="3" name="object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130598" y="4433707"/>
            <a:ext cx="1658620" cy="2169160"/>
          </a:xfrm>
          <a:custGeom>
            <a:avLst/>
            <a:gdLst/>
            <a:ahLst/>
            <a:cxnLst/>
            <a:rect l="l" t="t" r="r" b="b"/>
            <a:pathLst>
              <a:path w="1658620" h="2169159">
                <a:moveTo>
                  <a:pt x="100872" y="2041064"/>
                </a:moveTo>
                <a:lnTo>
                  <a:pt x="62419" y="2041713"/>
                </a:lnTo>
                <a:lnTo>
                  <a:pt x="17838" y="2061067"/>
                </a:lnTo>
                <a:lnTo>
                  <a:pt x="0" y="2106275"/>
                </a:lnTo>
                <a:lnTo>
                  <a:pt x="5406" y="2130905"/>
                </a:lnTo>
                <a:lnTo>
                  <a:pt x="19353" y="2150856"/>
                </a:lnTo>
                <a:lnTo>
                  <a:pt x="39764" y="2164122"/>
                </a:lnTo>
                <a:lnTo>
                  <a:pt x="64561" y="2168695"/>
                </a:lnTo>
                <a:lnTo>
                  <a:pt x="105156" y="2168010"/>
                </a:lnTo>
                <a:lnTo>
                  <a:pt x="146570" y="2165912"/>
                </a:lnTo>
                <a:lnTo>
                  <a:pt x="187716" y="2162435"/>
                </a:lnTo>
                <a:lnTo>
                  <a:pt x="228574" y="2157598"/>
                </a:lnTo>
                <a:lnTo>
                  <a:pt x="269130" y="2151416"/>
                </a:lnTo>
                <a:lnTo>
                  <a:pt x="309365" y="2143910"/>
                </a:lnTo>
                <a:lnTo>
                  <a:pt x="349265" y="2135096"/>
                </a:lnTo>
                <a:lnTo>
                  <a:pt x="388811" y="2124993"/>
                </a:lnTo>
                <a:lnTo>
                  <a:pt x="427991" y="2113621"/>
                </a:lnTo>
                <a:lnTo>
                  <a:pt x="479404" y="2091645"/>
                </a:lnTo>
                <a:lnTo>
                  <a:pt x="501083" y="2049055"/>
                </a:lnTo>
                <a:lnTo>
                  <a:pt x="500164" y="2041118"/>
                </a:lnTo>
                <a:lnTo>
                  <a:pt x="99800" y="2041118"/>
                </a:lnTo>
                <a:lnTo>
                  <a:pt x="100872" y="2041064"/>
                </a:lnTo>
                <a:close/>
              </a:path>
              <a:path w="1658620" h="2169159">
                <a:moveTo>
                  <a:pt x="101942" y="2041046"/>
                </a:moveTo>
                <a:lnTo>
                  <a:pt x="100872" y="2041064"/>
                </a:lnTo>
                <a:lnTo>
                  <a:pt x="99800" y="2041118"/>
                </a:lnTo>
                <a:lnTo>
                  <a:pt x="101942" y="2041046"/>
                </a:lnTo>
                <a:close/>
              </a:path>
              <a:path w="1658620" h="2169159">
                <a:moveTo>
                  <a:pt x="500155" y="2041046"/>
                </a:moveTo>
                <a:lnTo>
                  <a:pt x="101942" y="2041046"/>
                </a:lnTo>
                <a:lnTo>
                  <a:pt x="99800" y="2041118"/>
                </a:lnTo>
                <a:lnTo>
                  <a:pt x="500164" y="2041118"/>
                </a:lnTo>
                <a:close/>
              </a:path>
              <a:path w="1658620" h="2169159">
                <a:moveTo>
                  <a:pt x="138009" y="2039183"/>
                </a:moveTo>
                <a:lnTo>
                  <a:pt x="100872" y="2041064"/>
                </a:lnTo>
                <a:lnTo>
                  <a:pt x="101942" y="2041046"/>
                </a:lnTo>
                <a:lnTo>
                  <a:pt x="500155" y="2041046"/>
                </a:lnTo>
                <a:lnTo>
                  <a:pt x="499950" y="2039273"/>
                </a:lnTo>
                <a:lnTo>
                  <a:pt x="136944" y="2039273"/>
                </a:lnTo>
                <a:lnTo>
                  <a:pt x="138009" y="2039183"/>
                </a:lnTo>
                <a:close/>
              </a:path>
              <a:path w="1658620" h="2169159">
                <a:moveTo>
                  <a:pt x="139077" y="2039129"/>
                </a:moveTo>
                <a:lnTo>
                  <a:pt x="138009" y="2039183"/>
                </a:lnTo>
                <a:lnTo>
                  <a:pt x="136944" y="2039273"/>
                </a:lnTo>
                <a:lnTo>
                  <a:pt x="139077" y="2039129"/>
                </a:lnTo>
                <a:close/>
              </a:path>
              <a:path w="1658620" h="2169159">
                <a:moveTo>
                  <a:pt x="499933" y="2039129"/>
                </a:moveTo>
                <a:lnTo>
                  <a:pt x="139077" y="2039129"/>
                </a:lnTo>
                <a:lnTo>
                  <a:pt x="136944" y="2039273"/>
                </a:lnTo>
                <a:lnTo>
                  <a:pt x="499950" y="2039273"/>
                </a:lnTo>
                <a:lnTo>
                  <a:pt x="499933" y="2039129"/>
                </a:lnTo>
                <a:close/>
              </a:path>
              <a:path w="1658620" h="2169159">
                <a:moveTo>
                  <a:pt x="174901" y="2036066"/>
                </a:moveTo>
                <a:lnTo>
                  <a:pt x="138009" y="2039183"/>
                </a:lnTo>
                <a:lnTo>
                  <a:pt x="139077" y="2039129"/>
                </a:lnTo>
                <a:lnTo>
                  <a:pt x="499933" y="2039129"/>
                </a:lnTo>
                <a:lnTo>
                  <a:pt x="499593" y="2036191"/>
                </a:lnTo>
                <a:lnTo>
                  <a:pt x="173842" y="2036191"/>
                </a:lnTo>
                <a:lnTo>
                  <a:pt x="174901" y="2036066"/>
                </a:lnTo>
                <a:close/>
              </a:path>
              <a:path w="1658620" h="2169159">
                <a:moveTo>
                  <a:pt x="175962" y="2035976"/>
                </a:moveTo>
                <a:lnTo>
                  <a:pt x="174901" y="2036066"/>
                </a:lnTo>
                <a:lnTo>
                  <a:pt x="173842" y="2036191"/>
                </a:lnTo>
                <a:lnTo>
                  <a:pt x="175962" y="2035976"/>
                </a:lnTo>
                <a:close/>
              </a:path>
              <a:path w="1658620" h="2169159">
                <a:moveTo>
                  <a:pt x="499568" y="2035976"/>
                </a:moveTo>
                <a:lnTo>
                  <a:pt x="175962" y="2035976"/>
                </a:lnTo>
                <a:lnTo>
                  <a:pt x="173842" y="2036191"/>
                </a:lnTo>
                <a:lnTo>
                  <a:pt x="499593" y="2036191"/>
                </a:lnTo>
                <a:lnTo>
                  <a:pt x="499568" y="2035976"/>
                </a:lnTo>
                <a:close/>
              </a:path>
              <a:path w="1658620" h="2169159">
                <a:moveTo>
                  <a:pt x="211540" y="2031727"/>
                </a:moveTo>
                <a:lnTo>
                  <a:pt x="174901" y="2036066"/>
                </a:lnTo>
                <a:lnTo>
                  <a:pt x="175962" y="2035976"/>
                </a:lnTo>
                <a:lnTo>
                  <a:pt x="499568" y="2035976"/>
                </a:lnTo>
                <a:lnTo>
                  <a:pt x="499094" y="2031888"/>
                </a:lnTo>
                <a:lnTo>
                  <a:pt x="210488" y="2031888"/>
                </a:lnTo>
                <a:lnTo>
                  <a:pt x="211540" y="2031727"/>
                </a:lnTo>
                <a:close/>
              </a:path>
              <a:path w="1658620" h="2169159">
                <a:moveTo>
                  <a:pt x="212589" y="2031603"/>
                </a:moveTo>
                <a:lnTo>
                  <a:pt x="211540" y="2031727"/>
                </a:lnTo>
                <a:lnTo>
                  <a:pt x="210488" y="2031888"/>
                </a:lnTo>
                <a:lnTo>
                  <a:pt x="212589" y="2031603"/>
                </a:lnTo>
                <a:close/>
              </a:path>
              <a:path w="1658620" h="2169159">
                <a:moveTo>
                  <a:pt x="499061" y="2031603"/>
                </a:moveTo>
                <a:lnTo>
                  <a:pt x="212589" y="2031603"/>
                </a:lnTo>
                <a:lnTo>
                  <a:pt x="210488" y="2031888"/>
                </a:lnTo>
                <a:lnTo>
                  <a:pt x="499094" y="2031888"/>
                </a:lnTo>
                <a:lnTo>
                  <a:pt x="499061" y="2031603"/>
                </a:lnTo>
                <a:close/>
              </a:path>
              <a:path w="1658620" h="2169159">
                <a:moveTo>
                  <a:pt x="247907" y="2026185"/>
                </a:moveTo>
                <a:lnTo>
                  <a:pt x="211540" y="2031727"/>
                </a:lnTo>
                <a:lnTo>
                  <a:pt x="212589" y="2031603"/>
                </a:lnTo>
                <a:lnTo>
                  <a:pt x="499061" y="2031603"/>
                </a:lnTo>
                <a:lnTo>
                  <a:pt x="498456" y="2026377"/>
                </a:lnTo>
                <a:lnTo>
                  <a:pt x="246874" y="2026377"/>
                </a:lnTo>
                <a:lnTo>
                  <a:pt x="247907" y="2026185"/>
                </a:lnTo>
                <a:close/>
              </a:path>
              <a:path w="1658620" h="2169159">
                <a:moveTo>
                  <a:pt x="248953" y="2026025"/>
                </a:moveTo>
                <a:lnTo>
                  <a:pt x="247907" y="2026185"/>
                </a:lnTo>
                <a:lnTo>
                  <a:pt x="246874" y="2026377"/>
                </a:lnTo>
                <a:lnTo>
                  <a:pt x="248953" y="2026025"/>
                </a:lnTo>
                <a:close/>
              </a:path>
              <a:path w="1658620" h="2169159">
                <a:moveTo>
                  <a:pt x="498415" y="2026025"/>
                </a:moveTo>
                <a:lnTo>
                  <a:pt x="248953" y="2026025"/>
                </a:lnTo>
                <a:lnTo>
                  <a:pt x="246874" y="2026377"/>
                </a:lnTo>
                <a:lnTo>
                  <a:pt x="498456" y="2026377"/>
                </a:lnTo>
                <a:lnTo>
                  <a:pt x="498415" y="2026025"/>
                </a:lnTo>
                <a:close/>
              </a:path>
              <a:path w="1658620" h="2169159">
                <a:moveTo>
                  <a:pt x="284013" y="2019448"/>
                </a:moveTo>
                <a:lnTo>
                  <a:pt x="247907" y="2026185"/>
                </a:lnTo>
                <a:lnTo>
                  <a:pt x="248953" y="2026025"/>
                </a:lnTo>
                <a:lnTo>
                  <a:pt x="498415" y="2026025"/>
                </a:lnTo>
                <a:lnTo>
                  <a:pt x="498181" y="2024007"/>
                </a:lnTo>
                <a:lnTo>
                  <a:pt x="495736" y="2019674"/>
                </a:lnTo>
                <a:lnTo>
                  <a:pt x="282992" y="2019674"/>
                </a:lnTo>
                <a:lnTo>
                  <a:pt x="284013" y="2019448"/>
                </a:lnTo>
                <a:close/>
              </a:path>
              <a:path w="1658620" h="2169159">
                <a:moveTo>
                  <a:pt x="285043" y="2019256"/>
                </a:moveTo>
                <a:lnTo>
                  <a:pt x="284013" y="2019448"/>
                </a:lnTo>
                <a:lnTo>
                  <a:pt x="282992" y="2019674"/>
                </a:lnTo>
                <a:lnTo>
                  <a:pt x="285043" y="2019256"/>
                </a:lnTo>
                <a:close/>
              </a:path>
              <a:path w="1658620" h="2169159">
                <a:moveTo>
                  <a:pt x="495500" y="2019256"/>
                </a:moveTo>
                <a:lnTo>
                  <a:pt x="285043" y="2019256"/>
                </a:lnTo>
                <a:lnTo>
                  <a:pt x="282992" y="2019674"/>
                </a:lnTo>
                <a:lnTo>
                  <a:pt x="495736" y="2019674"/>
                </a:lnTo>
                <a:lnTo>
                  <a:pt x="495500" y="2019256"/>
                </a:lnTo>
                <a:close/>
              </a:path>
              <a:path w="1658620" h="2169159">
                <a:moveTo>
                  <a:pt x="319843" y="2011533"/>
                </a:moveTo>
                <a:lnTo>
                  <a:pt x="284013" y="2019448"/>
                </a:lnTo>
                <a:lnTo>
                  <a:pt x="285043" y="2019256"/>
                </a:lnTo>
                <a:lnTo>
                  <a:pt x="495500" y="2019256"/>
                </a:lnTo>
                <a:lnTo>
                  <a:pt x="491287" y="2011790"/>
                </a:lnTo>
                <a:lnTo>
                  <a:pt x="318837" y="2011790"/>
                </a:lnTo>
                <a:lnTo>
                  <a:pt x="319843" y="2011533"/>
                </a:lnTo>
                <a:close/>
              </a:path>
              <a:path w="1658620" h="2169159">
                <a:moveTo>
                  <a:pt x="320856" y="2011309"/>
                </a:moveTo>
                <a:lnTo>
                  <a:pt x="319843" y="2011533"/>
                </a:lnTo>
                <a:lnTo>
                  <a:pt x="318837" y="2011790"/>
                </a:lnTo>
                <a:lnTo>
                  <a:pt x="320856" y="2011309"/>
                </a:lnTo>
                <a:close/>
              </a:path>
              <a:path w="1658620" h="2169159">
                <a:moveTo>
                  <a:pt x="491016" y="2011309"/>
                </a:moveTo>
                <a:lnTo>
                  <a:pt x="320856" y="2011309"/>
                </a:lnTo>
                <a:lnTo>
                  <a:pt x="318837" y="2011790"/>
                </a:lnTo>
                <a:lnTo>
                  <a:pt x="491287" y="2011790"/>
                </a:lnTo>
                <a:lnTo>
                  <a:pt x="491016" y="2011309"/>
                </a:lnTo>
                <a:close/>
              </a:path>
              <a:path w="1658620" h="2169159">
                <a:moveTo>
                  <a:pt x="355379" y="2002455"/>
                </a:moveTo>
                <a:lnTo>
                  <a:pt x="319843" y="2011533"/>
                </a:lnTo>
                <a:lnTo>
                  <a:pt x="320856" y="2011309"/>
                </a:lnTo>
                <a:lnTo>
                  <a:pt x="491016" y="2011309"/>
                </a:lnTo>
                <a:lnTo>
                  <a:pt x="486180" y="2002741"/>
                </a:lnTo>
                <a:lnTo>
                  <a:pt x="354397" y="2002741"/>
                </a:lnTo>
                <a:lnTo>
                  <a:pt x="355379" y="2002455"/>
                </a:lnTo>
                <a:close/>
              </a:path>
              <a:path w="1658620" h="2169159">
                <a:moveTo>
                  <a:pt x="356382" y="2002199"/>
                </a:moveTo>
                <a:lnTo>
                  <a:pt x="355379" y="2002455"/>
                </a:lnTo>
                <a:lnTo>
                  <a:pt x="354397" y="2002741"/>
                </a:lnTo>
                <a:lnTo>
                  <a:pt x="356382" y="2002199"/>
                </a:lnTo>
                <a:close/>
              </a:path>
              <a:path w="1658620" h="2169159">
                <a:moveTo>
                  <a:pt x="485875" y="2002199"/>
                </a:moveTo>
                <a:lnTo>
                  <a:pt x="356382" y="2002199"/>
                </a:lnTo>
                <a:lnTo>
                  <a:pt x="354397" y="2002741"/>
                </a:lnTo>
                <a:lnTo>
                  <a:pt x="486180" y="2002741"/>
                </a:lnTo>
                <a:lnTo>
                  <a:pt x="485875" y="2002199"/>
                </a:lnTo>
                <a:close/>
              </a:path>
              <a:path w="1658620" h="2169159">
                <a:moveTo>
                  <a:pt x="472846" y="1991939"/>
                </a:moveTo>
                <a:lnTo>
                  <a:pt x="391610" y="1991939"/>
                </a:lnTo>
                <a:lnTo>
                  <a:pt x="389665" y="1992538"/>
                </a:lnTo>
                <a:lnTo>
                  <a:pt x="355379" y="2002455"/>
                </a:lnTo>
                <a:lnTo>
                  <a:pt x="356382" y="2002199"/>
                </a:lnTo>
                <a:lnTo>
                  <a:pt x="485875" y="2002199"/>
                </a:lnTo>
                <a:lnTo>
                  <a:pt x="485788" y="2002047"/>
                </a:lnTo>
                <a:lnTo>
                  <a:pt x="472846" y="1991939"/>
                </a:lnTo>
                <a:close/>
              </a:path>
              <a:path w="1658620" h="2169159">
                <a:moveTo>
                  <a:pt x="390632" y="1992223"/>
                </a:moveTo>
                <a:lnTo>
                  <a:pt x="389548" y="1992538"/>
                </a:lnTo>
                <a:lnTo>
                  <a:pt x="390632" y="1992223"/>
                </a:lnTo>
                <a:close/>
              </a:path>
              <a:path w="1658620" h="2169159">
                <a:moveTo>
                  <a:pt x="391610" y="1991939"/>
                </a:moveTo>
                <a:lnTo>
                  <a:pt x="390632" y="1992223"/>
                </a:lnTo>
                <a:lnTo>
                  <a:pt x="389665" y="1992538"/>
                </a:lnTo>
                <a:lnTo>
                  <a:pt x="391610" y="1991939"/>
                </a:lnTo>
                <a:close/>
              </a:path>
              <a:path w="1658620" h="2169159">
                <a:moveTo>
                  <a:pt x="443199" y="1980367"/>
                </a:moveTo>
                <a:lnTo>
                  <a:pt x="418151" y="1983269"/>
                </a:lnTo>
                <a:lnTo>
                  <a:pt x="390632" y="1992223"/>
                </a:lnTo>
                <a:lnTo>
                  <a:pt x="391610" y="1991939"/>
                </a:lnTo>
                <a:lnTo>
                  <a:pt x="472846" y="1991939"/>
                </a:lnTo>
                <a:lnTo>
                  <a:pt x="466603" y="1987063"/>
                </a:lnTo>
                <a:lnTo>
                  <a:pt x="443199" y="1980367"/>
                </a:lnTo>
                <a:close/>
              </a:path>
              <a:path w="1658620" h="2169159">
                <a:moveTo>
                  <a:pt x="877137" y="1709311"/>
                </a:moveTo>
                <a:lnTo>
                  <a:pt x="835179" y="1745176"/>
                </a:lnTo>
                <a:lnTo>
                  <a:pt x="819633" y="1765029"/>
                </a:lnTo>
                <a:lnTo>
                  <a:pt x="813132" y="1788489"/>
                </a:lnTo>
                <a:lnTo>
                  <a:pt x="815903" y="1812674"/>
                </a:lnTo>
                <a:lnTo>
                  <a:pt x="828169" y="1834705"/>
                </a:lnTo>
                <a:lnTo>
                  <a:pt x="848023" y="1850251"/>
                </a:lnTo>
                <a:lnTo>
                  <a:pt x="871482" y="1856751"/>
                </a:lnTo>
                <a:lnTo>
                  <a:pt x="895667" y="1853981"/>
                </a:lnTo>
                <a:lnTo>
                  <a:pt x="917698" y="1841714"/>
                </a:lnTo>
                <a:lnTo>
                  <a:pt x="962151" y="1803717"/>
                </a:lnTo>
                <a:lnTo>
                  <a:pt x="1024525" y="1744576"/>
                </a:lnTo>
                <a:lnTo>
                  <a:pt x="1057113" y="1710431"/>
                </a:lnTo>
                <a:lnTo>
                  <a:pt x="875957" y="1710431"/>
                </a:lnTo>
                <a:lnTo>
                  <a:pt x="877137" y="1709311"/>
                </a:lnTo>
                <a:close/>
              </a:path>
              <a:path w="1658620" h="2169159">
                <a:moveTo>
                  <a:pt x="878389" y="1708242"/>
                </a:moveTo>
                <a:lnTo>
                  <a:pt x="877137" y="1709311"/>
                </a:lnTo>
                <a:lnTo>
                  <a:pt x="875957" y="1710431"/>
                </a:lnTo>
                <a:lnTo>
                  <a:pt x="878389" y="1708242"/>
                </a:lnTo>
                <a:close/>
              </a:path>
              <a:path w="1658620" h="2169159">
                <a:moveTo>
                  <a:pt x="1059202" y="1708242"/>
                </a:moveTo>
                <a:lnTo>
                  <a:pt x="878389" y="1708242"/>
                </a:lnTo>
                <a:lnTo>
                  <a:pt x="875957" y="1710431"/>
                </a:lnTo>
                <a:lnTo>
                  <a:pt x="1057113" y="1710431"/>
                </a:lnTo>
                <a:lnTo>
                  <a:pt x="1059202" y="1708242"/>
                </a:lnTo>
                <a:close/>
              </a:path>
              <a:path w="1658620" h="2169159">
                <a:moveTo>
                  <a:pt x="1108943" y="1653507"/>
                </a:moveTo>
                <a:lnTo>
                  <a:pt x="935993" y="1653507"/>
                </a:lnTo>
                <a:lnTo>
                  <a:pt x="933747" y="1655746"/>
                </a:lnTo>
                <a:lnTo>
                  <a:pt x="877137" y="1709311"/>
                </a:lnTo>
                <a:lnTo>
                  <a:pt x="878389" y="1708242"/>
                </a:lnTo>
                <a:lnTo>
                  <a:pt x="1059202" y="1708242"/>
                </a:lnTo>
                <a:lnTo>
                  <a:pt x="1084530" y="1681704"/>
                </a:lnTo>
                <a:lnTo>
                  <a:pt x="1108943" y="1653507"/>
                </a:lnTo>
                <a:close/>
              </a:path>
              <a:path w="1658620" h="2169159">
                <a:moveTo>
                  <a:pt x="934835" y="1654605"/>
                </a:moveTo>
                <a:lnTo>
                  <a:pt x="933632" y="1655746"/>
                </a:lnTo>
                <a:lnTo>
                  <a:pt x="934835" y="1654605"/>
                </a:lnTo>
                <a:close/>
              </a:path>
              <a:path w="1658620" h="2169159">
                <a:moveTo>
                  <a:pt x="935993" y="1653507"/>
                </a:moveTo>
                <a:lnTo>
                  <a:pt x="934835" y="1654605"/>
                </a:lnTo>
                <a:lnTo>
                  <a:pt x="933747" y="1655746"/>
                </a:lnTo>
                <a:lnTo>
                  <a:pt x="935993" y="1653507"/>
                </a:lnTo>
                <a:close/>
              </a:path>
              <a:path w="1658620" h="2169159">
                <a:moveTo>
                  <a:pt x="1157893" y="1595134"/>
                </a:moveTo>
                <a:lnTo>
                  <a:pt x="991594" y="1595134"/>
                </a:lnTo>
                <a:lnTo>
                  <a:pt x="989525" y="1597410"/>
                </a:lnTo>
                <a:lnTo>
                  <a:pt x="934835" y="1654605"/>
                </a:lnTo>
                <a:lnTo>
                  <a:pt x="935993" y="1653507"/>
                </a:lnTo>
                <a:lnTo>
                  <a:pt x="1108943" y="1653507"/>
                </a:lnTo>
                <a:lnTo>
                  <a:pt x="1142077" y="1615238"/>
                </a:lnTo>
                <a:lnTo>
                  <a:pt x="1157893" y="1595134"/>
                </a:lnTo>
                <a:close/>
              </a:path>
              <a:path w="1658620" h="2169159">
                <a:moveTo>
                  <a:pt x="990537" y="1596242"/>
                </a:moveTo>
                <a:lnTo>
                  <a:pt x="989422" y="1597410"/>
                </a:lnTo>
                <a:lnTo>
                  <a:pt x="990537" y="1596242"/>
                </a:lnTo>
                <a:close/>
              </a:path>
              <a:path w="1658620" h="2169159">
                <a:moveTo>
                  <a:pt x="991594" y="1595134"/>
                </a:moveTo>
                <a:lnTo>
                  <a:pt x="990537" y="1596242"/>
                </a:lnTo>
                <a:lnTo>
                  <a:pt x="989525" y="1597410"/>
                </a:lnTo>
                <a:lnTo>
                  <a:pt x="991594" y="1595134"/>
                </a:lnTo>
                <a:close/>
              </a:path>
              <a:path w="1658620" h="2169159">
                <a:moveTo>
                  <a:pt x="1199427" y="1533238"/>
                </a:moveTo>
                <a:lnTo>
                  <a:pt x="1045088" y="1533238"/>
                </a:lnTo>
                <a:lnTo>
                  <a:pt x="1043185" y="1535543"/>
                </a:lnTo>
                <a:lnTo>
                  <a:pt x="990537" y="1596242"/>
                </a:lnTo>
                <a:lnTo>
                  <a:pt x="991594" y="1595134"/>
                </a:lnTo>
                <a:lnTo>
                  <a:pt x="1157893" y="1595134"/>
                </a:lnTo>
                <a:lnTo>
                  <a:pt x="1187984" y="1556881"/>
                </a:lnTo>
                <a:lnTo>
                  <a:pt x="1199344" y="1534369"/>
                </a:lnTo>
                <a:lnTo>
                  <a:pt x="1199427" y="1533238"/>
                </a:lnTo>
                <a:close/>
              </a:path>
              <a:path w="1658620" h="2169159">
                <a:moveTo>
                  <a:pt x="1044109" y="1534368"/>
                </a:moveTo>
                <a:lnTo>
                  <a:pt x="1043092" y="1535543"/>
                </a:lnTo>
                <a:lnTo>
                  <a:pt x="1044109" y="1534368"/>
                </a:lnTo>
                <a:close/>
              </a:path>
              <a:path w="1658620" h="2169159">
                <a:moveTo>
                  <a:pt x="1045088" y="1533238"/>
                </a:moveTo>
                <a:lnTo>
                  <a:pt x="1044108" y="1534369"/>
                </a:lnTo>
                <a:lnTo>
                  <a:pt x="1043185" y="1535543"/>
                </a:lnTo>
                <a:lnTo>
                  <a:pt x="1045088" y="1533238"/>
                </a:lnTo>
                <a:close/>
              </a:path>
              <a:path w="1658620" h="2169159">
                <a:moveTo>
                  <a:pt x="1130546" y="1454569"/>
                </a:moveTo>
                <a:lnTo>
                  <a:pt x="1107371" y="1462019"/>
                </a:lnTo>
                <a:lnTo>
                  <a:pt x="1088167" y="1478360"/>
                </a:lnTo>
                <a:lnTo>
                  <a:pt x="1044109" y="1534368"/>
                </a:lnTo>
                <a:lnTo>
                  <a:pt x="1045088" y="1533238"/>
                </a:lnTo>
                <a:lnTo>
                  <a:pt x="1199427" y="1533238"/>
                </a:lnTo>
                <a:lnTo>
                  <a:pt x="1201127" y="1510091"/>
                </a:lnTo>
                <a:lnTo>
                  <a:pt x="1193677" y="1486916"/>
                </a:lnTo>
                <a:lnTo>
                  <a:pt x="1177336" y="1467712"/>
                </a:lnTo>
                <a:lnTo>
                  <a:pt x="1154824" y="1456352"/>
                </a:lnTo>
                <a:lnTo>
                  <a:pt x="1130546" y="1454569"/>
                </a:lnTo>
                <a:close/>
              </a:path>
              <a:path w="1658620" h="2169159">
                <a:moveTo>
                  <a:pt x="1487642" y="1011546"/>
                </a:moveTo>
                <a:lnTo>
                  <a:pt x="1351650" y="1011546"/>
                </a:lnTo>
                <a:lnTo>
                  <a:pt x="1350683" y="1013921"/>
                </a:lnTo>
                <a:lnTo>
                  <a:pt x="1333413" y="1053835"/>
                </a:lnTo>
                <a:lnTo>
                  <a:pt x="1328208" y="1078508"/>
                </a:lnTo>
                <a:lnTo>
                  <a:pt x="1332711" y="1102431"/>
                </a:lnTo>
                <a:lnTo>
                  <a:pt x="1345856" y="1122920"/>
                </a:lnTo>
                <a:lnTo>
                  <a:pt x="1366577" y="1137290"/>
                </a:lnTo>
                <a:lnTo>
                  <a:pt x="1391249" y="1142495"/>
                </a:lnTo>
                <a:lnTo>
                  <a:pt x="1415173" y="1137992"/>
                </a:lnTo>
                <a:lnTo>
                  <a:pt x="1435662" y="1124847"/>
                </a:lnTo>
                <a:lnTo>
                  <a:pt x="1450032" y="1104126"/>
                </a:lnTo>
                <a:lnTo>
                  <a:pt x="1468776" y="1060658"/>
                </a:lnTo>
                <a:lnTo>
                  <a:pt x="1487642" y="1011546"/>
                </a:lnTo>
                <a:close/>
              </a:path>
              <a:path w="1658620" h="2169159">
                <a:moveTo>
                  <a:pt x="1351143" y="1012723"/>
                </a:moveTo>
                <a:lnTo>
                  <a:pt x="1350626" y="1013921"/>
                </a:lnTo>
                <a:lnTo>
                  <a:pt x="1351143" y="1012723"/>
                </a:lnTo>
                <a:close/>
              </a:path>
              <a:path w="1658620" h="2169159">
                <a:moveTo>
                  <a:pt x="1351650" y="1011546"/>
                </a:moveTo>
                <a:lnTo>
                  <a:pt x="1351143" y="1012723"/>
                </a:lnTo>
                <a:lnTo>
                  <a:pt x="1350683" y="1013921"/>
                </a:lnTo>
                <a:lnTo>
                  <a:pt x="1351650" y="1011546"/>
                </a:lnTo>
                <a:close/>
              </a:path>
              <a:path w="1658620" h="2169159">
                <a:moveTo>
                  <a:pt x="1518548" y="925885"/>
                </a:moveTo>
                <a:lnTo>
                  <a:pt x="1384499" y="925885"/>
                </a:lnTo>
                <a:lnTo>
                  <a:pt x="1383639" y="928265"/>
                </a:lnTo>
                <a:lnTo>
                  <a:pt x="1351143" y="1012723"/>
                </a:lnTo>
                <a:lnTo>
                  <a:pt x="1351650" y="1011546"/>
                </a:lnTo>
                <a:lnTo>
                  <a:pt x="1487642" y="1011546"/>
                </a:lnTo>
                <a:lnTo>
                  <a:pt x="1503507" y="970245"/>
                </a:lnTo>
                <a:lnTo>
                  <a:pt x="1518548" y="925885"/>
                </a:lnTo>
                <a:close/>
              </a:path>
              <a:path w="1658620" h="2169159">
                <a:moveTo>
                  <a:pt x="1384049" y="927058"/>
                </a:moveTo>
                <a:lnTo>
                  <a:pt x="1383585" y="928265"/>
                </a:lnTo>
                <a:lnTo>
                  <a:pt x="1384049" y="927058"/>
                </a:lnTo>
                <a:close/>
              </a:path>
              <a:path w="1658620" h="2169159">
                <a:moveTo>
                  <a:pt x="1384499" y="925885"/>
                </a:moveTo>
                <a:lnTo>
                  <a:pt x="1384049" y="927058"/>
                </a:lnTo>
                <a:lnTo>
                  <a:pt x="1383639" y="928265"/>
                </a:lnTo>
                <a:lnTo>
                  <a:pt x="1384499" y="925885"/>
                </a:lnTo>
                <a:close/>
              </a:path>
              <a:path w="1658620" h="2169159">
                <a:moveTo>
                  <a:pt x="1546690" y="837825"/>
                </a:moveTo>
                <a:lnTo>
                  <a:pt x="1414305" y="837825"/>
                </a:lnTo>
                <a:lnTo>
                  <a:pt x="1413548" y="840209"/>
                </a:lnTo>
                <a:lnTo>
                  <a:pt x="1384049" y="927058"/>
                </a:lnTo>
                <a:lnTo>
                  <a:pt x="1384499" y="925885"/>
                </a:lnTo>
                <a:lnTo>
                  <a:pt x="1518548" y="925885"/>
                </a:lnTo>
                <a:lnTo>
                  <a:pt x="1534980" y="877422"/>
                </a:lnTo>
                <a:lnTo>
                  <a:pt x="1546690" y="837825"/>
                </a:lnTo>
                <a:close/>
              </a:path>
              <a:path w="1658620" h="2169159">
                <a:moveTo>
                  <a:pt x="1413898" y="839024"/>
                </a:moveTo>
                <a:lnTo>
                  <a:pt x="1413496" y="840209"/>
                </a:lnTo>
                <a:lnTo>
                  <a:pt x="1413898" y="839024"/>
                </a:lnTo>
                <a:close/>
              </a:path>
              <a:path w="1658620" h="2169159">
                <a:moveTo>
                  <a:pt x="1414305" y="837825"/>
                </a:moveTo>
                <a:lnTo>
                  <a:pt x="1413898" y="839024"/>
                </a:lnTo>
                <a:lnTo>
                  <a:pt x="1413548" y="840209"/>
                </a:lnTo>
                <a:lnTo>
                  <a:pt x="1414305" y="837825"/>
                </a:lnTo>
                <a:close/>
              </a:path>
              <a:path w="1658620" h="2169159">
                <a:moveTo>
                  <a:pt x="1571941" y="747491"/>
                </a:moveTo>
                <a:lnTo>
                  <a:pt x="1440967" y="747491"/>
                </a:lnTo>
                <a:lnTo>
                  <a:pt x="1440310" y="749879"/>
                </a:lnTo>
                <a:lnTo>
                  <a:pt x="1413898" y="839024"/>
                </a:lnTo>
                <a:lnTo>
                  <a:pt x="1414305" y="837825"/>
                </a:lnTo>
                <a:lnTo>
                  <a:pt x="1546690" y="837825"/>
                </a:lnTo>
                <a:lnTo>
                  <a:pt x="1563104" y="782318"/>
                </a:lnTo>
                <a:lnTo>
                  <a:pt x="1571941" y="747491"/>
                </a:lnTo>
                <a:close/>
              </a:path>
              <a:path w="1658620" h="2169159">
                <a:moveTo>
                  <a:pt x="1440610" y="748699"/>
                </a:moveTo>
                <a:lnTo>
                  <a:pt x="1440261" y="749879"/>
                </a:lnTo>
                <a:lnTo>
                  <a:pt x="1440610" y="748699"/>
                </a:lnTo>
                <a:close/>
              </a:path>
              <a:path w="1658620" h="2169159">
                <a:moveTo>
                  <a:pt x="1440967" y="747491"/>
                </a:moveTo>
                <a:lnTo>
                  <a:pt x="1440610" y="748699"/>
                </a:lnTo>
                <a:lnTo>
                  <a:pt x="1440310" y="749879"/>
                </a:lnTo>
                <a:lnTo>
                  <a:pt x="1440967" y="747491"/>
                </a:lnTo>
                <a:close/>
              </a:path>
              <a:path w="1658620" h="2169159">
                <a:moveTo>
                  <a:pt x="1504212" y="655740"/>
                </a:moveTo>
                <a:lnTo>
                  <a:pt x="1481301" y="663966"/>
                </a:lnTo>
                <a:lnTo>
                  <a:pt x="1463146" y="680183"/>
                </a:lnTo>
                <a:lnTo>
                  <a:pt x="1452229" y="702913"/>
                </a:lnTo>
                <a:lnTo>
                  <a:pt x="1440610" y="748699"/>
                </a:lnTo>
                <a:lnTo>
                  <a:pt x="1440967" y="747491"/>
                </a:lnTo>
                <a:lnTo>
                  <a:pt x="1571941" y="747491"/>
                </a:lnTo>
                <a:lnTo>
                  <a:pt x="1575327" y="734151"/>
                </a:lnTo>
                <a:lnTo>
                  <a:pt x="1576570" y="708966"/>
                </a:lnTo>
                <a:lnTo>
                  <a:pt x="1568344" y="686054"/>
                </a:lnTo>
                <a:lnTo>
                  <a:pt x="1552127" y="667899"/>
                </a:lnTo>
                <a:lnTo>
                  <a:pt x="1529397" y="656983"/>
                </a:lnTo>
                <a:lnTo>
                  <a:pt x="1504212" y="655740"/>
                </a:lnTo>
                <a:close/>
              </a:path>
              <a:path w="1658620" h="2169159">
                <a:moveTo>
                  <a:pt x="1656365" y="164938"/>
                </a:moveTo>
                <a:lnTo>
                  <a:pt x="1529388" y="164938"/>
                </a:lnTo>
                <a:lnTo>
                  <a:pt x="1529297" y="167350"/>
                </a:lnTo>
                <a:lnTo>
                  <a:pt x="1526617" y="213527"/>
                </a:lnTo>
                <a:lnTo>
                  <a:pt x="1542629" y="259415"/>
                </a:lnTo>
                <a:lnTo>
                  <a:pt x="1586398" y="280540"/>
                </a:lnTo>
                <a:lnTo>
                  <a:pt x="1611360" y="276965"/>
                </a:lnTo>
                <a:lnTo>
                  <a:pt x="1632286" y="264528"/>
                </a:lnTo>
                <a:lnTo>
                  <a:pt x="1647022" y="245151"/>
                </a:lnTo>
                <a:lnTo>
                  <a:pt x="1653411" y="220759"/>
                </a:lnTo>
                <a:lnTo>
                  <a:pt x="1656251" y="170964"/>
                </a:lnTo>
                <a:lnTo>
                  <a:pt x="1656365" y="164938"/>
                </a:lnTo>
                <a:close/>
              </a:path>
              <a:path w="1658620" h="2169159">
                <a:moveTo>
                  <a:pt x="1529320" y="166139"/>
                </a:moveTo>
                <a:lnTo>
                  <a:pt x="1529251" y="167350"/>
                </a:lnTo>
                <a:lnTo>
                  <a:pt x="1529320" y="166139"/>
                </a:lnTo>
                <a:close/>
              </a:path>
              <a:path w="1658620" h="2169159">
                <a:moveTo>
                  <a:pt x="1595982" y="0"/>
                </a:moveTo>
                <a:lnTo>
                  <a:pt x="1550736" y="17743"/>
                </a:lnTo>
                <a:lnTo>
                  <a:pt x="1531289" y="62284"/>
                </a:lnTo>
                <a:lnTo>
                  <a:pt x="1529320" y="166139"/>
                </a:lnTo>
                <a:lnTo>
                  <a:pt x="1529388" y="164938"/>
                </a:lnTo>
                <a:lnTo>
                  <a:pt x="1656365" y="164938"/>
                </a:lnTo>
                <a:lnTo>
                  <a:pt x="1658266" y="64692"/>
                </a:lnTo>
                <a:lnTo>
                  <a:pt x="1653745" y="39884"/>
                </a:lnTo>
                <a:lnTo>
                  <a:pt x="1640522" y="19446"/>
                </a:lnTo>
                <a:lnTo>
                  <a:pt x="1620600" y="5457"/>
                </a:lnTo>
                <a:lnTo>
                  <a:pt x="1595982" y="0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3414221" y="894079"/>
            <a:ext cx="4366260" cy="458470"/>
          </a:xfrm>
          <a:prstGeom prst="rect">
            <a:avLst/>
          </a:prstGeom>
        </p:spPr>
        <p:txBody>
          <a:bodyPr vert="horz" wrap="square" lIns="0" tIns="39370" rIns="0" bIns="0" rtlCol="0">
            <a:spAutoFit/>
          </a:bodyPr>
          <a:lstStyle/>
          <a:p>
            <a:pPr marL="12700" marR="5080">
              <a:lnSpc>
                <a:spcPts val="1610"/>
              </a:lnSpc>
              <a:spcBef>
                <a:spcPts val="310"/>
              </a:spcBef>
            </a:pPr>
            <a:r>
              <a:rPr sz="1500" dirty="0"/>
              <a:t>Use</a:t>
            </a:r>
            <a:r>
              <a:rPr sz="1500" spc="-5" dirty="0"/>
              <a:t> </a:t>
            </a:r>
            <a:r>
              <a:rPr sz="1500" spc="-10" dirty="0"/>
              <a:t>personas</a:t>
            </a:r>
            <a:r>
              <a:rPr sz="1500" spc="-5" dirty="0"/>
              <a:t> </a:t>
            </a:r>
            <a:r>
              <a:rPr sz="1500" spc="-10" dirty="0"/>
              <a:t>to feed into </a:t>
            </a:r>
            <a:r>
              <a:rPr sz="1500" spc="-5" dirty="0"/>
              <a:t>the</a:t>
            </a:r>
            <a:r>
              <a:rPr sz="1500" dirty="0"/>
              <a:t> </a:t>
            </a:r>
            <a:r>
              <a:rPr sz="1500" spc="-10" dirty="0"/>
              <a:t>rest </a:t>
            </a:r>
            <a:r>
              <a:rPr sz="1500" spc="-5" dirty="0"/>
              <a:t>of</a:t>
            </a:r>
            <a:r>
              <a:rPr sz="1500" dirty="0"/>
              <a:t> </a:t>
            </a:r>
            <a:r>
              <a:rPr sz="1500" spc="-5" dirty="0"/>
              <a:t>the</a:t>
            </a:r>
            <a:r>
              <a:rPr sz="1500" dirty="0"/>
              <a:t> </a:t>
            </a:r>
            <a:r>
              <a:rPr sz="1500" spc="-5" dirty="0"/>
              <a:t>design process. </a:t>
            </a:r>
            <a:r>
              <a:rPr sz="1500" spc="-325" dirty="0"/>
              <a:t> </a:t>
            </a:r>
            <a:r>
              <a:rPr lang="en-GB" sz="1500" spc="-5" dirty="0"/>
              <a:t>Specifically,</a:t>
            </a:r>
            <a:r>
              <a:rPr sz="1500" spc="-15" dirty="0"/>
              <a:t> </a:t>
            </a:r>
            <a:r>
              <a:rPr sz="1500" spc="-10" dirty="0"/>
              <a:t>to </a:t>
            </a:r>
            <a:r>
              <a:rPr sz="1500" spc="-5" dirty="0"/>
              <a:t>do</a:t>
            </a:r>
            <a:r>
              <a:rPr sz="1500" spc="-10" dirty="0"/>
              <a:t> </a:t>
            </a:r>
            <a:r>
              <a:rPr sz="1500" spc="-5" dirty="0"/>
              <a:t>the</a:t>
            </a:r>
            <a:r>
              <a:rPr sz="1500" dirty="0"/>
              <a:t> </a:t>
            </a:r>
            <a:r>
              <a:rPr sz="1500" spc="-5" dirty="0"/>
              <a:t>following:</a:t>
            </a:r>
            <a:endParaRPr sz="1500" dirty="0"/>
          </a:p>
        </p:txBody>
      </p:sp>
      <p:sp>
        <p:nvSpPr>
          <p:cNvPr id="5" name="object 5"/>
          <p:cNvSpPr txBox="1"/>
          <p:nvPr/>
        </p:nvSpPr>
        <p:spPr>
          <a:xfrm>
            <a:off x="3414221" y="1439671"/>
            <a:ext cx="4978400" cy="4137671"/>
          </a:xfrm>
          <a:prstGeom prst="rect">
            <a:avLst/>
          </a:prstGeom>
        </p:spPr>
        <p:txBody>
          <a:bodyPr vert="horz" wrap="square" lIns="0" tIns="37465" rIns="0" bIns="0" rtlCol="0">
            <a:spAutoFit/>
          </a:bodyPr>
          <a:lstStyle/>
          <a:p>
            <a:pPr marL="241300" marR="65405" indent="-228600">
              <a:lnSpc>
                <a:spcPct val="89000"/>
              </a:lnSpc>
              <a:spcBef>
                <a:spcPts val="295"/>
              </a:spcBef>
              <a:buFont typeface="Arial MT"/>
              <a:buChar char="•"/>
              <a:tabLst>
                <a:tab pos="240665" algn="l"/>
                <a:tab pos="241300" algn="l"/>
              </a:tabLst>
            </a:pPr>
            <a:r>
              <a:rPr sz="1500" b="1" i="1" spc="-10" dirty="0">
                <a:latin typeface="Calibri"/>
                <a:cs typeface="Calibri"/>
              </a:rPr>
              <a:t>Understanding </a:t>
            </a:r>
            <a:r>
              <a:rPr sz="1500" b="1" i="1" dirty="0">
                <a:latin typeface="Calibri"/>
                <a:cs typeface="Calibri"/>
              </a:rPr>
              <a:t>the</a:t>
            </a:r>
            <a:r>
              <a:rPr sz="1500" b="1" i="1" spc="-5" dirty="0">
                <a:latin typeface="Calibri"/>
                <a:cs typeface="Calibri"/>
              </a:rPr>
              <a:t> user</a:t>
            </a:r>
            <a:r>
              <a:rPr lang="en-GB" sz="1500" b="1" i="1" spc="325" dirty="0">
                <a:latin typeface="Calibri"/>
                <a:cs typeface="Calibri"/>
              </a:rPr>
              <a:t>: </a:t>
            </a:r>
            <a:r>
              <a:rPr lang="en-GB" sz="1500" spc="-10" dirty="0">
                <a:latin typeface="Calibri"/>
                <a:cs typeface="Calibri"/>
              </a:rPr>
              <a:t>Knowing who our users are and what they understand about the task is essential for designing a product that is user-friendly. This approach also helps new team members, including consultants, quickly learn about the product, the business context, and the users’ needs.</a:t>
            </a:r>
          </a:p>
          <a:p>
            <a:pPr marL="241300" marR="65405" indent="-228600">
              <a:lnSpc>
                <a:spcPct val="89000"/>
              </a:lnSpc>
              <a:spcBef>
                <a:spcPts val="295"/>
              </a:spcBef>
              <a:buFont typeface="Arial MT"/>
              <a:buChar char="•"/>
              <a:tabLst>
                <a:tab pos="240665" algn="l"/>
                <a:tab pos="241300" algn="l"/>
              </a:tabLst>
            </a:pPr>
            <a:r>
              <a:rPr sz="1500" b="1" i="1" spc="-5" dirty="0">
                <a:latin typeface="Calibri"/>
                <a:cs typeface="Calibri"/>
              </a:rPr>
              <a:t>Clarifying</a:t>
            </a:r>
            <a:r>
              <a:rPr sz="1500" b="1" i="1" spc="-10" dirty="0">
                <a:latin typeface="Calibri"/>
                <a:cs typeface="Calibri"/>
              </a:rPr>
              <a:t> assumptions</a:t>
            </a:r>
            <a:r>
              <a:rPr lang="en-GB" sz="1500" b="1" i="1" spc="-10" dirty="0">
                <a:latin typeface="Calibri"/>
                <a:cs typeface="Calibri"/>
              </a:rPr>
              <a:t>: </a:t>
            </a:r>
            <a:r>
              <a:rPr sz="1500" b="1" i="1" spc="20" dirty="0">
                <a:latin typeface="Calibri"/>
                <a:cs typeface="Calibri"/>
              </a:rPr>
              <a:t> </a:t>
            </a:r>
            <a:r>
              <a:rPr sz="1500" spc="-10" dirty="0">
                <a:latin typeface="Calibri"/>
                <a:cs typeface="Calibri"/>
              </a:rPr>
              <a:t>People</a:t>
            </a:r>
            <a:r>
              <a:rPr sz="1500" dirty="0">
                <a:latin typeface="Calibri"/>
                <a:cs typeface="Calibri"/>
              </a:rPr>
              <a:t> </a:t>
            </a:r>
            <a:r>
              <a:rPr sz="1500" spc="-5" dirty="0">
                <a:latin typeface="Calibri"/>
                <a:cs typeface="Calibri"/>
              </a:rPr>
              <a:t>don't</a:t>
            </a:r>
            <a:r>
              <a:rPr sz="1500" dirty="0">
                <a:latin typeface="Calibri"/>
                <a:cs typeface="Calibri"/>
              </a:rPr>
              <a:t> </a:t>
            </a:r>
            <a:r>
              <a:rPr sz="1500" spc="-15" dirty="0">
                <a:latin typeface="Calibri"/>
                <a:cs typeface="Calibri"/>
              </a:rPr>
              <a:t>always</a:t>
            </a:r>
            <a:r>
              <a:rPr sz="1500" spc="-5" dirty="0">
                <a:latin typeface="Calibri"/>
                <a:cs typeface="Calibri"/>
              </a:rPr>
              <a:t> verbalise</a:t>
            </a:r>
            <a:r>
              <a:rPr sz="1500" spc="5" dirty="0">
                <a:latin typeface="Calibri"/>
                <a:cs typeface="Calibri"/>
              </a:rPr>
              <a:t> </a:t>
            </a:r>
            <a:r>
              <a:rPr sz="1500" spc="-5" dirty="0">
                <a:latin typeface="Calibri"/>
                <a:cs typeface="Calibri"/>
              </a:rPr>
              <a:t>their </a:t>
            </a:r>
            <a:r>
              <a:rPr sz="1500" dirty="0">
                <a:latin typeface="Calibri"/>
                <a:cs typeface="Calibri"/>
              </a:rPr>
              <a:t> </a:t>
            </a:r>
            <a:r>
              <a:rPr sz="1500" spc="-5" dirty="0">
                <a:latin typeface="Calibri"/>
                <a:cs typeface="Calibri"/>
              </a:rPr>
              <a:t>assumptions.</a:t>
            </a:r>
            <a:r>
              <a:rPr sz="1500" spc="-10" dirty="0">
                <a:latin typeface="Calibri"/>
                <a:cs typeface="Calibri"/>
              </a:rPr>
              <a:t> </a:t>
            </a:r>
            <a:r>
              <a:rPr sz="1500" spc="-15" dirty="0">
                <a:latin typeface="Calibri"/>
                <a:cs typeface="Calibri"/>
              </a:rPr>
              <a:t>Written</a:t>
            </a:r>
            <a:r>
              <a:rPr sz="1500" spc="-5" dirty="0">
                <a:latin typeface="Calibri"/>
                <a:cs typeface="Calibri"/>
              </a:rPr>
              <a:t> scenarios </a:t>
            </a:r>
            <a:r>
              <a:rPr sz="1500" dirty="0">
                <a:latin typeface="Calibri"/>
                <a:cs typeface="Calibri"/>
              </a:rPr>
              <a:t>help</a:t>
            </a:r>
            <a:r>
              <a:rPr sz="1500" spc="-5" dirty="0">
                <a:latin typeface="Calibri"/>
                <a:cs typeface="Calibri"/>
              </a:rPr>
              <a:t> </a:t>
            </a:r>
            <a:r>
              <a:rPr sz="1500" spc="-10" dirty="0">
                <a:latin typeface="Calibri"/>
                <a:cs typeface="Calibri"/>
              </a:rPr>
              <a:t>team</a:t>
            </a:r>
            <a:r>
              <a:rPr sz="1500" dirty="0">
                <a:latin typeface="Calibri"/>
                <a:cs typeface="Calibri"/>
              </a:rPr>
              <a:t> </a:t>
            </a:r>
            <a:r>
              <a:rPr sz="1500" spc="-5" dirty="0">
                <a:latin typeface="Calibri"/>
                <a:cs typeface="Calibri"/>
              </a:rPr>
              <a:t>members </a:t>
            </a:r>
            <a:r>
              <a:rPr sz="1500" spc="-10" dirty="0">
                <a:latin typeface="Calibri"/>
                <a:cs typeface="Calibri"/>
              </a:rPr>
              <a:t>share </a:t>
            </a:r>
            <a:r>
              <a:rPr sz="1500" spc="-5" dirty="0">
                <a:latin typeface="Calibri"/>
                <a:cs typeface="Calibri"/>
              </a:rPr>
              <a:t> and </a:t>
            </a:r>
            <a:r>
              <a:rPr sz="1500" spc="-10" dirty="0">
                <a:latin typeface="Calibri"/>
                <a:cs typeface="Calibri"/>
              </a:rPr>
              <a:t>formalize</a:t>
            </a:r>
            <a:r>
              <a:rPr sz="1500" spc="5" dirty="0">
                <a:latin typeface="Calibri"/>
                <a:cs typeface="Calibri"/>
              </a:rPr>
              <a:t> </a:t>
            </a:r>
            <a:r>
              <a:rPr sz="1500" spc="-5" dirty="0">
                <a:latin typeface="Calibri"/>
                <a:cs typeface="Calibri"/>
              </a:rPr>
              <a:t>assumptions</a:t>
            </a:r>
            <a:r>
              <a:rPr sz="1500" dirty="0">
                <a:latin typeface="Calibri"/>
                <a:cs typeface="Calibri"/>
              </a:rPr>
              <a:t> so</a:t>
            </a:r>
            <a:r>
              <a:rPr sz="1500" spc="-5" dirty="0">
                <a:latin typeface="Calibri"/>
                <a:cs typeface="Calibri"/>
              </a:rPr>
              <a:t> </a:t>
            </a:r>
            <a:r>
              <a:rPr sz="1500" spc="-10" dirty="0">
                <a:latin typeface="Calibri"/>
                <a:cs typeface="Calibri"/>
              </a:rPr>
              <a:t>there</a:t>
            </a:r>
            <a:r>
              <a:rPr sz="1500" spc="5" dirty="0">
                <a:latin typeface="Calibri"/>
                <a:cs typeface="Calibri"/>
              </a:rPr>
              <a:t> </a:t>
            </a:r>
            <a:r>
              <a:rPr sz="1500" spc="-10" dirty="0">
                <a:latin typeface="Calibri"/>
                <a:cs typeface="Calibri"/>
              </a:rPr>
              <a:t>are</a:t>
            </a:r>
            <a:r>
              <a:rPr sz="1500" spc="5" dirty="0">
                <a:latin typeface="Calibri"/>
                <a:cs typeface="Calibri"/>
              </a:rPr>
              <a:t> </a:t>
            </a:r>
            <a:r>
              <a:rPr sz="1500" spc="-15" dirty="0">
                <a:latin typeface="Calibri"/>
                <a:cs typeface="Calibri"/>
              </a:rPr>
              <a:t>fewer</a:t>
            </a:r>
            <a:r>
              <a:rPr sz="1500" spc="5" dirty="0">
                <a:latin typeface="Calibri"/>
                <a:cs typeface="Calibri"/>
              </a:rPr>
              <a:t> </a:t>
            </a:r>
            <a:r>
              <a:rPr sz="1500" spc="-5" dirty="0">
                <a:latin typeface="Calibri"/>
                <a:cs typeface="Calibri"/>
              </a:rPr>
              <a:t>surprises</a:t>
            </a:r>
            <a:r>
              <a:rPr sz="1500" dirty="0">
                <a:latin typeface="Calibri"/>
                <a:cs typeface="Calibri"/>
              </a:rPr>
              <a:t> </a:t>
            </a:r>
            <a:r>
              <a:rPr sz="1500" spc="-35" dirty="0">
                <a:latin typeface="Calibri"/>
                <a:cs typeface="Calibri"/>
              </a:rPr>
              <a:t>later.</a:t>
            </a:r>
            <a:endParaRPr sz="1500" dirty="0">
              <a:latin typeface="Calibri"/>
              <a:cs typeface="Calibri"/>
            </a:endParaRPr>
          </a:p>
          <a:p>
            <a:pPr marL="241300" marR="282575" indent="-228600">
              <a:lnSpc>
                <a:spcPts val="1610"/>
              </a:lnSpc>
              <a:spcBef>
                <a:spcPts val="1005"/>
              </a:spcBef>
              <a:buFont typeface="Arial MT"/>
              <a:buChar char="•"/>
              <a:tabLst>
                <a:tab pos="240665" algn="l"/>
                <a:tab pos="241300" algn="l"/>
              </a:tabLst>
            </a:pPr>
            <a:r>
              <a:rPr sz="1500" b="1" i="1" spc="-10" dirty="0">
                <a:latin typeface="Calibri"/>
                <a:cs typeface="Calibri"/>
              </a:rPr>
              <a:t>Fully exploring </a:t>
            </a:r>
            <a:r>
              <a:rPr sz="1500" b="1" i="1" spc="-5" dirty="0">
                <a:latin typeface="Calibri"/>
                <a:cs typeface="Calibri"/>
              </a:rPr>
              <a:t>the design</a:t>
            </a:r>
            <a:r>
              <a:rPr lang="en-GB" sz="1500" b="1" i="1" spc="-5" dirty="0">
                <a:latin typeface="Calibri"/>
                <a:cs typeface="Calibri"/>
              </a:rPr>
              <a:t>: </a:t>
            </a:r>
            <a:r>
              <a:rPr sz="1500" b="1" i="1" spc="5" dirty="0">
                <a:latin typeface="Calibri"/>
                <a:cs typeface="Calibri"/>
              </a:rPr>
              <a:t> </a:t>
            </a:r>
            <a:r>
              <a:rPr sz="1500" spc="-5" dirty="0">
                <a:latin typeface="Calibri"/>
                <a:cs typeface="Calibri"/>
              </a:rPr>
              <a:t>Scenarios </a:t>
            </a:r>
            <a:r>
              <a:rPr sz="1500" spc="-10" dirty="0">
                <a:latin typeface="Calibri"/>
                <a:cs typeface="Calibri"/>
              </a:rPr>
              <a:t>provide</a:t>
            </a:r>
            <a:r>
              <a:rPr sz="1500" spc="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a</a:t>
            </a:r>
            <a:r>
              <a:rPr sz="1500" spc="-10" dirty="0">
                <a:latin typeface="Calibri"/>
                <a:cs typeface="Calibri"/>
              </a:rPr>
              <a:t> </a:t>
            </a:r>
            <a:r>
              <a:rPr sz="1500" spc="-5" dirty="0">
                <a:latin typeface="Calibri"/>
                <a:cs typeface="Calibri"/>
              </a:rPr>
              <a:t>vehicle</a:t>
            </a:r>
            <a:r>
              <a:rPr sz="1500" dirty="0">
                <a:latin typeface="Calibri"/>
                <a:cs typeface="Calibri"/>
              </a:rPr>
              <a:t> </a:t>
            </a:r>
            <a:r>
              <a:rPr sz="1500" spc="-15" dirty="0">
                <a:latin typeface="Calibri"/>
                <a:cs typeface="Calibri"/>
              </a:rPr>
              <a:t>for </a:t>
            </a:r>
            <a:r>
              <a:rPr sz="1500" spc="-325" dirty="0">
                <a:latin typeface="Calibri"/>
                <a:cs typeface="Calibri"/>
              </a:rPr>
              <a:t> </a:t>
            </a:r>
            <a:r>
              <a:rPr sz="1500" spc="-5" dirty="0">
                <a:latin typeface="Calibri"/>
                <a:cs typeface="Calibri"/>
              </a:rPr>
              <a:t>exploring</a:t>
            </a:r>
            <a:r>
              <a:rPr sz="1500" spc="-10" dirty="0">
                <a:latin typeface="Calibri"/>
                <a:cs typeface="Calibri"/>
              </a:rPr>
              <a:t> </a:t>
            </a:r>
            <a:r>
              <a:rPr sz="1500" spc="-5" dirty="0">
                <a:latin typeface="Calibri"/>
                <a:cs typeface="Calibri"/>
              </a:rPr>
              <a:t>all</a:t>
            </a:r>
            <a:r>
              <a:rPr sz="1500" dirty="0">
                <a:latin typeface="Calibri"/>
                <a:cs typeface="Calibri"/>
              </a:rPr>
              <a:t> </a:t>
            </a:r>
            <a:r>
              <a:rPr sz="1500" spc="-5" dirty="0">
                <a:latin typeface="Calibri"/>
                <a:cs typeface="Calibri"/>
              </a:rPr>
              <a:t>of</a:t>
            </a:r>
            <a:r>
              <a:rPr sz="1500" spc="5" dirty="0">
                <a:latin typeface="Calibri"/>
                <a:cs typeface="Calibri"/>
              </a:rPr>
              <a:t> </a:t>
            </a:r>
            <a:r>
              <a:rPr sz="1500" spc="-5" dirty="0">
                <a:latin typeface="Calibri"/>
                <a:cs typeface="Calibri"/>
              </a:rPr>
              <a:t>the</a:t>
            </a:r>
            <a:r>
              <a:rPr sz="1500" dirty="0">
                <a:latin typeface="Calibri"/>
                <a:cs typeface="Calibri"/>
              </a:rPr>
              <a:t> </a:t>
            </a:r>
            <a:r>
              <a:rPr sz="1500" spc="-10" dirty="0">
                <a:latin typeface="Calibri"/>
                <a:cs typeface="Calibri"/>
              </a:rPr>
              <a:t>important</a:t>
            </a:r>
            <a:r>
              <a:rPr sz="1500" dirty="0">
                <a:latin typeface="Calibri"/>
                <a:cs typeface="Calibri"/>
              </a:rPr>
              <a:t> </a:t>
            </a:r>
            <a:r>
              <a:rPr sz="1500" spc="-5" dirty="0">
                <a:latin typeface="Calibri"/>
                <a:cs typeface="Calibri"/>
              </a:rPr>
              <a:t>aspects of</a:t>
            </a:r>
            <a:r>
              <a:rPr sz="1500" spc="5" dirty="0">
                <a:latin typeface="Calibri"/>
                <a:cs typeface="Calibri"/>
              </a:rPr>
              <a:t> </a:t>
            </a:r>
            <a:r>
              <a:rPr sz="1500" spc="-5" dirty="0">
                <a:latin typeface="Calibri"/>
                <a:cs typeface="Calibri"/>
              </a:rPr>
              <a:t>the</a:t>
            </a:r>
            <a:r>
              <a:rPr sz="1500" dirty="0">
                <a:latin typeface="Calibri"/>
                <a:cs typeface="Calibri"/>
              </a:rPr>
              <a:t> </a:t>
            </a:r>
            <a:r>
              <a:rPr sz="1500" spc="-10" dirty="0">
                <a:latin typeface="Calibri"/>
                <a:cs typeface="Calibri"/>
              </a:rPr>
              <a:t>interface.</a:t>
            </a:r>
            <a:endParaRPr sz="1500" dirty="0">
              <a:latin typeface="Calibri"/>
              <a:cs typeface="Calibri"/>
            </a:endParaRPr>
          </a:p>
          <a:p>
            <a:pPr marL="241300" marR="5080" indent="-228600">
              <a:lnSpc>
                <a:spcPts val="1610"/>
              </a:lnSpc>
              <a:spcBef>
                <a:spcPts val="1075"/>
              </a:spcBef>
              <a:buFont typeface="Arial MT"/>
              <a:buChar char="•"/>
              <a:tabLst>
                <a:tab pos="240665" algn="l"/>
                <a:tab pos="241300" algn="l"/>
              </a:tabLst>
            </a:pPr>
            <a:r>
              <a:rPr sz="1500" b="1" i="1" spc="-10" dirty="0">
                <a:latin typeface="Calibri"/>
                <a:cs typeface="Calibri"/>
              </a:rPr>
              <a:t>Providing</a:t>
            </a:r>
            <a:r>
              <a:rPr sz="1500" b="1" i="1" dirty="0">
                <a:latin typeface="Calibri"/>
                <a:cs typeface="Calibri"/>
              </a:rPr>
              <a:t> a </a:t>
            </a:r>
            <a:r>
              <a:rPr sz="1500" b="1" i="1" spc="-15" dirty="0">
                <a:latin typeface="Calibri"/>
                <a:cs typeface="Calibri"/>
              </a:rPr>
              <a:t>context</a:t>
            </a:r>
            <a:r>
              <a:rPr sz="1500" b="1" i="1" spc="5" dirty="0">
                <a:latin typeface="Calibri"/>
                <a:cs typeface="Calibri"/>
              </a:rPr>
              <a:t> </a:t>
            </a:r>
            <a:r>
              <a:rPr sz="1500" b="1" i="1" spc="-10" dirty="0">
                <a:latin typeface="Calibri"/>
                <a:cs typeface="Calibri"/>
              </a:rPr>
              <a:t>for</a:t>
            </a:r>
            <a:r>
              <a:rPr sz="1500" b="1" i="1" dirty="0">
                <a:latin typeface="Calibri"/>
                <a:cs typeface="Calibri"/>
              </a:rPr>
              <a:t> </a:t>
            </a:r>
            <a:r>
              <a:rPr sz="1500" b="1" i="1" spc="-10" dirty="0">
                <a:latin typeface="Calibri"/>
                <a:cs typeface="Calibri"/>
              </a:rPr>
              <a:t>reviewers</a:t>
            </a:r>
            <a:r>
              <a:rPr lang="en-GB" sz="1500" b="1" i="1" spc="-10" dirty="0">
                <a:latin typeface="Calibri"/>
                <a:cs typeface="Calibri"/>
              </a:rPr>
              <a:t>:</a:t>
            </a:r>
            <a:r>
              <a:rPr sz="1500" b="1" i="1" spc="15" dirty="0">
                <a:latin typeface="Calibri"/>
                <a:cs typeface="Calibri"/>
              </a:rPr>
              <a:t> </a:t>
            </a:r>
            <a:r>
              <a:rPr lang="en-GB" sz="1500" b="1" i="1" spc="15" dirty="0">
                <a:latin typeface="Calibri"/>
                <a:cs typeface="Calibri"/>
              </a:rPr>
              <a:t> </a:t>
            </a:r>
            <a:r>
              <a:rPr sz="1500" spc="-5" dirty="0">
                <a:latin typeface="Calibri"/>
                <a:cs typeface="Calibri"/>
              </a:rPr>
              <a:t>Detailed</a:t>
            </a:r>
            <a:r>
              <a:rPr sz="1500" dirty="0">
                <a:latin typeface="Calibri"/>
                <a:cs typeface="Calibri"/>
              </a:rPr>
              <a:t> </a:t>
            </a:r>
            <a:r>
              <a:rPr sz="1500" spc="-5" dirty="0">
                <a:latin typeface="Calibri"/>
                <a:cs typeface="Calibri"/>
              </a:rPr>
              <a:t>scenarios</a:t>
            </a:r>
            <a:r>
              <a:rPr sz="1500" dirty="0">
                <a:latin typeface="Calibri"/>
                <a:cs typeface="Calibri"/>
              </a:rPr>
              <a:t> </a:t>
            </a:r>
            <a:r>
              <a:rPr sz="1500" spc="-10" dirty="0">
                <a:latin typeface="Calibri"/>
                <a:cs typeface="Calibri"/>
              </a:rPr>
              <a:t>provide </a:t>
            </a:r>
            <a:r>
              <a:rPr sz="1500" spc="-32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a</a:t>
            </a:r>
            <a:r>
              <a:rPr sz="1500" spc="-10" dirty="0">
                <a:latin typeface="Calibri"/>
                <a:cs typeface="Calibri"/>
              </a:rPr>
              <a:t> context</a:t>
            </a:r>
            <a:r>
              <a:rPr sz="1500" spc="-5" dirty="0">
                <a:latin typeface="Calibri"/>
                <a:cs typeface="Calibri"/>
              </a:rPr>
              <a:t> </a:t>
            </a:r>
            <a:r>
              <a:rPr sz="1500" spc="-15" dirty="0">
                <a:latin typeface="Calibri"/>
                <a:cs typeface="Calibri"/>
              </a:rPr>
              <a:t>for</a:t>
            </a:r>
            <a:r>
              <a:rPr sz="1500" spc="5" dirty="0">
                <a:latin typeface="Calibri"/>
                <a:cs typeface="Calibri"/>
              </a:rPr>
              <a:t> </a:t>
            </a:r>
            <a:r>
              <a:rPr sz="1500" spc="-10" dirty="0">
                <a:latin typeface="Calibri"/>
                <a:cs typeface="Calibri"/>
              </a:rPr>
              <a:t>understanding </a:t>
            </a:r>
            <a:r>
              <a:rPr sz="1500" spc="-5" dirty="0">
                <a:latin typeface="Calibri"/>
                <a:cs typeface="Calibri"/>
              </a:rPr>
              <a:t>the</a:t>
            </a:r>
            <a:r>
              <a:rPr sz="1500" spc="5" dirty="0">
                <a:latin typeface="Calibri"/>
                <a:cs typeface="Calibri"/>
              </a:rPr>
              <a:t> </a:t>
            </a:r>
            <a:r>
              <a:rPr sz="1500" spc="-15" dirty="0">
                <a:latin typeface="Calibri"/>
                <a:cs typeface="Calibri"/>
              </a:rPr>
              <a:t>features</a:t>
            </a:r>
            <a:r>
              <a:rPr sz="1500" spc="-5" dirty="0">
                <a:latin typeface="Calibri"/>
                <a:cs typeface="Calibri"/>
              </a:rPr>
              <a:t> of</a:t>
            </a:r>
            <a:r>
              <a:rPr sz="1500" spc="5" dirty="0">
                <a:latin typeface="Calibri"/>
                <a:cs typeface="Calibri"/>
              </a:rPr>
              <a:t> </a:t>
            </a:r>
            <a:r>
              <a:rPr sz="1500" spc="-10" dirty="0">
                <a:latin typeface="Calibri"/>
                <a:cs typeface="Calibri"/>
              </a:rPr>
              <a:t>interface</a:t>
            </a:r>
            <a:r>
              <a:rPr sz="1500" dirty="0">
                <a:latin typeface="Calibri"/>
                <a:cs typeface="Calibri"/>
              </a:rPr>
              <a:t> </a:t>
            </a:r>
            <a:r>
              <a:rPr sz="1500" spc="-5" dirty="0">
                <a:latin typeface="Calibri"/>
                <a:cs typeface="Calibri"/>
              </a:rPr>
              <a:t>specs, </a:t>
            </a:r>
            <a:r>
              <a:rPr sz="1500" dirty="0">
                <a:latin typeface="Calibri"/>
                <a:cs typeface="Calibri"/>
              </a:rPr>
              <a:t> </a:t>
            </a:r>
            <a:r>
              <a:rPr sz="1500" spc="-5" dirty="0">
                <a:latin typeface="Calibri"/>
                <a:cs typeface="Calibri"/>
              </a:rPr>
              <a:t>functional specs and other</a:t>
            </a:r>
            <a:r>
              <a:rPr sz="1500" dirty="0">
                <a:latin typeface="Calibri"/>
                <a:cs typeface="Calibri"/>
              </a:rPr>
              <a:t> </a:t>
            </a:r>
            <a:r>
              <a:rPr sz="1500" spc="-5" dirty="0">
                <a:latin typeface="Calibri"/>
                <a:cs typeface="Calibri"/>
              </a:rPr>
              <a:t>project</a:t>
            </a:r>
            <a:r>
              <a:rPr sz="1500" spc="-10" dirty="0">
                <a:latin typeface="Calibri"/>
                <a:cs typeface="Calibri"/>
              </a:rPr>
              <a:t> </a:t>
            </a:r>
            <a:r>
              <a:rPr sz="1500" spc="-5" dirty="0">
                <a:latin typeface="Calibri"/>
                <a:cs typeface="Calibri"/>
              </a:rPr>
              <a:t>documents.</a:t>
            </a:r>
            <a:endParaRPr sz="1500" dirty="0">
              <a:latin typeface="Calibri"/>
              <a:cs typeface="Calibri"/>
            </a:endParaRPr>
          </a:p>
          <a:p>
            <a:pPr marL="241300" marR="52705" indent="-228600">
              <a:lnSpc>
                <a:spcPct val="90700"/>
              </a:lnSpc>
              <a:spcBef>
                <a:spcPts val="935"/>
              </a:spcBef>
              <a:buFont typeface="Arial MT"/>
              <a:buChar char="•"/>
              <a:tabLst>
                <a:tab pos="240665" algn="l"/>
                <a:tab pos="241300" algn="l"/>
              </a:tabLst>
            </a:pPr>
            <a:r>
              <a:rPr sz="1500" b="1" i="1" spc="-5" dirty="0">
                <a:latin typeface="Calibri"/>
                <a:cs typeface="Calibri"/>
              </a:rPr>
              <a:t>Helping other project</a:t>
            </a:r>
            <a:r>
              <a:rPr sz="1500" b="1" i="1" dirty="0">
                <a:latin typeface="Calibri"/>
                <a:cs typeface="Calibri"/>
              </a:rPr>
              <a:t> </a:t>
            </a:r>
            <a:r>
              <a:rPr sz="1500" b="1" i="1" spc="-10" dirty="0">
                <a:latin typeface="Calibri"/>
                <a:cs typeface="Calibri"/>
              </a:rPr>
              <a:t>tasks</a:t>
            </a:r>
            <a:r>
              <a:rPr lang="en-GB" sz="1500" b="1" i="1" spc="-10" dirty="0">
                <a:latin typeface="Calibri"/>
                <a:cs typeface="Calibri"/>
              </a:rPr>
              <a:t>: </a:t>
            </a:r>
            <a:r>
              <a:rPr sz="1500" b="1" i="1" dirty="0">
                <a:latin typeface="Calibri"/>
                <a:cs typeface="Calibri"/>
              </a:rPr>
              <a:t> </a:t>
            </a:r>
            <a:r>
              <a:rPr sz="1500" spc="-5" dirty="0">
                <a:latin typeface="Calibri"/>
                <a:cs typeface="Calibri"/>
              </a:rPr>
              <a:t>Scenarios </a:t>
            </a:r>
            <a:r>
              <a:rPr sz="1500" spc="-10" dirty="0">
                <a:latin typeface="Calibri"/>
                <a:cs typeface="Calibri"/>
              </a:rPr>
              <a:t>represent</a:t>
            </a:r>
            <a:r>
              <a:rPr sz="1500" spc="-5" dirty="0">
                <a:latin typeface="Calibri"/>
                <a:cs typeface="Calibri"/>
              </a:rPr>
              <a:t> the </a:t>
            </a:r>
            <a:r>
              <a:rPr sz="1500" dirty="0">
                <a:latin typeface="Calibri"/>
                <a:cs typeface="Calibri"/>
              </a:rPr>
              <a:t> </a:t>
            </a:r>
            <a:r>
              <a:rPr sz="1500" spc="-10" dirty="0">
                <a:latin typeface="Calibri"/>
                <a:cs typeface="Calibri"/>
              </a:rPr>
              <a:t>important</a:t>
            </a:r>
            <a:r>
              <a:rPr sz="1500" spc="-5" dirty="0">
                <a:latin typeface="Calibri"/>
                <a:cs typeface="Calibri"/>
              </a:rPr>
              <a:t> </a:t>
            </a:r>
            <a:r>
              <a:rPr sz="1500" spc="-10" dirty="0">
                <a:latin typeface="Calibri"/>
                <a:cs typeface="Calibri"/>
              </a:rPr>
              <a:t>tasks</a:t>
            </a:r>
            <a:r>
              <a:rPr sz="1500" dirty="0">
                <a:latin typeface="Calibri"/>
                <a:cs typeface="Calibri"/>
              </a:rPr>
              <a:t> </a:t>
            </a:r>
            <a:r>
              <a:rPr sz="1500" spc="-10" dirty="0">
                <a:latin typeface="Calibri"/>
                <a:cs typeface="Calibri"/>
              </a:rPr>
              <a:t>that</a:t>
            </a:r>
            <a:r>
              <a:rPr sz="1500" dirty="0">
                <a:latin typeface="Calibri"/>
                <a:cs typeface="Calibri"/>
              </a:rPr>
              <a:t> </a:t>
            </a:r>
            <a:r>
              <a:rPr sz="1500" spc="-5" dirty="0">
                <a:latin typeface="Calibri"/>
                <a:cs typeface="Calibri"/>
              </a:rPr>
              <a:t>major</a:t>
            </a:r>
            <a:r>
              <a:rPr sz="1500" dirty="0">
                <a:latin typeface="Calibri"/>
                <a:cs typeface="Calibri"/>
              </a:rPr>
              <a:t> </a:t>
            </a:r>
            <a:r>
              <a:rPr sz="1500" spc="-5" dirty="0">
                <a:latin typeface="Calibri"/>
                <a:cs typeface="Calibri"/>
              </a:rPr>
              <a:t>classes</a:t>
            </a:r>
            <a:r>
              <a:rPr sz="1500" dirty="0">
                <a:latin typeface="Calibri"/>
                <a:cs typeface="Calibri"/>
              </a:rPr>
              <a:t> </a:t>
            </a:r>
            <a:r>
              <a:rPr sz="1500" spc="-5" dirty="0">
                <a:latin typeface="Calibri"/>
                <a:cs typeface="Calibri"/>
              </a:rPr>
              <a:t>of</a:t>
            </a:r>
            <a:r>
              <a:rPr sz="1500" spc="5" dirty="0">
                <a:latin typeface="Calibri"/>
                <a:cs typeface="Calibri"/>
              </a:rPr>
              <a:t> </a:t>
            </a:r>
            <a:r>
              <a:rPr sz="1500" spc="-10" dirty="0">
                <a:latin typeface="Calibri"/>
                <a:cs typeface="Calibri"/>
              </a:rPr>
              <a:t>users</a:t>
            </a:r>
            <a:r>
              <a:rPr sz="1500" dirty="0">
                <a:latin typeface="Calibri"/>
                <a:cs typeface="Calibri"/>
              </a:rPr>
              <a:t> </a:t>
            </a:r>
            <a:r>
              <a:rPr sz="1500" spc="-10" dirty="0">
                <a:latin typeface="Calibri"/>
                <a:cs typeface="Calibri"/>
              </a:rPr>
              <a:t>are</a:t>
            </a:r>
            <a:r>
              <a:rPr sz="1500" dirty="0">
                <a:latin typeface="Calibri"/>
                <a:cs typeface="Calibri"/>
              </a:rPr>
              <a:t> </a:t>
            </a:r>
            <a:r>
              <a:rPr sz="1500" spc="-10" dirty="0">
                <a:latin typeface="Calibri"/>
                <a:cs typeface="Calibri"/>
              </a:rPr>
              <a:t>expected</a:t>
            </a:r>
            <a:r>
              <a:rPr sz="1500" dirty="0">
                <a:latin typeface="Calibri"/>
                <a:cs typeface="Calibri"/>
              </a:rPr>
              <a:t> </a:t>
            </a:r>
            <a:r>
              <a:rPr sz="1500" spc="-10" dirty="0">
                <a:latin typeface="Calibri"/>
                <a:cs typeface="Calibri"/>
              </a:rPr>
              <a:t>to </a:t>
            </a:r>
            <a:r>
              <a:rPr sz="1500" spc="-5" dirty="0">
                <a:latin typeface="Calibri"/>
                <a:cs typeface="Calibri"/>
              </a:rPr>
              <a:t> perform.</a:t>
            </a:r>
            <a:r>
              <a:rPr sz="1500" spc="-10" dirty="0">
                <a:latin typeface="Calibri"/>
                <a:cs typeface="Calibri"/>
              </a:rPr>
              <a:t> They are</a:t>
            </a:r>
            <a:r>
              <a:rPr sz="1500" spc="5" dirty="0">
                <a:latin typeface="Calibri"/>
                <a:cs typeface="Calibri"/>
              </a:rPr>
              <a:t> </a:t>
            </a:r>
            <a:r>
              <a:rPr sz="1500" spc="-5" dirty="0">
                <a:latin typeface="Calibri"/>
                <a:cs typeface="Calibri"/>
              </a:rPr>
              <a:t>useful</a:t>
            </a:r>
            <a:r>
              <a:rPr sz="1500" dirty="0">
                <a:latin typeface="Calibri"/>
                <a:cs typeface="Calibri"/>
              </a:rPr>
              <a:t> in </a:t>
            </a:r>
            <a:r>
              <a:rPr sz="1500" spc="-5" dirty="0">
                <a:latin typeface="Calibri"/>
                <a:cs typeface="Calibri"/>
              </a:rPr>
              <a:t>usability</a:t>
            </a:r>
            <a:r>
              <a:rPr sz="1500" spc="-10" dirty="0">
                <a:latin typeface="Calibri"/>
                <a:cs typeface="Calibri"/>
              </a:rPr>
              <a:t> </a:t>
            </a:r>
            <a:r>
              <a:rPr sz="1500" spc="-5" dirty="0">
                <a:latin typeface="Calibri"/>
                <a:cs typeface="Calibri"/>
              </a:rPr>
              <a:t>testing, </a:t>
            </a:r>
            <a:r>
              <a:rPr sz="1500" spc="-10" dirty="0">
                <a:latin typeface="Calibri"/>
                <a:cs typeface="Calibri"/>
              </a:rPr>
              <a:t>documentation, </a:t>
            </a:r>
            <a:r>
              <a:rPr sz="1500" spc="-32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QA</a:t>
            </a:r>
            <a:r>
              <a:rPr sz="1500" spc="-15" dirty="0">
                <a:latin typeface="Calibri"/>
                <a:cs typeface="Calibri"/>
              </a:rPr>
              <a:t> </a:t>
            </a:r>
            <a:r>
              <a:rPr sz="1500" spc="-5" dirty="0">
                <a:latin typeface="Calibri"/>
                <a:cs typeface="Calibri"/>
              </a:rPr>
              <a:t>and </a:t>
            </a:r>
            <a:r>
              <a:rPr sz="1500" spc="-10" dirty="0">
                <a:latin typeface="Calibri"/>
                <a:cs typeface="Calibri"/>
              </a:rPr>
              <a:t>other</a:t>
            </a:r>
            <a:r>
              <a:rPr sz="1500" spc="-5" dirty="0">
                <a:latin typeface="Calibri"/>
                <a:cs typeface="Calibri"/>
              </a:rPr>
              <a:t> </a:t>
            </a:r>
            <a:r>
              <a:rPr sz="1500" spc="-10" dirty="0">
                <a:latin typeface="Calibri"/>
                <a:cs typeface="Calibri"/>
              </a:rPr>
              <a:t>areas.</a:t>
            </a:r>
            <a:endParaRPr sz="15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0FC032-9FAB-47D6-859E-A3ADF147FE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CEE2CFBE-91D1-E6FF-6815-85094A2A674A}"/>
              </a:ext>
            </a:extLst>
          </p:cNvPr>
          <p:cNvSpPr txBox="1">
            <a:spLocks/>
          </p:cNvSpPr>
          <p:nvPr/>
        </p:nvSpPr>
        <p:spPr>
          <a:xfrm>
            <a:off x="685800" y="609600"/>
            <a:ext cx="7871112" cy="5539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tx1"/>
                </a:solidFill>
                <a:latin typeface="Calibri"/>
                <a:ea typeface="+mj-ea"/>
                <a:cs typeface="Calibri"/>
              </a:defRPr>
            </a:lvl1pPr>
          </a:lstStyle>
          <a:p>
            <a:pPr rtl="0"/>
            <a:r>
              <a:rPr lang="en-GB" sz="3600" b="1" spc="-15" dirty="0"/>
              <a:t>C</a:t>
            </a:r>
            <a:r>
              <a:rPr lang="en-GB" sz="3600" b="1" spc="-15" dirty="0">
                <a:latin typeface="Calibri"/>
                <a:cs typeface="Calibri"/>
              </a:rPr>
              <a:t>ustomer</a:t>
            </a:r>
            <a:r>
              <a:rPr lang="en-GB" sz="3600" b="1" spc="10" dirty="0">
                <a:latin typeface="Calibri"/>
                <a:cs typeface="Calibri"/>
              </a:rPr>
              <a:t> </a:t>
            </a:r>
            <a:r>
              <a:rPr lang="en-GB" sz="3600" b="1" spc="-5" dirty="0"/>
              <a:t>S</a:t>
            </a:r>
            <a:r>
              <a:rPr lang="en-GB" sz="3600" b="1" spc="-5" dirty="0">
                <a:latin typeface="Calibri"/>
                <a:cs typeface="Calibri"/>
              </a:rPr>
              <a:t>cenario (Journey)</a:t>
            </a:r>
            <a:endParaRPr lang="en-US" sz="3600" kern="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829D6B5-93F6-1528-3DBC-A325CE4C6BB8}"/>
              </a:ext>
            </a:extLst>
          </p:cNvPr>
          <p:cNvSpPr txBox="1"/>
          <p:nvPr/>
        </p:nvSpPr>
        <p:spPr>
          <a:xfrm>
            <a:off x="838200" y="1828800"/>
            <a:ext cx="7718712" cy="35086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GB" sz="2400" dirty="0"/>
              <a:t>Customer scenario is a narrative that describes how a specific persona interacts with a website to achieve a particular goal. </a:t>
            </a:r>
          </a:p>
          <a:p>
            <a:pPr marL="285750" indent="-285750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GB" sz="2400" dirty="0"/>
              <a:t>Scenarios provide context around user behaviour, outlining the steps, motivations, and challenges faced by users while navigating through a digital experience.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400" dirty="0"/>
              <a:t>They help developers, designers, and stakeholders understand users' interactions in a more concrete way. </a:t>
            </a:r>
          </a:p>
        </p:txBody>
      </p:sp>
    </p:spTree>
    <p:extLst>
      <p:ext uri="{BB962C8B-B14F-4D97-AF65-F5344CB8AC3E}">
        <p14:creationId xmlns:p14="http://schemas.microsoft.com/office/powerpoint/2010/main" val="25906877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93864" y="1760220"/>
            <a:ext cx="2204720" cy="3110230"/>
          </a:xfrm>
          <a:prstGeom prst="rect">
            <a:avLst/>
          </a:prstGeom>
        </p:spPr>
        <p:txBody>
          <a:bodyPr vert="horz" wrap="square" lIns="0" tIns="79375" rIns="0" bIns="0" rtlCol="0">
            <a:spAutoFit/>
          </a:bodyPr>
          <a:lstStyle/>
          <a:p>
            <a:pPr marL="12700" marR="5080">
              <a:lnSpc>
                <a:spcPct val="90000"/>
              </a:lnSpc>
              <a:spcBef>
                <a:spcPts val="625"/>
              </a:spcBef>
            </a:pPr>
            <a:r>
              <a:rPr sz="4400" spc="-5" dirty="0">
                <a:solidFill>
                  <a:srgbClr val="FFFFFF"/>
                </a:solidFill>
                <a:latin typeface="Calibri Light"/>
                <a:cs typeface="Calibri Light"/>
              </a:rPr>
              <a:t>Cu</a:t>
            </a:r>
            <a:r>
              <a:rPr sz="4400" spc="-60" dirty="0">
                <a:solidFill>
                  <a:srgbClr val="FFFFFF"/>
                </a:solidFill>
                <a:latin typeface="Calibri Light"/>
                <a:cs typeface="Calibri Light"/>
              </a:rPr>
              <a:t>s</a:t>
            </a:r>
            <a:r>
              <a:rPr sz="4400" spc="-40" dirty="0">
                <a:solidFill>
                  <a:srgbClr val="FFFFFF"/>
                </a:solidFill>
                <a:latin typeface="Calibri Light"/>
                <a:cs typeface="Calibri Light"/>
              </a:rPr>
              <a:t>t</a:t>
            </a:r>
            <a:r>
              <a:rPr sz="4400" spc="5" dirty="0">
                <a:solidFill>
                  <a:srgbClr val="FFFFFF"/>
                </a:solidFill>
                <a:latin typeface="Calibri Light"/>
                <a:cs typeface="Calibri Light"/>
              </a:rPr>
              <a:t>o</a:t>
            </a:r>
            <a:r>
              <a:rPr sz="4400" spc="-5" dirty="0">
                <a:solidFill>
                  <a:srgbClr val="FFFFFF"/>
                </a:solidFill>
                <a:latin typeface="Calibri Light"/>
                <a:cs typeface="Calibri Light"/>
              </a:rPr>
              <a:t>m</a:t>
            </a:r>
            <a:r>
              <a:rPr sz="4400" dirty="0">
                <a:solidFill>
                  <a:srgbClr val="FFFFFF"/>
                </a:solidFill>
                <a:latin typeface="Calibri Light"/>
                <a:cs typeface="Calibri Light"/>
              </a:rPr>
              <a:t>er  </a:t>
            </a:r>
            <a:r>
              <a:rPr sz="4400" spc="-5" dirty="0">
                <a:solidFill>
                  <a:srgbClr val="FFFFFF"/>
                </a:solidFill>
                <a:latin typeface="Calibri Light"/>
                <a:cs typeface="Calibri Light"/>
              </a:rPr>
              <a:t>Scenarios </a:t>
            </a:r>
            <a:r>
              <a:rPr sz="4400" spc="-98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4400" dirty="0">
                <a:solidFill>
                  <a:srgbClr val="FFFFFF"/>
                </a:solidFill>
                <a:latin typeface="Calibri Light"/>
                <a:cs typeface="Calibri Light"/>
              </a:rPr>
              <a:t>&amp; </a:t>
            </a:r>
            <a:r>
              <a:rPr sz="4400" spc="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4400" spc="-5" dirty="0">
                <a:solidFill>
                  <a:srgbClr val="FFFFFF"/>
                </a:solidFill>
                <a:latin typeface="Calibri Light"/>
                <a:cs typeface="Calibri Light"/>
              </a:rPr>
              <a:t>Cu</a:t>
            </a:r>
            <a:r>
              <a:rPr sz="4400" spc="-60" dirty="0">
                <a:solidFill>
                  <a:srgbClr val="FFFFFF"/>
                </a:solidFill>
                <a:latin typeface="Calibri Light"/>
                <a:cs typeface="Calibri Light"/>
              </a:rPr>
              <a:t>s</a:t>
            </a:r>
            <a:r>
              <a:rPr sz="4400" spc="-40" dirty="0">
                <a:solidFill>
                  <a:srgbClr val="FFFFFF"/>
                </a:solidFill>
                <a:latin typeface="Calibri Light"/>
                <a:cs typeface="Calibri Light"/>
              </a:rPr>
              <a:t>t</a:t>
            </a:r>
            <a:r>
              <a:rPr sz="4400" spc="5" dirty="0">
                <a:solidFill>
                  <a:srgbClr val="FFFFFF"/>
                </a:solidFill>
                <a:latin typeface="Calibri Light"/>
                <a:cs typeface="Calibri Light"/>
              </a:rPr>
              <a:t>o</a:t>
            </a:r>
            <a:r>
              <a:rPr sz="4400" spc="-5" dirty="0">
                <a:solidFill>
                  <a:srgbClr val="FFFFFF"/>
                </a:solidFill>
                <a:latin typeface="Calibri Light"/>
                <a:cs typeface="Calibri Light"/>
              </a:rPr>
              <a:t>m</a:t>
            </a:r>
            <a:r>
              <a:rPr sz="4400" dirty="0">
                <a:solidFill>
                  <a:srgbClr val="FFFFFF"/>
                </a:solidFill>
                <a:latin typeface="Calibri Light"/>
                <a:cs typeface="Calibri Light"/>
              </a:rPr>
              <a:t>er  </a:t>
            </a:r>
            <a:r>
              <a:rPr sz="4400" spc="-15" dirty="0">
                <a:solidFill>
                  <a:srgbClr val="FFFFFF"/>
                </a:solidFill>
                <a:latin typeface="Calibri Light"/>
                <a:cs typeface="Calibri Light"/>
              </a:rPr>
              <a:t>Journeys</a:t>
            </a:r>
            <a:endParaRPr sz="4400">
              <a:latin typeface="Calibri Light"/>
              <a:cs typeface="Calibri Light"/>
            </a:endParaRPr>
          </a:p>
        </p:txBody>
      </p:sp>
      <p:sp>
        <p:nvSpPr>
          <p:cNvPr id="3" name="object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130598" y="4433707"/>
            <a:ext cx="1658620" cy="2169160"/>
          </a:xfrm>
          <a:custGeom>
            <a:avLst/>
            <a:gdLst/>
            <a:ahLst/>
            <a:cxnLst/>
            <a:rect l="l" t="t" r="r" b="b"/>
            <a:pathLst>
              <a:path w="1658620" h="2169159">
                <a:moveTo>
                  <a:pt x="100872" y="2041064"/>
                </a:moveTo>
                <a:lnTo>
                  <a:pt x="62419" y="2041713"/>
                </a:lnTo>
                <a:lnTo>
                  <a:pt x="17838" y="2061067"/>
                </a:lnTo>
                <a:lnTo>
                  <a:pt x="0" y="2106275"/>
                </a:lnTo>
                <a:lnTo>
                  <a:pt x="5406" y="2130905"/>
                </a:lnTo>
                <a:lnTo>
                  <a:pt x="19353" y="2150856"/>
                </a:lnTo>
                <a:lnTo>
                  <a:pt x="39764" y="2164122"/>
                </a:lnTo>
                <a:lnTo>
                  <a:pt x="64561" y="2168695"/>
                </a:lnTo>
                <a:lnTo>
                  <a:pt x="105156" y="2168010"/>
                </a:lnTo>
                <a:lnTo>
                  <a:pt x="146570" y="2165912"/>
                </a:lnTo>
                <a:lnTo>
                  <a:pt x="187716" y="2162435"/>
                </a:lnTo>
                <a:lnTo>
                  <a:pt x="228574" y="2157598"/>
                </a:lnTo>
                <a:lnTo>
                  <a:pt x="269130" y="2151416"/>
                </a:lnTo>
                <a:lnTo>
                  <a:pt x="309365" y="2143910"/>
                </a:lnTo>
                <a:lnTo>
                  <a:pt x="349265" y="2135096"/>
                </a:lnTo>
                <a:lnTo>
                  <a:pt x="388811" y="2124993"/>
                </a:lnTo>
                <a:lnTo>
                  <a:pt x="427991" y="2113621"/>
                </a:lnTo>
                <a:lnTo>
                  <a:pt x="479404" y="2091645"/>
                </a:lnTo>
                <a:lnTo>
                  <a:pt x="501083" y="2049055"/>
                </a:lnTo>
                <a:lnTo>
                  <a:pt x="500164" y="2041118"/>
                </a:lnTo>
                <a:lnTo>
                  <a:pt x="99800" y="2041118"/>
                </a:lnTo>
                <a:lnTo>
                  <a:pt x="100872" y="2041064"/>
                </a:lnTo>
                <a:close/>
              </a:path>
              <a:path w="1658620" h="2169159">
                <a:moveTo>
                  <a:pt x="101942" y="2041046"/>
                </a:moveTo>
                <a:lnTo>
                  <a:pt x="100872" y="2041064"/>
                </a:lnTo>
                <a:lnTo>
                  <a:pt x="99800" y="2041118"/>
                </a:lnTo>
                <a:lnTo>
                  <a:pt x="101942" y="2041046"/>
                </a:lnTo>
                <a:close/>
              </a:path>
              <a:path w="1658620" h="2169159">
                <a:moveTo>
                  <a:pt x="500155" y="2041046"/>
                </a:moveTo>
                <a:lnTo>
                  <a:pt x="101942" y="2041046"/>
                </a:lnTo>
                <a:lnTo>
                  <a:pt x="99800" y="2041118"/>
                </a:lnTo>
                <a:lnTo>
                  <a:pt x="500164" y="2041118"/>
                </a:lnTo>
                <a:close/>
              </a:path>
              <a:path w="1658620" h="2169159">
                <a:moveTo>
                  <a:pt x="138009" y="2039183"/>
                </a:moveTo>
                <a:lnTo>
                  <a:pt x="100872" y="2041064"/>
                </a:lnTo>
                <a:lnTo>
                  <a:pt x="101942" y="2041046"/>
                </a:lnTo>
                <a:lnTo>
                  <a:pt x="500155" y="2041046"/>
                </a:lnTo>
                <a:lnTo>
                  <a:pt x="499950" y="2039273"/>
                </a:lnTo>
                <a:lnTo>
                  <a:pt x="136944" y="2039273"/>
                </a:lnTo>
                <a:lnTo>
                  <a:pt x="138009" y="2039183"/>
                </a:lnTo>
                <a:close/>
              </a:path>
              <a:path w="1658620" h="2169159">
                <a:moveTo>
                  <a:pt x="139077" y="2039129"/>
                </a:moveTo>
                <a:lnTo>
                  <a:pt x="138009" y="2039183"/>
                </a:lnTo>
                <a:lnTo>
                  <a:pt x="136944" y="2039273"/>
                </a:lnTo>
                <a:lnTo>
                  <a:pt x="139077" y="2039129"/>
                </a:lnTo>
                <a:close/>
              </a:path>
              <a:path w="1658620" h="2169159">
                <a:moveTo>
                  <a:pt x="499933" y="2039129"/>
                </a:moveTo>
                <a:lnTo>
                  <a:pt x="139077" y="2039129"/>
                </a:lnTo>
                <a:lnTo>
                  <a:pt x="136944" y="2039273"/>
                </a:lnTo>
                <a:lnTo>
                  <a:pt x="499950" y="2039273"/>
                </a:lnTo>
                <a:lnTo>
                  <a:pt x="499933" y="2039129"/>
                </a:lnTo>
                <a:close/>
              </a:path>
              <a:path w="1658620" h="2169159">
                <a:moveTo>
                  <a:pt x="174901" y="2036066"/>
                </a:moveTo>
                <a:lnTo>
                  <a:pt x="138009" y="2039183"/>
                </a:lnTo>
                <a:lnTo>
                  <a:pt x="139077" y="2039129"/>
                </a:lnTo>
                <a:lnTo>
                  <a:pt x="499933" y="2039129"/>
                </a:lnTo>
                <a:lnTo>
                  <a:pt x="499593" y="2036191"/>
                </a:lnTo>
                <a:lnTo>
                  <a:pt x="173842" y="2036191"/>
                </a:lnTo>
                <a:lnTo>
                  <a:pt x="174901" y="2036066"/>
                </a:lnTo>
                <a:close/>
              </a:path>
              <a:path w="1658620" h="2169159">
                <a:moveTo>
                  <a:pt x="175962" y="2035976"/>
                </a:moveTo>
                <a:lnTo>
                  <a:pt x="174901" y="2036066"/>
                </a:lnTo>
                <a:lnTo>
                  <a:pt x="173842" y="2036191"/>
                </a:lnTo>
                <a:lnTo>
                  <a:pt x="175962" y="2035976"/>
                </a:lnTo>
                <a:close/>
              </a:path>
              <a:path w="1658620" h="2169159">
                <a:moveTo>
                  <a:pt x="499568" y="2035976"/>
                </a:moveTo>
                <a:lnTo>
                  <a:pt x="175962" y="2035976"/>
                </a:lnTo>
                <a:lnTo>
                  <a:pt x="173842" y="2036191"/>
                </a:lnTo>
                <a:lnTo>
                  <a:pt x="499593" y="2036191"/>
                </a:lnTo>
                <a:lnTo>
                  <a:pt x="499568" y="2035976"/>
                </a:lnTo>
                <a:close/>
              </a:path>
              <a:path w="1658620" h="2169159">
                <a:moveTo>
                  <a:pt x="211540" y="2031727"/>
                </a:moveTo>
                <a:lnTo>
                  <a:pt x="174901" y="2036066"/>
                </a:lnTo>
                <a:lnTo>
                  <a:pt x="175962" y="2035976"/>
                </a:lnTo>
                <a:lnTo>
                  <a:pt x="499568" y="2035976"/>
                </a:lnTo>
                <a:lnTo>
                  <a:pt x="499094" y="2031888"/>
                </a:lnTo>
                <a:lnTo>
                  <a:pt x="210488" y="2031888"/>
                </a:lnTo>
                <a:lnTo>
                  <a:pt x="211540" y="2031727"/>
                </a:lnTo>
                <a:close/>
              </a:path>
              <a:path w="1658620" h="2169159">
                <a:moveTo>
                  <a:pt x="212589" y="2031603"/>
                </a:moveTo>
                <a:lnTo>
                  <a:pt x="211540" y="2031727"/>
                </a:lnTo>
                <a:lnTo>
                  <a:pt x="210488" y="2031888"/>
                </a:lnTo>
                <a:lnTo>
                  <a:pt x="212589" y="2031603"/>
                </a:lnTo>
                <a:close/>
              </a:path>
              <a:path w="1658620" h="2169159">
                <a:moveTo>
                  <a:pt x="499061" y="2031603"/>
                </a:moveTo>
                <a:lnTo>
                  <a:pt x="212589" y="2031603"/>
                </a:lnTo>
                <a:lnTo>
                  <a:pt x="210488" y="2031888"/>
                </a:lnTo>
                <a:lnTo>
                  <a:pt x="499094" y="2031888"/>
                </a:lnTo>
                <a:lnTo>
                  <a:pt x="499061" y="2031603"/>
                </a:lnTo>
                <a:close/>
              </a:path>
              <a:path w="1658620" h="2169159">
                <a:moveTo>
                  <a:pt x="247907" y="2026185"/>
                </a:moveTo>
                <a:lnTo>
                  <a:pt x="211540" y="2031727"/>
                </a:lnTo>
                <a:lnTo>
                  <a:pt x="212589" y="2031603"/>
                </a:lnTo>
                <a:lnTo>
                  <a:pt x="499061" y="2031603"/>
                </a:lnTo>
                <a:lnTo>
                  <a:pt x="498456" y="2026377"/>
                </a:lnTo>
                <a:lnTo>
                  <a:pt x="246874" y="2026377"/>
                </a:lnTo>
                <a:lnTo>
                  <a:pt x="247907" y="2026185"/>
                </a:lnTo>
                <a:close/>
              </a:path>
              <a:path w="1658620" h="2169159">
                <a:moveTo>
                  <a:pt x="248953" y="2026025"/>
                </a:moveTo>
                <a:lnTo>
                  <a:pt x="247907" y="2026185"/>
                </a:lnTo>
                <a:lnTo>
                  <a:pt x="246874" y="2026377"/>
                </a:lnTo>
                <a:lnTo>
                  <a:pt x="248953" y="2026025"/>
                </a:lnTo>
                <a:close/>
              </a:path>
              <a:path w="1658620" h="2169159">
                <a:moveTo>
                  <a:pt x="498415" y="2026025"/>
                </a:moveTo>
                <a:lnTo>
                  <a:pt x="248953" y="2026025"/>
                </a:lnTo>
                <a:lnTo>
                  <a:pt x="246874" y="2026377"/>
                </a:lnTo>
                <a:lnTo>
                  <a:pt x="498456" y="2026377"/>
                </a:lnTo>
                <a:lnTo>
                  <a:pt x="498415" y="2026025"/>
                </a:lnTo>
                <a:close/>
              </a:path>
              <a:path w="1658620" h="2169159">
                <a:moveTo>
                  <a:pt x="284013" y="2019448"/>
                </a:moveTo>
                <a:lnTo>
                  <a:pt x="247907" y="2026185"/>
                </a:lnTo>
                <a:lnTo>
                  <a:pt x="248953" y="2026025"/>
                </a:lnTo>
                <a:lnTo>
                  <a:pt x="498415" y="2026025"/>
                </a:lnTo>
                <a:lnTo>
                  <a:pt x="498181" y="2024007"/>
                </a:lnTo>
                <a:lnTo>
                  <a:pt x="495736" y="2019674"/>
                </a:lnTo>
                <a:lnTo>
                  <a:pt x="282992" y="2019674"/>
                </a:lnTo>
                <a:lnTo>
                  <a:pt x="284013" y="2019448"/>
                </a:lnTo>
                <a:close/>
              </a:path>
              <a:path w="1658620" h="2169159">
                <a:moveTo>
                  <a:pt x="285043" y="2019256"/>
                </a:moveTo>
                <a:lnTo>
                  <a:pt x="284013" y="2019448"/>
                </a:lnTo>
                <a:lnTo>
                  <a:pt x="282992" y="2019674"/>
                </a:lnTo>
                <a:lnTo>
                  <a:pt x="285043" y="2019256"/>
                </a:lnTo>
                <a:close/>
              </a:path>
              <a:path w="1658620" h="2169159">
                <a:moveTo>
                  <a:pt x="495500" y="2019256"/>
                </a:moveTo>
                <a:lnTo>
                  <a:pt x="285043" y="2019256"/>
                </a:lnTo>
                <a:lnTo>
                  <a:pt x="282992" y="2019674"/>
                </a:lnTo>
                <a:lnTo>
                  <a:pt x="495736" y="2019674"/>
                </a:lnTo>
                <a:lnTo>
                  <a:pt x="495500" y="2019256"/>
                </a:lnTo>
                <a:close/>
              </a:path>
              <a:path w="1658620" h="2169159">
                <a:moveTo>
                  <a:pt x="319843" y="2011533"/>
                </a:moveTo>
                <a:lnTo>
                  <a:pt x="284013" y="2019448"/>
                </a:lnTo>
                <a:lnTo>
                  <a:pt x="285043" y="2019256"/>
                </a:lnTo>
                <a:lnTo>
                  <a:pt x="495500" y="2019256"/>
                </a:lnTo>
                <a:lnTo>
                  <a:pt x="491287" y="2011790"/>
                </a:lnTo>
                <a:lnTo>
                  <a:pt x="318837" y="2011790"/>
                </a:lnTo>
                <a:lnTo>
                  <a:pt x="319843" y="2011533"/>
                </a:lnTo>
                <a:close/>
              </a:path>
              <a:path w="1658620" h="2169159">
                <a:moveTo>
                  <a:pt x="320856" y="2011309"/>
                </a:moveTo>
                <a:lnTo>
                  <a:pt x="319843" y="2011533"/>
                </a:lnTo>
                <a:lnTo>
                  <a:pt x="318837" y="2011790"/>
                </a:lnTo>
                <a:lnTo>
                  <a:pt x="320856" y="2011309"/>
                </a:lnTo>
                <a:close/>
              </a:path>
              <a:path w="1658620" h="2169159">
                <a:moveTo>
                  <a:pt x="491016" y="2011309"/>
                </a:moveTo>
                <a:lnTo>
                  <a:pt x="320856" y="2011309"/>
                </a:lnTo>
                <a:lnTo>
                  <a:pt x="318837" y="2011790"/>
                </a:lnTo>
                <a:lnTo>
                  <a:pt x="491287" y="2011790"/>
                </a:lnTo>
                <a:lnTo>
                  <a:pt x="491016" y="2011309"/>
                </a:lnTo>
                <a:close/>
              </a:path>
              <a:path w="1658620" h="2169159">
                <a:moveTo>
                  <a:pt x="355379" y="2002455"/>
                </a:moveTo>
                <a:lnTo>
                  <a:pt x="319843" y="2011533"/>
                </a:lnTo>
                <a:lnTo>
                  <a:pt x="320856" y="2011309"/>
                </a:lnTo>
                <a:lnTo>
                  <a:pt x="491016" y="2011309"/>
                </a:lnTo>
                <a:lnTo>
                  <a:pt x="486180" y="2002741"/>
                </a:lnTo>
                <a:lnTo>
                  <a:pt x="354397" y="2002741"/>
                </a:lnTo>
                <a:lnTo>
                  <a:pt x="355379" y="2002455"/>
                </a:lnTo>
                <a:close/>
              </a:path>
              <a:path w="1658620" h="2169159">
                <a:moveTo>
                  <a:pt x="356382" y="2002199"/>
                </a:moveTo>
                <a:lnTo>
                  <a:pt x="355379" y="2002455"/>
                </a:lnTo>
                <a:lnTo>
                  <a:pt x="354397" y="2002741"/>
                </a:lnTo>
                <a:lnTo>
                  <a:pt x="356382" y="2002199"/>
                </a:lnTo>
                <a:close/>
              </a:path>
              <a:path w="1658620" h="2169159">
                <a:moveTo>
                  <a:pt x="485875" y="2002199"/>
                </a:moveTo>
                <a:lnTo>
                  <a:pt x="356382" y="2002199"/>
                </a:lnTo>
                <a:lnTo>
                  <a:pt x="354397" y="2002741"/>
                </a:lnTo>
                <a:lnTo>
                  <a:pt x="486180" y="2002741"/>
                </a:lnTo>
                <a:lnTo>
                  <a:pt x="485875" y="2002199"/>
                </a:lnTo>
                <a:close/>
              </a:path>
              <a:path w="1658620" h="2169159">
                <a:moveTo>
                  <a:pt x="472846" y="1991939"/>
                </a:moveTo>
                <a:lnTo>
                  <a:pt x="391610" y="1991939"/>
                </a:lnTo>
                <a:lnTo>
                  <a:pt x="389665" y="1992538"/>
                </a:lnTo>
                <a:lnTo>
                  <a:pt x="355379" y="2002455"/>
                </a:lnTo>
                <a:lnTo>
                  <a:pt x="356382" y="2002199"/>
                </a:lnTo>
                <a:lnTo>
                  <a:pt x="485875" y="2002199"/>
                </a:lnTo>
                <a:lnTo>
                  <a:pt x="485788" y="2002047"/>
                </a:lnTo>
                <a:lnTo>
                  <a:pt x="472846" y="1991939"/>
                </a:lnTo>
                <a:close/>
              </a:path>
              <a:path w="1658620" h="2169159">
                <a:moveTo>
                  <a:pt x="390632" y="1992223"/>
                </a:moveTo>
                <a:lnTo>
                  <a:pt x="389548" y="1992538"/>
                </a:lnTo>
                <a:lnTo>
                  <a:pt x="390632" y="1992223"/>
                </a:lnTo>
                <a:close/>
              </a:path>
              <a:path w="1658620" h="2169159">
                <a:moveTo>
                  <a:pt x="391610" y="1991939"/>
                </a:moveTo>
                <a:lnTo>
                  <a:pt x="390632" y="1992223"/>
                </a:lnTo>
                <a:lnTo>
                  <a:pt x="389665" y="1992538"/>
                </a:lnTo>
                <a:lnTo>
                  <a:pt x="391610" y="1991939"/>
                </a:lnTo>
                <a:close/>
              </a:path>
              <a:path w="1658620" h="2169159">
                <a:moveTo>
                  <a:pt x="443199" y="1980367"/>
                </a:moveTo>
                <a:lnTo>
                  <a:pt x="418151" y="1983269"/>
                </a:lnTo>
                <a:lnTo>
                  <a:pt x="390632" y="1992223"/>
                </a:lnTo>
                <a:lnTo>
                  <a:pt x="391610" y="1991939"/>
                </a:lnTo>
                <a:lnTo>
                  <a:pt x="472846" y="1991939"/>
                </a:lnTo>
                <a:lnTo>
                  <a:pt x="466603" y="1987063"/>
                </a:lnTo>
                <a:lnTo>
                  <a:pt x="443199" y="1980367"/>
                </a:lnTo>
                <a:close/>
              </a:path>
              <a:path w="1658620" h="2169159">
                <a:moveTo>
                  <a:pt x="877137" y="1709311"/>
                </a:moveTo>
                <a:lnTo>
                  <a:pt x="835179" y="1745176"/>
                </a:lnTo>
                <a:lnTo>
                  <a:pt x="819633" y="1765029"/>
                </a:lnTo>
                <a:lnTo>
                  <a:pt x="813132" y="1788489"/>
                </a:lnTo>
                <a:lnTo>
                  <a:pt x="815903" y="1812674"/>
                </a:lnTo>
                <a:lnTo>
                  <a:pt x="828169" y="1834705"/>
                </a:lnTo>
                <a:lnTo>
                  <a:pt x="848023" y="1850251"/>
                </a:lnTo>
                <a:lnTo>
                  <a:pt x="871482" y="1856751"/>
                </a:lnTo>
                <a:lnTo>
                  <a:pt x="895667" y="1853981"/>
                </a:lnTo>
                <a:lnTo>
                  <a:pt x="917698" y="1841714"/>
                </a:lnTo>
                <a:lnTo>
                  <a:pt x="962151" y="1803717"/>
                </a:lnTo>
                <a:lnTo>
                  <a:pt x="1024525" y="1744576"/>
                </a:lnTo>
                <a:lnTo>
                  <a:pt x="1057113" y="1710431"/>
                </a:lnTo>
                <a:lnTo>
                  <a:pt x="875957" y="1710431"/>
                </a:lnTo>
                <a:lnTo>
                  <a:pt x="877137" y="1709311"/>
                </a:lnTo>
                <a:close/>
              </a:path>
              <a:path w="1658620" h="2169159">
                <a:moveTo>
                  <a:pt x="878389" y="1708242"/>
                </a:moveTo>
                <a:lnTo>
                  <a:pt x="877137" y="1709311"/>
                </a:lnTo>
                <a:lnTo>
                  <a:pt x="875957" y="1710431"/>
                </a:lnTo>
                <a:lnTo>
                  <a:pt x="878389" y="1708242"/>
                </a:lnTo>
                <a:close/>
              </a:path>
              <a:path w="1658620" h="2169159">
                <a:moveTo>
                  <a:pt x="1059202" y="1708242"/>
                </a:moveTo>
                <a:lnTo>
                  <a:pt x="878389" y="1708242"/>
                </a:lnTo>
                <a:lnTo>
                  <a:pt x="875957" y="1710431"/>
                </a:lnTo>
                <a:lnTo>
                  <a:pt x="1057113" y="1710431"/>
                </a:lnTo>
                <a:lnTo>
                  <a:pt x="1059202" y="1708242"/>
                </a:lnTo>
                <a:close/>
              </a:path>
              <a:path w="1658620" h="2169159">
                <a:moveTo>
                  <a:pt x="1108943" y="1653507"/>
                </a:moveTo>
                <a:lnTo>
                  <a:pt x="935993" y="1653507"/>
                </a:lnTo>
                <a:lnTo>
                  <a:pt x="933747" y="1655746"/>
                </a:lnTo>
                <a:lnTo>
                  <a:pt x="877137" y="1709311"/>
                </a:lnTo>
                <a:lnTo>
                  <a:pt x="878389" y="1708242"/>
                </a:lnTo>
                <a:lnTo>
                  <a:pt x="1059202" y="1708242"/>
                </a:lnTo>
                <a:lnTo>
                  <a:pt x="1084530" y="1681704"/>
                </a:lnTo>
                <a:lnTo>
                  <a:pt x="1108943" y="1653507"/>
                </a:lnTo>
                <a:close/>
              </a:path>
              <a:path w="1658620" h="2169159">
                <a:moveTo>
                  <a:pt x="934835" y="1654605"/>
                </a:moveTo>
                <a:lnTo>
                  <a:pt x="933632" y="1655746"/>
                </a:lnTo>
                <a:lnTo>
                  <a:pt x="934835" y="1654605"/>
                </a:lnTo>
                <a:close/>
              </a:path>
              <a:path w="1658620" h="2169159">
                <a:moveTo>
                  <a:pt x="935993" y="1653507"/>
                </a:moveTo>
                <a:lnTo>
                  <a:pt x="934835" y="1654605"/>
                </a:lnTo>
                <a:lnTo>
                  <a:pt x="933747" y="1655746"/>
                </a:lnTo>
                <a:lnTo>
                  <a:pt x="935993" y="1653507"/>
                </a:lnTo>
                <a:close/>
              </a:path>
              <a:path w="1658620" h="2169159">
                <a:moveTo>
                  <a:pt x="1157893" y="1595134"/>
                </a:moveTo>
                <a:lnTo>
                  <a:pt x="991594" y="1595134"/>
                </a:lnTo>
                <a:lnTo>
                  <a:pt x="989525" y="1597410"/>
                </a:lnTo>
                <a:lnTo>
                  <a:pt x="934835" y="1654605"/>
                </a:lnTo>
                <a:lnTo>
                  <a:pt x="935993" y="1653507"/>
                </a:lnTo>
                <a:lnTo>
                  <a:pt x="1108943" y="1653507"/>
                </a:lnTo>
                <a:lnTo>
                  <a:pt x="1142077" y="1615238"/>
                </a:lnTo>
                <a:lnTo>
                  <a:pt x="1157893" y="1595134"/>
                </a:lnTo>
                <a:close/>
              </a:path>
              <a:path w="1658620" h="2169159">
                <a:moveTo>
                  <a:pt x="990537" y="1596242"/>
                </a:moveTo>
                <a:lnTo>
                  <a:pt x="989422" y="1597410"/>
                </a:lnTo>
                <a:lnTo>
                  <a:pt x="990537" y="1596242"/>
                </a:lnTo>
                <a:close/>
              </a:path>
              <a:path w="1658620" h="2169159">
                <a:moveTo>
                  <a:pt x="991594" y="1595134"/>
                </a:moveTo>
                <a:lnTo>
                  <a:pt x="990537" y="1596242"/>
                </a:lnTo>
                <a:lnTo>
                  <a:pt x="989525" y="1597410"/>
                </a:lnTo>
                <a:lnTo>
                  <a:pt x="991594" y="1595134"/>
                </a:lnTo>
                <a:close/>
              </a:path>
              <a:path w="1658620" h="2169159">
                <a:moveTo>
                  <a:pt x="1199427" y="1533238"/>
                </a:moveTo>
                <a:lnTo>
                  <a:pt x="1045088" y="1533238"/>
                </a:lnTo>
                <a:lnTo>
                  <a:pt x="1043185" y="1535543"/>
                </a:lnTo>
                <a:lnTo>
                  <a:pt x="990537" y="1596242"/>
                </a:lnTo>
                <a:lnTo>
                  <a:pt x="991594" y="1595134"/>
                </a:lnTo>
                <a:lnTo>
                  <a:pt x="1157893" y="1595134"/>
                </a:lnTo>
                <a:lnTo>
                  <a:pt x="1187984" y="1556881"/>
                </a:lnTo>
                <a:lnTo>
                  <a:pt x="1199344" y="1534369"/>
                </a:lnTo>
                <a:lnTo>
                  <a:pt x="1199427" y="1533238"/>
                </a:lnTo>
                <a:close/>
              </a:path>
              <a:path w="1658620" h="2169159">
                <a:moveTo>
                  <a:pt x="1044109" y="1534368"/>
                </a:moveTo>
                <a:lnTo>
                  <a:pt x="1043092" y="1535543"/>
                </a:lnTo>
                <a:lnTo>
                  <a:pt x="1044109" y="1534368"/>
                </a:lnTo>
                <a:close/>
              </a:path>
              <a:path w="1658620" h="2169159">
                <a:moveTo>
                  <a:pt x="1045088" y="1533238"/>
                </a:moveTo>
                <a:lnTo>
                  <a:pt x="1044108" y="1534369"/>
                </a:lnTo>
                <a:lnTo>
                  <a:pt x="1043185" y="1535543"/>
                </a:lnTo>
                <a:lnTo>
                  <a:pt x="1045088" y="1533238"/>
                </a:lnTo>
                <a:close/>
              </a:path>
              <a:path w="1658620" h="2169159">
                <a:moveTo>
                  <a:pt x="1130546" y="1454569"/>
                </a:moveTo>
                <a:lnTo>
                  <a:pt x="1107371" y="1462019"/>
                </a:lnTo>
                <a:lnTo>
                  <a:pt x="1088167" y="1478360"/>
                </a:lnTo>
                <a:lnTo>
                  <a:pt x="1044109" y="1534368"/>
                </a:lnTo>
                <a:lnTo>
                  <a:pt x="1045088" y="1533238"/>
                </a:lnTo>
                <a:lnTo>
                  <a:pt x="1199427" y="1533238"/>
                </a:lnTo>
                <a:lnTo>
                  <a:pt x="1201127" y="1510091"/>
                </a:lnTo>
                <a:lnTo>
                  <a:pt x="1193677" y="1486916"/>
                </a:lnTo>
                <a:lnTo>
                  <a:pt x="1177336" y="1467712"/>
                </a:lnTo>
                <a:lnTo>
                  <a:pt x="1154824" y="1456352"/>
                </a:lnTo>
                <a:lnTo>
                  <a:pt x="1130546" y="1454569"/>
                </a:lnTo>
                <a:close/>
              </a:path>
              <a:path w="1658620" h="2169159">
                <a:moveTo>
                  <a:pt x="1487642" y="1011546"/>
                </a:moveTo>
                <a:lnTo>
                  <a:pt x="1351650" y="1011546"/>
                </a:lnTo>
                <a:lnTo>
                  <a:pt x="1350683" y="1013921"/>
                </a:lnTo>
                <a:lnTo>
                  <a:pt x="1333413" y="1053835"/>
                </a:lnTo>
                <a:lnTo>
                  <a:pt x="1328208" y="1078508"/>
                </a:lnTo>
                <a:lnTo>
                  <a:pt x="1332711" y="1102431"/>
                </a:lnTo>
                <a:lnTo>
                  <a:pt x="1345856" y="1122920"/>
                </a:lnTo>
                <a:lnTo>
                  <a:pt x="1366577" y="1137290"/>
                </a:lnTo>
                <a:lnTo>
                  <a:pt x="1391249" y="1142495"/>
                </a:lnTo>
                <a:lnTo>
                  <a:pt x="1415173" y="1137992"/>
                </a:lnTo>
                <a:lnTo>
                  <a:pt x="1435662" y="1124847"/>
                </a:lnTo>
                <a:lnTo>
                  <a:pt x="1450032" y="1104126"/>
                </a:lnTo>
                <a:lnTo>
                  <a:pt x="1468776" y="1060658"/>
                </a:lnTo>
                <a:lnTo>
                  <a:pt x="1487642" y="1011546"/>
                </a:lnTo>
                <a:close/>
              </a:path>
              <a:path w="1658620" h="2169159">
                <a:moveTo>
                  <a:pt x="1351143" y="1012723"/>
                </a:moveTo>
                <a:lnTo>
                  <a:pt x="1350626" y="1013921"/>
                </a:lnTo>
                <a:lnTo>
                  <a:pt x="1351143" y="1012723"/>
                </a:lnTo>
                <a:close/>
              </a:path>
              <a:path w="1658620" h="2169159">
                <a:moveTo>
                  <a:pt x="1351650" y="1011546"/>
                </a:moveTo>
                <a:lnTo>
                  <a:pt x="1351143" y="1012723"/>
                </a:lnTo>
                <a:lnTo>
                  <a:pt x="1350683" y="1013921"/>
                </a:lnTo>
                <a:lnTo>
                  <a:pt x="1351650" y="1011546"/>
                </a:lnTo>
                <a:close/>
              </a:path>
              <a:path w="1658620" h="2169159">
                <a:moveTo>
                  <a:pt x="1518548" y="925885"/>
                </a:moveTo>
                <a:lnTo>
                  <a:pt x="1384499" y="925885"/>
                </a:lnTo>
                <a:lnTo>
                  <a:pt x="1383639" y="928265"/>
                </a:lnTo>
                <a:lnTo>
                  <a:pt x="1351143" y="1012723"/>
                </a:lnTo>
                <a:lnTo>
                  <a:pt x="1351650" y="1011546"/>
                </a:lnTo>
                <a:lnTo>
                  <a:pt x="1487642" y="1011546"/>
                </a:lnTo>
                <a:lnTo>
                  <a:pt x="1503507" y="970245"/>
                </a:lnTo>
                <a:lnTo>
                  <a:pt x="1518548" y="925885"/>
                </a:lnTo>
                <a:close/>
              </a:path>
              <a:path w="1658620" h="2169159">
                <a:moveTo>
                  <a:pt x="1384049" y="927058"/>
                </a:moveTo>
                <a:lnTo>
                  <a:pt x="1383585" y="928265"/>
                </a:lnTo>
                <a:lnTo>
                  <a:pt x="1384049" y="927058"/>
                </a:lnTo>
                <a:close/>
              </a:path>
              <a:path w="1658620" h="2169159">
                <a:moveTo>
                  <a:pt x="1384499" y="925885"/>
                </a:moveTo>
                <a:lnTo>
                  <a:pt x="1384049" y="927058"/>
                </a:lnTo>
                <a:lnTo>
                  <a:pt x="1383639" y="928265"/>
                </a:lnTo>
                <a:lnTo>
                  <a:pt x="1384499" y="925885"/>
                </a:lnTo>
                <a:close/>
              </a:path>
              <a:path w="1658620" h="2169159">
                <a:moveTo>
                  <a:pt x="1546690" y="837825"/>
                </a:moveTo>
                <a:lnTo>
                  <a:pt x="1414305" y="837825"/>
                </a:lnTo>
                <a:lnTo>
                  <a:pt x="1413548" y="840209"/>
                </a:lnTo>
                <a:lnTo>
                  <a:pt x="1384049" y="927058"/>
                </a:lnTo>
                <a:lnTo>
                  <a:pt x="1384499" y="925885"/>
                </a:lnTo>
                <a:lnTo>
                  <a:pt x="1518548" y="925885"/>
                </a:lnTo>
                <a:lnTo>
                  <a:pt x="1534980" y="877422"/>
                </a:lnTo>
                <a:lnTo>
                  <a:pt x="1546690" y="837825"/>
                </a:lnTo>
                <a:close/>
              </a:path>
              <a:path w="1658620" h="2169159">
                <a:moveTo>
                  <a:pt x="1413898" y="839024"/>
                </a:moveTo>
                <a:lnTo>
                  <a:pt x="1413496" y="840209"/>
                </a:lnTo>
                <a:lnTo>
                  <a:pt x="1413898" y="839024"/>
                </a:lnTo>
                <a:close/>
              </a:path>
              <a:path w="1658620" h="2169159">
                <a:moveTo>
                  <a:pt x="1414305" y="837825"/>
                </a:moveTo>
                <a:lnTo>
                  <a:pt x="1413898" y="839024"/>
                </a:lnTo>
                <a:lnTo>
                  <a:pt x="1413548" y="840209"/>
                </a:lnTo>
                <a:lnTo>
                  <a:pt x="1414305" y="837825"/>
                </a:lnTo>
                <a:close/>
              </a:path>
              <a:path w="1658620" h="2169159">
                <a:moveTo>
                  <a:pt x="1571941" y="747491"/>
                </a:moveTo>
                <a:lnTo>
                  <a:pt x="1440967" y="747491"/>
                </a:lnTo>
                <a:lnTo>
                  <a:pt x="1440310" y="749879"/>
                </a:lnTo>
                <a:lnTo>
                  <a:pt x="1413898" y="839024"/>
                </a:lnTo>
                <a:lnTo>
                  <a:pt x="1414305" y="837825"/>
                </a:lnTo>
                <a:lnTo>
                  <a:pt x="1546690" y="837825"/>
                </a:lnTo>
                <a:lnTo>
                  <a:pt x="1563104" y="782318"/>
                </a:lnTo>
                <a:lnTo>
                  <a:pt x="1571941" y="747491"/>
                </a:lnTo>
                <a:close/>
              </a:path>
              <a:path w="1658620" h="2169159">
                <a:moveTo>
                  <a:pt x="1440610" y="748699"/>
                </a:moveTo>
                <a:lnTo>
                  <a:pt x="1440261" y="749879"/>
                </a:lnTo>
                <a:lnTo>
                  <a:pt x="1440610" y="748699"/>
                </a:lnTo>
                <a:close/>
              </a:path>
              <a:path w="1658620" h="2169159">
                <a:moveTo>
                  <a:pt x="1440967" y="747491"/>
                </a:moveTo>
                <a:lnTo>
                  <a:pt x="1440610" y="748699"/>
                </a:lnTo>
                <a:lnTo>
                  <a:pt x="1440310" y="749879"/>
                </a:lnTo>
                <a:lnTo>
                  <a:pt x="1440967" y="747491"/>
                </a:lnTo>
                <a:close/>
              </a:path>
              <a:path w="1658620" h="2169159">
                <a:moveTo>
                  <a:pt x="1504212" y="655740"/>
                </a:moveTo>
                <a:lnTo>
                  <a:pt x="1481301" y="663966"/>
                </a:lnTo>
                <a:lnTo>
                  <a:pt x="1463146" y="680183"/>
                </a:lnTo>
                <a:lnTo>
                  <a:pt x="1452229" y="702913"/>
                </a:lnTo>
                <a:lnTo>
                  <a:pt x="1440610" y="748699"/>
                </a:lnTo>
                <a:lnTo>
                  <a:pt x="1440967" y="747491"/>
                </a:lnTo>
                <a:lnTo>
                  <a:pt x="1571941" y="747491"/>
                </a:lnTo>
                <a:lnTo>
                  <a:pt x="1575327" y="734151"/>
                </a:lnTo>
                <a:lnTo>
                  <a:pt x="1576570" y="708966"/>
                </a:lnTo>
                <a:lnTo>
                  <a:pt x="1568344" y="686054"/>
                </a:lnTo>
                <a:lnTo>
                  <a:pt x="1552127" y="667899"/>
                </a:lnTo>
                <a:lnTo>
                  <a:pt x="1529397" y="656983"/>
                </a:lnTo>
                <a:lnTo>
                  <a:pt x="1504212" y="655740"/>
                </a:lnTo>
                <a:close/>
              </a:path>
              <a:path w="1658620" h="2169159">
                <a:moveTo>
                  <a:pt x="1656365" y="164938"/>
                </a:moveTo>
                <a:lnTo>
                  <a:pt x="1529388" y="164938"/>
                </a:lnTo>
                <a:lnTo>
                  <a:pt x="1529297" y="167350"/>
                </a:lnTo>
                <a:lnTo>
                  <a:pt x="1526617" y="213527"/>
                </a:lnTo>
                <a:lnTo>
                  <a:pt x="1542629" y="259415"/>
                </a:lnTo>
                <a:lnTo>
                  <a:pt x="1586398" y="280540"/>
                </a:lnTo>
                <a:lnTo>
                  <a:pt x="1611360" y="276965"/>
                </a:lnTo>
                <a:lnTo>
                  <a:pt x="1632286" y="264528"/>
                </a:lnTo>
                <a:lnTo>
                  <a:pt x="1647022" y="245151"/>
                </a:lnTo>
                <a:lnTo>
                  <a:pt x="1653411" y="220759"/>
                </a:lnTo>
                <a:lnTo>
                  <a:pt x="1656251" y="170964"/>
                </a:lnTo>
                <a:lnTo>
                  <a:pt x="1656365" y="164938"/>
                </a:lnTo>
                <a:close/>
              </a:path>
              <a:path w="1658620" h="2169159">
                <a:moveTo>
                  <a:pt x="1529320" y="166139"/>
                </a:moveTo>
                <a:lnTo>
                  <a:pt x="1529251" y="167350"/>
                </a:lnTo>
                <a:lnTo>
                  <a:pt x="1529320" y="166139"/>
                </a:lnTo>
                <a:close/>
              </a:path>
              <a:path w="1658620" h="2169159">
                <a:moveTo>
                  <a:pt x="1595982" y="0"/>
                </a:moveTo>
                <a:lnTo>
                  <a:pt x="1550736" y="17743"/>
                </a:lnTo>
                <a:lnTo>
                  <a:pt x="1531289" y="62284"/>
                </a:lnTo>
                <a:lnTo>
                  <a:pt x="1529320" y="166139"/>
                </a:lnTo>
                <a:lnTo>
                  <a:pt x="1529388" y="164938"/>
                </a:lnTo>
                <a:lnTo>
                  <a:pt x="1656365" y="164938"/>
                </a:lnTo>
                <a:lnTo>
                  <a:pt x="1658266" y="64692"/>
                </a:lnTo>
                <a:lnTo>
                  <a:pt x="1653745" y="39884"/>
                </a:lnTo>
                <a:lnTo>
                  <a:pt x="1640522" y="19446"/>
                </a:lnTo>
                <a:lnTo>
                  <a:pt x="1620600" y="5457"/>
                </a:lnTo>
                <a:lnTo>
                  <a:pt x="1595982" y="0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73811" rIns="0" bIns="0" rtlCol="0">
            <a:spAutoFit/>
          </a:bodyPr>
          <a:lstStyle/>
          <a:p>
            <a:pPr marL="2561590" marR="5080">
              <a:lnSpc>
                <a:spcPts val="3000"/>
              </a:lnSpc>
              <a:spcBef>
                <a:spcPts val="500"/>
              </a:spcBef>
            </a:pPr>
            <a:r>
              <a:rPr spc="-10" dirty="0"/>
              <a:t>Customer </a:t>
            </a:r>
            <a:r>
              <a:rPr spc="-5" dirty="0"/>
              <a:t>scenarios </a:t>
            </a:r>
            <a:r>
              <a:rPr spc="-10" dirty="0"/>
              <a:t>(customer </a:t>
            </a:r>
            <a:r>
              <a:rPr spc="-620" dirty="0"/>
              <a:t> </a:t>
            </a:r>
            <a:r>
              <a:rPr spc="-10" dirty="0"/>
              <a:t>journeys)</a:t>
            </a:r>
            <a:r>
              <a:rPr dirty="0"/>
              <a:t> </a:t>
            </a:r>
            <a:r>
              <a:rPr spc="-15" dirty="0"/>
              <a:t>are</a:t>
            </a:r>
            <a:r>
              <a:rPr spc="-10" dirty="0"/>
              <a:t> </a:t>
            </a:r>
            <a:r>
              <a:rPr b="1" i="1" spc="-10" dirty="0">
                <a:latin typeface="Calibri"/>
                <a:cs typeface="Calibri"/>
              </a:rPr>
              <a:t>developed</a:t>
            </a:r>
            <a:r>
              <a:rPr b="1" i="1" spc="-5" dirty="0">
                <a:latin typeface="Calibri"/>
                <a:cs typeface="Calibri"/>
              </a:rPr>
              <a:t> </a:t>
            </a:r>
            <a:r>
              <a:rPr b="1" i="1" spc="-10" dirty="0">
                <a:latin typeface="Calibri"/>
                <a:cs typeface="Calibri"/>
              </a:rPr>
              <a:t>for </a:t>
            </a:r>
            <a:r>
              <a:rPr b="1" i="1" spc="-5" dirty="0">
                <a:latin typeface="Calibri"/>
                <a:cs typeface="Calibri"/>
              </a:rPr>
              <a:t> </a:t>
            </a:r>
            <a:r>
              <a:rPr b="1" i="1" spc="-10" dirty="0">
                <a:latin typeface="Calibri"/>
                <a:cs typeface="Calibri"/>
              </a:rPr>
              <a:t>different</a:t>
            </a:r>
            <a:r>
              <a:rPr b="1" i="1" dirty="0">
                <a:latin typeface="Calibri"/>
                <a:cs typeface="Calibri"/>
              </a:rPr>
              <a:t> </a:t>
            </a:r>
            <a:r>
              <a:rPr b="1" i="1" spc="-5" dirty="0">
                <a:latin typeface="Calibri"/>
                <a:cs typeface="Calibri"/>
              </a:rPr>
              <a:t>personas</a:t>
            </a:r>
            <a:r>
              <a:rPr spc="-5" dirty="0"/>
              <a:t>.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317372" rIns="0" bIns="0" rtlCol="0">
            <a:spAutoFit/>
          </a:bodyPr>
          <a:lstStyle/>
          <a:p>
            <a:pPr marL="2488565" marR="5080">
              <a:lnSpc>
                <a:spcPct val="90000"/>
              </a:lnSpc>
              <a:spcBef>
                <a:spcPts val="434"/>
              </a:spcBef>
            </a:pPr>
            <a:r>
              <a:rPr dirty="0"/>
              <a:t>A</a:t>
            </a:r>
            <a:r>
              <a:rPr spc="-5" dirty="0"/>
              <a:t> </a:t>
            </a:r>
            <a:r>
              <a:rPr spc="-10" dirty="0"/>
              <a:t>customer </a:t>
            </a:r>
            <a:r>
              <a:rPr spc="-5" dirty="0"/>
              <a:t>scenario is</a:t>
            </a:r>
            <a:r>
              <a:rPr dirty="0"/>
              <a:t> a</a:t>
            </a:r>
            <a:r>
              <a:rPr spc="-10" dirty="0"/>
              <a:t> </a:t>
            </a:r>
            <a:r>
              <a:rPr b="1" i="1" spc="-10" dirty="0">
                <a:latin typeface="Calibri"/>
                <a:cs typeface="Calibri"/>
              </a:rPr>
              <a:t>set</a:t>
            </a:r>
            <a:r>
              <a:rPr b="1" i="1" dirty="0">
                <a:latin typeface="Calibri"/>
                <a:cs typeface="Calibri"/>
              </a:rPr>
              <a:t> </a:t>
            </a:r>
            <a:r>
              <a:rPr b="1" i="1" spc="-5" dirty="0">
                <a:latin typeface="Calibri"/>
                <a:cs typeface="Calibri"/>
              </a:rPr>
              <a:t>of </a:t>
            </a:r>
            <a:r>
              <a:rPr b="1" i="1" dirty="0">
                <a:latin typeface="Calibri"/>
                <a:cs typeface="Calibri"/>
              </a:rPr>
              <a:t> </a:t>
            </a:r>
            <a:r>
              <a:rPr b="1" i="1" spc="-15" dirty="0">
                <a:latin typeface="Calibri"/>
                <a:cs typeface="Calibri"/>
              </a:rPr>
              <a:t>tasks </a:t>
            </a:r>
            <a:r>
              <a:rPr spc="-10" dirty="0"/>
              <a:t>that </a:t>
            </a:r>
            <a:r>
              <a:rPr dirty="0"/>
              <a:t>a </a:t>
            </a:r>
            <a:r>
              <a:rPr spc="-5" dirty="0"/>
              <a:t>particular </a:t>
            </a:r>
            <a:r>
              <a:rPr spc="-10" dirty="0"/>
              <a:t>customer </a:t>
            </a:r>
            <a:r>
              <a:rPr spc="-620" dirty="0"/>
              <a:t> </a:t>
            </a:r>
            <a:r>
              <a:rPr spc="-15" dirty="0"/>
              <a:t>wants</a:t>
            </a:r>
            <a:r>
              <a:rPr dirty="0"/>
              <a:t> </a:t>
            </a:r>
            <a:r>
              <a:rPr spc="-5" dirty="0"/>
              <a:t>or needs</a:t>
            </a:r>
            <a:r>
              <a:rPr spc="5" dirty="0"/>
              <a:t> </a:t>
            </a:r>
            <a:r>
              <a:rPr spc="-15" dirty="0"/>
              <a:t>to</a:t>
            </a:r>
            <a:r>
              <a:rPr spc="-10" dirty="0"/>
              <a:t> </a:t>
            </a:r>
            <a:r>
              <a:rPr dirty="0"/>
              <a:t>do</a:t>
            </a:r>
            <a:r>
              <a:rPr spc="-5" dirty="0"/>
              <a:t> in</a:t>
            </a:r>
            <a:r>
              <a:rPr dirty="0"/>
              <a:t> </a:t>
            </a:r>
            <a:r>
              <a:rPr spc="-15" dirty="0"/>
              <a:t>order</a:t>
            </a:r>
            <a:r>
              <a:rPr spc="-5" dirty="0"/>
              <a:t> </a:t>
            </a:r>
            <a:r>
              <a:rPr spc="-15" dirty="0"/>
              <a:t>to </a:t>
            </a:r>
            <a:r>
              <a:rPr spc="-620" dirty="0"/>
              <a:t> </a:t>
            </a:r>
            <a:r>
              <a:rPr spc="-5" dirty="0"/>
              <a:t>accomplish his or her </a:t>
            </a:r>
            <a:r>
              <a:rPr spc="-10" dirty="0"/>
              <a:t>desired </a:t>
            </a:r>
            <a:r>
              <a:rPr spc="-5" dirty="0"/>
              <a:t> </a:t>
            </a:r>
            <a:r>
              <a:rPr spc="-10" dirty="0"/>
              <a:t>outcome.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-7144" y="0"/>
            <a:ext cx="9151539" cy="6872662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710426" y="2855976"/>
            <a:ext cx="1756410" cy="1028700"/>
          </a:xfrm>
          <a:prstGeom prst="rect">
            <a:avLst/>
          </a:prstGeom>
        </p:spPr>
        <p:txBody>
          <a:bodyPr vert="horz" wrap="square" lIns="0" tIns="81280" rIns="0" bIns="0" rtlCol="0">
            <a:spAutoFit/>
          </a:bodyPr>
          <a:lstStyle/>
          <a:p>
            <a:pPr marL="12700" marR="5080">
              <a:lnSpc>
                <a:spcPts val="3700"/>
              </a:lnSpc>
              <a:spcBef>
                <a:spcPts val="640"/>
              </a:spcBef>
            </a:pPr>
            <a:r>
              <a:rPr sz="3500" dirty="0">
                <a:latin typeface="Calibri Light"/>
                <a:cs typeface="Calibri Light"/>
              </a:rPr>
              <a:t>C</a:t>
            </a:r>
            <a:r>
              <a:rPr sz="3500" spc="-10" dirty="0">
                <a:latin typeface="Calibri Light"/>
                <a:cs typeface="Calibri Light"/>
              </a:rPr>
              <a:t>u</a:t>
            </a:r>
            <a:r>
              <a:rPr sz="3500" spc="-50" dirty="0">
                <a:latin typeface="Calibri Light"/>
                <a:cs typeface="Calibri Light"/>
              </a:rPr>
              <a:t>s</a:t>
            </a:r>
            <a:r>
              <a:rPr sz="3500" spc="-35" dirty="0">
                <a:latin typeface="Calibri Light"/>
                <a:cs typeface="Calibri Light"/>
              </a:rPr>
              <a:t>t</a:t>
            </a:r>
            <a:r>
              <a:rPr sz="3500" dirty="0">
                <a:latin typeface="Calibri Light"/>
                <a:cs typeface="Calibri Light"/>
              </a:rPr>
              <a:t>o</a:t>
            </a:r>
            <a:r>
              <a:rPr sz="3500" spc="-10" dirty="0">
                <a:latin typeface="Calibri Light"/>
                <a:cs typeface="Calibri Light"/>
              </a:rPr>
              <a:t>m</a:t>
            </a:r>
            <a:r>
              <a:rPr sz="3500" spc="-5" dirty="0">
                <a:latin typeface="Calibri Light"/>
                <a:cs typeface="Calibri Light"/>
              </a:rPr>
              <a:t>e</a:t>
            </a:r>
            <a:r>
              <a:rPr sz="3500" dirty="0">
                <a:latin typeface="Calibri Light"/>
                <a:cs typeface="Calibri Light"/>
              </a:rPr>
              <a:t>r  </a:t>
            </a:r>
            <a:r>
              <a:rPr sz="3500" spc="-20" dirty="0">
                <a:latin typeface="Calibri Light"/>
                <a:cs typeface="Calibri Light"/>
              </a:rPr>
              <a:t>Lifecycle</a:t>
            </a:r>
            <a:endParaRPr sz="3500">
              <a:latin typeface="Calibri Light"/>
              <a:cs typeface="Calibri Light"/>
            </a:endParaRPr>
          </a:p>
        </p:txBody>
      </p:sp>
      <p:pic>
        <p:nvPicPr>
          <p:cNvPr id="4" name="object 4" descr="Customer loyalty cycle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91501" y="474304"/>
            <a:ext cx="5821373" cy="5334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773E85B-859E-49C5-6061-FC2379DBFD84}"/>
              </a:ext>
            </a:extLst>
          </p:cNvPr>
          <p:cNvSpPr txBox="1"/>
          <p:nvPr/>
        </p:nvSpPr>
        <p:spPr>
          <a:xfrm>
            <a:off x="457200" y="6290006"/>
            <a:ext cx="8382000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Source: </a:t>
            </a:r>
            <a:r>
              <a:rPr lang="en-GB" dirty="0">
                <a:hlinkClick r:id="rId4"/>
              </a:rPr>
              <a:t>Customer Loyalty - Definition &amp; Process | Marketing Overview | MBA </a:t>
            </a:r>
            <a:r>
              <a:rPr lang="en-GB" dirty="0" err="1">
                <a:hlinkClick r:id="rId4"/>
              </a:rPr>
              <a:t>Skool</a:t>
            </a:r>
            <a:endParaRPr lang="en-GB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9B474A-AA8B-6FCD-08B1-24FD5C86C8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382CB35D-4190-5A92-7976-13D26E057220}"/>
              </a:ext>
            </a:extLst>
          </p:cNvPr>
          <p:cNvSpPr txBox="1"/>
          <p:nvPr/>
        </p:nvSpPr>
        <p:spPr>
          <a:xfrm>
            <a:off x="593864" y="2266695"/>
            <a:ext cx="2133600" cy="1734834"/>
          </a:xfrm>
          <a:prstGeom prst="rect">
            <a:avLst/>
          </a:prstGeom>
        </p:spPr>
        <p:txBody>
          <a:bodyPr vert="horz" wrap="square" lIns="0" tIns="68580" rIns="0" bIns="0" rtlCol="0">
            <a:spAutoFit/>
          </a:bodyPr>
          <a:lstStyle/>
          <a:p>
            <a:pPr marL="12700" marR="5080">
              <a:lnSpc>
                <a:spcPct val="90100"/>
              </a:lnSpc>
              <a:spcBef>
                <a:spcPts val="540"/>
              </a:spcBef>
            </a:pPr>
            <a:r>
              <a:rPr lang="en-GB" sz="3700" dirty="0">
                <a:solidFill>
                  <a:srgbClr val="FFFFFF"/>
                </a:solidFill>
                <a:latin typeface="Calibri Light"/>
                <a:cs typeface="Calibri Light"/>
              </a:rPr>
              <a:t>Customer</a:t>
            </a:r>
          </a:p>
          <a:p>
            <a:pPr marL="12700" marR="5080">
              <a:lnSpc>
                <a:spcPct val="90100"/>
              </a:lnSpc>
              <a:spcBef>
                <a:spcPts val="540"/>
              </a:spcBef>
            </a:pPr>
            <a:r>
              <a:rPr lang="en-GB" sz="3700" dirty="0">
                <a:solidFill>
                  <a:srgbClr val="FFFFFF"/>
                </a:solidFill>
                <a:latin typeface="Calibri Light"/>
                <a:cs typeface="Calibri Light"/>
              </a:rPr>
              <a:t>Loyalty</a:t>
            </a:r>
          </a:p>
          <a:p>
            <a:pPr marL="12700" marR="5080">
              <a:lnSpc>
                <a:spcPct val="90100"/>
              </a:lnSpc>
              <a:spcBef>
                <a:spcPts val="540"/>
              </a:spcBef>
            </a:pPr>
            <a:r>
              <a:rPr lang="en-GB" sz="3700" dirty="0">
                <a:solidFill>
                  <a:srgbClr val="FFFFFF"/>
                </a:solidFill>
                <a:latin typeface="Calibri Light"/>
                <a:cs typeface="Calibri Light"/>
              </a:rPr>
              <a:t>Cycle</a:t>
            </a:r>
            <a:endParaRPr sz="3700" dirty="0">
              <a:latin typeface="Calibri Light"/>
              <a:cs typeface="Calibri Light"/>
            </a:endParaRP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0BF5FC43-2E87-00BD-571D-2C86E1A343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130598" y="4433707"/>
            <a:ext cx="1658620" cy="2169160"/>
          </a:xfrm>
          <a:custGeom>
            <a:avLst/>
            <a:gdLst/>
            <a:ahLst/>
            <a:cxnLst/>
            <a:rect l="l" t="t" r="r" b="b"/>
            <a:pathLst>
              <a:path w="1658620" h="2169159">
                <a:moveTo>
                  <a:pt x="100872" y="2041064"/>
                </a:moveTo>
                <a:lnTo>
                  <a:pt x="62419" y="2041713"/>
                </a:lnTo>
                <a:lnTo>
                  <a:pt x="17838" y="2061067"/>
                </a:lnTo>
                <a:lnTo>
                  <a:pt x="0" y="2106275"/>
                </a:lnTo>
                <a:lnTo>
                  <a:pt x="5406" y="2130905"/>
                </a:lnTo>
                <a:lnTo>
                  <a:pt x="19353" y="2150856"/>
                </a:lnTo>
                <a:lnTo>
                  <a:pt x="39764" y="2164122"/>
                </a:lnTo>
                <a:lnTo>
                  <a:pt x="64561" y="2168695"/>
                </a:lnTo>
                <a:lnTo>
                  <a:pt x="105156" y="2168010"/>
                </a:lnTo>
                <a:lnTo>
                  <a:pt x="146570" y="2165912"/>
                </a:lnTo>
                <a:lnTo>
                  <a:pt x="187716" y="2162435"/>
                </a:lnTo>
                <a:lnTo>
                  <a:pt x="228574" y="2157598"/>
                </a:lnTo>
                <a:lnTo>
                  <a:pt x="269130" y="2151416"/>
                </a:lnTo>
                <a:lnTo>
                  <a:pt x="309365" y="2143910"/>
                </a:lnTo>
                <a:lnTo>
                  <a:pt x="349265" y="2135096"/>
                </a:lnTo>
                <a:lnTo>
                  <a:pt x="388811" y="2124993"/>
                </a:lnTo>
                <a:lnTo>
                  <a:pt x="427991" y="2113621"/>
                </a:lnTo>
                <a:lnTo>
                  <a:pt x="479404" y="2091645"/>
                </a:lnTo>
                <a:lnTo>
                  <a:pt x="501083" y="2049055"/>
                </a:lnTo>
                <a:lnTo>
                  <a:pt x="500164" y="2041118"/>
                </a:lnTo>
                <a:lnTo>
                  <a:pt x="99800" y="2041118"/>
                </a:lnTo>
                <a:lnTo>
                  <a:pt x="100872" y="2041064"/>
                </a:lnTo>
                <a:close/>
              </a:path>
              <a:path w="1658620" h="2169159">
                <a:moveTo>
                  <a:pt x="101942" y="2041046"/>
                </a:moveTo>
                <a:lnTo>
                  <a:pt x="100872" y="2041064"/>
                </a:lnTo>
                <a:lnTo>
                  <a:pt x="99800" y="2041118"/>
                </a:lnTo>
                <a:lnTo>
                  <a:pt x="101942" y="2041046"/>
                </a:lnTo>
                <a:close/>
              </a:path>
              <a:path w="1658620" h="2169159">
                <a:moveTo>
                  <a:pt x="500155" y="2041046"/>
                </a:moveTo>
                <a:lnTo>
                  <a:pt x="101942" y="2041046"/>
                </a:lnTo>
                <a:lnTo>
                  <a:pt x="99800" y="2041118"/>
                </a:lnTo>
                <a:lnTo>
                  <a:pt x="500164" y="2041118"/>
                </a:lnTo>
                <a:close/>
              </a:path>
              <a:path w="1658620" h="2169159">
                <a:moveTo>
                  <a:pt x="138009" y="2039183"/>
                </a:moveTo>
                <a:lnTo>
                  <a:pt x="100872" y="2041064"/>
                </a:lnTo>
                <a:lnTo>
                  <a:pt x="101942" y="2041046"/>
                </a:lnTo>
                <a:lnTo>
                  <a:pt x="500155" y="2041046"/>
                </a:lnTo>
                <a:lnTo>
                  <a:pt x="499950" y="2039273"/>
                </a:lnTo>
                <a:lnTo>
                  <a:pt x="136944" y="2039273"/>
                </a:lnTo>
                <a:lnTo>
                  <a:pt x="138009" y="2039183"/>
                </a:lnTo>
                <a:close/>
              </a:path>
              <a:path w="1658620" h="2169159">
                <a:moveTo>
                  <a:pt x="139077" y="2039129"/>
                </a:moveTo>
                <a:lnTo>
                  <a:pt x="138009" y="2039183"/>
                </a:lnTo>
                <a:lnTo>
                  <a:pt x="136944" y="2039273"/>
                </a:lnTo>
                <a:lnTo>
                  <a:pt x="139077" y="2039129"/>
                </a:lnTo>
                <a:close/>
              </a:path>
              <a:path w="1658620" h="2169159">
                <a:moveTo>
                  <a:pt x="499933" y="2039129"/>
                </a:moveTo>
                <a:lnTo>
                  <a:pt x="139077" y="2039129"/>
                </a:lnTo>
                <a:lnTo>
                  <a:pt x="136944" y="2039273"/>
                </a:lnTo>
                <a:lnTo>
                  <a:pt x="499950" y="2039273"/>
                </a:lnTo>
                <a:lnTo>
                  <a:pt x="499933" y="2039129"/>
                </a:lnTo>
                <a:close/>
              </a:path>
              <a:path w="1658620" h="2169159">
                <a:moveTo>
                  <a:pt x="174901" y="2036066"/>
                </a:moveTo>
                <a:lnTo>
                  <a:pt x="138009" y="2039183"/>
                </a:lnTo>
                <a:lnTo>
                  <a:pt x="139077" y="2039129"/>
                </a:lnTo>
                <a:lnTo>
                  <a:pt x="499933" y="2039129"/>
                </a:lnTo>
                <a:lnTo>
                  <a:pt x="499593" y="2036191"/>
                </a:lnTo>
                <a:lnTo>
                  <a:pt x="173842" y="2036191"/>
                </a:lnTo>
                <a:lnTo>
                  <a:pt x="174901" y="2036066"/>
                </a:lnTo>
                <a:close/>
              </a:path>
              <a:path w="1658620" h="2169159">
                <a:moveTo>
                  <a:pt x="175962" y="2035976"/>
                </a:moveTo>
                <a:lnTo>
                  <a:pt x="174901" y="2036066"/>
                </a:lnTo>
                <a:lnTo>
                  <a:pt x="173842" y="2036191"/>
                </a:lnTo>
                <a:lnTo>
                  <a:pt x="175962" y="2035976"/>
                </a:lnTo>
                <a:close/>
              </a:path>
              <a:path w="1658620" h="2169159">
                <a:moveTo>
                  <a:pt x="499568" y="2035976"/>
                </a:moveTo>
                <a:lnTo>
                  <a:pt x="175962" y="2035976"/>
                </a:lnTo>
                <a:lnTo>
                  <a:pt x="173842" y="2036191"/>
                </a:lnTo>
                <a:lnTo>
                  <a:pt x="499593" y="2036191"/>
                </a:lnTo>
                <a:lnTo>
                  <a:pt x="499568" y="2035976"/>
                </a:lnTo>
                <a:close/>
              </a:path>
              <a:path w="1658620" h="2169159">
                <a:moveTo>
                  <a:pt x="211540" y="2031727"/>
                </a:moveTo>
                <a:lnTo>
                  <a:pt x="174901" y="2036066"/>
                </a:lnTo>
                <a:lnTo>
                  <a:pt x="175962" y="2035976"/>
                </a:lnTo>
                <a:lnTo>
                  <a:pt x="499568" y="2035976"/>
                </a:lnTo>
                <a:lnTo>
                  <a:pt x="499094" y="2031888"/>
                </a:lnTo>
                <a:lnTo>
                  <a:pt x="210488" y="2031888"/>
                </a:lnTo>
                <a:lnTo>
                  <a:pt x="211540" y="2031727"/>
                </a:lnTo>
                <a:close/>
              </a:path>
              <a:path w="1658620" h="2169159">
                <a:moveTo>
                  <a:pt x="212589" y="2031603"/>
                </a:moveTo>
                <a:lnTo>
                  <a:pt x="211540" y="2031727"/>
                </a:lnTo>
                <a:lnTo>
                  <a:pt x="210488" y="2031888"/>
                </a:lnTo>
                <a:lnTo>
                  <a:pt x="212589" y="2031603"/>
                </a:lnTo>
                <a:close/>
              </a:path>
              <a:path w="1658620" h="2169159">
                <a:moveTo>
                  <a:pt x="499061" y="2031603"/>
                </a:moveTo>
                <a:lnTo>
                  <a:pt x="212589" y="2031603"/>
                </a:lnTo>
                <a:lnTo>
                  <a:pt x="210488" y="2031888"/>
                </a:lnTo>
                <a:lnTo>
                  <a:pt x="499094" y="2031888"/>
                </a:lnTo>
                <a:lnTo>
                  <a:pt x="499061" y="2031603"/>
                </a:lnTo>
                <a:close/>
              </a:path>
              <a:path w="1658620" h="2169159">
                <a:moveTo>
                  <a:pt x="247907" y="2026185"/>
                </a:moveTo>
                <a:lnTo>
                  <a:pt x="211540" y="2031727"/>
                </a:lnTo>
                <a:lnTo>
                  <a:pt x="212589" y="2031603"/>
                </a:lnTo>
                <a:lnTo>
                  <a:pt x="499061" y="2031603"/>
                </a:lnTo>
                <a:lnTo>
                  <a:pt x="498456" y="2026377"/>
                </a:lnTo>
                <a:lnTo>
                  <a:pt x="246874" y="2026377"/>
                </a:lnTo>
                <a:lnTo>
                  <a:pt x="247907" y="2026185"/>
                </a:lnTo>
                <a:close/>
              </a:path>
              <a:path w="1658620" h="2169159">
                <a:moveTo>
                  <a:pt x="248953" y="2026025"/>
                </a:moveTo>
                <a:lnTo>
                  <a:pt x="247907" y="2026185"/>
                </a:lnTo>
                <a:lnTo>
                  <a:pt x="246874" y="2026377"/>
                </a:lnTo>
                <a:lnTo>
                  <a:pt x="248953" y="2026025"/>
                </a:lnTo>
                <a:close/>
              </a:path>
              <a:path w="1658620" h="2169159">
                <a:moveTo>
                  <a:pt x="498415" y="2026025"/>
                </a:moveTo>
                <a:lnTo>
                  <a:pt x="248953" y="2026025"/>
                </a:lnTo>
                <a:lnTo>
                  <a:pt x="246874" y="2026377"/>
                </a:lnTo>
                <a:lnTo>
                  <a:pt x="498456" y="2026377"/>
                </a:lnTo>
                <a:lnTo>
                  <a:pt x="498415" y="2026025"/>
                </a:lnTo>
                <a:close/>
              </a:path>
              <a:path w="1658620" h="2169159">
                <a:moveTo>
                  <a:pt x="284013" y="2019448"/>
                </a:moveTo>
                <a:lnTo>
                  <a:pt x="247907" y="2026185"/>
                </a:lnTo>
                <a:lnTo>
                  <a:pt x="248953" y="2026025"/>
                </a:lnTo>
                <a:lnTo>
                  <a:pt x="498415" y="2026025"/>
                </a:lnTo>
                <a:lnTo>
                  <a:pt x="498181" y="2024007"/>
                </a:lnTo>
                <a:lnTo>
                  <a:pt x="495736" y="2019674"/>
                </a:lnTo>
                <a:lnTo>
                  <a:pt x="282992" y="2019674"/>
                </a:lnTo>
                <a:lnTo>
                  <a:pt x="284013" y="2019448"/>
                </a:lnTo>
                <a:close/>
              </a:path>
              <a:path w="1658620" h="2169159">
                <a:moveTo>
                  <a:pt x="285043" y="2019256"/>
                </a:moveTo>
                <a:lnTo>
                  <a:pt x="284013" y="2019448"/>
                </a:lnTo>
                <a:lnTo>
                  <a:pt x="282992" y="2019674"/>
                </a:lnTo>
                <a:lnTo>
                  <a:pt x="285043" y="2019256"/>
                </a:lnTo>
                <a:close/>
              </a:path>
              <a:path w="1658620" h="2169159">
                <a:moveTo>
                  <a:pt x="495500" y="2019256"/>
                </a:moveTo>
                <a:lnTo>
                  <a:pt x="285043" y="2019256"/>
                </a:lnTo>
                <a:lnTo>
                  <a:pt x="282992" y="2019674"/>
                </a:lnTo>
                <a:lnTo>
                  <a:pt x="495736" y="2019674"/>
                </a:lnTo>
                <a:lnTo>
                  <a:pt x="495500" y="2019256"/>
                </a:lnTo>
                <a:close/>
              </a:path>
              <a:path w="1658620" h="2169159">
                <a:moveTo>
                  <a:pt x="319843" y="2011533"/>
                </a:moveTo>
                <a:lnTo>
                  <a:pt x="284013" y="2019448"/>
                </a:lnTo>
                <a:lnTo>
                  <a:pt x="285043" y="2019256"/>
                </a:lnTo>
                <a:lnTo>
                  <a:pt x="495500" y="2019256"/>
                </a:lnTo>
                <a:lnTo>
                  <a:pt x="491287" y="2011790"/>
                </a:lnTo>
                <a:lnTo>
                  <a:pt x="318837" y="2011790"/>
                </a:lnTo>
                <a:lnTo>
                  <a:pt x="319843" y="2011533"/>
                </a:lnTo>
                <a:close/>
              </a:path>
              <a:path w="1658620" h="2169159">
                <a:moveTo>
                  <a:pt x="320856" y="2011309"/>
                </a:moveTo>
                <a:lnTo>
                  <a:pt x="319843" y="2011533"/>
                </a:lnTo>
                <a:lnTo>
                  <a:pt x="318837" y="2011790"/>
                </a:lnTo>
                <a:lnTo>
                  <a:pt x="320856" y="2011309"/>
                </a:lnTo>
                <a:close/>
              </a:path>
              <a:path w="1658620" h="2169159">
                <a:moveTo>
                  <a:pt x="491016" y="2011309"/>
                </a:moveTo>
                <a:lnTo>
                  <a:pt x="320856" y="2011309"/>
                </a:lnTo>
                <a:lnTo>
                  <a:pt x="318837" y="2011790"/>
                </a:lnTo>
                <a:lnTo>
                  <a:pt x="491287" y="2011790"/>
                </a:lnTo>
                <a:lnTo>
                  <a:pt x="491016" y="2011309"/>
                </a:lnTo>
                <a:close/>
              </a:path>
              <a:path w="1658620" h="2169159">
                <a:moveTo>
                  <a:pt x="355379" y="2002455"/>
                </a:moveTo>
                <a:lnTo>
                  <a:pt x="319843" y="2011533"/>
                </a:lnTo>
                <a:lnTo>
                  <a:pt x="320856" y="2011309"/>
                </a:lnTo>
                <a:lnTo>
                  <a:pt x="491016" y="2011309"/>
                </a:lnTo>
                <a:lnTo>
                  <a:pt x="486180" y="2002741"/>
                </a:lnTo>
                <a:lnTo>
                  <a:pt x="354397" y="2002741"/>
                </a:lnTo>
                <a:lnTo>
                  <a:pt x="355379" y="2002455"/>
                </a:lnTo>
                <a:close/>
              </a:path>
              <a:path w="1658620" h="2169159">
                <a:moveTo>
                  <a:pt x="356382" y="2002199"/>
                </a:moveTo>
                <a:lnTo>
                  <a:pt x="355379" y="2002455"/>
                </a:lnTo>
                <a:lnTo>
                  <a:pt x="354397" y="2002741"/>
                </a:lnTo>
                <a:lnTo>
                  <a:pt x="356382" y="2002199"/>
                </a:lnTo>
                <a:close/>
              </a:path>
              <a:path w="1658620" h="2169159">
                <a:moveTo>
                  <a:pt x="485875" y="2002199"/>
                </a:moveTo>
                <a:lnTo>
                  <a:pt x="356382" y="2002199"/>
                </a:lnTo>
                <a:lnTo>
                  <a:pt x="354397" y="2002741"/>
                </a:lnTo>
                <a:lnTo>
                  <a:pt x="486180" y="2002741"/>
                </a:lnTo>
                <a:lnTo>
                  <a:pt x="485875" y="2002199"/>
                </a:lnTo>
                <a:close/>
              </a:path>
              <a:path w="1658620" h="2169159">
                <a:moveTo>
                  <a:pt x="472846" y="1991939"/>
                </a:moveTo>
                <a:lnTo>
                  <a:pt x="391610" y="1991939"/>
                </a:lnTo>
                <a:lnTo>
                  <a:pt x="389665" y="1992538"/>
                </a:lnTo>
                <a:lnTo>
                  <a:pt x="355379" y="2002455"/>
                </a:lnTo>
                <a:lnTo>
                  <a:pt x="356382" y="2002199"/>
                </a:lnTo>
                <a:lnTo>
                  <a:pt x="485875" y="2002199"/>
                </a:lnTo>
                <a:lnTo>
                  <a:pt x="485788" y="2002047"/>
                </a:lnTo>
                <a:lnTo>
                  <a:pt x="472846" y="1991939"/>
                </a:lnTo>
                <a:close/>
              </a:path>
              <a:path w="1658620" h="2169159">
                <a:moveTo>
                  <a:pt x="390632" y="1992223"/>
                </a:moveTo>
                <a:lnTo>
                  <a:pt x="389548" y="1992538"/>
                </a:lnTo>
                <a:lnTo>
                  <a:pt x="390632" y="1992223"/>
                </a:lnTo>
                <a:close/>
              </a:path>
              <a:path w="1658620" h="2169159">
                <a:moveTo>
                  <a:pt x="391610" y="1991939"/>
                </a:moveTo>
                <a:lnTo>
                  <a:pt x="390632" y="1992223"/>
                </a:lnTo>
                <a:lnTo>
                  <a:pt x="389665" y="1992538"/>
                </a:lnTo>
                <a:lnTo>
                  <a:pt x="391610" y="1991939"/>
                </a:lnTo>
                <a:close/>
              </a:path>
              <a:path w="1658620" h="2169159">
                <a:moveTo>
                  <a:pt x="443199" y="1980367"/>
                </a:moveTo>
                <a:lnTo>
                  <a:pt x="418151" y="1983269"/>
                </a:lnTo>
                <a:lnTo>
                  <a:pt x="390632" y="1992223"/>
                </a:lnTo>
                <a:lnTo>
                  <a:pt x="391610" y="1991939"/>
                </a:lnTo>
                <a:lnTo>
                  <a:pt x="472846" y="1991939"/>
                </a:lnTo>
                <a:lnTo>
                  <a:pt x="466603" y="1987063"/>
                </a:lnTo>
                <a:lnTo>
                  <a:pt x="443199" y="1980367"/>
                </a:lnTo>
                <a:close/>
              </a:path>
              <a:path w="1658620" h="2169159">
                <a:moveTo>
                  <a:pt x="877137" y="1709311"/>
                </a:moveTo>
                <a:lnTo>
                  <a:pt x="835179" y="1745176"/>
                </a:lnTo>
                <a:lnTo>
                  <a:pt x="819633" y="1765029"/>
                </a:lnTo>
                <a:lnTo>
                  <a:pt x="813132" y="1788489"/>
                </a:lnTo>
                <a:lnTo>
                  <a:pt x="815903" y="1812674"/>
                </a:lnTo>
                <a:lnTo>
                  <a:pt x="828169" y="1834705"/>
                </a:lnTo>
                <a:lnTo>
                  <a:pt x="848023" y="1850251"/>
                </a:lnTo>
                <a:lnTo>
                  <a:pt x="871482" y="1856751"/>
                </a:lnTo>
                <a:lnTo>
                  <a:pt x="895667" y="1853981"/>
                </a:lnTo>
                <a:lnTo>
                  <a:pt x="917698" y="1841714"/>
                </a:lnTo>
                <a:lnTo>
                  <a:pt x="962151" y="1803717"/>
                </a:lnTo>
                <a:lnTo>
                  <a:pt x="1024525" y="1744576"/>
                </a:lnTo>
                <a:lnTo>
                  <a:pt x="1057113" y="1710431"/>
                </a:lnTo>
                <a:lnTo>
                  <a:pt x="875957" y="1710431"/>
                </a:lnTo>
                <a:lnTo>
                  <a:pt x="877137" y="1709311"/>
                </a:lnTo>
                <a:close/>
              </a:path>
              <a:path w="1658620" h="2169159">
                <a:moveTo>
                  <a:pt x="878389" y="1708242"/>
                </a:moveTo>
                <a:lnTo>
                  <a:pt x="877137" y="1709311"/>
                </a:lnTo>
                <a:lnTo>
                  <a:pt x="875957" y="1710431"/>
                </a:lnTo>
                <a:lnTo>
                  <a:pt x="878389" y="1708242"/>
                </a:lnTo>
                <a:close/>
              </a:path>
              <a:path w="1658620" h="2169159">
                <a:moveTo>
                  <a:pt x="1059202" y="1708242"/>
                </a:moveTo>
                <a:lnTo>
                  <a:pt x="878389" y="1708242"/>
                </a:lnTo>
                <a:lnTo>
                  <a:pt x="875957" y="1710431"/>
                </a:lnTo>
                <a:lnTo>
                  <a:pt x="1057113" y="1710431"/>
                </a:lnTo>
                <a:lnTo>
                  <a:pt x="1059202" y="1708242"/>
                </a:lnTo>
                <a:close/>
              </a:path>
              <a:path w="1658620" h="2169159">
                <a:moveTo>
                  <a:pt x="1108943" y="1653507"/>
                </a:moveTo>
                <a:lnTo>
                  <a:pt x="935993" y="1653507"/>
                </a:lnTo>
                <a:lnTo>
                  <a:pt x="933747" y="1655746"/>
                </a:lnTo>
                <a:lnTo>
                  <a:pt x="877137" y="1709311"/>
                </a:lnTo>
                <a:lnTo>
                  <a:pt x="878389" y="1708242"/>
                </a:lnTo>
                <a:lnTo>
                  <a:pt x="1059202" y="1708242"/>
                </a:lnTo>
                <a:lnTo>
                  <a:pt x="1084530" y="1681704"/>
                </a:lnTo>
                <a:lnTo>
                  <a:pt x="1108943" y="1653507"/>
                </a:lnTo>
                <a:close/>
              </a:path>
              <a:path w="1658620" h="2169159">
                <a:moveTo>
                  <a:pt x="934835" y="1654605"/>
                </a:moveTo>
                <a:lnTo>
                  <a:pt x="933632" y="1655746"/>
                </a:lnTo>
                <a:lnTo>
                  <a:pt x="934835" y="1654605"/>
                </a:lnTo>
                <a:close/>
              </a:path>
              <a:path w="1658620" h="2169159">
                <a:moveTo>
                  <a:pt x="935993" y="1653507"/>
                </a:moveTo>
                <a:lnTo>
                  <a:pt x="934835" y="1654605"/>
                </a:lnTo>
                <a:lnTo>
                  <a:pt x="933747" y="1655746"/>
                </a:lnTo>
                <a:lnTo>
                  <a:pt x="935993" y="1653507"/>
                </a:lnTo>
                <a:close/>
              </a:path>
              <a:path w="1658620" h="2169159">
                <a:moveTo>
                  <a:pt x="1157893" y="1595134"/>
                </a:moveTo>
                <a:lnTo>
                  <a:pt x="991594" y="1595134"/>
                </a:lnTo>
                <a:lnTo>
                  <a:pt x="989525" y="1597410"/>
                </a:lnTo>
                <a:lnTo>
                  <a:pt x="934835" y="1654605"/>
                </a:lnTo>
                <a:lnTo>
                  <a:pt x="935993" y="1653507"/>
                </a:lnTo>
                <a:lnTo>
                  <a:pt x="1108943" y="1653507"/>
                </a:lnTo>
                <a:lnTo>
                  <a:pt x="1142077" y="1615238"/>
                </a:lnTo>
                <a:lnTo>
                  <a:pt x="1157893" y="1595134"/>
                </a:lnTo>
                <a:close/>
              </a:path>
              <a:path w="1658620" h="2169159">
                <a:moveTo>
                  <a:pt x="990537" y="1596242"/>
                </a:moveTo>
                <a:lnTo>
                  <a:pt x="989422" y="1597410"/>
                </a:lnTo>
                <a:lnTo>
                  <a:pt x="990537" y="1596242"/>
                </a:lnTo>
                <a:close/>
              </a:path>
              <a:path w="1658620" h="2169159">
                <a:moveTo>
                  <a:pt x="991594" y="1595134"/>
                </a:moveTo>
                <a:lnTo>
                  <a:pt x="990537" y="1596242"/>
                </a:lnTo>
                <a:lnTo>
                  <a:pt x="989525" y="1597410"/>
                </a:lnTo>
                <a:lnTo>
                  <a:pt x="991594" y="1595134"/>
                </a:lnTo>
                <a:close/>
              </a:path>
              <a:path w="1658620" h="2169159">
                <a:moveTo>
                  <a:pt x="1199427" y="1533238"/>
                </a:moveTo>
                <a:lnTo>
                  <a:pt x="1045088" y="1533238"/>
                </a:lnTo>
                <a:lnTo>
                  <a:pt x="1043185" y="1535543"/>
                </a:lnTo>
                <a:lnTo>
                  <a:pt x="990537" y="1596242"/>
                </a:lnTo>
                <a:lnTo>
                  <a:pt x="991594" y="1595134"/>
                </a:lnTo>
                <a:lnTo>
                  <a:pt x="1157893" y="1595134"/>
                </a:lnTo>
                <a:lnTo>
                  <a:pt x="1187984" y="1556881"/>
                </a:lnTo>
                <a:lnTo>
                  <a:pt x="1199344" y="1534369"/>
                </a:lnTo>
                <a:lnTo>
                  <a:pt x="1199427" y="1533238"/>
                </a:lnTo>
                <a:close/>
              </a:path>
              <a:path w="1658620" h="2169159">
                <a:moveTo>
                  <a:pt x="1044109" y="1534368"/>
                </a:moveTo>
                <a:lnTo>
                  <a:pt x="1043092" y="1535543"/>
                </a:lnTo>
                <a:lnTo>
                  <a:pt x="1044109" y="1534368"/>
                </a:lnTo>
                <a:close/>
              </a:path>
              <a:path w="1658620" h="2169159">
                <a:moveTo>
                  <a:pt x="1045088" y="1533238"/>
                </a:moveTo>
                <a:lnTo>
                  <a:pt x="1044108" y="1534369"/>
                </a:lnTo>
                <a:lnTo>
                  <a:pt x="1043185" y="1535543"/>
                </a:lnTo>
                <a:lnTo>
                  <a:pt x="1045088" y="1533238"/>
                </a:lnTo>
                <a:close/>
              </a:path>
              <a:path w="1658620" h="2169159">
                <a:moveTo>
                  <a:pt x="1130546" y="1454569"/>
                </a:moveTo>
                <a:lnTo>
                  <a:pt x="1107371" y="1462019"/>
                </a:lnTo>
                <a:lnTo>
                  <a:pt x="1088167" y="1478360"/>
                </a:lnTo>
                <a:lnTo>
                  <a:pt x="1044109" y="1534368"/>
                </a:lnTo>
                <a:lnTo>
                  <a:pt x="1045088" y="1533238"/>
                </a:lnTo>
                <a:lnTo>
                  <a:pt x="1199427" y="1533238"/>
                </a:lnTo>
                <a:lnTo>
                  <a:pt x="1201127" y="1510091"/>
                </a:lnTo>
                <a:lnTo>
                  <a:pt x="1193677" y="1486916"/>
                </a:lnTo>
                <a:lnTo>
                  <a:pt x="1177336" y="1467712"/>
                </a:lnTo>
                <a:lnTo>
                  <a:pt x="1154824" y="1456352"/>
                </a:lnTo>
                <a:lnTo>
                  <a:pt x="1130546" y="1454569"/>
                </a:lnTo>
                <a:close/>
              </a:path>
              <a:path w="1658620" h="2169159">
                <a:moveTo>
                  <a:pt x="1487642" y="1011546"/>
                </a:moveTo>
                <a:lnTo>
                  <a:pt x="1351650" y="1011546"/>
                </a:lnTo>
                <a:lnTo>
                  <a:pt x="1350683" y="1013921"/>
                </a:lnTo>
                <a:lnTo>
                  <a:pt x="1333413" y="1053835"/>
                </a:lnTo>
                <a:lnTo>
                  <a:pt x="1328208" y="1078508"/>
                </a:lnTo>
                <a:lnTo>
                  <a:pt x="1332711" y="1102431"/>
                </a:lnTo>
                <a:lnTo>
                  <a:pt x="1345856" y="1122920"/>
                </a:lnTo>
                <a:lnTo>
                  <a:pt x="1366577" y="1137290"/>
                </a:lnTo>
                <a:lnTo>
                  <a:pt x="1391249" y="1142495"/>
                </a:lnTo>
                <a:lnTo>
                  <a:pt x="1415173" y="1137992"/>
                </a:lnTo>
                <a:lnTo>
                  <a:pt x="1435662" y="1124847"/>
                </a:lnTo>
                <a:lnTo>
                  <a:pt x="1450032" y="1104126"/>
                </a:lnTo>
                <a:lnTo>
                  <a:pt x="1468776" y="1060658"/>
                </a:lnTo>
                <a:lnTo>
                  <a:pt x="1487642" y="1011546"/>
                </a:lnTo>
                <a:close/>
              </a:path>
              <a:path w="1658620" h="2169159">
                <a:moveTo>
                  <a:pt x="1351143" y="1012723"/>
                </a:moveTo>
                <a:lnTo>
                  <a:pt x="1350626" y="1013921"/>
                </a:lnTo>
                <a:lnTo>
                  <a:pt x="1351143" y="1012723"/>
                </a:lnTo>
                <a:close/>
              </a:path>
              <a:path w="1658620" h="2169159">
                <a:moveTo>
                  <a:pt x="1351650" y="1011546"/>
                </a:moveTo>
                <a:lnTo>
                  <a:pt x="1351143" y="1012723"/>
                </a:lnTo>
                <a:lnTo>
                  <a:pt x="1350683" y="1013921"/>
                </a:lnTo>
                <a:lnTo>
                  <a:pt x="1351650" y="1011546"/>
                </a:lnTo>
                <a:close/>
              </a:path>
              <a:path w="1658620" h="2169159">
                <a:moveTo>
                  <a:pt x="1518548" y="925885"/>
                </a:moveTo>
                <a:lnTo>
                  <a:pt x="1384499" y="925885"/>
                </a:lnTo>
                <a:lnTo>
                  <a:pt x="1383639" y="928265"/>
                </a:lnTo>
                <a:lnTo>
                  <a:pt x="1351143" y="1012723"/>
                </a:lnTo>
                <a:lnTo>
                  <a:pt x="1351650" y="1011546"/>
                </a:lnTo>
                <a:lnTo>
                  <a:pt x="1487642" y="1011546"/>
                </a:lnTo>
                <a:lnTo>
                  <a:pt x="1503507" y="970245"/>
                </a:lnTo>
                <a:lnTo>
                  <a:pt x="1518548" y="925885"/>
                </a:lnTo>
                <a:close/>
              </a:path>
              <a:path w="1658620" h="2169159">
                <a:moveTo>
                  <a:pt x="1384049" y="927058"/>
                </a:moveTo>
                <a:lnTo>
                  <a:pt x="1383585" y="928265"/>
                </a:lnTo>
                <a:lnTo>
                  <a:pt x="1384049" y="927058"/>
                </a:lnTo>
                <a:close/>
              </a:path>
              <a:path w="1658620" h="2169159">
                <a:moveTo>
                  <a:pt x="1384499" y="925885"/>
                </a:moveTo>
                <a:lnTo>
                  <a:pt x="1384049" y="927058"/>
                </a:lnTo>
                <a:lnTo>
                  <a:pt x="1383639" y="928265"/>
                </a:lnTo>
                <a:lnTo>
                  <a:pt x="1384499" y="925885"/>
                </a:lnTo>
                <a:close/>
              </a:path>
              <a:path w="1658620" h="2169159">
                <a:moveTo>
                  <a:pt x="1546690" y="837825"/>
                </a:moveTo>
                <a:lnTo>
                  <a:pt x="1414305" y="837825"/>
                </a:lnTo>
                <a:lnTo>
                  <a:pt x="1413548" y="840209"/>
                </a:lnTo>
                <a:lnTo>
                  <a:pt x="1384049" y="927058"/>
                </a:lnTo>
                <a:lnTo>
                  <a:pt x="1384499" y="925885"/>
                </a:lnTo>
                <a:lnTo>
                  <a:pt x="1518548" y="925885"/>
                </a:lnTo>
                <a:lnTo>
                  <a:pt x="1534980" y="877422"/>
                </a:lnTo>
                <a:lnTo>
                  <a:pt x="1546690" y="837825"/>
                </a:lnTo>
                <a:close/>
              </a:path>
              <a:path w="1658620" h="2169159">
                <a:moveTo>
                  <a:pt x="1413898" y="839024"/>
                </a:moveTo>
                <a:lnTo>
                  <a:pt x="1413496" y="840209"/>
                </a:lnTo>
                <a:lnTo>
                  <a:pt x="1413898" y="839024"/>
                </a:lnTo>
                <a:close/>
              </a:path>
              <a:path w="1658620" h="2169159">
                <a:moveTo>
                  <a:pt x="1414305" y="837825"/>
                </a:moveTo>
                <a:lnTo>
                  <a:pt x="1413898" y="839024"/>
                </a:lnTo>
                <a:lnTo>
                  <a:pt x="1413548" y="840209"/>
                </a:lnTo>
                <a:lnTo>
                  <a:pt x="1414305" y="837825"/>
                </a:lnTo>
                <a:close/>
              </a:path>
              <a:path w="1658620" h="2169159">
                <a:moveTo>
                  <a:pt x="1571941" y="747491"/>
                </a:moveTo>
                <a:lnTo>
                  <a:pt x="1440967" y="747491"/>
                </a:lnTo>
                <a:lnTo>
                  <a:pt x="1440310" y="749879"/>
                </a:lnTo>
                <a:lnTo>
                  <a:pt x="1413898" y="839024"/>
                </a:lnTo>
                <a:lnTo>
                  <a:pt x="1414305" y="837825"/>
                </a:lnTo>
                <a:lnTo>
                  <a:pt x="1546690" y="837825"/>
                </a:lnTo>
                <a:lnTo>
                  <a:pt x="1563104" y="782318"/>
                </a:lnTo>
                <a:lnTo>
                  <a:pt x="1571941" y="747491"/>
                </a:lnTo>
                <a:close/>
              </a:path>
              <a:path w="1658620" h="2169159">
                <a:moveTo>
                  <a:pt x="1440610" y="748699"/>
                </a:moveTo>
                <a:lnTo>
                  <a:pt x="1440261" y="749879"/>
                </a:lnTo>
                <a:lnTo>
                  <a:pt x="1440610" y="748699"/>
                </a:lnTo>
                <a:close/>
              </a:path>
              <a:path w="1658620" h="2169159">
                <a:moveTo>
                  <a:pt x="1440967" y="747491"/>
                </a:moveTo>
                <a:lnTo>
                  <a:pt x="1440610" y="748699"/>
                </a:lnTo>
                <a:lnTo>
                  <a:pt x="1440310" y="749879"/>
                </a:lnTo>
                <a:lnTo>
                  <a:pt x="1440967" y="747491"/>
                </a:lnTo>
                <a:close/>
              </a:path>
              <a:path w="1658620" h="2169159">
                <a:moveTo>
                  <a:pt x="1504212" y="655740"/>
                </a:moveTo>
                <a:lnTo>
                  <a:pt x="1481301" y="663966"/>
                </a:lnTo>
                <a:lnTo>
                  <a:pt x="1463146" y="680183"/>
                </a:lnTo>
                <a:lnTo>
                  <a:pt x="1452229" y="702913"/>
                </a:lnTo>
                <a:lnTo>
                  <a:pt x="1440610" y="748699"/>
                </a:lnTo>
                <a:lnTo>
                  <a:pt x="1440967" y="747491"/>
                </a:lnTo>
                <a:lnTo>
                  <a:pt x="1571941" y="747491"/>
                </a:lnTo>
                <a:lnTo>
                  <a:pt x="1575327" y="734151"/>
                </a:lnTo>
                <a:lnTo>
                  <a:pt x="1576570" y="708966"/>
                </a:lnTo>
                <a:lnTo>
                  <a:pt x="1568344" y="686054"/>
                </a:lnTo>
                <a:lnTo>
                  <a:pt x="1552127" y="667899"/>
                </a:lnTo>
                <a:lnTo>
                  <a:pt x="1529397" y="656983"/>
                </a:lnTo>
                <a:lnTo>
                  <a:pt x="1504212" y="655740"/>
                </a:lnTo>
                <a:close/>
              </a:path>
              <a:path w="1658620" h="2169159">
                <a:moveTo>
                  <a:pt x="1656365" y="164938"/>
                </a:moveTo>
                <a:lnTo>
                  <a:pt x="1529388" y="164938"/>
                </a:lnTo>
                <a:lnTo>
                  <a:pt x="1529297" y="167350"/>
                </a:lnTo>
                <a:lnTo>
                  <a:pt x="1526617" y="213527"/>
                </a:lnTo>
                <a:lnTo>
                  <a:pt x="1542629" y="259415"/>
                </a:lnTo>
                <a:lnTo>
                  <a:pt x="1586398" y="280540"/>
                </a:lnTo>
                <a:lnTo>
                  <a:pt x="1611360" y="276965"/>
                </a:lnTo>
                <a:lnTo>
                  <a:pt x="1632286" y="264528"/>
                </a:lnTo>
                <a:lnTo>
                  <a:pt x="1647022" y="245151"/>
                </a:lnTo>
                <a:lnTo>
                  <a:pt x="1653411" y="220759"/>
                </a:lnTo>
                <a:lnTo>
                  <a:pt x="1656251" y="170964"/>
                </a:lnTo>
                <a:lnTo>
                  <a:pt x="1656365" y="164938"/>
                </a:lnTo>
                <a:close/>
              </a:path>
              <a:path w="1658620" h="2169159">
                <a:moveTo>
                  <a:pt x="1529320" y="166139"/>
                </a:moveTo>
                <a:lnTo>
                  <a:pt x="1529251" y="167350"/>
                </a:lnTo>
                <a:lnTo>
                  <a:pt x="1529320" y="166139"/>
                </a:lnTo>
                <a:close/>
              </a:path>
              <a:path w="1658620" h="2169159">
                <a:moveTo>
                  <a:pt x="1595982" y="0"/>
                </a:moveTo>
                <a:lnTo>
                  <a:pt x="1550736" y="17743"/>
                </a:lnTo>
                <a:lnTo>
                  <a:pt x="1531289" y="62284"/>
                </a:lnTo>
                <a:lnTo>
                  <a:pt x="1529320" y="166139"/>
                </a:lnTo>
                <a:lnTo>
                  <a:pt x="1529388" y="164938"/>
                </a:lnTo>
                <a:lnTo>
                  <a:pt x="1656365" y="164938"/>
                </a:lnTo>
                <a:lnTo>
                  <a:pt x="1658266" y="64692"/>
                </a:lnTo>
                <a:lnTo>
                  <a:pt x="1653745" y="39884"/>
                </a:lnTo>
                <a:lnTo>
                  <a:pt x="1640522" y="19446"/>
                </a:lnTo>
                <a:lnTo>
                  <a:pt x="1620600" y="5457"/>
                </a:lnTo>
                <a:lnTo>
                  <a:pt x="1595982" y="0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24BBA02F-71D6-C32B-67EF-97059B1615C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429000" y="990600"/>
            <a:ext cx="4906010" cy="7032053"/>
          </a:xfrm>
          <a:prstGeom prst="rect">
            <a:avLst/>
          </a:prstGeom>
        </p:spPr>
        <p:txBody>
          <a:bodyPr vert="horz" wrap="square" lIns="0" tIns="45085" rIns="0" bIns="0" rtlCol="0">
            <a:spAutoFit/>
          </a:bodyPr>
          <a:lstStyle/>
          <a:p>
            <a:pPr algn="l"/>
            <a:r>
              <a:rPr lang="en-GB" sz="1400" b="1" dirty="0">
                <a:solidFill>
                  <a:srgbClr val="000000"/>
                </a:solidFill>
                <a:latin typeface="Arial" panose="020B0604020202020204" pitchFamily="34" charset="0"/>
              </a:rPr>
              <a:t>A</a:t>
            </a:r>
            <a:r>
              <a:rPr lang="en-GB" sz="1400" b="1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cquisition -</a:t>
            </a:r>
            <a:r>
              <a:rPr lang="en-GB" sz="1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step focuses on acquiring a new customer by offering a product or service which satisfies the customer needs. If the customer is satisfied, he or she can be nurtured to good customer loyalty.</a:t>
            </a:r>
            <a:br>
              <a:rPr lang="en-GB" sz="1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</a:br>
            <a:br>
              <a:rPr lang="en-GB" sz="1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</a:br>
            <a:br>
              <a:rPr lang="en-GB" sz="1400" dirty="0">
                <a:solidFill>
                  <a:srgbClr val="000000"/>
                </a:solidFill>
                <a:latin typeface="Arial" panose="020B0604020202020204" pitchFamily="34" charset="0"/>
              </a:rPr>
            </a:br>
            <a:r>
              <a:rPr lang="en-GB" sz="1400" b="1" dirty="0">
                <a:solidFill>
                  <a:srgbClr val="000000"/>
                </a:solidFill>
                <a:latin typeface="Arial" panose="020B0604020202020204" pitchFamily="34" charset="0"/>
              </a:rPr>
              <a:t>D</a:t>
            </a:r>
            <a:r>
              <a:rPr lang="en-GB" sz="1400" b="1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evelopment -</a:t>
            </a:r>
            <a:r>
              <a:rPr lang="en-GB" sz="1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is where in the customer is educated about all the benefits of being a customer. This is more of a bonding phase between the company, the product and the customer.</a:t>
            </a:r>
            <a:br>
              <a:rPr lang="en-GB" sz="1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</a:br>
            <a:br>
              <a:rPr lang="en-GB" sz="1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</a:br>
            <a:br>
              <a:rPr lang="en-GB" sz="1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</a:br>
            <a:r>
              <a:rPr lang="en-GB" sz="1400" b="1" dirty="0">
                <a:solidFill>
                  <a:srgbClr val="000000"/>
                </a:solidFill>
                <a:latin typeface="Arial" panose="020B0604020202020204" pitchFamily="34" charset="0"/>
              </a:rPr>
              <a:t>C</a:t>
            </a:r>
            <a:r>
              <a:rPr lang="en-GB" sz="1400" b="1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ommitment -</a:t>
            </a:r>
            <a:r>
              <a:rPr lang="en-GB" sz="1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is a process where the company is committed to offering the benefits and value that the customer seeks. This helps build a strong trust with the company and its product.</a:t>
            </a:r>
            <a:br>
              <a:rPr lang="en-GB" sz="1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</a:br>
            <a:br>
              <a:rPr lang="en-GB" sz="1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</a:br>
            <a:br>
              <a:rPr lang="en-GB" sz="1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</a:br>
            <a:r>
              <a:rPr lang="en-GB" sz="1400" b="1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Retention</a:t>
            </a:r>
            <a:r>
              <a:rPr lang="en-GB" sz="1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GB" sz="1400" b="1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-</a:t>
            </a:r>
            <a:r>
              <a:rPr lang="en-GB" sz="1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is one of the most important steps especially in a competitive market. Customer loyalty is largely driven by incentives and perks given to customers who are willing to stay loyal towards a particular company.</a:t>
            </a:r>
            <a:br>
              <a:rPr lang="en-GB" sz="1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</a:br>
            <a:br>
              <a:rPr lang="en-GB" sz="2000" dirty="0"/>
            </a:br>
            <a:br>
              <a:rPr lang="en-GB" sz="2000" dirty="0"/>
            </a:br>
            <a:br>
              <a:rPr lang="en-GB" sz="2000" dirty="0"/>
            </a:br>
            <a:br>
              <a:rPr lang="en-GB" sz="2000" dirty="0"/>
            </a:br>
            <a:br>
              <a:rPr lang="en-GB" sz="2000" dirty="0"/>
            </a:br>
            <a:br>
              <a:rPr lang="en-GB" sz="2000" dirty="0"/>
            </a:br>
            <a:br>
              <a:rPr lang="en-GB" sz="2000" dirty="0"/>
            </a:br>
            <a:endParaRPr sz="20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6333B0D-F53E-C326-0517-2A28514925AB}"/>
              </a:ext>
            </a:extLst>
          </p:cNvPr>
          <p:cNvSpPr txBox="1"/>
          <p:nvPr/>
        </p:nvSpPr>
        <p:spPr>
          <a:xfrm>
            <a:off x="2664008" y="6019800"/>
            <a:ext cx="446659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Source: </a:t>
            </a:r>
            <a:r>
              <a:rPr lang="en-GB" dirty="0">
                <a:hlinkClick r:id="rId2"/>
              </a:rPr>
              <a:t>Customer Loyalty - Definition &amp; Process | Marketing Overview | MBA </a:t>
            </a:r>
            <a:r>
              <a:rPr lang="en-GB" dirty="0" err="1">
                <a:hlinkClick r:id="rId2"/>
              </a:rPr>
              <a:t>Skool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4109421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93864" y="2266695"/>
            <a:ext cx="2133600" cy="2113280"/>
          </a:xfrm>
          <a:prstGeom prst="rect">
            <a:avLst/>
          </a:prstGeom>
        </p:spPr>
        <p:txBody>
          <a:bodyPr vert="horz" wrap="square" lIns="0" tIns="68580" rIns="0" bIns="0" rtlCol="0">
            <a:spAutoFit/>
          </a:bodyPr>
          <a:lstStyle/>
          <a:p>
            <a:pPr marL="12700" marR="5080">
              <a:lnSpc>
                <a:spcPct val="90100"/>
              </a:lnSpc>
              <a:spcBef>
                <a:spcPts val="540"/>
              </a:spcBef>
            </a:pPr>
            <a:r>
              <a:rPr sz="3700" dirty="0">
                <a:solidFill>
                  <a:srgbClr val="FFFFFF"/>
                </a:solidFill>
                <a:latin typeface="Calibri Light"/>
                <a:cs typeface="Calibri Light"/>
              </a:rPr>
              <a:t>D</a:t>
            </a:r>
            <a:r>
              <a:rPr sz="3700" spc="-25" dirty="0">
                <a:solidFill>
                  <a:srgbClr val="FFFFFF"/>
                </a:solidFill>
                <a:latin typeface="Calibri Light"/>
                <a:cs typeface="Calibri Light"/>
              </a:rPr>
              <a:t>e</a:t>
            </a:r>
            <a:r>
              <a:rPr sz="3700" spc="-45" dirty="0">
                <a:solidFill>
                  <a:srgbClr val="FFFFFF"/>
                </a:solidFill>
                <a:latin typeface="Calibri Light"/>
                <a:cs typeface="Calibri Light"/>
              </a:rPr>
              <a:t>v</a:t>
            </a:r>
            <a:r>
              <a:rPr sz="3700" spc="-5" dirty="0">
                <a:solidFill>
                  <a:srgbClr val="FFFFFF"/>
                </a:solidFill>
                <a:latin typeface="Calibri Light"/>
                <a:cs typeface="Calibri Light"/>
              </a:rPr>
              <a:t>e</a:t>
            </a:r>
            <a:r>
              <a:rPr sz="3700" spc="-10" dirty="0">
                <a:solidFill>
                  <a:srgbClr val="FFFFFF"/>
                </a:solidFill>
                <a:latin typeface="Calibri Light"/>
                <a:cs typeface="Calibri Light"/>
              </a:rPr>
              <a:t>lo</a:t>
            </a:r>
            <a:r>
              <a:rPr sz="3700" dirty="0">
                <a:solidFill>
                  <a:srgbClr val="FFFFFF"/>
                </a:solidFill>
                <a:latin typeface="Calibri Light"/>
                <a:cs typeface="Calibri Light"/>
              </a:rPr>
              <a:t>p</a:t>
            </a:r>
            <a:r>
              <a:rPr sz="3700" spc="-10" dirty="0">
                <a:solidFill>
                  <a:srgbClr val="FFFFFF"/>
                </a:solidFill>
                <a:latin typeface="Calibri Light"/>
                <a:cs typeface="Calibri Light"/>
              </a:rPr>
              <a:t>i</a:t>
            </a:r>
            <a:r>
              <a:rPr sz="3700" dirty="0">
                <a:solidFill>
                  <a:srgbClr val="FFFFFF"/>
                </a:solidFill>
                <a:latin typeface="Calibri Light"/>
                <a:cs typeface="Calibri Light"/>
              </a:rPr>
              <a:t>ng  </a:t>
            </a:r>
            <a:r>
              <a:rPr sz="3700" spc="-5" dirty="0">
                <a:solidFill>
                  <a:srgbClr val="FFFFFF"/>
                </a:solidFill>
                <a:latin typeface="Calibri Light"/>
                <a:cs typeface="Calibri Light"/>
              </a:rPr>
              <a:t>Scenarios </a:t>
            </a:r>
            <a:r>
              <a:rPr sz="370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3700" spc="-5" dirty="0">
                <a:solidFill>
                  <a:srgbClr val="FFFFFF"/>
                </a:solidFill>
                <a:latin typeface="Calibri Light"/>
                <a:cs typeface="Calibri Light"/>
              </a:rPr>
              <a:t>using </a:t>
            </a:r>
            <a:r>
              <a:rPr sz="370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3700" spc="-25" dirty="0">
                <a:solidFill>
                  <a:srgbClr val="FFFFFF"/>
                </a:solidFill>
                <a:latin typeface="Calibri Light"/>
                <a:cs typeface="Calibri Light"/>
              </a:rPr>
              <a:t>Personas</a:t>
            </a:r>
            <a:endParaRPr sz="3700">
              <a:latin typeface="Calibri Light"/>
              <a:cs typeface="Calibri Light"/>
            </a:endParaRPr>
          </a:p>
        </p:txBody>
      </p:sp>
      <p:sp>
        <p:nvSpPr>
          <p:cNvPr id="3" name="object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130598" y="4433707"/>
            <a:ext cx="1658620" cy="2169160"/>
          </a:xfrm>
          <a:custGeom>
            <a:avLst/>
            <a:gdLst/>
            <a:ahLst/>
            <a:cxnLst/>
            <a:rect l="l" t="t" r="r" b="b"/>
            <a:pathLst>
              <a:path w="1658620" h="2169159">
                <a:moveTo>
                  <a:pt x="100872" y="2041064"/>
                </a:moveTo>
                <a:lnTo>
                  <a:pt x="62419" y="2041713"/>
                </a:lnTo>
                <a:lnTo>
                  <a:pt x="17838" y="2061067"/>
                </a:lnTo>
                <a:lnTo>
                  <a:pt x="0" y="2106275"/>
                </a:lnTo>
                <a:lnTo>
                  <a:pt x="5406" y="2130905"/>
                </a:lnTo>
                <a:lnTo>
                  <a:pt x="19353" y="2150856"/>
                </a:lnTo>
                <a:lnTo>
                  <a:pt x="39764" y="2164122"/>
                </a:lnTo>
                <a:lnTo>
                  <a:pt x="64561" y="2168695"/>
                </a:lnTo>
                <a:lnTo>
                  <a:pt x="105156" y="2168010"/>
                </a:lnTo>
                <a:lnTo>
                  <a:pt x="146570" y="2165912"/>
                </a:lnTo>
                <a:lnTo>
                  <a:pt x="187716" y="2162435"/>
                </a:lnTo>
                <a:lnTo>
                  <a:pt x="228574" y="2157598"/>
                </a:lnTo>
                <a:lnTo>
                  <a:pt x="269130" y="2151416"/>
                </a:lnTo>
                <a:lnTo>
                  <a:pt x="309365" y="2143910"/>
                </a:lnTo>
                <a:lnTo>
                  <a:pt x="349265" y="2135096"/>
                </a:lnTo>
                <a:lnTo>
                  <a:pt x="388811" y="2124993"/>
                </a:lnTo>
                <a:lnTo>
                  <a:pt x="427991" y="2113621"/>
                </a:lnTo>
                <a:lnTo>
                  <a:pt x="479404" y="2091645"/>
                </a:lnTo>
                <a:lnTo>
                  <a:pt x="501083" y="2049055"/>
                </a:lnTo>
                <a:lnTo>
                  <a:pt x="500164" y="2041118"/>
                </a:lnTo>
                <a:lnTo>
                  <a:pt x="99800" y="2041118"/>
                </a:lnTo>
                <a:lnTo>
                  <a:pt x="100872" y="2041064"/>
                </a:lnTo>
                <a:close/>
              </a:path>
              <a:path w="1658620" h="2169159">
                <a:moveTo>
                  <a:pt x="101942" y="2041046"/>
                </a:moveTo>
                <a:lnTo>
                  <a:pt x="100872" y="2041064"/>
                </a:lnTo>
                <a:lnTo>
                  <a:pt x="99800" y="2041118"/>
                </a:lnTo>
                <a:lnTo>
                  <a:pt x="101942" y="2041046"/>
                </a:lnTo>
                <a:close/>
              </a:path>
              <a:path w="1658620" h="2169159">
                <a:moveTo>
                  <a:pt x="500155" y="2041046"/>
                </a:moveTo>
                <a:lnTo>
                  <a:pt x="101942" y="2041046"/>
                </a:lnTo>
                <a:lnTo>
                  <a:pt x="99800" y="2041118"/>
                </a:lnTo>
                <a:lnTo>
                  <a:pt x="500164" y="2041118"/>
                </a:lnTo>
                <a:close/>
              </a:path>
              <a:path w="1658620" h="2169159">
                <a:moveTo>
                  <a:pt x="138009" y="2039183"/>
                </a:moveTo>
                <a:lnTo>
                  <a:pt x="100872" y="2041064"/>
                </a:lnTo>
                <a:lnTo>
                  <a:pt x="101942" y="2041046"/>
                </a:lnTo>
                <a:lnTo>
                  <a:pt x="500155" y="2041046"/>
                </a:lnTo>
                <a:lnTo>
                  <a:pt x="499950" y="2039273"/>
                </a:lnTo>
                <a:lnTo>
                  <a:pt x="136944" y="2039273"/>
                </a:lnTo>
                <a:lnTo>
                  <a:pt x="138009" y="2039183"/>
                </a:lnTo>
                <a:close/>
              </a:path>
              <a:path w="1658620" h="2169159">
                <a:moveTo>
                  <a:pt x="139077" y="2039129"/>
                </a:moveTo>
                <a:lnTo>
                  <a:pt x="138009" y="2039183"/>
                </a:lnTo>
                <a:lnTo>
                  <a:pt x="136944" y="2039273"/>
                </a:lnTo>
                <a:lnTo>
                  <a:pt x="139077" y="2039129"/>
                </a:lnTo>
                <a:close/>
              </a:path>
              <a:path w="1658620" h="2169159">
                <a:moveTo>
                  <a:pt x="499933" y="2039129"/>
                </a:moveTo>
                <a:lnTo>
                  <a:pt x="139077" y="2039129"/>
                </a:lnTo>
                <a:lnTo>
                  <a:pt x="136944" y="2039273"/>
                </a:lnTo>
                <a:lnTo>
                  <a:pt x="499950" y="2039273"/>
                </a:lnTo>
                <a:lnTo>
                  <a:pt x="499933" y="2039129"/>
                </a:lnTo>
                <a:close/>
              </a:path>
              <a:path w="1658620" h="2169159">
                <a:moveTo>
                  <a:pt x="174901" y="2036066"/>
                </a:moveTo>
                <a:lnTo>
                  <a:pt x="138009" y="2039183"/>
                </a:lnTo>
                <a:lnTo>
                  <a:pt x="139077" y="2039129"/>
                </a:lnTo>
                <a:lnTo>
                  <a:pt x="499933" y="2039129"/>
                </a:lnTo>
                <a:lnTo>
                  <a:pt x="499593" y="2036191"/>
                </a:lnTo>
                <a:lnTo>
                  <a:pt x="173842" y="2036191"/>
                </a:lnTo>
                <a:lnTo>
                  <a:pt x="174901" y="2036066"/>
                </a:lnTo>
                <a:close/>
              </a:path>
              <a:path w="1658620" h="2169159">
                <a:moveTo>
                  <a:pt x="175962" y="2035976"/>
                </a:moveTo>
                <a:lnTo>
                  <a:pt x="174901" y="2036066"/>
                </a:lnTo>
                <a:lnTo>
                  <a:pt x="173842" y="2036191"/>
                </a:lnTo>
                <a:lnTo>
                  <a:pt x="175962" y="2035976"/>
                </a:lnTo>
                <a:close/>
              </a:path>
              <a:path w="1658620" h="2169159">
                <a:moveTo>
                  <a:pt x="499568" y="2035976"/>
                </a:moveTo>
                <a:lnTo>
                  <a:pt x="175962" y="2035976"/>
                </a:lnTo>
                <a:lnTo>
                  <a:pt x="173842" y="2036191"/>
                </a:lnTo>
                <a:lnTo>
                  <a:pt x="499593" y="2036191"/>
                </a:lnTo>
                <a:lnTo>
                  <a:pt x="499568" y="2035976"/>
                </a:lnTo>
                <a:close/>
              </a:path>
              <a:path w="1658620" h="2169159">
                <a:moveTo>
                  <a:pt x="211540" y="2031727"/>
                </a:moveTo>
                <a:lnTo>
                  <a:pt x="174901" y="2036066"/>
                </a:lnTo>
                <a:lnTo>
                  <a:pt x="175962" y="2035976"/>
                </a:lnTo>
                <a:lnTo>
                  <a:pt x="499568" y="2035976"/>
                </a:lnTo>
                <a:lnTo>
                  <a:pt x="499094" y="2031888"/>
                </a:lnTo>
                <a:lnTo>
                  <a:pt x="210488" y="2031888"/>
                </a:lnTo>
                <a:lnTo>
                  <a:pt x="211540" y="2031727"/>
                </a:lnTo>
                <a:close/>
              </a:path>
              <a:path w="1658620" h="2169159">
                <a:moveTo>
                  <a:pt x="212589" y="2031603"/>
                </a:moveTo>
                <a:lnTo>
                  <a:pt x="211540" y="2031727"/>
                </a:lnTo>
                <a:lnTo>
                  <a:pt x="210488" y="2031888"/>
                </a:lnTo>
                <a:lnTo>
                  <a:pt x="212589" y="2031603"/>
                </a:lnTo>
                <a:close/>
              </a:path>
              <a:path w="1658620" h="2169159">
                <a:moveTo>
                  <a:pt x="499061" y="2031603"/>
                </a:moveTo>
                <a:lnTo>
                  <a:pt x="212589" y="2031603"/>
                </a:lnTo>
                <a:lnTo>
                  <a:pt x="210488" y="2031888"/>
                </a:lnTo>
                <a:lnTo>
                  <a:pt x="499094" y="2031888"/>
                </a:lnTo>
                <a:lnTo>
                  <a:pt x="499061" y="2031603"/>
                </a:lnTo>
                <a:close/>
              </a:path>
              <a:path w="1658620" h="2169159">
                <a:moveTo>
                  <a:pt x="247907" y="2026185"/>
                </a:moveTo>
                <a:lnTo>
                  <a:pt x="211540" y="2031727"/>
                </a:lnTo>
                <a:lnTo>
                  <a:pt x="212589" y="2031603"/>
                </a:lnTo>
                <a:lnTo>
                  <a:pt x="499061" y="2031603"/>
                </a:lnTo>
                <a:lnTo>
                  <a:pt x="498456" y="2026377"/>
                </a:lnTo>
                <a:lnTo>
                  <a:pt x="246874" y="2026377"/>
                </a:lnTo>
                <a:lnTo>
                  <a:pt x="247907" y="2026185"/>
                </a:lnTo>
                <a:close/>
              </a:path>
              <a:path w="1658620" h="2169159">
                <a:moveTo>
                  <a:pt x="248953" y="2026025"/>
                </a:moveTo>
                <a:lnTo>
                  <a:pt x="247907" y="2026185"/>
                </a:lnTo>
                <a:lnTo>
                  <a:pt x="246874" y="2026377"/>
                </a:lnTo>
                <a:lnTo>
                  <a:pt x="248953" y="2026025"/>
                </a:lnTo>
                <a:close/>
              </a:path>
              <a:path w="1658620" h="2169159">
                <a:moveTo>
                  <a:pt x="498415" y="2026025"/>
                </a:moveTo>
                <a:lnTo>
                  <a:pt x="248953" y="2026025"/>
                </a:lnTo>
                <a:lnTo>
                  <a:pt x="246874" y="2026377"/>
                </a:lnTo>
                <a:lnTo>
                  <a:pt x="498456" y="2026377"/>
                </a:lnTo>
                <a:lnTo>
                  <a:pt x="498415" y="2026025"/>
                </a:lnTo>
                <a:close/>
              </a:path>
              <a:path w="1658620" h="2169159">
                <a:moveTo>
                  <a:pt x="284013" y="2019448"/>
                </a:moveTo>
                <a:lnTo>
                  <a:pt x="247907" y="2026185"/>
                </a:lnTo>
                <a:lnTo>
                  <a:pt x="248953" y="2026025"/>
                </a:lnTo>
                <a:lnTo>
                  <a:pt x="498415" y="2026025"/>
                </a:lnTo>
                <a:lnTo>
                  <a:pt x="498181" y="2024007"/>
                </a:lnTo>
                <a:lnTo>
                  <a:pt x="495736" y="2019674"/>
                </a:lnTo>
                <a:lnTo>
                  <a:pt x="282992" y="2019674"/>
                </a:lnTo>
                <a:lnTo>
                  <a:pt x="284013" y="2019448"/>
                </a:lnTo>
                <a:close/>
              </a:path>
              <a:path w="1658620" h="2169159">
                <a:moveTo>
                  <a:pt x="285043" y="2019256"/>
                </a:moveTo>
                <a:lnTo>
                  <a:pt x="284013" y="2019448"/>
                </a:lnTo>
                <a:lnTo>
                  <a:pt x="282992" y="2019674"/>
                </a:lnTo>
                <a:lnTo>
                  <a:pt x="285043" y="2019256"/>
                </a:lnTo>
                <a:close/>
              </a:path>
              <a:path w="1658620" h="2169159">
                <a:moveTo>
                  <a:pt x="495500" y="2019256"/>
                </a:moveTo>
                <a:lnTo>
                  <a:pt x="285043" y="2019256"/>
                </a:lnTo>
                <a:lnTo>
                  <a:pt x="282992" y="2019674"/>
                </a:lnTo>
                <a:lnTo>
                  <a:pt x="495736" y="2019674"/>
                </a:lnTo>
                <a:lnTo>
                  <a:pt x="495500" y="2019256"/>
                </a:lnTo>
                <a:close/>
              </a:path>
              <a:path w="1658620" h="2169159">
                <a:moveTo>
                  <a:pt x="319843" y="2011533"/>
                </a:moveTo>
                <a:lnTo>
                  <a:pt x="284013" y="2019448"/>
                </a:lnTo>
                <a:lnTo>
                  <a:pt x="285043" y="2019256"/>
                </a:lnTo>
                <a:lnTo>
                  <a:pt x="495500" y="2019256"/>
                </a:lnTo>
                <a:lnTo>
                  <a:pt x="491287" y="2011790"/>
                </a:lnTo>
                <a:lnTo>
                  <a:pt x="318837" y="2011790"/>
                </a:lnTo>
                <a:lnTo>
                  <a:pt x="319843" y="2011533"/>
                </a:lnTo>
                <a:close/>
              </a:path>
              <a:path w="1658620" h="2169159">
                <a:moveTo>
                  <a:pt x="320856" y="2011309"/>
                </a:moveTo>
                <a:lnTo>
                  <a:pt x="319843" y="2011533"/>
                </a:lnTo>
                <a:lnTo>
                  <a:pt x="318837" y="2011790"/>
                </a:lnTo>
                <a:lnTo>
                  <a:pt x="320856" y="2011309"/>
                </a:lnTo>
                <a:close/>
              </a:path>
              <a:path w="1658620" h="2169159">
                <a:moveTo>
                  <a:pt x="491016" y="2011309"/>
                </a:moveTo>
                <a:lnTo>
                  <a:pt x="320856" y="2011309"/>
                </a:lnTo>
                <a:lnTo>
                  <a:pt x="318837" y="2011790"/>
                </a:lnTo>
                <a:lnTo>
                  <a:pt x="491287" y="2011790"/>
                </a:lnTo>
                <a:lnTo>
                  <a:pt x="491016" y="2011309"/>
                </a:lnTo>
                <a:close/>
              </a:path>
              <a:path w="1658620" h="2169159">
                <a:moveTo>
                  <a:pt x="355379" y="2002455"/>
                </a:moveTo>
                <a:lnTo>
                  <a:pt x="319843" y="2011533"/>
                </a:lnTo>
                <a:lnTo>
                  <a:pt x="320856" y="2011309"/>
                </a:lnTo>
                <a:lnTo>
                  <a:pt x="491016" y="2011309"/>
                </a:lnTo>
                <a:lnTo>
                  <a:pt x="486180" y="2002741"/>
                </a:lnTo>
                <a:lnTo>
                  <a:pt x="354397" y="2002741"/>
                </a:lnTo>
                <a:lnTo>
                  <a:pt x="355379" y="2002455"/>
                </a:lnTo>
                <a:close/>
              </a:path>
              <a:path w="1658620" h="2169159">
                <a:moveTo>
                  <a:pt x="356382" y="2002199"/>
                </a:moveTo>
                <a:lnTo>
                  <a:pt x="355379" y="2002455"/>
                </a:lnTo>
                <a:lnTo>
                  <a:pt x="354397" y="2002741"/>
                </a:lnTo>
                <a:lnTo>
                  <a:pt x="356382" y="2002199"/>
                </a:lnTo>
                <a:close/>
              </a:path>
              <a:path w="1658620" h="2169159">
                <a:moveTo>
                  <a:pt x="485875" y="2002199"/>
                </a:moveTo>
                <a:lnTo>
                  <a:pt x="356382" y="2002199"/>
                </a:lnTo>
                <a:lnTo>
                  <a:pt x="354397" y="2002741"/>
                </a:lnTo>
                <a:lnTo>
                  <a:pt x="486180" y="2002741"/>
                </a:lnTo>
                <a:lnTo>
                  <a:pt x="485875" y="2002199"/>
                </a:lnTo>
                <a:close/>
              </a:path>
              <a:path w="1658620" h="2169159">
                <a:moveTo>
                  <a:pt x="472846" y="1991939"/>
                </a:moveTo>
                <a:lnTo>
                  <a:pt x="391610" y="1991939"/>
                </a:lnTo>
                <a:lnTo>
                  <a:pt x="389665" y="1992538"/>
                </a:lnTo>
                <a:lnTo>
                  <a:pt x="355379" y="2002455"/>
                </a:lnTo>
                <a:lnTo>
                  <a:pt x="356382" y="2002199"/>
                </a:lnTo>
                <a:lnTo>
                  <a:pt x="485875" y="2002199"/>
                </a:lnTo>
                <a:lnTo>
                  <a:pt x="485788" y="2002047"/>
                </a:lnTo>
                <a:lnTo>
                  <a:pt x="472846" y="1991939"/>
                </a:lnTo>
                <a:close/>
              </a:path>
              <a:path w="1658620" h="2169159">
                <a:moveTo>
                  <a:pt x="390632" y="1992223"/>
                </a:moveTo>
                <a:lnTo>
                  <a:pt x="389548" y="1992538"/>
                </a:lnTo>
                <a:lnTo>
                  <a:pt x="390632" y="1992223"/>
                </a:lnTo>
                <a:close/>
              </a:path>
              <a:path w="1658620" h="2169159">
                <a:moveTo>
                  <a:pt x="391610" y="1991939"/>
                </a:moveTo>
                <a:lnTo>
                  <a:pt x="390632" y="1992223"/>
                </a:lnTo>
                <a:lnTo>
                  <a:pt x="389665" y="1992538"/>
                </a:lnTo>
                <a:lnTo>
                  <a:pt x="391610" y="1991939"/>
                </a:lnTo>
                <a:close/>
              </a:path>
              <a:path w="1658620" h="2169159">
                <a:moveTo>
                  <a:pt x="443199" y="1980367"/>
                </a:moveTo>
                <a:lnTo>
                  <a:pt x="418151" y="1983269"/>
                </a:lnTo>
                <a:lnTo>
                  <a:pt x="390632" y="1992223"/>
                </a:lnTo>
                <a:lnTo>
                  <a:pt x="391610" y="1991939"/>
                </a:lnTo>
                <a:lnTo>
                  <a:pt x="472846" y="1991939"/>
                </a:lnTo>
                <a:lnTo>
                  <a:pt x="466603" y="1987063"/>
                </a:lnTo>
                <a:lnTo>
                  <a:pt x="443199" y="1980367"/>
                </a:lnTo>
                <a:close/>
              </a:path>
              <a:path w="1658620" h="2169159">
                <a:moveTo>
                  <a:pt x="877137" y="1709311"/>
                </a:moveTo>
                <a:lnTo>
                  <a:pt x="835179" y="1745176"/>
                </a:lnTo>
                <a:lnTo>
                  <a:pt x="819633" y="1765029"/>
                </a:lnTo>
                <a:lnTo>
                  <a:pt x="813132" y="1788489"/>
                </a:lnTo>
                <a:lnTo>
                  <a:pt x="815903" y="1812674"/>
                </a:lnTo>
                <a:lnTo>
                  <a:pt x="828169" y="1834705"/>
                </a:lnTo>
                <a:lnTo>
                  <a:pt x="848023" y="1850251"/>
                </a:lnTo>
                <a:lnTo>
                  <a:pt x="871482" y="1856751"/>
                </a:lnTo>
                <a:lnTo>
                  <a:pt x="895667" y="1853981"/>
                </a:lnTo>
                <a:lnTo>
                  <a:pt x="917698" y="1841714"/>
                </a:lnTo>
                <a:lnTo>
                  <a:pt x="962151" y="1803717"/>
                </a:lnTo>
                <a:lnTo>
                  <a:pt x="1024525" y="1744576"/>
                </a:lnTo>
                <a:lnTo>
                  <a:pt x="1057113" y="1710431"/>
                </a:lnTo>
                <a:lnTo>
                  <a:pt x="875957" y="1710431"/>
                </a:lnTo>
                <a:lnTo>
                  <a:pt x="877137" y="1709311"/>
                </a:lnTo>
                <a:close/>
              </a:path>
              <a:path w="1658620" h="2169159">
                <a:moveTo>
                  <a:pt x="878389" y="1708242"/>
                </a:moveTo>
                <a:lnTo>
                  <a:pt x="877137" y="1709311"/>
                </a:lnTo>
                <a:lnTo>
                  <a:pt x="875957" y="1710431"/>
                </a:lnTo>
                <a:lnTo>
                  <a:pt x="878389" y="1708242"/>
                </a:lnTo>
                <a:close/>
              </a:path>
              <a:path w="1658620" h="2169159">
                <a:moveTo>
                  <a:pt x="1059202" y="1708242"/>
                </a:moveTo>
                <a:lnTo>
                  <a:pt x="878389" y="1708242"/>
                </a:lnTo>
                <a:lnTo>
                  <a:pt x="875957" y="1710431"/>
                </a:lnTo>
                <a:lnTo>
                  <a:pt x="1057113" y="1710431"/>
                </a:lnTo>
                <a:lnTo>
                  <a:pt x="1059202" y="1708242"/>
                </a:lnTo>
                <a:close/>
              </a:path>
              <a:path w="1658620" h="2169159">
                <a:moveTo>
                  <a:pt x="1108943" y="1653507"/>
                </a:moveTo>
                <a:lnTo>
                  <a:pt x="935993" y="1653507"/>
                </a:lnTo>
                <a:lnTo>
                  <a:pt x="933747" y="1655746"/>
                </a:lnTo>
                <a:lnTo>
                  <a:pt x="877137" y="1709311"/>
                </a:lnTo>
                <a:lnTo>
                  <a:pt x="878389" y="1708242"/>
                </a:lnTo>
                <a:lnTo>
                  <a:pt x="1059202" y="1708242"/>
                </a:lnTo>
                <a:lnTo>
                  <a:pt x="1084530" y="1681704"/>
                </a:lnTo>
                <a:lnTo>
                  <a:pt x="1108943" y="1653507"/>
                </a:lnTo>
                <a:close/>
              </a:path>
              <a:path w="1658620" h="2169159">
                <a:moveTo>
                  <a:pt x="934835" y="1654605"/>
                </a:moveTo>
                <a:lnTo>
                  <a:pt x="933632" y="1655746"/>
                </a:lnTo>
                <a:lnTo>
                  <a:pt x="934835" y="1654605"/>
                </a:lnTo>
                <a:close/>
              </a:path>
              <a:path w="1658620" h="2169159">
                <a:moveTo>
                  <a:pt x="935993" y="1653507"/>
                </a:moveTo>
                <a:lnTo>
                  <a:pt x="934835" y="1654605"/>
                </a:lnTo>
                <a:lnTo>
                  <a:pt x="933747" y="1655746"/>
                </a:lnTo>
                <a:lnTo>
                  <a:pt x="935993" y="1653507"/>
                </a:lnTo>
                <a:close/>
              </a:path>
              <a:path w="1658620" h="2169159">
                <a:moveTo>
                  <a:pt x="1157893" y="1595134"/>
                </a:moveTo>
                <a:lnTo>
                  <a:pt x="991594" y="1595134"/>
                </a:lnTo>
                <a:lnTo>
                  <a:pt x="989525" y="1597410"/>
                </a:lnTo>
                <a:lnTo>
                  <a:pt x="934835" y="1654605"/>
                </a:lnTo>
                <a:lnTo>
                  <a:pt x="935993" y="1653507"/>
                </a:lnTo>
                <a:lnTo>
                  <a:pt x="1108943" y="1653507"/>
                </a:lnTo>
                <a:lnTo>
                  <a:pt x="1142077" y="1615238"/>
                </a:lnTo>
                <a:lnTo>
                  <a:pt x="1157893" y="1595134"/>
                </a:lnTo>
                <a:close/>
              </a:path>
              <a:path w="1658620" h="2169159">
                <a:moveTo>
                  <a:pt x="990537" y="1596242"/>
                </a:moveTo>
                <a:lnTo>
                  <a:pt x="989422" y="1597410"/>
                </a:lnTo>
                <a:lnTo>
                  <a:pt x="990537" y="1596242"/>
                </a:lnTo>
                <a:close/>
              </a:path>
              <a:path w="1658620" h="2169159">
                <a:moveTo>
                  <a:pt x="991594" y="1595134"/>
                </a:moveTo>
                <a:lnTo>
                  <a:pt x="990537" y="1596242"/>
                </a:lnTo>
                <a:lnTo>
                  <a:pt x="989525" y="1597410"/>
                </a:lnTo>
                <a:lnTo>
                  <a:pt x="991594" y="1595134"/>
                </a:lnTo>
                <a:close/>
              </a:path>
              <a:path w="1658620" h="2169159">
                <a:moveTo>
                  <a:pt x="1199427" y="1533238"/>
                </a:moveTo>
                <a:lnTo>
                  <a:pt x="1045088" y="1533238"/>
                </a:lnTo>
                <a:lnTo>
                  <a:pt x="1043185" y="1535543"/>
                </a:lnTo>
                <a:lnTo>
                  <a:pt x="990537" y="1596242"/>
                </a:lnTo>
                <a:lnTo>
                  <a:pt x="991594" y="1595134"/>
                </a:lnTo>
                <a:lnTo>
                  <a:pt x="1157893" y="1595134"/>
                </a:lnTo>
                <a:lnTo>
                  <a:pt x="1187984" y="1556881"/>
                </a:lnTo>
                <a:lnTo>
                  <a:pt x="1199344" y="1534369"/>
                </a:lnTo>
                <a:lnTo>
                  <a:pt x="1199427" y="1533238"/>
                </a:lnTo>
                <a:close/>
              </a:path>
              <a:path w="1658620" h="2169159">
                <a:moveTo>
                  <a:pt x="1044109" y="1534368"/>
                </a:moveTo>
                <a:lnTo>
                  <a:pt x="1043092" y="1535543"/>
                </a:lnTo>
                <a:lnTo>
                  <a:pt x="1044109" y="1534368"/>
                </a:lnTo>
                <a:close/>
              </a:path>
              <a:path w="1658620" h="2169159">
                <a:moveTo>
                  <a:pt x="1045088" y="1533238"/>
                </a:moveTo>
                <a:lnTo>
                  <a:pt x="1044108" y="1534369"/>
                </a:lnTo>
                <a:lnTo>
                  <a:pt x="1043185" y="1535543"/>
                </a:lnTo>
                <a:lnTo>
                  <a:pt x="1045088" y="1533238"/>
                </a:lnTo>
                <a:close/>
              </a:path>
              <a:path w="1658620" h="2169159">
                <a:moveTo>
                  <a:pt x="1130546" y="1454569"/>
                </a:moveTo>
                <a:lnTo>
                  <a:pt x="1107371" y="1462019"/>
                </a:lnTo>
                <a:lnTo>
                  <a:pt x="1088167" y="1478360"/>
                </a:lnTo>
                <a:lnTo>
                  <a:pt x="1044109" y="1534368"/>
                </a:lnTo>
                <a:lnTo>
                  <a:pt x="1045088" y="1533238"/>
                </a:lnTo>
                <a:lnTo>
                  <a:pt x="1199427" y="1533238"/>
                </a:lnTo>
                <a:lnTo>
                  <a:pt x="1201127" y="1510091"/>
                </a:lnTo>
                <a:lnTo>
                  <a:pt x="1193677" y="1486916"/>
                </a:lnTo>
                <a:lnTo>
                  <a:pt x="1177336" y="1467712"/>
                </a:lnTo>
                <a:lnTo>
                  <a:pt x="1154824" y="1456352"/>
                </a:lnTo>
                <a:lnTo>
                  <a:pt x="1130546" y="1454569"/>
                </a:lnTo>
                <a:close/>
              </a:path>
              <a:path w="1658620" h="2169159">
                <a:moveTo>
                  <a:pt x="1487642" y="1011546"/>
                </a:moveTo>
                <a:lnTo>
                  <a:pt x="1351650" y="1011546"/>
                </a:lnTo>
                <a:lnTo>
                  <a:pt x="1350683" y="1013921"/>
                </a:lnTo>
                <a:lnTo>
                  <a:pt x="1333413" y="1053835"/>
                </a:lnTo>
                <a:lnTo>
                  <a:pt x="1328208" y="1078508"/>
                </a:lnTo>
                <a:lnTo>
                  <a:pt x="1332711" y="1102431"/>
                </a:lnTo>
                <a:lnTo>
                  <a:pt x="1345856" y="1122920"/>
                </a:lnTo>
                <a:lnTo>
                  <a:pt x="1366577" y="1137290"/>
                </a:lnTo>
                <a:lnTo>
                  <a:pt x="1391249" y="1142495"/>
                </a:lnTo>
                <a:lnTo>
                  <a:pt x="1415173" y="1137992"/>
                </a:lnTo>
                <a:lnTo>
                  <a:pt x="1435662" y="1124847"/>
                </a:lnTo>
                <a:lnTo>
                  <a:pt x="1450032" y="1104126"/>
                </a:lnTo>
                <a:lnTo>
                  <a:pt x="1468776" y="1060658"/>
                </a:lnTo>
                <a:lnTo>
                  <a:pt x="1487642" y="1011546"/>
                </a:lnTo>
                <a:close/>
              </a:path>
              <a:path w="1658620" h="2169159">
                <a:moveTo>
                  <a:pt x="1351143" y="1012723"/>
                </a:moveTo>
                <a:lnTo>
                  <a:pt x="1350626" y="1013921"/>
                </a:lnTo>
                <a:lnTo>
                  <a:pt x="1351143" y="1012723"/>
                </a:lnTo>
                <a:close/>
              </a:path>
              <a:path w="1658620" h="2169159">
                <a:moveTo>
                  <a:pt x="1351650" y="1011546"/>
                </a:moveTo>
                <a:lnTo>
                  <a:pt x="1351143" y="1012723"/>
                </a:lnTo>
                <a:lnTo>
                  <a:pt x="1350683" y="1013921"/>
                </a:lnTo>
                <a:lnTo>
                  <a:pt x="1351650" y="1011546"/>
                </a:lnTo>
                <a:close/>
              </a:path>
              <a:path w="1658620" h="2169159">
                <a:moveTo>
                  <a:pt x="1518548" y="925885"/>
                </a:moveTo>
                <a:lnTo>
                  <a:pt x="1384499" y="925885"/>
                </a:lnTo>
                <a:lnTo>
                  <a:pt x="1383639" y="928265"/>
                </a:lnTo>
                <a:lnTo>
                  <a:pt x="1351143" y="1012723"/>
                </a:lnTo>
                <a:lnTo>
                  <a:pt x="1351650" y="1011546"/>
                </a:lnTo>
                <a:lnTo>
                  <a:pt x="1487642" y="1011546"/>
                </a:lnTo>
                <a:lnTo>
                  <a:pt x="1503507" y="970245"/>
                </a:lnTo>
                <a:lnTo>
                  <a:pt x="1518548" y="925885"/>
                </a:lnTo>
                <a:close/>
              </a:path>
              <a:path w="1658620" h="2169159">
                <a:moveTo>
                  <a:pt x="1384049" y="927058"/>
                </a:moveTo>
                <a:lnTo>
                  <a:pt x="1383585" y="928265"/>
                </a:lnTo>
                <a:lnTo>
                  <a:pt x="1384049" y="927058"/>
                </a:lnTo>
                <a:close/>
              </a:path>
              <a:path w="1658620" h="2169159">
                <a:moveTo>
                  <a:pt x="1384499" y="925885"/>
                </a:moveTo>
                <a:lnTo>
                  <a:pt x="1384049" y="927058"/>
                </a:lnTo>
                <a:lnTo>
                  <a:pt x="1383639" y="928265"/>
                </a:lnTo>
                <a:lnTo>
                  <a:pt x="1384499" y="925885"/>
                </a:lnTo>
                <a:close/>
              </a:path>
              <a:path w="1658620" h="2169159">
                <a:moveTo>
                  <a:pt x="1546690" y="837825"/>
                </a:moveTo>
                <a:lnTo>
                  <a:pt x="1414305" y="837825"/>
                </a:lnTo>
                <a:lnTo>
                  <a:pt x="1413548" y="840209"/>
                </a:lnTo>
                <a:lnTo>
                  <a:pt x="1384049" y="927058"/>
                </a:lnTo>
                <a:lnTo>
                  <a:pt x="1384499" y="925885"/>
                </a:lnTo>
                <a:lnTo>
                  <a:pt x="1518548" y="925885"/>
                </a:lnTo>
                <a:lnTo>
                  <a:pt x="1534980" y="877422"/>
                </a:lnTo>
                <a:lnTo>
                  <a:pt x="1546690" y="837825"/>
                </a:lnTo>
                <a:close/>
              </a:path>
              <a:path w="1658620" h="2169159">
                <a:moveTo>
                  <a:pt x="1413898" y="839024"/>
                </a:moveTo>
                <a:lnTo>
                  <a:pt x="1413496" y="840209"/>
                </a:lnTo>
                <a:lnTo>
                  <a:pt x="1413898" y="839024"/>
                </a:lnTo>
                <a:close/>
              </a:path>
              <a:path w="1658620" h="2169159">
                <a:moveTo>
                  <a:pt x="1414305" y="837825"/>
                </a:moveTo>
                <a:lnTo>
                  <a:pt x="1413898" y="839024"/>
                </a:lnTo>
                <a:lnTo>
                  <a:pt x="1413548" y="840209"/>
                </a:lnTo>
                <a:lnTo>
                  <a:pt x="1414305" y="837825"/>
                </a:lnTo>
                <a:close/>
              </a:path>
              <a:path w="1658620" h="2169159">
                <a:moveTo>
                  <a:pt x="1571941" y="747491"/>
                </a:moveTo>
                <a:lnTo>
                  <a:pt x="1440967" y="747491"/>
                </a:lnTo>
                <a:lnTo>
                  <a:pt x="1440310" y="749879"/>
                </a:lnTo>
                <a:lnTo>
                  <a:pt x="1413898" y="839024"/>
                </a:lnTo>
                <a:lnTo>
                  <a:pt x="1414305" y="837825"/>
                </a:lnTo>
                <a:lnTo>
                  <a:pt x="1546690" y="837825"/>
                </a:lnTo>
                <a:lnTo>
                  <a:pt x="1563104" y="782318"/>
                </a:lnTo>
                <a:lnTo>
                  <a:pt x="1571941" y="747491"/>
                </a:lnTo>
                <a:close/>
              </a:path>
              <a:path w="1658620" h="2169159">
                <a:moveTo>
                  <a:pt x="1440610" y="748699"/>
                </a:moveTo>
                <a:lnTo>
                  <a:pt x="1440261" y="749879"/>
                </a:lnTo>
                <a:lnTo>
                  <a:pt x="1440610" y="748699"/>
                </a:lnTo>
                <a:close/>
              </a:path>
              <a:path w="1658620" h="2169159">
                <a:moveTo>
                  <a:pt x="1440967" y="747491"/>
                </a:moveTo>
                <a:lnTo>
                  <a:pt x="1440610" y="748699"/>
                </a:lnTo>
                <a:lnTo>
                  <a:pt x="1440310" y="749879"/>
                </a:lnTo>
                <a:lnTo>
                  <a:pt x="1440967" y="747491"/>
                </a:lnTo>
                <a:close/>
              </a:path>
              <a:path w="1658620" h="2169159">
                <a:moveTo>
                  <a:pt x="1504212" y="655740"/>
                </a:moveTo>
                <a:lnTo>
                  <a:pt x="1481301" y="663966"/>
                </a:lnTo>
                <a:lnTo>
                  <a:pt x="1463146" y="680183"/>
                </a:lnTo>
                <a:lnTo>
                  <a:pt x="1452229" y="702913"/>
                </a:lnTo>
                <a:lnTo>
                  <a:pt x="1440610" y="748699"/>
                </a:lnTo>
                <a:lnTo>
                  <a:pt x="1440967" y="747491"/>
                </a:lnTo>
                <a:lnTo>
                  <a:pt x="1571941" y="747491"/>
                </a:lnTo>
                <a:lnTo>
                  <a:pt x="1575327" y="734151"/>
                </a:lnTo>
                <a:lnTo>
                  <a:pt x="1576570" y="708966"/>
                </a:lnTo>
                <a:lnTo>
                  <a:pt x="1568344" y="686054"/>
                </a:lnTo>
                <a:lnTo>
                  <a:pt x="1552127" y="667899"/>
                </a:lnTo>
                <a:lnTo>
                  <a:pt x="1529397" y="656983"/>
                </a:lnTo>
                <a:lnTo>
                  <a:pt x="1504212" y="655740"/>
                </a:lnTo>
                <a:close/>
              </a:path>
              <a:path w="1658620" h="2169159">
                <a:moveTo>
                  <a:pt x="1656365" y="164938"/>
                </a:moveTo>
                <a:lnTo>
                  <a:pt x="1529388" y="164938"/>
                </a:lnTo>
                <a:lnTo>
                  <a:pt x="1529297" y="167350"/>
                </a:lnTo>
                <a:lnTo>
                  <a:pt x="1526617" y="213527"/>
                </a:lnTo>
                <a:lnTo>
                  <a:pt x="1542629" y="259415"/>
                </a:lnTo>
                <a:lnTo>
                  <a:pt x="1586398" y="280540"/>
                </a:lnTo>
                <a:lnTo>
                  <a:pt x="1611360" y="276965"/>
                </a:lnTo>
                <a:lnTo>
                  <a:pt x="1632286" y="264528"/>
                </a:lnTo>
                <a:lnTo>
                  <a:pt x="1647022" y="245151"/>
                </a:lnTo>
                <a:lnTo>
                  <a:pt x="1653411" y="220759"/>
                </a:lnTo>
                <a:lnTo>
                  <a:pt x="1656251" y="170964"/>
                </a:lnTo>
                <a:lnTo>
                  <a:pt x="1656365" y="164938"/>
                </a:lnTo>
                <a:close/>
              </a:path>
              <a:path w="1658620" h="2169159">
                <a:moveTo>
                  <a:pt x="1529320" y="166139"/>
                </a:moveTo>
                <a:lnTo>
                  <a:pt x="1529251" y="167350"/>
                </a:lnTo>
                <a:lnTo>
                  <a:pt x="1529320" y="166139"/>
                </a:lnTo>
                <a:close/>
              </a:path>
              <a:path w="1658620" h="2169159">
                <a:moveTo>
                  <a:pt x="1595982" y="0"/>
                </a:moveTo>
                <a:lnTo>
                  <a:pt x="1550736" y="17743"/>
                </a:lnTo>
                <a:lnTo>
                  <a:pt x="1531289" y="62284"/>
                </a:lnTo>
                <a:lnTo>
                  <a:pt x="1529320" y="166139"/>
                </a:lnTo>
                <a:lnTo>
                  <a:pt x="1529388" y="164938"/>
                </a:lnTo>
                <a:lnTo>
                  <a:pt x="1656365" y="164938"/>
                </a:lnTo>
                <a:lnTo>
                  <a:pt x="1658266" y="64692"/>
                </a:lnTo>
                <a:lnTo>
                  <a:pt x="1653745" y="39884"/>
                </a:lnTo>
                <a:lnTo>
                  <a:pt x="1640522" y="19446"/>
                </a:lnTo>
                <a:lnTo>
                  <a:pt x="1620600" y="5457"/>
                </a:lnTo>
                <a:lnTo>
                  <a:pt x="1595982" y="0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3414219" y="1833371"/>
            <a:ext cx="4906010" cy="607695"/>
          </a:xfrm>
          <a:prstGeom prst="rect">
            <a:avLst/>
          </a:prstGeom>
        </p:spPr>
        <p:txBody>
          <a:bodyPr vert="horz" wrap="square" lIns="0" tIns="45085" rIns="0" bIns="0" rtlCol="0">
            <a:spAutoFit/>
          </a:bodyPr>
          <a:lstStyle/>
          <a:p>
            <a:pPr marL="12700" marR="5080">
              <a:lnSpc>
                <a:spcPts val="2180"/>
              </a:lnSpc>
              <a:spcBef>
                <a:spcPts val="355"/>
              </a:spcBef>
            </a:pPr>
            <a:r>
              <a:rPr sz="2000" spc="-15" dirty="0"/>
              <a:t>Different</a:t>
            </a:r>
            <a:r>
              <a:rPr sz="2000" dirty="0"/>
              <a:t> </a:t>
            </a:r>
            <a:r>
              <a:rPr sz="2000" spc="-10" dirty="0"/>
              <a:t>Customer</a:t>
            </a:r>
            <a:r>
              <a:rPr sz="2000" spc="5" dirty="0"/>
              <a:t> </a:t>
            </a:r>
            <a:r>
              <a:rPr sz="2000" spc="-5" dirty="0"/>
              <a:t>scenarios</a:t>
            </a:r>
            <a:r>
              <a:rPr sz="2000" spc="5" dirty="0"/>
              <a:t> </a:t>
            </a:r>
            <a:r>
              <a:rPr sz="2000" spc="-5" dirty="0"/>
              <a:t>can</a:t>
            </a:r>
            <a:r>
              <a:rPr sz="2000" dirty="0"/>
              <a:t> </a:t>
            </a:r>
            <a:r>
              <a:rPr sz="2000" spc="-5" dirty="0"/>
              <a:t>be</a:t>
            </a:r>
            <a:r>
              <a:rPr sz="2000" spc="5" dirty="0"/>
              <a:t> </a:t>
            </a:r>
            <a:r>
              <a:rPr sz="2000" spc="-10" dirty="0"/>
              <a:t>developed </a:t>
            </a:r>
            <a:r>
              <a:rPr sz="2000" spc="-434" dirty="0"/>
              <a:t> </a:t>
            </a:r>
            <a:r>
              <a:rPr sz="2000" spc="-15" dirty="0"/>
              <a:t>for</a:t>
            </a:r>
            <a:r>
              <a:rPr sz="2000" spc="-5" dirty="0"/>
              <a:t> </a:t>
            </a:r>
            <a:r>
              <a:rPr sz="2000" dirty="0"/>
              <a:t>each</a:t>
            </a:r>
            <a:r>
              <a:rPr sz="2000" spc="-5" dirty="0"/>
              <a:t> </a:t>
            </a:r>
            <a:r>
              <a:rPr sz="2000" spc="-10" dirty="0"/>
              <a:t>persona:</a:t>
            </a:r>
            <a:endParaRPr sz="2000" dirty="0"/>
          </a:p>
        </p:txBody>
      </p:sp>
      <p:sp>
        <p:nvSpPr>
          <p:cNvPr id="5" name="object 5"/>
          <p:cNvSpPr txBox="1"/>
          <p:nvPr/>
        </p:nvSpPr>
        <p:spPr>
          <a:xfrm>
            <a:off x="3414219" y="2519171"/>
            <a:ext cx="5132070" cy="2234586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241300" marR="516255" indent="-228600">
              <a:lnSpc>
                <a:spcPts val="2090"/>
              </a:lnSpc>
              <a:spcBef>
                <a:spcPts val="425"/>
              </a:spcBef>
              <a:buFont typeface="Arial MT"/>
              <a:buChar char="•"/>
              <a:tabLst>
                <a:tab pos="240665" algn="l"/>
                <a:tab pos="241300" algn="l"/>
              </a:tabLst>
            </a:pPr>
            <a:r>
              <a:rPr sz="2000" spc="-10" dirty="0">
                <a:latin typeface="Calibri"/>
                <a:cs typeface="Calibri"/>
              </a:rPr>
              <a:t>Information </a:t>
            </a:r>
            <a:r>
              <a:rPr sz="2000" dirty="0">
                <a:latin typeface="Calibri"/>
                <a:cs typeface="Calibri"/>
              </a:rPr>
              <a:t>seeking scenario (leads </a:t>
            </a:r>
            <a:r>
              <a:rPr sz="2000" spc="-10" dirty="0">
                <a:latin typeface="Calibri"/>
                <a:cs typeface="Calibri"/>
              </a:rPr>
              <a:t>to </a:t>
            </a:r>
            <a:r>
              <a:rPr sz="2000" spc="-5" dirty="0">
                <a:latin typeface="Calibri"/>
                <a:cs typeface="Calibri"/>
              </a:rPr>
              <a:t>site </a:t>
            </a:r>
            <a:r>
              <a:rPr sz="2000" spc="-44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registration); </a:t>
            </a:r>
            <a:r>
              <a:rPr sz="2000" spc="-5" dirty="0">
                <a:latin typeface="Calibri"/>
                <a:cs typeface="Calibri"/>
              </a:rPr>
              <a:t>C</a:t>
            </a:r>
            <a:r>
              <a:rPr lang="en-GB" sz="2000" spc="-5" dirty="0">
                <a:latin typeface="Calibri"/>
                <a:cs typeface="Calibri"/>
              </a:rPr>
              <a:t>A</a:t>
            </a:r>
            <a:r>
              <a:rPr lang="en-GB" sz="2000" dirty="0">
                <a:latin typeface="Calibri"/>
                <a:cs typeface="Calibri"/>
              </a:rPr>
              <a:t>cquisition </a:t>
            </a:r>
            <a:r>
              <a:rPr sz="2000" spc="-10" dirty="0">
                <a:latin typeface="Calibri"/>
                <a:cs typeface="Calibri"/>
              </a:rPr>
              <a:t>to </a:t>
            </a:r>
            <a:r>
              <a:rPr sz="2000" spc="-5" dirty="0">
                <a:latin typeface="Calibri"/>
                <a:cs typeface="Calibri"/>
              </a:rPr>
              <a:t>C</a:t>
            </a:r>
            <a:r>
              <a:rPr lang="en-GB" sz="2000" spc="-5" dirty="0">
                <a:latin typeface="Calibri"/>
                <a:cs typeface="Calibri"/>
              </a:rPr>
              <a:t>Development</a:t>
            </a:r>
            <a:r>
              <a:rPr sz="2000" spc="-5" dirty="0">
                <a:latin typeface="Calibri"/>
                <a:cs typeface="Calibri"/>
              </a:rPr>
              <a:t>;</a:t>
            </a:r>
            <a:endParaRPr sz="2000" dirty="0">
              <a:latin typeface="Calibri"/>
              <a:cs typeface="Calibri"/>
            </a:endParaRPr>
          </a:p>
          <a:p>
            <a:pPr marL="241300" marR="349885" indent="-228600">
              <a:lnSpc>
                <a:spcPts val="2110"/>
              </a:lnSpc>
              <a:spcBef>
                <a:spcPts val="1085"/>
              </a:spcBef>
              <a:buFont typeface="Arial MT"/>
              <a:buChar char="•"/>
              <a:tabLst>
                <a:tab pos="240665" algn="l"/>
                <a:tab pos="241300" algn="l"/>
              </a:tabLst>
            </a:pPr>
            <a:r>
              <a:rPr sz="2000" spc="-5" dirty="0">
                <a:latin typeface="Calibri"/>
                <a:cs typeface="Calibri"/>
              </a:rPr>
              <a:t>Purchase </a:t>
            </a:r>
            <a:r>
              <a:rPr sz="2000" dirty="0">
                <a:latin typeface="Calibri"/>
                <a:cs typeface="Calibri"/>
              </a:rPr>
              <a:t>scenario – </a:t>
            </a:r>
            <a:r>
              <a:rPr sz="2000" spc="-5" dirty="0">
                <a:latin typeface="Calibri"/>
                <a:cs typeface="Calibri"/>
              </a:rPr>
              <a:t>new </a:t>
            </a:r>
            <a:r>
              <a:rPr sz="2000" spc="-10" dirty="0">
                <a:latin typeface="Calibri"/>
                <a:cs typeface="Calibri"/>
              </a:rPr>
              <a:t>customer </a:t>
            </a:r>
            <a:r>
              <a:rPr sz="2000" dirty="0">
                <a:latin typeface="Calibri"/>
                <a:cs typeface="Calibri"/>
              </a:rPr>
              <a:t>(leads </a:t>
            </a:r>
            <a:r>
              <a:rPr sz="2000" spc="-10" dirty="0">
                <a:latin typeface="Calibri"/>
                <a:cs typeface="Calibri"/>
              </a:rPr>
              <a:t>to </a:t>
            </a:r>
            <a:r>
              <a:rPr sz="2000" spc="-4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sale);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C</a:t>
            </a:r>
            <a:r>
              <a:rPr lang="en-GB" sz="2000" spc="-5" dirty="0">
                <a:latin typeface="Calibri"/>
                <a:cs typeface="Calibri"/>
              </a:rPr>
              <a:t>Development </a:t>
            </a:r>
            <a:r>
              <a:rPr sz="2000" spc="-10" dirty="0">
                <a:latin typeface="Calibri"/>
                <a:cs typeface="Calibri"/>
              </a:rPr>
              <a:t>to </a:t>
            </a:r>
            <a:r>
              <a:rPr sz="2000" spc="-5" dirty="0">
                <a:latin typeface="Calibri"/>
                <a:cs typeface="Calibri"/>
              </a:rPr>
              <a:t>C</a:t>
            </a:r>
            <a:r>
              <a:rPr lang="en-GB" sz="2000" spc="-5" dirty="0">
                <a:latin typeface="Calibri"/>
                <a:cs typeface="Calibri"/>
              </a:rPr>
              <a:t>Commitment</a:t>
            </a:r>
            <a:r>
              <a:rPr sz="2000" spc="-5" dirty="0">
                <a:latin typeface="Calibri"/>
                <a:cs typeface="Calibri"/>
              </a:rPr>
              <a:t>;</a:t>
            </a:r>
            <a:endParaRPr sz="2000" dirty="0">
              <a:latin typeface="Calibri"/>
              <a:cs typeface="Calibri"/>
            </a:endParaRPr>
          </a:p>
          <a:p>
            <a:pPr marL="241300" marR="5080" indent="-228600">
              <a:lnSpc>
                <a:spcPts val="2210"/>
              </a:lnSpc>
              <a:spcBef>
                <a:spcPts val="1005"/>
              </a:spcBef>
              <a:buFont typeface="Arial MT"/>
              <a:buChar char="•"/>
              <a:tabLst>
                <a:tab pos="240665" algn="l"/>
                <a:tab pos="241300" algn="l"/>
              </a:tabLst>
            </a:pPr>
            <a:r>
              <a:rPr sz="2000" spc="-5" dirty="0">
                <a:latin typeface="Calibri"/>
                <a:cs typeface="Calibri"/>
              </a:rPr>
              <a:t>Purchase </a:t>
            </a:r>
            <a:r>
              <a:rPr sz="2000" dirty="0">
                <a:latin typeface="Calibri"/>
                <a:cs typeface="Calibri"/>
              </a:rPr>
              <a:t>scenario – </a:t>
            </a:r>
            <a:r>
              <a:rPr sz="2000" spc="-10" dirty="0">
                <a:latin typeface="Calibri"/>
                <a:cs typeface="Calibri"/>
              </a:rPr>
              <a:t>existing customer </a:t>
            </a:r>
            <a:r>
              <a:rPr sz="2000" dirty="0">
                <a:latin typeface="Calibri"/>
                <a:cs typeface="Calibri"/>
              </a:rPr>
              <a:t>(leads </a:t>
            </a:r>
            <a:r>
              <a:rPr sz="2000" spc="-10" dirty="0">
                <a:latin typeface="Calibri"/>
                <a:cs typeface="Calibri"/>
              </a:rPr>
              <a:t>to </a:t>
            </a:r>
            <a:r>
              <a:rPr sz="2000" spc="-4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sale);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C</a:t>
            </a:r>
            <a:r>
              <a:rPr lang="en-GB" sz="2000" spc="-5" dirty="0">
                <a:latin typeface="Calibri"/>
                <a:cs typeface="Calibri"/>
              </a:rPr>
              <a:t>Commitment</a:t>
            </a:r>
            <a:r>
              <a:rPr sz="2000" spc="-10" dirty="0">
                <a:latin typeface="Calibri"/>
                <a:cs typeface="Calibri"/>
              </a:rPr>
              <a:t> to </a:t>
            </a:r>
            <a:r>
              <a:rPr sz="2000" dirty="0">
                <a:latin typeface="Calibri"/>
                <a:cs typeface="Calibri"/>
              </a:rPr>
              <a:t>C</a:t>
            </a:r>
            <a:r>
              <a:rPr lang="en-GB" sz="2000" dirty="0">
                <a:latin typeface="Calibri"/>
                <a:cs typeface="Calibri"/>
              </a:rPr>
              <a:t>Retention</a:t>
            </a:r>
            <a:r>
              <a:rPr sz="2000" dirty="0">
                <a:latin typeface="Calibri"/>
                <a:cs typeface="Calibri"/>
              </a:rPr>
              <a:t>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93864" y="1764952"/>
            <a:ext cx="2207260" cy="3096895"/>
          </a:xfrm>
          <a:prstGeom prst="rect">
            <a:avLst/>
          </a:prstGeom>
        </p:spPr>
        <p:txBody>
          <a:bodyPr vert="horz" wrap="square" lIns="0" tIns="66040" rIns="0" bIns="0" rtlCol="0">
            <a:spAutoFit/>
          </a:bodyPr>
          <a:lstStyle/>
          <a:p>
            <a:pPr marL="12700" marR="5080">
              <a:lnSpc>
                <a:spcPct val="92100"/>
              </a:lnSpc>
              <a:spcBef>
                <a:spcPts val="520"/>
              </a:spcBef>
            </a:pPr>
            <a:r>
              <a:rPr sz="4300" spc="55" dirty="0">
                <a:solidFill>
                  <a:srgbClr val="FFFFFF"/>
                </a:solidFill>
                <a:latin typeface="Calibri Light"/>
                <a:cs typeface="Calibri Light"/>
              </a:rPr>
              <a:t>C</a:t>
            </a:r>
            <a:r>
              <a:rPr sz="4300" spc="45" dirty="0">
                <a:solidFill>
                  <a:srgbClr val="FFFFFF"/>
                </a:solidFill>
                <a:latin typeface="Calibri Light"/>
                <a:cs typeface="Calibri Light"/>
              </a:rPr>
              <a:t>u</a:t>
            </a:r>
            <a:r>
              <a:rPr sz="4300" spc="-25" dirty="0">
                <a:solidFill>
                  <a:srgbClr val="FFFFFF"/>
                </a:solidFill>
                <a:latin typeface="Calibri Light"/>
                <a:cs typeface="Calibri Light"/>
              </a:rPr>
              <a:t>s</a:t>
            </a:r>
            <a:r>
              <a:rPr sz="4300" spc="-10" dirty="0">
                <a:solidFill>
                  <a:srgbClr val="FFFFFF"/>
                </a:solidFill>
                <a:latin typeface="Calibri Light"/>
                <a:cs typeface="Calibri Light"/>
              </a:rPr>
              <a:t>t</a:t>
            </a:r>
            <a:r>
              <a:rPr sz="4300" spc="70" dirty="0">
                <a:solidFill>
                  <a:srgbClr val="FFFFFF"/>
                </a:solidFill>
                <a:latin typeface="Calibri Light"/>
                <a:cs typeface="Calibri Light"/>
              </a:rPr>
              <a:t>om</a:t>
            </a:r>
            <a:r>
              <a:rPr sz="4300" spc="40" dirty="0">
                <a:solidFill>
                  <a:srgbClr val="FFFFFF"/>
                </a:solidFill>
                <a:latin typeface="Calibri Light"/>
                <a:cs typeface="Calibri Light"/>
              </a:rPr>
              <a:t>e</a:t>
            </a:r>
            <a:r>
              <a:rPr sz="4300" spc="25" dirty="0">
                <a:solidFill>
                  <a:srgbClr val="FFFFFF"/>
                </a:solidFill>
                <a:latin typeface="Calibri Light"/>
                <a:cs typeface="Calibri Light"/>
              </a:rPr>
              <a:t>r  </a:t>
            </a:r>
            <a:r>
              <a:rPr sz="4300" spc="40" dirty="0">
                <a:solidFill>
                  <a:srgbClr val="FFFFFF"/>
                </a:solidFill>
                <a:latin typeface="Calibri Light"/>
                <a:cs typeface="Calibri Light"/>
              </a:rPr>
              <a:t>Scenarios </a:t>
            </a:r>
            <a:r>
              <a:rPr sz="4300" spc="-96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4300" spc="65" dirty="0">
                <a:solidFill>
                  <a:srgbClr val="FFFFFF"/>
                </a:solidFill>
                <a:latin typeface="Calibri Light"/>
                <a:cs typeface="Calibri Light"/>
              </a:rPr>
              <a:t>&amp; </a:t>
            </a:r>
            <a:r>
              <a:rPr sz="4300" spc="7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4300" spc="55" dirty="0">
                <a:solidFill>
                  <a:srgbClr val="FFFFFF"/>
                </a:solidFill>
                <a:latin typeface="Calibri Light"/>
                <a:cs typeface="Calibri Light"/>
              </a:rPr>
              <a:t>C</a:t>
            </a:r>
            <a:r>
              <a:rPr sz="4300" spc="45" dirty="0">
                <a:solidFill>
                  <a:srgbClr val="FFFFFF"/>
                </a:solidFill>
                <a:latin typeface="Calibri Light"/>
                <a:cs typeface="Calibri Light"/>
              </a:rPr>
              <a:t>u</a:t>
            </a:r>
            <a:r>
              <a:rPr sz="4300" spc="-25" dirty="0">
                <a:solidFill>
                  <a:srgbClr val="FFFFFF"/>
                </a:solidFill>
                <a:latin typeface="Calibri Light"/>
                <a:cs typeface="Calibri Light"/>
              </a:rPr>
              <a:t>s</a:t>
            </a:r>
            <a:r>
              <a:rPr sz="4300" spc="-10" dirty="0">
                <a:solidFill>
                  <a:srgbClr val="FFFFFF"/>
                </a:solidFill>
                <a:latin typeface="Calibri Light"/>
                <a:cs typeface="Calibri Light"/>
              </a:rPr>
              <a:t>t</a:t>
            </a:r>
            <a:r>
              <a:rPr sz="4300" spc="70" dirty="0">
                <a:solidFill>
                  <a:srgbClr val="FFFFFF"/>
                </a:solidFill>
                <a:latin typeface="Calibri Light"/>
                <a:cs typeface="Calibri Light"/>
              </a:rPr>
              <a:t>om</a:t>
            </a:r>
            <a:r>
              <a:rPr sz="4300" spc="40" dirty="0">
                <a:solidFill>
                  <a:srgbClr val="FFFFFF"/>
                </a:solidFill>
                <a:latin typeface="Calibri Light"/>
                <a:cs typeface="Calibri Light"/>
              </a:rPr>
              <a:t>e</a:t>
            </a:r>
            <a:r>
              <a:rPr sz="4300" spc="25" dirty="0">
                <a:solidFill>
                  <a:srgbClr val="FFFFFF"/>
                </a:solidFill>
                <a:latin typeface="Calibri Light"/>
                <a:cs typeface="Calibri Light"/>
              </a:rPr>
              <a:t>r  </a:t>
            </a:r>
            <a:r>
              <a:rPr sz="4300" spc="30" dirty="0">
                <a:solidFill>
                  <a:srgbClr val="FFFFFF"/>
                </a:solidFill>
                <a:latin typeface="Calibri Light"/>
                <a:cs typeface="Calibri Light"/>
              </a:rPr>
              <a:t>Journeys</a:t>
            </a:r>
            <a:endParaRPr sz="4300">
              <a:latin typeface="Calibri Light"/>
              <a:cs typeface="Calibri Light"/>
            </a:endParaRPr>
          </a:p>
        </p:txBody>
      </p:sp>
      <p:sp>
        <p:nvSpPr>
          <p:cNvPr id="3" name="object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130598" y="4433707"/>
            <a:ext cx="1658620" cy="2169160"/>
          </a:xfrm>
          <a:custGeom>
            <a:avLst/>
            <a:gdLst/>
            <a:ahLst/>
            <a:cxnLst/>
            <a:rect l="l" t="t" r="r" b="b"/>
            <a:pathLst>
              <a:path w="1658620" h="2169159">
                <a:moveTo>
                  <a:pt x="100872" y="2041064"/>
                </a:moveTo>
                <a:lnTo>
                  <a:pt x="62419" y="2041713"/>
                </a:lnTo>
                <a:lnTo>
                  <a:pt x="17838" y="2061067"/>
                </a:lnTo>
                <a:lnTo>
                  <a:pt x="0" y="2106275"/>
                </a:lnTo>
                <a:lnTo>
                  <a:pt x="5406" y="2130905"/>
                </a:lnTo>
                <a:lnTo>
                  <a:pt x="19353" y="2150856"/>
                </a:lnTo>
                <a:lnTo>
                  <a:pt x="39764" y="2164122"/>
                </a:lnTo>
                <a:lnTo>
                  <a:pt x="64561" y="2168695"/>
                </a:lnTo>
                <a:lnTo>
                  <a:pt x="105156" y="2168010"/>
                </a:lnTo>
                <a:lnTo>
                  <a:pt x="146570" y="2165912"/>
                </a:lnTo>
                <a:lnTo>
                  <a:pt x="187716" y="2162435"/>
                </a:lnTo>
                <a:lnTo>
                  <a:pt x="228574" y="2157598"/>
                </a:lnTo>
                <a:lnTo>
                  <a:pt x="269130" y="2151416"/>
                </a:lnTo>
                <a:lnTo>
                  <a:pt x="309365" y="2143910"/>
                </a:lnTo>
                <a:lnTo>
                  <a:pt x="349265" y="2135096"/>
                </a:lnTo>
                <a:lnTo>
                  <a:pt x="388811" y="2124993"/>
                </a:lnTo>
                <a:lnTo>
                  <a:pt x="427991" y="2113621"/>
                </a:lnTo>
                <a:lnTo>
                  <a:pt x="479404" y="2091645"/>
                </a:lnTo>
                <a:lnTo>
                  <a:pt x="501083" y="2049055"/>
                </a:lnTo>
                <a:lnTo>
                  <a:pt x="500164" y="2041118"/>
                </a:lnTo>
                <a:lnTo>
                  <a:pt x="99800" y="2041118"/>
                </a:lnTo>
                <a:lnTo>
                  <a:pt x="100872" y="2041064"/>
                </a:lnTo>
                <a:close/>
              </a:path>
              <a:path w="1658620" h="2169159">
                <a:moveTo>
                  <a:pt x="101942" y="2041046"/>
                </a:moveTo>
                <a:lnTo>
                  <a:pt x="100872" y="2041064"/>
                </a:lnTo>
                <a:lnTo>
                  <a:pt x="99800" y="2041118"/>
                </a:lnTo>
                <a:lnTo>
                  <a:pt x="101942" y="2041046"/>
                </a:lnTo>
                <a:close/>
              </a:path>
              <a:path w="1658620" h="2169159">
                <a:moveTo>
                  <a:pt x="500155" y="2041046"/>
                </a:moveTo>
                <a:lnTo>
                  <a:pt x="101942" y="2041046"/>
                </a:lnTo>
                <a:lnTo>
                  <a:pt x="99800" y="2041118"/>
                </a:lnTo>
                <a:lnTo>
                  <a:pt x="500164" y="2041118"/>
                </a:lnTo>
                <a:close/>
              </a:path>
              <a:path w="1658620" h="2169159">
                <a:moveTo>
                  <a:pt x="138009" y="2039183"/>
                </a:moveTo>
                <a:lnTo>
                  <a:pt x="100872" y="2041064"/>
                </a:lnTo>
                <a:lnTo>
                  <a:pt x="101942" y="2041046"/>
                </a:lnTo>
                <a:lnTo>
                  <a:pt x="500155" y="2041046"/>
                </a:lnTo>
                <a:lnTo>
                  <a:pt x="499950" y="2039273"/>
                </a:lnTo>
                <a:lnTo>
                  <a:pt x="136944" y="2039273"/>
                </a:lnTo>
                <a:lnTo>
                  <a:pt x="138009" y="2039183"/>
                </a:lnTo>
                <a:close/>
              </a:path>
              <a:path w="1658620" h="2169159">
                <a:moveTo>
                  <a:pt x="139077" y="2039129"/>
                </a:moveTo>
                <a:lnTo>
                  <a:pt x="138009" y="2039183"/>
                </a:lnTo>
                <a:lnTo>
                  <a:pt x="136944" y="2039273"/>
                </a:lnTo>
                <a:lnTo>
                  <a:pt x="139077" y="2039129"/>
                </a:lnTo>
                <a:close/>
              </a:path>
              <a:path w="1658620" h="2169159">
                <a:moveTo>
                  <a:pt x="499933" y="2039129"/>
                </a:moveTo>
                <a:lnTo>
                  <a:pt x="139077" y="2039129"/>
                </a:lnTo>
                <a:lnTo>
                  <a:pt x="136944" y="2039273"/>
                </a:lnTo>
                <a:lnTo>
                  <a:pt x="499950" y="2039273"/>
                </a:lnTo>
                <a:lnTo>
                  <a:pt x="499933" y="2039129"/>
                </a:lnTo>
                <a:close/>
              </a:path>
              <a:path w="1658620" h="2169159">
                <a:moveTo>
                  <a:pt x="174901" y="2036066"/>
                </a:moveTo>
                <a:lnTo>
                  <a:pt x="138009" y="2039183"/>
                </a:lnTo>
                <a:lnTo>
                  <a:pt x="139077" y="2039129"/>
                </a:lnTo>
                <a:lnTo>
                  <a:pt x="499933" y="2039129"/>
                </a:lnTo>
                <a:lnTo>
                  <a:pt x="499593" y="2036191"/>
                </a:lnTo>
                <a:lnTo>
                  <a:pt x="173842" y="2036191"/>
                </a:lnTo>
                <a:lnTo>
                  <a:pt x="174901" y="2036066"/>
                </a:lnTo>
                <a:close/>
              </a:path>
              <a:path w="1658620" h="2169159">
                <a:moveTo>
                  <a:pt x="175962" y="2035976"/>
                </a:moveTo>
                <a:lnTo>
                  <a:pt x="174901" y="2036066"/>
                </a:lnTo>
                <a:lnTo>
                  <a:pt x="173842" y="2036191"/>
                </a:lnTo>
                <a:lnTo>
                  <a:pt x="175962" y="2035976"/>
                </a:lnTo>
                <a:close/>
              </a:path>
              <a:path w="1658620" h="2169159">
                <a:moveTo>
                  <a:pt x="499568" y="2035976"/>
                </a:moveTo>
                <a:lnTo>
                  <a:pt x="175962" y="2035976"/>
                </a:lnTo>
                <a:lnTo>
                  <a:pt x="173842" y="2036191"/>
                </a:lnTo>
                <a:lnTo>
                  <a:pt x="499593" y="2036191"/>
                </a:lnTo>
                <a:lnTo>
                  <a:pt x="499568" y="2035976"/>
                </a:lnTo>
                <a:close/>
              </a:path>
              <a:path w="1658620" h="2169159">
                <a:moveTo>
                  <a:pt x="211540" y="2031727"/>
                </a:moveTo>
                <a:lnTo>
                  <a:pt x="174901" y="2036066"/>
                </a:lnTo>
                <a:lnTo>
                  <a:pt x="175962" y="2035976"/>
                </a:lnTo>
                <a:lnTo>
                  <a:pt x="499568" y="2035976"/>
                </a:lnTo>
                <a:lnTo>
                  <a:pt x="499094" y="2031888"/>
                </a:lnTo>
                <a:lnTo>
                  <a:pt x="210488" y="2031888"/>
                </a:lnTo>
                <a:lnTo>
                  <a:pt x="211540" y="2031727"/>
                </a:lnTo>
                <a:close/>
              </a:path>
              <a:path w="1658620" h="2169159">
                <a:moveTo>
                  <a:pt x="212589" y="2031603"/>
                </a:moveTo>
                <a:lnTo>
                  <a:pt x="211540" y="2031727"/>
                </a:lnTo>
                <a:lnTo>
                  <a:pt x="210488" y="2031888"/>
                </a:lnTo>
                <a:lnTo>
                  <a:pt x="212589" y="2031603"/>
                </a:lnTo>
                <a:close/>
              </a:path>
              <a:path w="1658620" h="2169159">
                <a:moveTo>
                  <a:pt x="499061" y="2031603"/>
                </a:moveTo>
                <a:lnTo>
                  <a:pt x="212589" y="2031603"/>
                </a:lnTo>
                <a:lnTo>
                  <a:pt x="210488" y="2031888"/>
                </a:lnTo>
                <a:lnTo>
                  <a:pt x="499094" y="2031888"/>
                </a:lnTo>
                <a:lnTo>
                  <a:pt x="499061" y="2031603"/>
                </a:lnTo>
                <a:close/>
              </a:path>
              <a:path w="1658620" h="2169159">
                <a:moveTo>
                  <a:pt x="247907" y="2026185"/>
                </a:moveTo>
                <a:lnTo>
                  <a:pt x="211540" y="2031727"/>
                </a:lnTo>
                <a:lnTo>
                  <a:pt x="212589" y="2031603"/>
                </a:lnTo>
                <a:lnTo>
                  <a:pt x="499061" y="2031603"/>
                </a:lnTo>
                <a:lnTo>
                  <a:pt x="498456" y="2026377"/>
                </a:lnTo>
                <a:lnTo>
                  <a:pt x="246874" y="2026377"/>
                </a:lnTo>
                <a:lnTo>
                  <a:pt x="247907" y="2026185"/>
                </a:lnTo>
                <a:close/>
              </a:path>
              <a:path w="1658620" h="2169159">
                <a:moveTo>
                  <a:pt x="248953" y="2026025"/>
                </a:moveTo>
                <a:lnTo>
                  <a:pt x="247907" y="2026185"/>
                </a:lnTo>
                <a:lnTo>
                  <a:pt x="246874" y="2026377"/>
                </a:lnTo>
                <a:lnTo>
                  <a:pt x="248953" y="2026025"/>
                </a:lnTo>
                <a:close/>
              </a:path>
              <a:path w="1658620" h="2169159">
                <a:moveTo>
                  <a:pt x="498415" y="2026025"/>
                </a:moveTo>
                <a:lnTo>
                  <a:pt x="248953" y="2026025"/>
                </a:lnTo>
                <a:lnTo>
                  <a:pt x="246874" y="2026377"/>
                </a:lnTo>
                <a:lnTo>
                  <a:pt x="498456" y="2026377"/>
                </a:lnTo>
                <a:lnTo>
                  <a:pt x="498415" y="2026025"/>
                </a:lnTo>
                <a:close/>
              </a:path>
              <a:path w="1658620" h="2169159">
                <a:moveTo>
                  <a:pt x="284013" y="2019448"/>
                </a:moveTo>
                <a:lnTo>
                  <a:pt x="247907" y="2026185"/>
                </a:lnTo>
                <a:lnTo>
                  <a:pt x="248953" y="2026025"/>
                </a:lnTo>
                <a:lnTo>
                  <a:pt x="498415" y="2026025"/>
                </a:lnTo>
                <a:lnTo>
                  <a:pt x="498181" y="2024007"/>
                </a:lnTo>
                <a:lnTo>
                  <a:pt x="495736" y="2019674"/>
                </a:lnTo>
                <a:lnTo>
                  <a:pt x="282992" y="2019674"/>
                </a:lnTo>
                <a:lnTo>
                  <a:pt x="284013" y="2019448"/>
                </a:lnTo>
                <a:close/>
              </a:path>
              <a:path w="1658620" h="2169159">
                <a:moveTo>
                  <a:pt x="285043" y="2019256"/>
                </a:moveTo>
                <a:lnTo>
                  <a:pt x="284013" y="2019448"/>
                </a:lnTo>
                <a:lnTo>
                  <a:pt x="282992" y="2019674"/>
                </a:lnTo>
                <a:lnTo>
                  <a:pt x="285043" y="2019256"/>
                </a:lnTo>
                <a:close/>
              </a:path>
              <a:path w="1658620" h="2169159">
                <a:moveTo>
                  <a:pt x="495500" y="2019256"/>
                </a:moveTo>
                <a:lnTo>
                  <a:pt x="285043" y="2019256"/>
                </a:lnTo>
                <a:lnTo>
                  <a:pt x="282992" y="2019674"/>
                </a:lnTo>
                <a:lnTo>
                  <a:pt x="495736" y="2019674"/>
                </a:lnTo>
                <a:lnTo>
                  <a:pt x="495500" y="2019256"/>
                </a:lnTo>
                <a:close/>
              </a:path>
              <a:path w="1658620" h="2169159">
                <a:moveTo>
                  <a:pt x="319843" y="2011533"/>
                </a:moveTo>
                <a:lnTo>
                  <a:pt x="284013" y="2019448"/>
                </a:lnTo>
                <a:lnTo>
                  <a:pt x="285043" y="2019256"/>
                </a:lnTo>
                <a:lnTo>
                  <a:pt x="495500" y="2019256"/>
                </a:lnTo>
                <a:lnTo>
                  <a:pt x="491287" y="2011790"/>
                </a:lnTo>
                <a:lnTo>
                  <a:pt x="318837" y="2011790"/>
                </a:lnTo>
                <a:lnTo>
                  <a:pt x="319843" y="2011533"/>
                </a:lnTo>
                <a:close/>
              </a:path>
              <a:path w="1658620" h="2169159">
                <a:moveTo>
                  <a:pt x="320856" y="2011309"/>
                </a:moveTo>
                <a:lnTo>
                  <a:pt x="319843" y="2011533"/>
                </a:lnTo>
                <a:lnTo>
                  <a:pt x="318837" y="2011790"/>
                </a:lnTo>
                <a:lnTo>
                  <a:pt x="320856" y="2011309"/>
                </a:lnTo>
                <a:close/>
              </a:path>
              <a:path w="1658620" h="2169159">
                <a:moveTo>
                  <a:pt x="491016" y="2011309"/>
                </a:moveTo>
                <a:lnTo>
                  <a:pt x="320856" y="2011309"/>
                </a:lnTo>
                <a:lnTo>
                  <a:pt x="318837" y="2011790"/>
                </a:lnTo>
                <a:lnTo>
                  <a:pt x="491287" y="2011790"/>
                </a:lnTo>
                <a:lnTo>
                  <a:pt x="491016" y="2011309"/>
                </a:lnTo>
                <a:close/>
              </a:path>
              <a:path w="1658620" h="2169159">
                <a:moveTo>
                  <a:pt x="355379" y="2002455"/>
                </a:moveTo>
                <a:lnTo>
                  <a:pt x="319843" y="2011533"/>
                </a:lnTo>
                <a:lnTo>
                  <a:pt x="320856" y="2011309"/>
                </a:lnTo>
                <a:lnTo>
                  <a:pt x="491016" y="2011309"/>
                </a:lnTo>
                <a:lnTo>
                  <a:pt x="486180" y="2002741"/>
                </a:lnTo>
                <a:lnTo>
                  <a:pt x="354397" y="2002741"/>
                </a:lnTo>
                <a:lnTo>
                  <a:pt x="355379" y="2002455"/>
                </a:lnTo>
                <a:close/>
              </a:path>
              <a:path w="1658620" h="2169159">
                <a:moveTo>
                  <a:pt x="356382" y="2002199"/>
                </a:moveTo>
                <a:lnTo>
                  <a:pt x="355379" y="2002455"/>
                </a:lnTo>
                <a:lnTo>
                  <a:pt x="354397" y="2002741"/>
                </a:lnTo>
                <a:lnTo>
                  <a:pt x="356382" y="2002199"/>
                </a:lnTo>
                <a:close/>
              </a:path>
              <a:path w="1658620" h="2169159">
                <a:moveTo>
                  <a:pt x="485875" y="2002199"/>
                </a:moveTo>
                <a:lnTo>
                  <a:pt x="356382" y="2002199"/>
                </a:lnTo>
                <a:lnTo>
                  <a:pt x="354397" y="2002741"/>
                </a:lnTo>
                <a:lnTo>
                  <a:pt x="486180" y="2002741"/>
                </a:lnTo>
                <a:lnTo>
                  <a:pt x="485875" y="2002199"/>
                </a:lnTo>
                <a:close/>
              </a:path>
              <a:path w="1658620" h="2169159">
                <a:moveTo>
                  <a:pt x="472846" y="1991939"/>
                </a:moveTo>
                <a:lnTo>
                  <a:pt x="391610" y="1991939"/>
                </a:lnTo>
                <a:lnTo>
                  <a:pt x="389665" y="1992538"/>
                </a:lnTo>
                <a:lnTo>
                  <a:pt x="355379" y="2002455"/>
                </a:lnTo>
                <a:lnTo>
                  <a:pt x="356382" y="2002199"/>
                </a:lnTo>
                <a:lnTo>
                  <a:pt x="485875" y="2002199"/>
                </a:lnTo>
                <a:lnTo>
                  <a:pt x="485788" y="2002047"/>
                </a:lnTo>
                <a:lnTo>
                  <a:pt x="472846" y="1991939"/>
                </a:lnTo>
                <a:close/>
              </a:path>
              <a:path w="1658620" h="2169159">
                <a:moveTo>
                  <a:pt x="390632" y="1992223"/>
                </a:moveTo>
                <a:lnTo>
                  <a:pt x="389548" y="1992538"/>
                </a:lnTo>
                <a:lnTo>
                  <a:pt x="390632" y="1992223"/>
                </a:lnTo>
                <a:close/>
              </a:path>
              <a:path w="1658620" h="2169159">
                <a:moveTo>
                  <a:pt x="391610" y="1991939"/>
                </a:moveTo>
                <a:lnTo>
                  <a:pt x="390632" y="1992223"/>
                </a:lnTo>
                <a:lnTo>
                  <a:pt x="389665" y="1992538"/>
                </a:lnTo>
                <a:lnTo>
                  <a:pt x="391610" y="1991939"/>
                </a:lnTo>
                <a:close/>
              </a:path>
              <a:path w="1658620" h="2169159">
                <a:moveTo>
                  <a:pt x="443199" y="1980367"/>
                </a:moveTo>
                <a:lnTo>
                  <a:pt x="418151" y="1983269"/>
                </a:lnTo>
                <a:lnTo>
                  <a:pt x="390632" y="1992223"/>
                </a:lnTo>
                <a:lnTo>
                  <a:pt x="391610" y="1991939"/>
                </a:lnTo>
                <a:lnTo>
                  <a:pt x="472846" y="1991939"/>
                </a:lnTo>
                <a:lnTo>
                  <a:pt x="466603" y="1987063"/>
                </a:lnTo>
                <a:lnTo>
                  <a:pt x="443199" y="1980367"/>
                </a:lnTo>
                <a:close/>
              </a:path>
              <a:path w="1658620" h="2169159">
                <a:moveTo>
                  <a:pt x="877137" y="1709311"/>
                </a:moveTo>
                <a:lnTo>
                  <a:pt x="835179" y="1745176"/>
                </a:lnTo>
                <a:lnTo>
                  <a:pt x="819633" y="1765029"/>
                </a:lnTo>
                <a:lnTo>
                  <a:pt x="813132" y="1788489"/>
                </a:lnTo>
                <a:lnTo>
                  <a:pt x="815903" y="1812674"/>
                </a:lnTo>
                <a:lnTo>
                  <a:pt x="828169" y="1834705"/>
                </a:lnTo>
                <a:lnTo>
                  <a:pt x="848023" y="1850251"/>
                </a:lnTo>
                <a:lnTo>
                  <a:pt x="871482" y="1856751"/>
                </a:lnTo>
                <a:lnTo>
                  <a:pt x="895667" y="1853981"/>
                </a:lnTo>
                <a:lnTo>
                  <a:pt x="917698" y="1841714"/>
                </a:lnTo>
                <a:lnTo>
                  <a:pt x="962151" y="1803717"/>
                </a:lnTo>
                <a:lnTo>
                  <a:pt x="1024525" y="1744576"/>
                </a:lnTo>
                <a:lnTo>
                  <a:pt x="1057113" y="1710431"/>
                </a:lnTo>
                <a:lnTo>
                  <a:pt x="875957" y="1710431"/>
                </a:lnTo>
                <a:lnTo>
                  <a:pt x="877137" y="1709311"/>
                </a:lnTo>
                <a:close/>
              </a:path>
              <a:path w="1658620" h="2169159">
                <a:moveTo>
                  <a:pt x="878389" y="1708242"/>
                </a:moveTo>
                <a:lnTo>
                  <a:pt x="877137" y="1709311"/>
                </a:lnTo>
                <a:lnTo>
                  <a:pt x="875957" y="1710431"/>
                </a:lnTo>
                <a:lnTo>
                  <a:pt x="878389" y="1708242"/>
                </a:lnTo>
                <a:close/>
              </a:path>
              <a:path w="1658620" h="2169159">
                <a:moveTo>
                  <a:pt x="1059202" y="1708242"/>
                </a:moveTo>
                <a:lnTo>
                  <a:pt x="878389" y="1708242"/>
                </a:lnTo>
                <a:lnTo>
                  <a:pt x="875957" y="1710431"/>
                </a:lnTo>
                <a:lnTo>
                  <a:pt x="1057113" y="1710431"/>
                </a:lnTo>
                <a:lnTo>
                  <a:pt x="1059202" y="1708242"/>
                </a:lnTo>
                <a:close/>
              </a:path>
              <a:path w="1658620" h="2169159">
                <a:moveTo>
                  <a:pt x="1108943" y="1653507"/>
                </a:moveTo>
                <a:lnTo>
                  <a:pt x="935993" y="1653507"/>
                </a:lnTo>
                <a:lnTo>
                  <a:pt x="933747" y="1655746"/>
                </a:lnTo>
                <a:lnTo>
                  <a:pt x="877137" y="1709311"/>
                </a:lnTo>
                <a:lnTo>
                  <a:pt x="878389" y="1708242"/>
                </a:lnTo>
                <a:lnTo>
                  <a:pt x="1059202" y="1708242"/>
                </a:lnTo>
                <a:lnTo>
                  <a:pt x="1084530" y="1681704"/>
                </a:lnTo>
                <a:lnTo>
                  <a:pt x="1108943" y="1653507"/>
                </a:lnTo>
                <a:close/>
              </a:path>
              <a:path w="1658620" h="2169159">
                <a:moveTo>
                  <a:pt x="934835" y="1654605"/>
                </a:moveTo>
                <a:lnTo>
                  <a:pt x="933632" y="1655746"/>
                </a:lnTo>
                <a:lnTo>
                  <a:pt x="934835" y="1654605"/>
                </a:lnTo>
                <a:close/>
              </a:path>
              <a:path w="1658620" h="2169159">
                <a:moveTo>
                  <a:pt x="935993" y="1653507"/>
                </a:moveTo>
                <a:lnTo>
                  <a:pt x="934835" y="1654605"/>
                </a:lnTo>
                <a:lnTo>
                  <a:pt x="933747" y="1655746"/>
                </a:lnTo>
                <a:lnTo>
                  <a:pt x="935993" y="1653507"/>
                </a:lnTo>
                <a:close/>
              </a:path>
              <a:path w="1658620" h="2169159">
                <a:moveTo>
                  <a:pt x="1157893" y="1595134"/>
                </a:moveTo>
                <a:lnTo>
                  <a:pt x="991594" y="1595134"/>
                </a:lnTo>
                <a:lnTo>
                  <a:pt x="989525" y="1597410"/>
                </a:lnTo>
                <a:lnTo>
                  <a:pt x="934835" y="1654605"/>
                </a:lnTo>
                <a:lnTo>
                  <a:pt x="935993" y="1653507"/>
                </a:lnTo>
                <a:lnTo>
                  <a:pt x="1108943" y="1653507"/>
                </a:lnTo>
                <a:lnTo>
                  <a:pt x="1142077" y="1615238"/>
                </a:lnTo>
                <a:lnTo>
                  <a:pt x="1157893" y="1595134"/>
                </a:lnTo>
                <a:close/>
              </a:path>
              <a:path w="1658620" h="2169159">
                <a:moveTo>
                  <a:pt x="990537" y="1596242"/>
                </a:moveTo>
                <a:lnTo>
                  <a:pt x="989422" y="1597410"/>
                </a:lnTo>
                <a:lnTo>
                  <a:pt x="990537" y="1596242"/>
                </a:lnTo>
                <a:close/>
              </a:path>
              <a:path w="1658620" h="2169159">
                <a:moveTo>
                  <a:pt x="991594" y="1595134"/>
                </a:moveTo>
                <a:lnTo>
                  <a:pt x="990537" y="1596242"/>
                </a:lnTo>
                <a:lnTo>
                  <a:pt x="989525" y="1597410"/>
                </a:lnTo>
                <a:lnTo>
                  <a:pt x="991594" y="1595134"/>
                </a:lnTo>
                <a:close/>
              </a:path>
              <a:path w="1658620" h="2169159">
                <a:moveTo>
                  <a:pt x="1199427" y="1533238"/>
                </a:moveTo>
                <a:lnTo>
                  <a:pt x="1045088" y="1533238"/>
                </a:lnTo>
                <a:lnTo>
                  <a:pt x="1043185" y="1535543"/>
                </a:lnTo>
                <a:lnTo>
                  <a:pt x="990537" y="1596242"/>
                </a:lnTo>
                <a:lnTo>
                  <a:pt x="991594" y="1595134"/>
                </a:lnTo>
                <a:lnTo>
                  <a:pt x="1157893" y="1595134"/>
                </a:lnTo>
                <a:lnTo>
                  <a:pt x="1187984" y="1556881"/>
                </a:lnTo>
                <a:lnTo>
                  <a:pt x="1199344" y="1534369"/>
                </a:lnTo>
                <a:lnTo>
                  <a:pt x="1199427" y="1533238"/>
                </a:lnTo>
                <a:close/>
              </a:path>
              <a:path w="1658620" h="2169159">
                <a:moveTo>
                  <a:pt x="1044109" y="1534368"/>
                </a:moveTo>
                <a:lnTo>
                  <a:pt x="1043092" y="1535543"/>
                </a:lnTo>
                <a:lnTo>
                  <a:pt x="1044109" y="1534368"/>
                </a:lnTo>
                <a:close/>
              </a:path>
              <a:path w="1658620" h="2169159">
                <a:moveTo>
                  <a:pt x="1045088" y="1533238"/>
                </a:moveTo>
                <a:lnTo>
                  <a:pt x="1044108" y="1534369"/>
                </a:lnTo>
                <a:lnTo>
                  <a:pt x="1043185" y="1535543"/>
                </a:lnTo>
                <a:lnTo>
                  <a:pt x="1045088" y="1533238"/>
                </a:lnTo>
                <a:close/>
              </a:path>
              <a:path w="1658620" h="2169159">
                <a:moveTo>
                  <a:pt x="1130546" y="1454569"/>
                </a:moveTo>
                <a:lnTo>
                  <a:pt x="1107371" y="1462019"/>
                </a:lnTo>
                <a:lnTo>
                  <a:pt x="1088167" y="1478360"/>
                </a:lnTo>
                <a:lnTo>
                  <a:pt x="1044109" y="1534368"/>
                </a:lnTo>
                <a:lnTo>
                  <a:pt x="1045088" y="1533238"/>
                </a:lnTo>
                <a:lnTo>
                  <a:pt x="1199427" y="1533238"/>
                </a:lnTo>
                <a:lnTo>
                  <a:pt x="1201127" y="1510091"/>
                </a:lnTo>
                <a:lnTo>
                  <a:pt x="1193677" y="1486916"/>
                </a:lnTo>
                <a:lnTo>
                  <a:pt x="1177336" y="1467712"/>
                </a:lnTo>
                <a:lnTo>
                  <a:pt x="1154824" y="1456352"/>
                </a:lnTo>
                <a:lnTo>
                  <a:pt x="1130546" y="1454569"/>
                </a:lnTo>
                <a:close/>
              </a:path>
              <a:path w="1658620" h="2169159">
                <a:moveTo>
                  <a:pt x="1487642" y="1011546"/>
                </a:moveTo>
                <a:lnTo>
                  <a:pt x="1351650" y="1011546"/>
                </a:lnTo>
                <a:lnTo>
                  <a:pt x="1350683" y="1013921"/>
                </a:lnTo>
                <a:lnTo>
                  <a:pt x="1333413" y="1053835"/>
                </a:lnTo>
                <a:lnTo>
                  <a:pt x="1328208" y="1078508"/>
                </a:lnTo>
                <a:lnTo>
                  <a:pt x="1332711" y="1102431"/>
                </a:lnTo>
                <a:lnTo>
                  <a:pt x="1345856" y="1122920"/>
                </a:lnTo>
                <a:lnTo>
                  <a:pt x="1366577" y="1137290"/>
                </a:lnTo>
                <a:lnTo>
                  <a:pt x="1391249" y="1142495"/>
                </a:lnTo>
                <a:lnTo>
                  <a:pt x="1415173" y="1137992"/>
                </a:lnTo>
                <a:lnTo>
                  <a:pt x="1435662" y="1124847"/>
                </a:lnTo>
                <a:lnTo>
                  <a:pt x="1450032" y="1104126"/>
                </a:lnTo>
                <a:lnTo>
                  <a:pt x="1468776" y="1060658"/>
                </a:lnTo>
                <a:lnTo>
                  <a:pt x="1487642" y="1011546"/>
                </a:lnTo>
                <a:close/>
              </a:path>
              <a:path w="1658620" h="2169159">
                <a:moveTo>
                  <a:pt x="1351143" y="1012723"/>
                </a:moveTo>
                <a:lnTo>
                  <a:pt x="1350626" y="1013921"/>
                </a:lnTo>
                <a:lnTo>
                  <a:pt x="1351143" y="1012723"/>
                </a:lnTo>
                <a:close/>
              </a:path>
              <a:path w="1658620" h="2169159">
                <a:moveTo>
                  <a:pt x="1351650" y="1011546"/>
                </a:moveTo>
                <a:lnTo>
                  <a:pt x="1351143" y="1012723"/>
                </a:lnTo>
                <a:lnTo>
                  <a:pt x="1350683" y="1013921"/>
                </a:lnTo>
                <a:lnTo>
                  <a:pt x="1351650" y="1011546"/>
                </a:lnTo>
                <a:close/>
              </a:path>
              <a:path w="1658620" h="2169159">
                <a:moveTo>
                  <a:pt x="1518548" y="925885"/>
                </a:moveTo>
                <a:lnTo>
                  <a:pt x="1384499" y="925885"/>
                </a:lnTo>
                <a:lnTo>
                  <a:pt x="1383639" y="928265"/>
                </a:lnTo>
                <a:lnTo>
                  <a:pt x="1351143" y="1012723"/>
                </a:lnTo>
                <a:lnTo>
                  <a:pt x="1351650" y="1011546"/>
                </a:lnTo>
                <a:lnTo>
                  <a:pt x="1487642" y="1011546"/>
                </a:lnTo>
                <a:lnTo>
                  <a:pt x="1503507" y="970245"/>
                </a:lnTo>
                <a:lnTo>
                  <a:pt x="1518548" y="925885"/>
                </a:lnTo>
                <a:close/>
              </a:path>
              <a:path w="1658620" h="2169159">
                <a:moveTo>
                  <a:pt x="1384049" y="927058"/>
                </a:moveTo>
                <a:lnTo>
                  <a:pt x="1383585" y="928265"/>
                </a:lnTo>
                <a:lnTo>
                  <a:pt x="1384049" y="927058"/>
                </a:lnTo>
                <a:close/>
              </a:path>
              <a:path w="1658620" h="2169159">
                <a:moveTo>
                  <a:pt x="1384499" y="925885"/>
                </a:moveTo>
                <a:lnTo>
                  <a:pt x="1384049" y="927058"/>
                </a:lnTo>
                <a:lnTo>
                  <a:pt x="1383639" y="928265"/>
                </a:lnTo>
                <a:lnTo>
                  <a:pt x="1384499" y="925885"/>
                </a:lnTo>
                <a:close/>
              </a:path>
              <a:path w="1658620" h="2169159">
                <a:moveTo>
                  <a:pt x="1546690" y="837825"/>
                </a:moveTo>
                <a:lnTo>
                  <a:pt x="1414305" y="837825"/>
                </a:lnTo>
                <a:lnTo>
                  <a:pt x="1413548" y="840209"/>
                </a:lnTo>
                <a:lnTo>
                  <a:pt x="1384049" y="927058"/>
                </a:lnTo>
                <a:lnTo>
                  <a:pt x="1384499" y="925885"/>
                </a:lnTo>
                <a:lnTo>
                  <a:pt x="1518548" y="925885"/>
                </a:lnTo>
                <a:lnTo>
                  <a:pt x="1534980" y="877422"/>
                </a:lnTo>
                <a:lnTo>
                  <a:pt x="1546690" y="837825"/>
                </a:lnTo>
                <a:close/>
              </a:path>
              <a:path w="1658620" h="2169159">
                <a:moveTo>
                  <a:pt x="1413898" y="839024"/>
                </a:moveTo>
                <a:lnTo>
                  <a:pt x="1413496" y="840209"/>
                </a:lnTo>
                <a:lnTo>
                  <a:pt x="1413898" y="839024"/>
                </a:lnTo>
                <a:close/>
              </a:path>
              <a:path w="1658620" h="2169159">
                <a:moveTo>
                  <a:pt x="1414305" y="837825"/>
                </a:moveTo>
                <a:lnTo>
                  <a:pt x="1413898" y="839024"/>
                </a:lnTo>
                <a:lnTo>
                  <a:pt x="1413548" y="840209"/>
                </a:lnTo>
                <a:lnTo>
                  <a:pt x="1414305" y="837825"/>
                </a:lnTo>
                <a:close/>
              </a:path>
              <a:path w="1658620" h="2169159">
                <a:moveTo>
                  <a:pt x="1571941" y="747491"/>
                </a:moveTo>
                <a:lnTo>
                  <a:pt x="1440967" y="747491"/>
                </a:lnTo>
                <a:lnTo>
                  <a:pt x="1440310" y="749879"/>
                </a:lnTo>
                <a:lnTo>
                  <a:pt x="1413898" y="839024"/>
                </a:lnTo>
                <a:lnTo>
                  <a:pt x="1414305" y="837825"/>
                </a:lnTo>
                <a:lnTo>
                  <a:pt x="1546690" y="837825"/>
                </a:lnTo>
                <a:lnTo>
                  <a:pt x="1563104" y="782318"/>
                </a:lnTo>
                <a:lnTo>
                  <a:pt x="1571941" y="747491"/>
                </a:lnTo>
                <a:close/>
              </a:path>
              <a:path w="1658620" h="2169159">
                <a:moveTo>
                  <a:pt x="1440610" y="748699"/>
                </a:moveTo>
                <a:lnTo>
                  <a:pt x="1440261" y="749879"/>
                </a:lnTo>
                <a:lnTo>
                  <a:pt x="1440610" y="748699"/>
                </a:lnTo>
                <a:close/>
              </a:path>
              <a:path w="1658620" h="2169159">
                <a:moveTo>
                  <a:pt x="1440967" y="747491"/>
                </a:moveTo>
                <a:lnTo>
                  <a:pt x="1440610" y="748699"/>
                </a:lnTo>
                <a:lnTo>
                  <a:pt x="1440310" y="749879"/>
                </a:lnTo>
                <a:lnTo>
                  <a:pt x="1440967" y="747491"/>
                </a:lnTo>
                <a:close/>
              </a:path>
              <a:path w="1658620" h="2169159">
                <a:moveTo>
                  <a:pt x="1504212" y="655740"/>
                </a:moveTo>
                <a:lnTo>
                  <a:pt x="1481301" y="663966"/>
                </a:lnTo>
                <a:lnTo>
                  <a:pt x="1463146" y="680183"/>
                </a:lnTo>
                <a:lnTo>
                  <a:pt x="1452229" y="702913"/>
                </a:lnTo>
                <a:lnTo>
                  <a:pt x="1440610" y="748699"/>
                </a:lnTo>
                <a:lnTo>
                  <a:pt x="1440967" y="747491"/>
                </a:lnTo>
                <a:lnTo>
                  <a:pt x="1571941" y="747491"/>
                </a:lnTo>
                <a:lnTo>
                  <a:pt x="1575327" y="734151"/>
                </a:lnTo>
                <a:lnTo>
                  <a:pt x="1576570" y="708966"/>
                </a:lnTo>
                <a:lnTo>
                  <a:pt x="1568344" y="686054"/>
                </a:lnTo>
                <a:lnTo>
                  <a:pt x="1552127" y="667899"/>
                </a:lnTo>
                <a:lnTo>
                  <a:pt x="1529397" y="656983"/>
                </a:lnTo>
                <a:lnTo>
                  <a:pt x="1504212" y="655740"/>
                </a:lnTo>
                <a:close/>
              </a:path>
              <a:path w="1658620" h="2169159">
                <a:moveTo>
                  <a:pt x="1656365" y="164938"/>
                </a:moveTo>
                <a:lnTo>
                  <a:pt x="1529388" y="164938"/>
                </a:lnTo>
                <a:lnTo>
                  <a:pt x="1529297" y="167350"/>
                </a:lnTo>
                <a:lnTo>
                  <a:pt x="1526617" y="213527"/>
                </a:lnTo>
                <a:lnTo>
                  <a:pt x="1542629" y="259415"/>
                </a:lnTo>
                <a:lnTo>
                  <a:pt x="1586398" y="280540"/>
                </a:lnTo>
                <a:lnTo>
                  <a:pt x="1611360" y="276965"/>
                </a:lnTo>
                <a:lnTo>
                  <a:pt x="1632286" y="264528"/>
                </a:lnTo>
                <a:lnTo>
                  <a:pt x="1647022" y="245151"/>
                </a:lnTo>
                <a:lnTo>
                  <a:pt x="1653411" y="220759"/>
                </a:lnTo>
                <a:lnTo>
                  <a:pt x="1656251" y="170964"/>
                </a:lnTo>
                <a:lnTo>
                  <a:pt x="1656365" y="164938"/>
                </a:lnTo>
                <a:close/>
              </a:path>
              <a:path w="1658620" h="2169159">
                <a:moveTo>
                  <a:pt x="1529320" y="166139"/>
                </a:moveTo>
                <a:lnTo>
                  <a:pt x="1529251" y="167350"/>
                </a:lnTo>
                <a:lnTo>
                  <a:pt x="1529320" y="166139"/>
                </a:lnTo>
                <a:close/>
              </a:path>
              <a:path w="1658620" h="2169159">
                <a:moveTo>
                  <a:pt x="1595982" y="0"/>
                </a:moveTo>
                <a:lnTo>
                  <a:pt x="1550736" y="17743"/>
                </a:lnTo>
                <a:lnTo>
                  <a:pt x="1531289" y="62284"/>
                </a:lnTo>
                <a:lnTo>
                  <a:pt x="1529320" y="166139"/>
                </a:lnTo>
                <a:lnTo>
                  <a:pt x="1529388" y="164938"/>
                </a:lnTo>
                <a:lnTo>
                  <a:pt x="1656365" y="164938"/>
                </a:lnTo>
                <a:lnTo>
                  <a:pt x="1658266" y="64692"/>
                </a:lnTo>
                <a:lnTo>
                  <a:pt x="1653745" y="39884"/>
                </a:lnTo>
                <a:lnTo>
                  <a:pt x="1640522" y="19446"/>
                </a:lnTo>
                <a:lnTo>
                  <a:pt x="1620600" y="5457"/>
                </a:lnTo>
                <a:lnTo>
                  <a:pt x="1595982" y="0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3414221" y="1282700"/>
            <a:ext cx="458089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/>
              <a:t>Scenarios </a:t>
            </a:r>
            <a:r>
              <a:rPr sz="1800" dirty="0"/>
              <a:t>should</a:t>
            </a:r>
            <a:r>
              <a:rPr sz="1800" spc="5" dirty="0"/>
              <a:t> </a:t>
            </a:r>
            <a:r>
              <a:rPr sz="1800" dirty="0"/>
              <a:t>be</a:t>
            </a:r>
            <a:r>
              <a:rPr sz="1800" spc="5" dirty="0"/>
              <a:t> </a:t>
            </a:r>
            <a:r>
              <a:rPr sz="1800" spc="-5" dirty="0"/>
              <a:t>developed</a:t>
            </a:r>
            <a:r>
              <a:rPr sz="1800" spc="5" dirty="0"/>
              <a:t> </a:t>
            </a:r>
            <a:r>
              <a:rPr sz="1800" spc="-15" dirty="0"/>
              <a:t>for</a:t>
            </a:r>
            <a:r>
              <a:rPr sz="1800" dirty="0"/>
              <a:t> each</a:t>
            </a:r>
            <a:r>
              <a:rPr sz="1800" spc="5" dirty="0"/>
              <a:t> </a:t>
            </a:r>
            <a:r>
              <a:rPr sz="1800" spc="-5" dirty="0"/>
              <a:t>persona.</a:t>
            </a:r>
            <a:endParaRPr sz="1800"/>
          </a:p>
        </p:txBody>
      </p:sp>
      <p:sp>
        <p:nvSpPr>
          <p:cNvPr id="5" name="object 5"/>
          <p:cNvSpPr txBox="1"/>
          <p:nvPr/>
        </p:nvSpPr>
        <p:spPr>
          <a:xfrm>
            <a:off x="3414221" y="1938020"/>
            <a:ext cx="4898390" cy="1513205"/>
          </a:xfrm>
          <a:prstGeom prst="rect">
            <a:avLst/>
          </a:prstGeom>
        </p:spPr>
        <p:txBody>
          <a:bodyPr vert="horz" wrap="square" lIns="0" tIns="1066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40"/>
              </a:spcBef>
            </a:pPr>
            <a:r>
              <a:rPr sz="1800" dirty="0">
                <a:latin typeface="Calibri"/>
                <a:cs typeface="Calibri"/>
              </a:rPr>
              <a:t>E.g. </a:t>
            </a:r>
            <a:r>
              <a:rPr sz="1800" spc="-10" dirty="0">
                <a:latin typeface="Calibri"/>
                <a:cs typeface="Calibri"/>
              </a:rPr>
              <a:t>For</a:t>
            </a:r>
            <a:r>
              <a:rPr sz="1800" dirty="0">
                <a:latin typeface="Calibri"/>
                <a:cs typeface="Calibri"/>
              </a:rPr>
              <a:t> an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online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bank,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scenarios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might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include:</a:t>
            </a:r>
            <a:endParaRPr sz="18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745"/>
              </a:spcBef>
              <a:buFont typeface="Arial MT"/>
              <a:buChar char="•"/>
              <a:tabLst>
                <a:tab pos="240665" algn="l"/>
                <a:tab pos="241300" algn="l"/>
              </a:tabLst>
            </a:pPr>
            <a:r>
              <a:rPr sz="1800" spc="-5" dirty="0">
                <a:latin typeface="Calibri"/>
                <a:cs typeface="Calibri"/>
              </a:rPr>
              <a:t>New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customer</a:t>
            </a:r>
            <a:r>
              <a:rPr sz="1800" dirty="0">
                <a:latin typeface="Calibri"/>
                <a:cs typeface="Calibri"/>
              </a:rPr>
              <a:t> – </a:t>
            </a:r>
            <a:r>
              <a:rPr sz="1800" spc="-5" dirty="0">
                <a:latin typeface="Calibri"/>
                <a:cs typeface="Calibri"/>
              </a:rPr>
              <a:t>opening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online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account</a:t>
            </a:r>
            <a:endParaRPr sz="18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745"/>
              </a:spcBef>
              <a:buFont typeface="Arial MT"/>
              <a:buChar char="•"/>
              <a:tabLst>
                <a:tab pos="240665" algn="l"/>
                <a:tab pos="241300" algn="l"/>
              </a:tabLst>
            </a:pPr>
            <a:r>
              <a:rPr sz="1800" spc="-10" dirty="0">
                <a:latin typeface="Calibri"/>
                <a:cs typeface="Calibri"/>
              </a:rPr>
              <a:t>Existing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customer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– </a:t>
            </a:r>
            <a:r>
              <a:rPr sz="1800" spc="-10" dirty="0">
                <a:latin typeface="Calibri"/>
                <a:cs typeface="Calibri"/>
              </a:rPr>
              <a:t>transferring</a:t>
            </a:r>
            <a:r>
              <a:rPr sz="1800" dirty="0">
                <a:latin typeface="Calibri"/>
                <a:cs typeface="Calibri"/>
              </a:rPr>
              <a:t> an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account </a:t>
            </a:r>
            <a:r>
              <a:rPr sz="1800" dirty="0">
                <a:latin typeface="Calibri"/>
                <a:cs typeface="Calibri"/>
              </a:rPr>
              <a:t>online</a:t>
            </a:r>
            <a:endParaRPr sz="18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840"/>
              </a:spcBef>
              <a:buFont typeface="Arial MT"/>
              <a:buChar char="•"/>
              <a:tabLst>
                <a:tab pos="240665" algn="l"/>
                <a:tab pos="241300" algn="l"/>
              </a:tabLst>
            </a:pPr>
            <a:r>
              <a:rPr sz="1800" spc="-10" dirty="0">
                <a:latin typeface="Calibri"/>
                <a:cs typeface="Calibri"/>
              </a:rPr>
              <a:t>Existing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customer</a:t>
            </a:r>
            <a:r>
              <a:rPr sz="1800" dirty="0">
                <a:latin typeface="Calibri"/>
                <a:cs typeface="Calibri"/>
              </a:rPr>
              <a:t> –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finding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an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additional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product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414221" y="3900932"/>
            <a:ext cx="4803140" cy="1531620"/>
          </a:xfrm>
          <a:prstGeom prst="rect">
            <a:avLst/>
          </a:prstGeom>
        </p:spPr>
        <p:txBody>
          <a:bodyPr vert="horz" wrap="square" lIns="0" tIns="40640" rIns="0" bIns="0" rtlCol="0">
            <a:spAutoFit/>
          </a:bodyPr>
          <a:lstStyle/>
          <a:p>
            <a:pPr marL="12700" marR="5080">
              <a:lnSpc>
                <a:spcPct val="89800"/>
              </a:lnSpc>
              <a:spcBef>
                <a:spcPts val="320"/>
              </a:spcBef>
            </a:pPr>
            <a:r>
              <a:rPr sz="1800" spc="-10" dirty="0">
                <a:latin typeface="Calibri"/>
                <a:cs typeface="Calibri"/>
              </a:rPr>
              <a:t>Each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b="1" i="1" spc="-5" dirty="0">
                <a:latin typeface="Calibri"/>
                <a:cs typeface="Calibri"/>
              </a:rPr>
              <a:t>scenario</a:t>
            </a:r>
            <a:r>
              <a:rPr sz="1800" b="1" i="1" spc="5" dirty="0">
                <a:latin typeface="Calibri"/>
                <a:cs typeface="Calibri"/>
              </a:rPr>
              <a:t> </a:t>
            </a:r>
            <a:r>
              <a:rPr sz="1800" b="1" i="1" spc="-5" dirty="0">
                <a:latin typeface="Calibri"/>
                <a:cs typeface="Calibri"/>
              </a:rPr>
              <a:t>is</a:t>
            </a:r>
            <a:r>
              <a:rPr sz="1800" b="1" i="1" dirty="0">
                <a:latin typeface="Calibri"/>
                <a:cs typeface="Calibri"/>
              </a:rPr>
              <a:t> </a:t>
            </a:r>
            <a:r>
              <a:rPr sz="1800" b="1" i="1" spc="-5" dirty="0">
                <a:latin typeface="Calibri"/>
                <a:cs typeface="Calibri"/>
              </a:rPr>
              <a:t>split</a:t>
            </a:r>
            <a:r>
              <a:rPr sz="1800" b="1" i="1" spc="5" dirty="0">
                <a:latin typeface="Calibri"/>
                <a:cs typeface="Calibri"/>
              </a:rPr>
              <a:t> </a:t>
            </a:r>
            <a:r>
              <a:rPr sz="1800" b="1" i="1" dirty="0">
                <a:latin typeface="Calibri"/>
                <a:cs typeface="Calibri"/>
              </a:rPr>
              <a:t>up</a:t>
            </a:r>
            <a:r>
              <a:rPr sz="1800" b="1" i="1" spc="-5" dirty="0">
                <a:latin typeface="Calibri"/>
                <a:cs typeface="Calibri"/>
              </a:rPr>
              <a:t> </a:t>
            </a:r>
            <a:r>
              <a:rPr sz="1800" b="1" i="1" spc="-15" dirty="0">
                <a:latin typeface="Calibri"/>
                <a:cs typeface="Calibri"/>
              </a:rPr>
              <a:t>into</a:t>
            </a:r>
            <a:r>
              <a:rPr sz="1800" b="1" i="1" spc="5" dirty="0">
                <a:latin typeface="Calibri"/>
                <a:cs typeface="Calibri"/>
              </a:rPr>
              <a:t> </a:t>
            </a:r>
            <a:r>
              <a:rPr sz="1800" b="1" i="1" dirty="0">
                <a:latin typeface="Calibri"/>
                <a:cs typeface="Calibri"/>
              </a:rPr>
              <a:t>a</a:t>
            </a:r>
            <a:r>
              <a:rPr sz="1800" b="1" i="1" spc="-5" dirty="0">
                <a:latin typeface="Calibri"/>
                <a:cs typeface="Calibri"/>
              </a:rPr>
              <a:t> series</a:t>
            </a:r>
            <a:r>
              <a:rPr sz="1800" b="1" i="1" spc="5" dirty="0">
                <a:latin typeface="Calibri"/>
                <a:cs typeface="Calibri"/>
              </a:rPr>
              <a:t> </a:t>
            </a:r>
            <a:r>
              <a:rPr sz="1800" b="1" i="1" dirty="0">
                <a:latin typeface="Calibri"/>
                <a:cs typeface="Calibri"/>
              </a:rPr>
              <a:t>of</a:t>
            </a:r>
            <a:r>
              <a:rPr sz="1800" b="1" i="1" spc="5" dirty="0">
                <a:latin typeface="Calibri"/>
                <a:cs typeface="Calibri"/>
              </a:rPr>
              <a:t> </a:t>
            </a:r>
            <a:r>
              <a:rPr sz="1800" b="1" i="1" spc="-10" dirty="0">
                <a:latin typeface="Calibri"/>
                <a:cs typeface="Calibri"/>
              </a:rPr>
              <a:t>steps</a:t>
            </a:r>
            <a:r>
              <a:rPr sz="1800" b="1" i="1" spc="5" dirty="0">
                <a:latin typeface="Calibri"/>
                <a:cs typeface="Calibri"/>
              </a:rPr>
              <a:t> </a:t>
            </a:r>
            <a:r>
              <a:rPr sz="1800" b="1" i="1" dirty="0">
                <a:latin typeface="Calibri"/>
                <a:cs typeface="Calibri"/>
              </a:rPr>
              <a:t>or </a:t>
            </a:r>
            <a:r>
              <a:rPr sz="1800" b="1" i="1" spc="5" dirty="0">
                <a:latin typeface="Calibri"/>
                <a:cs typeface="Calibri"/>
              </a:rPr>
              <a:t> </a:t>
            </a:r>
            <a:r>
              <a:rPr sz="1800" b="1" i="1" spc="-10" dirty="0">
                <a:latin typeface="Calibri"/>
                <a:cs typeface="Calibri"/>
              </a:rPr>
              <a:t>tasks</a:t>
            </a:r>
            <a:r>
              <a:rPr sz="1800" b="1" i="1" spc="5" dirty="0">
                <a:latin typeface="Calibri"/>
                <a:cs typeface="Calibri"/>
              </a:rPr>
              <a:t> </a:t>
            </a:r>
            <a:r>
              <a:rPr sz="1800" spc="-15" dirty="0">
                <a:latin typeface="Calibri"/>
                <a:cs typeface="Calibri"/>
              </a:rPr>
              <a:t>before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the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scenario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is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completed.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These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15" dirty="0">
                <a:latin typeface="Calibri"/>
                <a:cs typeface="Calibri"/>
              </a:rPr>
              <a:t>steps </a:t>
            </a:r>
            <a:r>
              <a:rPr sz="1800" spc="-39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can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be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best thought</a:t>
            </a:r>
            <a:r>
              <a:rPr sz="1800" dirty="0">
                <a:latin typeface="Calibri"/>
                <a:cs typeface="Calibri"/>
              </a:rPr>
              <a:t> of as a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b="1" i="1" spc="-5" dirty="0">
                <a:latin typeface="Calibri"/>
                <a:cs typeface="Calibri"/>
              </a:rPr>
              <a:t>series</a:t>
            </a:r>
            <a:r>
              <a:rPr sz="1800" b="1" i="1" spc="5" dirty="0">
                <a:latin typeface="Calibri"/>
                <a:cs typeface="Calibri"/>
              </a:rPr>
              <a:t> </a:t>
            </a:r>
            <a:r>
              <a:rPr sz="1800" b="1" i="1" dirty="0">
                <a:latin typeface="Calibri"/>
                <a:cs typeface="Calibri"/>
              </a:rPr>
              <a:t>of</a:t>
            </a:r>
            <a:r>
              <a:rPr sz="1800" b="1" i="1" spc="10" dirty="0">
                <a:latin typeface="Calibri"/>
                <a:cs typeface="Calibri"/>
              </a:rPr>
              <a:t> </a:t>
            </a:r>
            <a:r>
              <a:rPr sz="1800" b="1" i="1" spc="-5" dirty="0">
                <a:latin typeface="Calibri"/>
                <a:cs typeface="Calibri"/>
              </a:rPr>
              <a:t>questions</a:t>
            </a:r>
            <a:r>
              <a:rPr sz="1800" b="1" i="1" dirty="0">
                <a:latin typeface="Calibri"/>
                <a:cs typeface="Calibri"/>
              </a:rPr>
              <a:t> a </a:t>
            </a:r>
            <a:r>
              <a:rPr sz="1800" b="1" i="1" spc="5" dirty="0">
                <a:latin typeface="Calibri"/>
                <a:cs typeface="Calibri"/>
              </a:rPr>
              <a:t> </a:t>
            </a:r>
            <a:r>
              <a:rPr sz="1800" b="1" i="1" spc="-5" dirty="0">
                <a:latin typeface="Calibri"/>
                <a:cs typeface="Calibri"/>
              </a:rPr>
              <a:t>visitor</a:t>
            </a:r>
            <a:r>
              <a:rPr sz="1800" b="1" i="1" dirty="0">
                <a:latin typeface="Calibri"/>
                <a:cs typeface="Calibri"/>
              </a:rPr>
              <a:t> </a:t>
            </a:r>
            <a:r>
              <a:rPr sz="1800" b="1" i="1" spc="-5" dirty="0">
                <a:latin typeface="Calibri"/>
                <a:cs typeface="Calibri"/>
              </a:rPr>
              <a:t>asks</a:t>
            </a:r>
            <a:r>
              <a:rPr sz="1800" spc="-5" dirty="0">
                <a:latin typeface="Calibri"/>
                <a:cs typeface="Calibri"/>
              </a:rPr>
              <a:t>.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These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questions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identify</a:t>
            </a:r>
            <a:r>
              <a:rPr sz="1800" dirty="0">
                <a:latin typeface="Calibri"/>
                <a:cs typeface="Calibri"/>
              </a:rPr>
              <a:t> the </a:t>
            </a:r>
            <a:r>
              <a:rPr sz="1800" spc="-15" dirty="0">
                <a:latin typeface="Calibri"/>
                <a:cs typeface="Calibri"/>
              </a:rPr>
              <a:t>different </a:t>
            </a:r>
            <a:r>
              <a:rPr sz="1800" spc="-10" dirty="0">
                <a:latin typeface="Calibri"/>
                <a:cs typeface="Calibri"/>
              </a:rPr>
              <a:t> information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needs of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15" dirty="0">
                <a:latin typeface="Calibri"/>
                <a:cs typeface="Calibri"/>
              </a:rPr>
              <a:t>different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customer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types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at 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spc="-15" dirty="0">
                <a:latin typeface="Calibri"/>
                <a:cs typeface="Calibri"/>
              </a:rPr>
              <a:t>different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spc="-15" dirty="0">
                <a:latin typeface="Calibri"/>
                <a:cs typeface="Calibri"/>
              </a:rPr>
              <a:t>stages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in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the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process.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43B62CE9-1736-084A-EA90-720F76A9D3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216F8D7B-BBD5-D777-C1BC-C17FD5AF8E31}"/>
              </a:ext>
            </a:extLst>
          </p:cNvPr>
          <p:cNvSpPr txBox="1"/>
          <p:nvPr/>
        </p:nvSpPr>
        <p:spPr>
          <a:xfrm>
            <a:off x="1752600" y="5943600"/>
            <a:ext cx="5943600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rgbClr val="0000FF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https://www.designorate.com/guide-ux-research-scenarios/</a:t>
            </a:r>
            <a:r>
              <a:rPr lang="en-GB" dirty="0"/>
              <a:t> </a:t>
            </a:r>
          </a:p>
        </p:txBody>
      </p:sp>
      <p:pic>
        <p:nvPicPr>
          <p:cNvPr id="8" name="Picture 7" descr="UXXD scenarios">
            <a:extLst>
              <a:ext uri="{FF2B5EF4-FFF2-40B4-BE49-F238E27FC236}">
                <a16:creationId xmlns:a16="http://schemas.microsoft.com/office/drawing/2014/main" id="{B015A99C-C874-5341-ACF0-627CD096D4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230" y="381000"/>
            <a:ext cx="7479539" cy="5410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560885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93864" y="2539491"/>
            <a:ext cx="2241550" cy="1607820"/>
          </a:xfrm>
          <a:prstGeom prst="rect">
            <a:avLst/>
          </a:prstGeom>
        </p:spPr>
        <p:txBody>
          <a:bodyPr vert="horz" wrap="square" lIns="0" tIns="54610" rIns="0" bIns="0" rtlCol="0">
            <a:spAutoFit/>
          </a:bodyPr>
          <a:lstStyle/>
          <a:p>
            <a:pPr marL="12700" marR="5080">
              <a:lnSpc>
                <a:spcPct val="90200"/>
              </a:lnSpc>
              <a:spcBef>
                <a:spcPts val="430"/>
              </a:spcBef>
            </a:pPr>
            <a:r>
              <a:rPr sz="2800" spc="-10" dirty="0">
                <a:solidFill>
                  <a:srgbClr val="FFFFFF"/>
                </a:solidFill>
                <a:latin typeface="Calibri Light"/>
                <a:cs typeface="Calibri Light"/>
              </a:rPr>
              <a:t>Site </a:t>
            </a:r>
            <a:r>
              <a:rPr sz="2800" spc="-5" dirty="0">
                <a:solidFill>
                  <a:srgbClr val="FFFFFF"/>
                </a:solidFill>
                <a:latin typeface="Calibri Light"/>
                <a:cs typeface="Calibri Light"/>
              </a:rPr>
              <a:t>Objectives </a:t>
            </a:r>
            <a:r>
              <a:rPr sz="280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2800" spc="-5" dirty="0">
                <a:solidFill>
                  <a:srgbClr val="FFFFFF"/>
                </a:solidFill>
                <a:latin typeface="Calibri Light"/>
                <a:cs typeface="Calibri Light"/>
              </a:rPr>
              <a:t>and</a:t>
            </a:r>
            <a:r>
              <a:rPr sz="2800" spc="62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2800" spc="-5" dirty="0">
                <a:solidFill>
                  <a:srgbClr val="FFFFFF"/>
                </a:solidFill>
                <a:latin typeface="Calibri Light"/>
                <a:cs typeface="Calibri Light"/>
              </a:rPr>
              <a:t>User </a:t>
            </a:r>
            <a:r>
              <a:rPr sz="280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2800" spc="-5" dirty="0">
                <a:solidFill>
                  <a:srgbClr val="FFFFFF"/>
                </a:solidFill>
                <a:latin typeface="Calibri Light"/>
                <a:cs typeface="Calibri Light"/>
              </a:rPr>
              <a:t>Needs </a:t>
            </a:r>
            <a:r>
              <a:rPr sz="2800" dirty="0">
                <a:solidFill>
                  <a:srgbClr val="FFFFFF"/>
                </a:solidFill>
                <a:latin typeface="Calibri Light"/>
                <a:cs typeface="Calibri Light"/>
              </a:rPr>
              <a:t> Do</a:t>
            </a:r>
            <a:r>
              <a:rPr sz="2800" spc="-5" dirty="0">
                <a:solidFill>
                  <a:srgbClr val="FFFFFF"/>
                </a:solidFill>
                <a:latin typeface="Calibri Light"/>
                <a:cs typeface="Calibri Light"/>
              </a:rPr>
              <a:t>cum</a:t>
            </a:r>
            <a:r>
              <a:rPr sz="2800" dirty="0">
                <a:solidFill>
                  <a:srgbClr val="FFFFFF"/>
                </a:solidFill>
                <a:latin typeface="Calibri Light"/>
                <a:cs typeface="Calibri Light"/>
              </a:rPr>
              <a:t>e</a:t>
            </a:r>
            <a:r>
              <a:rPr sz="2800" spc="-35" dirty="0">
                <a:solidFill>
                  <a:srgbClr val="FFFFFF"/>
                </a:solidFill>
                <a:latin typeface="Calibri Light"/>
                <a:cs typeface="Calibri Light"/>
              </a:rPr>
              <a:t>nta</a:t>
            </a:r>
            <a:r>
              <a:rPr sz="2800" dirty="0">
                <a:solidFill>
                  <a:srgbClr val="FFFFFF"/>
                </a:solidFill>
                <a:latin typeface="Calibri Light"/>
                <a:cs typeface="Calibri Light"/>
              </a:rPr>
              <a:t>t</a:t>
            </a:r>
            <a:r>
              <a:rPr sz="2800" spc="-5" dirty="0">
                <a:solidFill>
                  <a:srgbClr val="FFFFFF"/>
                </a:solidFill>
                <a:latin typeface="Calibri Light"/>
                <a:cs typeface="Calibri Light"/>
              </a:rPr>
              <a:t>i</a:t>
            </a:r>
            <a:r>
              <a:rPr sz="2800" dirty="0">
                <a:solidFill>
                  <a:srgbClr val="FFFFFF"/>
                </a:solidFill>
                <a:latin typeface="Calibri Light"/>
                <a:cs typeface="Calibri Light"/>
              </a:rPr>
              <a:t>on</a:t>
            </a:r>
            <a:endParaRPr sz="2800">
              <a:latin typeface="Calibri Light"/>
              <a:cs typeface="Calibri Light"/>
            </a:endParaRPr>
          </a:p>
        </p:txBody>
      </p:sp>
      <p:sp>
        <p:nvSpPr>
          <p:cNvPr id="3" name="object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130598" y="4433707"/>
            <a:ext cx="1658620" cy="2169160"/>
          </a:xfrm>
          <a:custGeom>
            <a:avLst/>
            <a:gdLst/>
            <a:ahLst/>
            <a:cxnLst/>
            <a:rect l="l" t="t" r="r" b="b"/>
            <a:pathLst>
              <a:path w="1658620" h="2169159">
                <a:moveTo>
                  <a:pt x="100872" y="2041064"/>
                </a:moveTo>
                <a:lnTo>
                  <a:pt x="62419" y="2041713"/>
                </a:lnTo>
                <a:lnTo>
                  <a:pt x="17838" y="2061067"/>
                </a:lnTo>
                <a:lnTo>
                  <a:pt x="0" y="2106275"/>
                </a:lnTo>
                <a:lnTo>
                  <a:pt x="5406" y="2130905"/>
                </a:lnTo>
                <a:lnTo>
                  <a:pt x="19353" y="2150856"/>
                </a:lnTo>
                <a:lnTo>
                  <a:pt x="39764" y="2164122"/>
                </a:lnTo>
                <a:lnTo>
                  <a:pt x="64561" y="2168695"/>
                </a:lnTo>
                <a:lnTo>
                  <a:pt x="105156" y="2168010"/>
                </a:lnTo>
                <a:lnTo>
                  <a:pt x="146570" y="2165912"/>
                </a:lnTo>
                <a:lnTo>
                  <a:pt x="187716" y="2162435"/>
                </a:lnTo>
                <a:lnTo>
                  <a:pt x="228574" y="2157598"/>
                </a:lnTo>
                <a:lnTo>
                  <a:pt x="269130" y="2151416"/>
                </a:lnTo>
                <a:lnTo>
                  <a:pt x="309365" y="2143910"/>
                </a:lnTo>
                <a:lnTo>
                  <a:pt x="349265" y="2135096"/>
                </a:lnTo>
                <a:lnTo>
                  <a:pt x="388811" y="2124993"/>
                </a:lnTo>
                <a:lnTo>
                  <a:pt x="427991" y="2113621"/>
                </a:lnTo>
                <a:lnTo>
                  <a:pt x="479404" y="2091645"/>
                </a:lnTo>
                <a:lnTo>
                  <a:pt x="501083" y="2049055"/>
                </a:lnTo>
                <a:lnTo>
                  <a:pt x="500164" y="2041118"/>
                </a:lnTo>
                <a:lnTo>
                  <a:pt x="99800" y="2041118"/>
                </a:lnTo>
                <a:lnTo>
                  <a:pt x="100872" y="2041064"/>
                </a:lnTo>
                <a:close/>
              </a:path>
              <a:path w="1658620" h="2169159">
                <a:moveTo>
                  <a:pt x="101942" y="2041046"/>
                </a:moveTo>
                <a:lnTo>
                  <a:pt x="100872" y="2041064"/>
                </a:lnTo>
                <a:lnTo>
                  <a:pt x="99800" y="2041118"/>
                </a:lnTo>
                <a:lnTo>
                  <a:pt x="101942" y="2041046"/>
                </a:lnTo>
                <a:close/>
              </a:path>
              <a:path w="1658620" h="2169159">
                <a:moveTo>
                  <a:pt x="500155" y="2041046"/>
                </a:moveTo>
                <a:lnTo>
                  <a:pt x="101942" y="2041046"/>
                </a:lnTo>
                <a:lnTo>
                  <a:pt x="99800" y="2041118"/>
                </a:lnTo>
                <a:lnTo>
                  <a:pt x="500164" y="2041118"/>
                </a:lnTo>
                <a:close/>
              </a:path>
              <a:path w="1658620" h="2169159">
                <a:moveTo>
                  <a:pt x="138009" y="2039183"/>
                </a:moveTo>
                <a:lnTo>
                  <a:pt x="100872" y="2041064"/>
                </a:lnTo>
                <a:lnTo>
                  <a:pt x="101942" y="2041046"/>
                </a:lnTo>
                <a:lnTo>
                  <a:pt x="500155" y="2041046"/>
                </a:lnTo>
                <a:lnTo>
                  <a:pt x="499950" y="2039273"/>
                </a:lnTo>
                <a:lnTo>
                  <a:pt x="136944" y="2039273"/>
                </a:lnTo>
                <a:lnTo>
                  <a:pt x="138009" y="2039183"/>
                </a:lnTo>
                <a:close/>
              </a:path>
              <a:path w="1658620" h="2169159">
                <a:moveTo>
                  <a:pt x="139077" y="2039129"/>
                </a:moveTo>
                <a:lnTo>
                  <a:pt x="138009" y="2039183"/>
                </a:lnTo>
                <a:lnTo>
                  <a:pt x="136944" y="2039273"/>
                </a:lnTo>
                <a:lnTo>
                  <a:pt x="139077" y="2039129"/>
                </a:lnTo>
                <a:close/>
              </a:path>
              <a:path w="1658620" h="2169159">
                <a:moveTo>
                  <a:pt x="499933" y="2039129"/>
                </a:moveTo>
                <a:lnTo>
                  <a:pt x="139077" y="2039129"/>
                </a:lnTo>
                <a:lnTo>
                  <a:pt x="136944" y="2039273"/>
                </a:lnTo>
                <a:lnTo>
                  <a:pt x="499950" y="2039273"/>
                </a:lnTo>
                <a:lnTo>
                  <a:pt x="499933" y="2039129"/>
                </a:lnTo>
                <a:close/>
              </a:path>
              <a:path w="1658620" h="2169159">
                <a:moveTo>
                  <a:pt x="174901" y="2036066"/>
                </a:moveTo>
                <a:lnTo>
                  <a:pt x="138009" y="2039183"/>
                </a:lnTo>
                <a:lnTo>
                  <a:pt x="139077" y="2039129"/>
                </a:lnTo>
                <a:lnTo>
                  <a:pt x="499933" y="2039129"/>
                </a:lnTo>
                <a:lnTo>
                  <a:pt x="499593" y="2036191"/>
                </a:lnTo>
                <a:lnTo>
                  <a:pt x="173842" y="2036191"/>
                </a:lnTo>
                <a:lnTo>
                  <a:pt x="174901" y="2036066"/>
                </a:lnTo>
                <a:close/>
              </a:path>
              <a:path w="1658620" h="2169159">
                <a:moveTo>
                  <a:pt x="175962" y="2035976"/>
                </a:moveTo>
                <a:lnTo>
                  <a:pt x="174901" y="2036066"/>
                </a:lnTo>
                <a:lnTo>
                  <a:pt x="173842" y="2036191"/>
                </a:lnTo>
                <a:lnTo>
                  <a:pt x="175962" y="2035976"/>
                </a:lnTo>
                <a:close/>
              </a:path>
              <a:path w="1658620" h="2169159">
                <a:moveTo>
                  <a:pt x="499568" y="2035976"/>
                </a:moveTo>
                <a:lnTo>
                  <a:pt x="175962" y="2035976"/>
                </a:lnTo>
                <a:lnTo>
                  <a:pt x="173842" y="2036191"/>
                </a:lnTo>
                <a:lnTo>
                  <a:pt x="499593" y="2036191"/>
                </a:lnTo>
                <a:lnTo>
                  <a:pt x="499568" y="2035976"/>
                </a:lnTo>
                <a:close/>
              </a:path>
              <a:path w="1658620" h="2169159">
                <a:moveTo>
                  <a:pt x="211540" y="2031727"/>
                </a:moveTo>
                <a:lnTo>
                  <a:pt x="174901" y="2036066"/>
                </a:lnTo>
                <a:lnTo>
                  <a:pt x="175962" y="2035976"/>
                </a:lnTo>
                <a:lnTo>
                  <a:pt x="499568" y="2035976"/>
                </a:lnTo>
                <a:lnTo>
                  <a:pt x="499094" y="2031888"/>
                </a:lnTo>
                <a:lnTo>
                  <a:pt x="210488" y="2031888"/>
                </a:lnTo>
                <a:lnTo>
                  <a:pt x="211540" y="2031727"/>
                </a:lnTo>
                <a:close/>
              </a:path>
              <a:path w="1658620" h="2169159">
                <a:moveTo>
                  <a:pt x="212589" y="2031603"/>
                </a:moveTo>
                <a:lnTo>
                  <a:pt x="211540" y="2031727"/>
                </a:lnTo>
                <a:lnTo>
                  <a:pt x="210488" y="2031888"/>
                </a:lnTo>
                <a:lnTo>
                  <a:pt x="212589" y="2031603"/>
                </a:lnTo>
                <a:close/>
              </a:path>
              <a:path w="1658620" h="2169159">
                <a:moveTo>
                  <a:pt x="499061" y="2031603"/>
                </a:moveTo>
                <a:lnTo>
                  <a:pt x="212589" y="2031603"/>
                </a:lnTo>
                <a:lnTo>
                  <a:pt x="210488" y="2031888"/>
                </a:lnTo>
                <a:lnTo>
                  <a:pt x="499094" y="2031888"/>
                </a:lnTo>
                <a:lnTo>
                  <a:pt x="499061" y="2031603"/>
                </a:lnTo>
                <a:close/>
              </a:path>
              <a:path w="1658620" h="2169159">
                <a:moveTo>
                  <a:pt x="247907" y="2026185"/>
                </a:moveTo>
                <a:lnTo>
                  <a:pt x="211540" y="2031727"/>
                </a:lnTo>
                <a:lnTo>
                  <a:pt x="212589" y="2031603"/>
                </a:lnTo>
                <a:lnTo>
                  <a:pt x="499061" y="2031603"/>
                </a:lnTo>
                <a:lnTo>
                  <a:pt x="498456" y="2026377"/>
                </a:lnTo>
                <a:lnTo>
                  <a:pt x="246874" y="2026377"/>
                </a:lnTo>
                <a:lnTo>
                  <a:pt x="247907" y="2026185"/>
                </a:lnTo>
                <a:close/>
              </a:path>
              <a:path w="1658620" h="2169159">
                <a:moveTo>
                  <a:pt x="248953" y="2026025"/>
                </a:moveTo>
                <a:lnTo>
                  <a:pt x="247907" y="2026185"/>
                </a:lnTo>
                <a:lnTo>
                  <a:pt x="246874" y="2026377"/>
                </a:lnTo>
                <a:lnTo>
                  <a:pt x="248953" y="2026025"/>
                </a:lnTo>
                <a:close/>
              </a:path>
              <a:path w="1658620" h="2169159">
                <a:moveTo>
                  <a:pt x="498415" y="2026025"/>
                </a:moveTo>
                <a:lnTo>
                  <a:pt x="248953" y="2026025"/>
                </a:lnTo>
                <a:lnTo>
                  <a:pt x="246874" y="2026377"/>
                </a:lnTo>
                <a:lnTo>
                  <a:pt x="498456" y="2026377"/>
                </a:lnTo>
                <a:lnTo>
                  <a:pt x="498415" y="2026025"/>
                </a:lnTo>
                <a:close/>
              </a:path>
              <a:path w="1658620" h="2169159">
                <a:moveTo>
                  <a:pt x="284013" y="2019448"/>
                </a:moveTo>
                <a:lnTo>
                  <a:pt x="247907" y="2026185"/>
                </a:lnTo>
                <a:lnTo>
                  <a:pt x="248953" y="2026025"/>
                </a:lnTo>
                <a:lnTo>
                  <a:pt x="498415" y="2026025"/>
                </a:lnTo>
                <a:lnTo>
                  <a:pt x="498181" y="2024007"/>
                </a:lnTo>
                <a:lnTo>
                  <a:pt x="495736" y="2019674"/>
                </a:lnTo>
                <a:lnTo>
                  <a:pt x="282992" y="2019674"/>
                </a:lnTo>
                <a:lnTo>
                  <a:pt x="284013" y="2019448"/>
                </a:lnTo>
                <a:close/>
              </a:path>
              <a:path w="1658620" h="2169159">
                <a:moveTo>
                  <a:pt x="285043" y="2019256"/>
                </a:moveTo>
                <a:lnTo>
                  <a:pt x="284013" y="2019448"/>
                </a:lnTo>
                <a:lnTo>
                  <a:pt x="282992" y="2019674"/>
                </a:lnTo>
                <a:lnTo>
                  <a:pt x="285043" y="2019256"/>
                </a:lnTo>
                <a:close/>
              </a:path>
              <a:path w="1658620" h="2169159">
                <a:moveTo>
                  <a:pt x="495500" y="2019256"/>
                </a:moveTo>
                <a:lnTo>
                  <a:pt x="285043" y="2019256"/>
                </a:lnTo>
                <a:lnTo>
                  <a:pt x="282992" y="2019674"/>
                </a:lnTo>
                <a:lnTo>
                  <a:pt x="495736" y="2019674"/>
                </a:lnTo>
                <a:lnTo>
                  <a:pt x="495500" y="2019256"/>
                </a:lnTo>
                <a:close/>
              </a:path>
              <a:path w="1658620" h="2169159">
                <a:moveTo>
                  <a:pt x="319843" y="2011533"/>
                </a:moveTo>
                <a:lnTo>
                  <a:pt x="284013" y="2019448"/>
                </a:lnTo>
                <a:lnTo>
                  <a:pt x="285043" y="2019256"/>
                </a:lnTo>
                <a:lnTo>
                  <a:pt x="495500" y="2019256"/>
                </a:lnTo>
                <a:lnTo>
                  <a:pt x="491287" y="2011790"/>
                </a:lnTo>
                <a:lnTo>
                  <a:pt x="318837" y="2011790"/>
                </a:lnTo>
                <a:lnTo>
                  <a:pt x="319843" y="2011533"/>
                </a:lnTo>
                <a:close/>
              </a:path>
              <a:path w="1658620" h="2169159">
                <a:moveTo>
                  <a:pt x="320856" y="2011309"/>
                </a:moveTo>
                <a:lnTo>
                  <a:pt x="319843" y="2011533"/>
                </a:lnTo>
                <a:lnTo>
                  <a:pt x="318837" y="2011790"/>
                </a:lnTo>
                <a:lnTo>
                  <a:pt x="320856" y="2011309"/>
                </a:lnTo>
                <a:close/>
              </a:path>
              <a:path w="1658620" h="2169159">
                <a:moveTo>
                  <a:pt x="491016" y="2011309"/>
                </a:moveTo>
                <a:lnTo>
                  <a:pt x="320856" y="2011309"/>
                </a:lnTo>
                <a:lnTo>
                  <a:pt x="318837" y="2011790"/>
                </a:lnTo>
                <a:lnTo>
                  <a:pt x="491287" y="2011790"/>
                </a:lnTo>
                <a:lnTo>
                  <a:pt x="491016" y="2011309"/>
                </a:lnTo>
                <a:close/>
              </a:path>
              <a:path w="1658620" h="2169159">
                <a:moveTo>
                  <a:pt x="355379" y="2002455"/>
                </a:moveTo>
                <a:lnTo>
                  <a:pt x="319843" y="2011533"/>
                </a:lnTo>
                <a:lnTo>
                  <a:pt x="320856" y="2011309"/>
                </a:lnTo>
                <a:lnTo>
                  <a:pt x="491016" y="2011309"/>
                </a:lnTo>
                <a:lnTo>
                  <a:pt x="486180" y="2002741"/>
                </a:lnTo>
                <a:lnTo>
                  <a:pt x="354397" y="2002741"/>
                </a:lnTo>
                <a:lnTo>
                  <a:pt x="355379" y="2002455"/>
                </a:lnTo>
                <a:close/>
              </a:path>
              <a:path w="1658620" h="2169159">
                <a:moveTo>
                  <a:pt x="356382" y="2002199"/>
                </a:moveTo>
                <a:lnTo>
                  <a:pt x="355379" y="2002455"/>
                </a:lnTo>
                <a:lnTo>
                  <a:pt x="354397" y="2002741"/>
                </a:lnTo>
                <a:lnTo>
                  <a:pt x="356382" y="2002199"/>
                </a:lnTo>
                <a:close/>
              </a:path>
              <a:path w="1658620" h="2169159">
                <a:moveTo>
                  <a:pt x="485875" y="2002199"/>
                </a:moveTo>
                <a:lnTo>
                  <a:pt x="356382" y="2002199"/>
                </a:lnTo>
                <a:lnTo>
                  <a:pt x="354397" y="2002741"/>
                </a:lnTo>
                <a:lnTo>
                  <a:pt x="486180" y="2002741"/>
                </a:lnTo>
                <a:lnTo>
                  <a:pt x="485875" y="2002199"/>
                </a:lnTo>
                <a:close/>
              </a:path>
              <a:path w="1658620" h="2169159">
                <a:moveTo>
                  <a:pt x="472846" y="1991939"/>
                </a:moveTo>
                <a:lnTo>
                  <a:pt x="391610" y="1991939"/>
                </a:lnTo>
                <a:lnTo>
                  <a:pt x="389665" y="1992538"/>
                </a:lnTo>
                <a:lnTo>
                  <a:pt x="355379" y="2002455"/>
                </a:lnTo>
                <a:lnTo>
                  <a:pt x="356382" y="2002199"/>
                </a:lnTo>
                <a:lnTo>
                  <a:pt x="485875" y="2002199"/>
                </a:lnTo>
                <a:lnTo>
                  <a:pt x="485788" y="2002047"/>
                </a:lnTo>
                <a:lnTo>
                  <a:pt x="472846" y="1991939"/>
                </a:lnTo>
                <a:close/>
              </a:path>
              <a:path w="1658620" h="2169159">
                <a:moveTo>
                  <a:pt x="390632" y="1992223"/>
                </a:moveTo>
                <a:lnTo>
                  <a:pt x="389548" y="1992538"/>
                </a:lnTo>
                <a:lnTo>
                  <a:pt x="390632" y="1992223"/>
                </a:lnTo>
                <a:close/>
              </a:path>
              <a:path w="1658620" h="2169159">
                <a:moveTo>
                  <a:pt x="391610" y="1991939"/>
                </a:moveTo>
                <a:lnTo>
                  <a:pt x="390632" y="1992223"/>
                </a:lnTo>
                <a:lnTo>
                  <a:pt x="389665" y="1992538"/>
                </a:lnTo>
                <a:lnTo>
                  <a:pt x="391610" y="1991939"/>
                </a:lnTo>
                <a:close/>
              </a:path>
              <a:path w="1658620" h="2169159">
                <a:moveTo>
                  <a:pt x="443199" y="1980367"/>
                </a:moveTo>
                <a:lnTo>
                  <a:pt x="418151" y="1983269"/>
                </a:lnTo>
                <a:lnTo>
                  <a:pt x="390632" y="1992223"/>
                </a:lnTo>
                <a:lnTo>
                  <a:pt x="391610" y="1991939"/>
                </a:lnTo>
                <a:lnTo>
                  <a:pt x="472846" y="1991939"/>
                </a:lnTo>
                <a:lnTo>
                  <a:pt x="466603" y="1987063"/>
                </a:lnTo>
                <a:lnTo>
                  <a:pt x="443199" y="1980367"/>
                </a:lnTo>
                <a:close/>
              </a:path>
              <a:path w="1658620" h="2169159">
                <a:moveTo>
                  <a:pt x="877137" y="1709311"/>
                </a:moveTo>
                <a:lnTo>
                  <a:pt x="835179" y="1745176"/>
                </a:lnTo>
                <a:lnTo>
                  <a:pt x="819633" y="1765029"/>
                </a:lnTo>
                <a:lnTo>
                  <a:pt x="813132" y="1788489"/>
                </a:lnTo>
                <a:lnTo>
                  <a:pt x="815903" y="1812674"/>
                </a:lnTo>
                <a:lnTo>
                  <a:pt x="828169" y="1834705"/>
                </a:lnTo>
                <a:lnTo>
                  <a:pt x="848023" y="1850251"/>
                </a:lnTo>
                <a:lnTo>
                  <a:pt x="871482" y="1856751"/>
                </a:lnTo>
                <a:lnTo>
                  <a:pt x="895667" y="1853981"/>
                </a:lnTo>
                <a:lnTo>
                  <a:pt x="917698" y="1841714"/>
                </a:lnTo>
                <a:lnTo>
                  <a:pt x="962151" y="1803717"/>
                </a:lnTo>
                <a:lnTo>
                  <a:pt x="1024525" y="1744576"/>
                </a:lnTo>
                <a:lnTo>
                  <a:pt x="1057113" y="1710431"/>
                </a:lnTo>
                <a:lnTo>
                  <a:pt x="875957" y="1710431"/>
                </a:lnTo>
                <a:lnTo>
                  <a:pt x="877137" y="1709311"/>
                </a:lnTo>
                <a:close/>
              </a:path>
              <a:path w="1658620" h="2169159">
                <a:moveTo>
                  <a:pt x="878389" y="1708242"/>
                </a:moveTo>
                <a:lnTo>
                  <a:pt x="877137" y="1709311"/>
                </a:lnTo>
                <a:lnTo>
                  <a:pt x="875957" y="1710431"/>
                </a:lnTo>
                <a:lnTo>
                  <a:pt x="878389" y="1708242"/>
                </a:lnTo>
                <a:close/>
              </a:path>
              <a:path w="1658620" h="2169159">
                <a:moveTo>
                  <a:pt x="1059202" y="1708242"/>
                </a:moveTo>
                <a:lnTo>
                  <a:pt x="878389" y="1708242"/>
                </a:lnTo>
                <a:lnTo>
                  <a:pt x="875957" y="1710431"/>
                </a:lnTo>
                <a:lnTo>
                  <a:pt x="1057113" y="1710431"/>
                </a:lnTo>
                <a:lnTo>
                  <a:pt x="1059202" y="1708242"/>
                </a:lnTo>
                <a:close/>
              </a:path>
              <a:path w="1658620" h="2169159">
                <a:moveTo>
                  <a:pt x="1108943" y="1653507"/>
                </a:moveTo>
                <a:lnTo>
                  <a:pt x="935993" y="1653507"/>
                </a:lnTo>
                <a:lnTo>
                  <a:pt x="933747" y="1655746"/>
                </a:lnTo>
                <a:lnTo>
                  <a:pt x="877137" y="1709311"/>
                </a:lnTo>
                <a:lnTo>
                  <a:pt x="878389" y="1708242"/>
                </a:lnTo>
                <a:lnTo>
                  <a:pt x="1059202" y="1708242"/>
                </a:lnTo>
                <a:lnTo>
                  <a:pt x="1084530" y="1681704"/>
                </a:lnTo>
                <a:lnTo>
                  <a:pt x="1108943" y="1653507"/>
                </a:lnTo>
                <a:close/>
              </a:path>
              <a:path w="1658620" h="2169159">
                <a:moveTo>
                  <a:pt x="934835" y="1654605"/>
                </a:moveTo>
                <a:lnTo>
                  <a:pt x="933632" y="1655746"/>
                </a:lnTo>
                <a:lnTo>
                  <a:pt x="934835" y="1654605"/>
                </a:lnTo>
                <a:close/>
              </a:path>
              <a:path w="1658620" h="2169159">
                <a:moveTo>
                  <a:pt x="935993" y="1653507"/>
                </a:moveTo>
                <a:lnTo>
                  <a:pt x="934835" y="1654605"/>
                </a:lnTo>
                <a:lnTo>
                  <a:pt x="933747" y="1655746"/>
                </a:lnTo>
                <a:lnTo>
                  <a:pt x="935993" y="1653507"/>
                </a:lnTo>
                <a:close/>
              </a:path>
              <a:path w="1658620" h="2169159">
                <a:moveTo>
                  <a:pt x="1157893" y="1595134"/>
                </a:moveTo>
                <a:lnTo>
                  <a:pt x="991594" y="1595134"/>
                </a:lnTo>
                <a:lnTo>
                  <a:pt x="989525" y="1597410"/>
                </a:lnTo>
                <a:lnTo>
                  <a:pt x="934835" y="1654605"/>
                </a:lnTo>
                <a:lnTo>
                  <a:pt x="935993" y="1653507"/>
                </a:lnTo>
                <a:lnTo>
                  <a:pt x="1108943" y="1653507"/>
                </a:lnTo>
                <a:lnTo>
                  <a:pt x="1142077" y="1615238"/>
                </a:lnTo>
                <a:lnTo>
                  <a:pt x="1157893" y="1595134"/>
                </a:lnTo>
                <a:close/>
              </a:path>
              <a:path w="1658620" h="2169159">
                <a:moveTo>
                  <a:pt x="990537" y="1596242"/>
                </a:moveTo>
                <a:lnTo>
                  <a:pt x="989422" y="1597410"/>
                </a:lnTo>
                <a:lnTo>
                  <a:pt x="990537" y="1596242"/>
                </a:lnTo>
                <a:close/>
              </a:path>
              <a:path w="1658620" h="2169159">
                <a:moveTo>
                  <a:pt x="991594" y="1595134"/>
                </a:moveTo>
                <a:lnTo>
                  <a:pt x="990537" y="1596242"/>
                </a:lnTo>
                <a:lnTo>
                  <a:pt x="989525" y="1597410"/>
                </a:lnTo>
                <a:lnTo>
                  <a:pt x="991594" y="1595134"/>
                </a:lnTo>
                <a:close/>
              </a:path>
              <a:path w="1658620" h="2169159">
                <a:moveTo>
                  <a:pt x="1199427" y="1533238"/>
                </a:moveTo>
                <a:lnTo>
                  <a:pt x="1045088" y="1533238"/>
                </a:lnTo>
                <a:lnTo>
                  <a:pt x="1043185" y="1535543"/>
                </a:lnTo>
                <a:lnTo>
                  <a:pt x="990537" y="1596242"/>
                </a:lnTo>
                <a:lnTo>
                  <a:pt x="991594" y="1595134"/>
                </a:lnTo>
                <a:lnTo>
                  <a:pt x="1157893" y="1595134"/>
                </a:lnTo>
                <a:lnTo>
                  <a:pt x="1187984" y="1556881"/>
                </a:lnTo>
                <a:lnTo>
                  <a:pt x="1199344" y="1534369"/>
                </a:lnTo>
                <a:lnTo>
                  <a:pt x="1199427" y="1533238"/>
                </a:lnTo>
                <a:close/>
              </a:path>
              <a:path w="1658620" h="2169159">
                <a:moveTo>
                  <a:pt x="1044109" y="1534368"/>
                </a:moveTo>
                <a:lnTo>
                  <a:pt x="1043092" y="1535543"/>
                </a:lnTo>
                <a:lnTo>
                  <a:pt x="1044109" y="1534368"/>
                </a:lnTo>
                <a:close/>
              </a:path>
              <a:path w="1658620" h="2169159">
                <a:moveTo>
                  <a:pt x="1045088" y="1533238"/>
                </a:moveTo>
                <a:lnTo>
                  <a:pt x="1044108" y="1534369"/>
                </a:lnTo>
                <a:lnTo>
                  <a:pt x="1043185" y="1535543"/>
                </a:lnTo>
                <a:lnTo>
                  <a:pt x="1045088" y="1533238"/>
                </a:lnTo>
                <a:close/>
              </a:path>
              <a:path w="1658620" h="2169159">
                <a:moveTo>
                  <a:pt x="1130546" y="1454569"/>
                </a:moveTo>
                <a:lnTo>
                  <a:pt x="1107371" y="1462019"/>
                </a:lnTo>
                <a:lnTo>
                  <a:pt x="1088167" y="1478360"/>
                </a:lnTo>
                <a:lnTo>
                  <a:pt x="1044109" y="1534368"/>
                </a:lnTo>
                <a:lnTo>
                  <a:pt x="1045088" y="1533238"/>
                </a:lnTo>
                <a:lnTo>
                  <a:pt x="1199427" y="1533238"/>
                </a:lnTo>
                <a:lnTo>
                  <a:pt x="1201127" y="1510091"/>
                </a:lnTo>
                <a:lnTo>
                  <a:pt x="1193677" y="1486916"/>
                </a:lnTo>
                <a:lnTo>
                  <a:pt x="1177336" y="1467712"/>
                </a:lnTo>
                <a:lnTo>
                  <a:pt x="1154824" y="1456352"/>
                </a:lnTo>
                <a:lnTo>
                  <a:pt x="1130546" y="1454569"/>
                </a:lnTo>
                <a:close/>
              </a:path>
              <a:path w="1658620" h="2169159">
                <a:moveTo>
                  <a:pt x="1487642" y="1011546"/>
                </a:moveTo>
                <a:lnTo>
                  <a:pt x="1351650" y="1011546"/>
                </a:lnTo>
                <a:lnTo>
                  <a:pt x="1350683" y="1013921"/>
                </a:lnTo>
                <a:lnTo>
                  <a:pt x="1333413" y="1053835"/>
                </a:lnTo>
                <a:lnTo>
                  <a:pt x="1328208" y="1078508"/>
                </a:lnTo>
                <a:lnTo>
                  <a:pt x="1332711" y="1102431"/>
                </a:lnTo>
                <a:lnTo>
                  <a:pt x="1345856" y="1122920"/>
                </a:lnTo>
                <a:lnTo>
                  <a:pt x="1366577" y="1137290"/>
                </a:lnTo>
                <a:lnTo>
                  <a:pt x="1391249" y="1142495"/>
                </a:lnTo>
                <a:lnTo>
                  <a:pt x="1415173" y="1137992"/>
                </a:lnTo>
                <a:lnTo>
                  <a:pt x="1435662" y="1124847"/>
                </a:lnTo>
                <a:lnTo>
                  <a:pt x="1450032" y="1104126"/>
                </a:lnTo>
                <a:lnTo>
                  <a:pt x="1468776" y="1060658"/>
                </a:lnTo>
                <a:lnTo>
                  <a:pt x="1487642" y="1011546"/>
                </a:lnTo>
                <a:close/>
              </a:path>
              <a:path w="1658620" h="2169159">
                <a:moveTo>
                  <a:pt x="1351143" y="1012723"/>
                </a:moveTo>
                <a:lnTo>
                  <a:pt x="1350626" y="1013921"/>
                </a:lnTo>
                <a:lnTo>
                  <a:pt x="1351143" y="1012723"/>
                </a:lnTo>
                <a:close/>
              </a:path>
              <a:path w="1658620" h="2169159">
                <a:moveTo>
                  <a:pt x="1351650" y="1011546"/>
                </a:moveTo>
                <a:lnTo>
                  <a:pt x="1351143" y="1012723"/>
                </a:lnTo>
                <a:lnTo>
                  <a:pt x="1350683" y="1013921"/>
                </a:lnTo>
                <a:lnTo>
                  <a:pt x="1351650" y="1011546"/>
                </a:lnTo>
                <a:close/>
              </a:path>
              <a:path w="1658620" h="2169159">
                <a:moveTo>
                  <a:pt x="1518548" y="925885"/>
                </a:moveTo>
                <a:lnTo>
                  <a:pt x="1384499" y="925885"/>
                </a:lnTo>
                <a:lnTo>
                  <a:pt x="1383639" y="928265"/>
                </a:lnTo>
                <a:lnTo>
                  <a:pt x="1351143" y="1012723"/>
                </a:lnTo>
                <a:lnTo>
                  <a:pt x="1351650" y="1011546"/>
                </a:lnTo>
                <a:lnTo>
                  <a:pt x="1487642" y="1011546"/>
                </a:lnTo>
                <a:lnTo>
                  <a:pt x="1503507" y="970245"/>
                </a:lnTo>
                <a:lnTo>
                  <a:pt x="1518548" y="925885"/>
                </a:lnTo>
                <a:close/>
              </a:path>
              <a:path w="1658620" h="2169159">
                <a:moveTo>
                  <a:pt x="1384049" y="927058"/>
                </a:moveTo>
                <a:lnTo>
                  <a:pt x="1383585" y="928265"/>
                </a:lnTo>
                <a:lnTo>
                  <a:pt x="1384049" y="927058"/>
                </a:lnTo>
                <a:close/>
              </a:path>
              <a:path w="1658620" h="2169159">
                <a:moveTo>
                  <a:pt x="1384499" y="925885"/>
                </a:moveTo>
                <a:lnTo>
                  <a:pt x="1384049" y="927058"/>
                </a:lnTo>
                <a:lnTo>
                  <a:pt x="1383639" y="928265"/>
                </a:lnTo>
                <a:lnTo>
                  <a:pt x="1384499" y="925885"/>
                </a:lnTo>
                <a:close/>
              </a:path>
              <a:path w="1658620" h="2169159">
                <a:moveTo>
                  <a:pt x="1546690" y="837825"/>
                </a:moveTo>
                <a:lnTo>
                  <a:pt x="1414305" y="837825"/>
                </a:lnTo>
                <a:lnTo>
                  <a:pt x="1413548" y="840209"/>
                </a:lnTo>
                <a:lnTo>
                  <a:pt x="1384049" y="927058"/>
                </a:lnTo>
                <a:lnTo>
                  <a:pt x="1384499" y="925885"/>
                </a:lnTo>
                <a:lnTo>
                  <a:pt x="1518548" y="925885"/>
                </a:lnTo>
                <a:lnTo>
                  <a:pt x="1534980" y="877422"/>
                </a:lnTo>
                <a:lnTo>
                  <a:pt x="1546690" y="837825"/>
                </a:lnTo>
                <a:close/>
              </a:path>
              <a:path w="1658620" h="2169159">
                <a:moveTo>
                  <a:pt x="1413898" y="839024"/>
                </a:moveTo>
                <a:lnTo>
                  <a:pt x="1413496" y="840209"/>
                </a:lnTo>
                <a:lnTo>
                  <a:pt x="1413898" y="839024"/>
                </a:lnTo>
                <a:close/>
              </a:path>
              <a:path w="1658620" h="2169159">
                <a:moveTo>
                  <a:pt x="1414305" y="837825"/>
                </a:moveTo>
                <a:lnTo>
                  <a:pt x="1413898" y="839024"/>
                </a:lnTo>
                <a:lnTo>
                  <a:pt x="1413548" y="840209"/>
                </a:lnTo>
                <a:lnTo>
                  <a:pt x="1414305" y="837825"/>
                </a:lnTo>
                <a:close/>
              </a:path>
              <a:path w="1658620" h="2169159">
                <a:moveTo>
                  <a:pt x="1571941" y="747491"/>
                </a:moveTo>
                <a:lnTo>
                  <a:pt x="1440967" y="747491"/>
                </a:lnTo>
                <a:lnTo>
                  <a:pt x="1440310" y="749879"/>
                </a:lnTo>
                <a:lnTo>
                  <a:pt x="1413898" y="839024"/>
                </a:lnTo>
                <a:lnTo>
                  <a:pt x="1414305" y="837825"/>
                </a:lnTo>
                <a:lnTo>
                  <a:pt x="1546690" y="837825"/>
                </a:lnTo>
                <a:lnTo>
                  <a:pt x="1563104" y="782318"/>
                </a:lnTo>
                <a:lnTo>
                  <a:pt x="1571941" y="747491"/>
                </a:lnTo>
                <a:close/>
              </a:path>
              <a:path w="1658620" h="2169159">
                <a:moveTo>
                  <a:pt x="1440610" y="748699"/>
                </a:moveTo>
                <a:lnTo>
                  <a:pt x="1440261" y="749879"/>
                </a:lnTo>
                <a:lnTo>
                  <a:pt x="1440610" y="748699"/>
                </a:lnTo>
                <a:close/>
              </a:path>
              <a:path w="1658620" h="2169159">
                <a:moveTo>
                  <a:pt x="1440967" y="747491"/>
                </a:moveTo>
                <a:lnTo>
                  <a:pt x="1440610" y="748699"/>
                </a:lnTo>
                <a:lnTo>
                  <a:pt x="1440310" y="749879"/>
                </a:lnTo>
                <a:lnTo>
                  <a:pt x="1440967" y="747491"/>
                </a:lnTo>
                <a:close/>
              </a:path>
              <a:path w="1658620" h="2169159">
                <a:moveTo>
                  <a:pt x="1504212" y="655740"/>
                </a:moveTo>
                <a:lnTo>
                  <a:pt x="1481301" y="663966"/>
                </a:lnTo>
                <a:lnTo>
                  <a:pt x="1463146" y="680183"/>
                </a:lnTo>
                <a:lnTo>
                  <a:pt x="1452229" y="702913"/>
                </a:lnTo>
                <a:lnTo>
                  <a:pt x="1440610" y="748699"/>
                </a:lnTo>
                <a:lnTo>
                  <a:pt x="1440967" y="747491"/>
                </a:lnTo>
                <a:lnTo>
                  <a:pt x="1571941" y="747491"/>
                </a:lnTo>
                <a:lnTo>
                  <a:pt x="1575327" y="734151"/>
                </a:lnTo>
                <a:lnTo>
                  <a:pt x="1576570" y="708966"/>
                </a:lnTo>
                <a:lnTo>
                  <a:pt x="1568344" y="686054"/>
                </a:lnTo>
                <a:lnTo>
                  <a:pt x="1552127" y="667899"/>
                </a:lnTo>
                <a:lnTo>
                  <a:pt x="1529397" y="656983"/>
                </a:lnTo>
                <a:lnTo>
                  <a:pt x="1504212" y="655740"/>
                </a:lnTo>
                <a:close/>
              </a:path>
              <a:path w="1658620" h="2169159">
                <a:moveTo>
                  <a:pt x="1656365" y="164938"/>
                </a:moveTo>
                <a:lnTo>
                  <a:pt x="1529388" y="164938"/>
                </a:lnTo>
                <a:lnTo>
                  <a:pt x="1529297" y="167350"/>
                </a:lnTo>
                <a:lnTo>
                  <a:pt x="1526617" y="213527"/>
                </a:lnTo>
                <a:lnTo>
                  <a:pt x="1542629" y="259415"/>
                </a:lnTo>
                <a:lnTo>
                  <a:pt x="1586398" y="280540"/>
                </a:lnTo>
                <a:lnTo>
                  <a:pt x="1611360" y="276965"/>
                </a:lnTo>
                <a:lnTo>
                  <a:pt x="1632286" y="264528"/>
                </a:lnTo>
                <a:lnTo>
                  <a:pt x="1647022" y="245151"/>
                </a:lnTo>
                <a:lnTo>
                  <a:pt x="1653411" y="220759"/>
                </a:lnTo>
                <a:lnTo>
                  <a:pt x="1656251" y="170964"/>
                </a:lnTo>
                <a:lnTo>
                  <a:pt x="1656365" y="164938"/>
                </a:lnTo>
                <a:close/>
              </a:path>
              <a:path w="1658620" h="2169159">
                <a:moveTo>
                  <a:pt x="1529320" y="166139"/>
                </a:moveTo>
                <a:lnTo>
                  <a:pt x="1529251" y="167350"/>
                </a:lnTo>
                <a:lnTo>
                  <a:pt x="1529320" y="166139"/>
                </a:lnTo>
                <a:close/>
              </a:path>
              <a:path w="1658620" h="2169159">
                <a:moveTo>
                  <a:pt x="1595982" y="0"/>
                </a:moveTo>
                <a:lnTo>
                  <a:pt x="1550736" y="17743"/>
                </a:lnTo>
                <a:lnTo>
                  <a:pt x="1531289" y="62284"/>
                </a:lnTo>
                <a:lnTo>
                  <a:pt x="1529320" y="166139"/>
                </a:lnTo>
                <a:lnTo>
                  <a:pt x="1529388" y="164938"/>
                </a:lnTo>
                <a:lnTo>
                  <a:pt x="1656365" y="164938"/>
                </a:lnTo>
                <a:lnTo>
                  <a:pt x="1658266" y="64692"/>
                </a:lnTo>
                <a:lnTo>
                  <a:pt x="1653745" y="39884"/>
                </a:lnTo>
                <a:lnTo>
                  <a:pt x="1640522" y="19446"/>
                </a:lnTo>
                <a:lnTo>
                  <a:pt x="1620600" y="5457"/>
                </a:lnTo>
                <a:lnTo>
                  <a:pt x="1595982" y="0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3414221" y="1390396"/>
            <a:ext cx="1669414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10" dirty="0">
                <a:latin typeface="Calibri"/>
                <a:cs typeface="Calibri"/>
              </a:rPr>
              <a:t>Examples: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-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420879" y="2057400"/>
            <a:ext cx="4942840" cy="3786613"/>
          </a:xfrm>
          <a:prstGeom prst="rect">
            <a:avLst/>
          </a:prstGeom>
        </p:spPr>
        <p:txBody>
          <a:bodyPr vert="horz" wrap="square" lIns="0" tIns="52069" rIns="0" bIns="0" rtlCol="0">
            <a:spAutoFit/>
          </a:bodyPr>
          <a:lstStyle/>
          <a:p>
            <a:pPr marL="12700" marR="100330">
              <a:lnSpc>
                <a:spcPct val="90700"/>
              </a:lnSpc>
              <a:spcBef>
                <a:spcPts val="409"/>
              </a:spcBef>
            </a:pPr>
            <a:r>
              <a:rPr lang="en-GB" sz="2800" dirty="0">
                <a:hlinkClick r:id="rId2"/>
              </a:rPr>
              <a:t>https://www.designorate.com/guide-ux-research-scenarios/</a:t>
            </a:r>
            <a:r>
              <a:rPr lang="en-GB" sz="2800" dirty="0"/>
              <a:t> </a:t>
            </a:r>
          </a:p>
          <a:p>
            <a:pPr marL="12700" marR="100330">
              <a:lnSpc>
                <a:spcPct val="90700"/>
              </a:lnSpc>
              <a:spcBef>
                <a:spcPts val="409"/>
              </a:spcBef>
            </a:pPr>
            <a:endParaRPr lang="en-GB" sz="2800" dirty="0"/>
          </a:p>
          <a:p>
            <a:pPr marL="12700" marR="100330">
              <a:lnSpc>
                <a:spcPct val="90700"/>
              </a:lnSpc>
              <a:spcBef>
                <a:spcPts val="409"/>
              </a:spcBef>
            </a:pPr>
            <a:r>
              <a:rPr lang="en-GB" sz="2800" dirty="0">
                <a:hlinkClick r:id="rId3"/>
              </a:rPr>
              <a:t>https://www.justinmind.com/blog/how-to-design-user-scenarios/</a:t>
            </a:r>
            <a:r>
              <a:rPr lang="en-GB" sz="2800" dirty="0"/>
              <a:t> </a:t>
            </a:r>
          </a:p>
          <a:p>
            <a:pPr marL="12700" marR="100330">
              <a:lnSpc>
                <a:spcPct val="90700"/>
              </a:lnSpc>
              <a:spcBef>
                <a:spcPts val="409"/>
              </a:spcBef>
            </a:pPr>
            <a:endParaRPr lang="en-GB" sz="2800" u="heavy" spc="-15" dirty="0">
              <a:solidFill>
                <a:srgbClr val="0563C1"/>
              </a:solidFill>
              <a:uFill>
                <a:solidFill>
                  <a:srgbClr val="0563C1"/>
                </a:solidFill>
              </a:uFill>
              <a:latin typeface="Calibri"/>
              <a:cs typeface="Calibri"/>
              <a:hlinkClick r:id="rId4"/>
            </a:endParaRPr>
          </a:p>
          <a:p>
            <a:pPr marL="12700" marR="100330">
              <a:lnSpc>
                <a:spcPct val="90700"/>
              </a:lnSpc>
              <a:spcBef>
                <a:spcPts val="409"/>
              </a:spcBef>
            </a:pPr>
            <a:r>
              <a:rPr lang="en-GB" sz="2800" dirty="0">
                <a:latin typeface="Calibri"/>
                <a:cs typeface="Calibri"/>
                <a:hlinkClick r:id="rId5"/>
              </a:rPr>
              <a:t>https://alistapart.com/article/audiences-outcomes-and-determining-user-needs/</a:t>
            </a:r>
            <a:r>
              <a:rPr lang="en-GB" sz="2800" dirty="0">
                <a:latin typeface="Calibri"/>
                <a:cs typeface="Calibri"/>
              </a:rPr>
              <a:t> </a:t>
            </a:r>
            <a:endParaRPr sz="28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307281" y="640894"/>
            <a:ext cx="532765" cy="2477135"/>
            <a:chOff x="307281" y="640894"/>
            <a:chExt cx="532765" cy="2477135"/>
          </a:xfrm>
        </p:grpSpPr>
        <p:sp>
          <p:nvSpPr>
            <p:cNvPr id="3" name="object 3"/>
            <p:cNvSpPr/>
            <p:nvPr/>
          </p:nvSpPr>
          <p:spPr>
            <a:xfrm>
              <a:off x="307281" y="1022350"/>
              <a:ext cx="532765" cy="2095500"/>
            </a:xfrm>
            <a:custGeom>
              <a:avLst/>
              <a:gdLst/>
              <a:ahLst/>
              <a:cxnLst/>
              <a:rect l="l" t="t" r="r" b="b"/>
              <a:pathLst>
                <a:path w="532765" h="2095500">
                  <a:moveTo>
                    <a:pt x="0" y="0"/>
                  </a:moveTo>
                  <a:lnTo>
                    <a:pt x="0" y="1517431"/>
                  </a:lnTo>
                  <a:lnTo>
                    <a:pt x="532208" y="2095501"/>
                  </a:lnTo>
                  <a:lnTo>
                    <a:pt x="532208" y="5780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0386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307281" y="837744"/>
              <a:ext cx="302895" cy="1705610"/>
            </a:xfrm>
            <a:custGeom>
              <a:avLst/>
              <a:gdLst/>
              <a:ahLst/>
              <a:cxnLst/>
              <a:rect l="l" t="t" r="r" b="b"/>
              <a:pathLst>
                <a:path w="302895" h="1705610">
                  <a:moveTo>
                    <a:pt x="302419" y="0"/>
                  </a:moveTo>
                  <a:lnTo>
                    <a:pt x="0" y="182999"/>
                  </a:lnTo>
                  <a:lnTo>
                    <a:pt x="0" y="1705430"/>
                  </a:lnTo>
                  <a:lnTo>
                    <a:pt x="302419" y="1517817"/>
                  </a:lnTo>
                  <a:lnTo>
                    <a:pt x="302419" y="0"/>
                  </a:lnTo>
                  <a:close/>
                </a:path>
              </a:pathLst>
            </a:custGeom>
            <a:solidFill>
              <a:srgbClr val="2F559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483494" y="640894"/>
              <a:ext cx="126364" cy="1713230"/>
            </a:xfrm>
            <a:custGeom>
              <a:avLst/>
              <a:gdLst/>
              <a:ahLst/>
              <a:cxnLst/>
              <a:rect l="l" t="t" r="r" b="b"/>
              <a:pathLst>
                <a:path w="126365" h="1713230">
                  <a:moveTo>
                    <a:pt x="0" y="0"/>
                  </a:moveTo>
                  <a:lnTo>
                    <a:pt x="0" y="1545565"/>
                  </a:lnTo>
                  <a:lnTo>
                    <a:pt x="126205" y="1713194"/>
                  </a:lnTo>
                  <a:lnTo>
                    <a:pt x="126205" y="16916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0386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417400" y="635716"/>
            <a:ext cx="247015" cy="1742439"/>
          </a:xfrm>
          <a:custGeom>
            <a:avLst/>
            <a:gdLst/>
            <a:ahLst/>
            <a:cxnLst/>
            <a:rect l="l" t="t" r="r" b="b"/>
            <a:pathLst>
              <a:path w="247015" h="1742439">
                <a:moveTo>
                  <a:pt x="246458" y="0"/>
                </a:moveTo>
                <a:lnTo>
                  <a:pt x="0" y="198634"/>
                </a:lnTo>
                <a:lnTo>
                  <a:pt x="0" y="1742359"/>
                </a:lnTo>
                <a:lnTo>
                  <a:pt x="246458" y="1543724"/>
                </a:lnTo>
                <a:lnTo>
                  <a:pt x="246458" y="0"/>
                </a:lnTo>
                <a:close/>
              </a:path>
            </a:pathLst>
          </a:custGeom>
          <a:solidFill>
            <a:srgbClr val="20386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483040" y="635715"/>
            <a:ext cx="8181340" cy="998991"/>
          </a:xfrm>
          <a:prstGeom prst="rect">
            <a:avLst/>
          </a:prstGeom>
          <a:solidFill>
            <a:srgbClr val="4472C4"/>
          </a:solidFill>
        </p:spPr>
        <p:txBody>
          <a:bodyPr vert="horz" wrap="square" lIns="0" tIns="455930" rIns="0" bIns="0" rtlCol="0">
            <a:spAutoFit/>
          </a:bodyPr>
          <a:lstStyle/>
          <a:p>
            <a:pPr marL="327025">
              <a:lnSpc>
                <a:spcPct val="100000"/>
              </a:lnSpc>
              <a:spcBef>
                <a:spcPts val="3590"/>
              </a:spcBef>
            </a:pPr>
            <a:r>
              <a:rPr sz="3500" spc="-25" dirty="0">
                <a:solidFill>
                  <a:srgbClr val="FFFFFF"/>
                </a:solidFill>
                <a:latin typeface="Calibri Light"/>
                <a:cs typeface="Calibri Light"/>
              </a:rPr>
              <a:t>Exercise</a:t>
            </a:r>
            <a:r>
              <a:rPr lang="en-GB" sz="3500" spc="-25" dirty="0">
                <a:solidFill>
                  <a:srgbClr val="FFFFFF"/>
                </a:solidFill>
                <a:latin typeface="Calibri Light"/>
                <a:cs typeface="Calibri Light"/>
              </a:rPr>
              <a:t> (10-15 Minutes)</a:t>
            </a:r>
            <a:endParaRPr sz="3500" dirty="0">
              <a:latin typeface="Calibri Light"/>
              <a:cs typeface="Calibri Ligh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209040" y="2788285"/>
            <a:ext cx="6725920" cy="203414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5080" indent="-342900">
              <a:lnSpc>
                <a:spcPct val="1305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sz="2100" spc="-15" dirty="0">
                <a:latin typeface="Calibri"/>
                <a:cs typeface="Calibri"/>
              </a:rPr>
              <a:t>Related</a:t>
            </a:r>
            <a:r>
              <a:rPr sz="2100" spc="-5" dirty="0">
                <a:latin typeface="Calibri"/>
                <a:cs typeface="Calibri"/>
              </a:rPr>
              <a:t> </a:t>
            </a:r>
            <a:r>
              <a:rPr sz="2100" spc="-15" dirty="0">
                <a:latin typeface="Calibri"/>
                <a:cs typeface="Calibri"/>
              </a:rPr>
              <a:t>to</a:t>
            </a:r>
            <a:r>
              <a:rPr sz="2100" spc="5" dirty="0">
                <a:latin typeface="Calibri"/>
                <a:cs typeface="Calibri"/>
              </a:rPr>
              <a:t> </a:t>
            </a:r>
            <a:r>
              <a:rPr sz="2100" spc="-5" dirty="0">
                <a:latin typeface="Calibri"/>
                <a:cs typeface="Calibri"/>
              </a:rPr>
              <a:t>the</a:t>
            </a:r>
            <a:r>
              <a:rPr sz="2100" spc="5" dirty="0">
                <a:latin typeface="Calibri"/>
                <a:cs typeface="Calibri"/>
              </a:rPr>
              <a:t> </a:t>
            </a:r>
            <a:r>
              <a:rPr sz="2100" spc="-10" dirty="0">
                <a:latin typeface="Calibri"/>
                <a:cs typeface="Calibri"/>
              </a:rPr>
              <a:t>site</a:t>
            </a:r>
            <a:r>
              <a:rPr sz="2100" spc="10" dirty="0">
                <a:latin typeface="Calibri"/>
                <a:cs typeface="Calibri"/>
              </a:rPr>
              <a:t> </a:t>
            </a:r>
            <a:r>
              <a:rPr sz="2100" spc="-10" dirty="0">
                <a:latin typeface="Calibri"/>
                <a:cs typeface="Calibri"/>
              </a:rPr>
              <a:t>you</a:t>
            </a:r>
            <a:r>
              <a:rPr sz="2100" spc="-5" dirty="0">
                <a:latin typeface="Calibri"/>
                <a:cs typeface="Calibri"/>
              </a:rPr>
              <a:t> </a:t>
            </a:r>
            <a:r>
              <a:rPr sz="2100" spc="-15" dirty="0">
                <a:latin typeface="Calibri"/>
                <a:cs typeface="Calibri"/>
              </a:rPr>
              <a:t>are</a:t>
            </a:r>
            <a:r>
              <a:rPr sz="2100" spc="5" dirty="0">
                <a:latin typeface="Calibri"/>
                <a:cs typeface="Calibri"/>
              </a:rPr>
              <a:t> </a:t>
            </a:r>
            <a:r>
              <a:rPr sz="2100" spc="-5" dirty="0">
                <a:latin typeface="Calibri"/>
                <a:cs typeface="Calibri"/>
              </a:rPr>
              <a:t>thinking</a:t>
            </a:r>
            <a:r>
              <a:rPr sz="2100" dirty="0">
                <a:latin typeface="Calibri"/>
                <a:cs typeface="Calibri"/>
              </a:rPr>
              <a:t> </a:t>
            </a:r>
            <a:r>
              <a:rPr sz="2100" spc="-5" dirty="0">
                <a:latin typeface="Calibri"/>
                <a:cs typeface="Calibri"/>
              </a:rPr>
              <a:t>about </a:t>
            </a:r>
            <a:r>
              <a:rPr sz="2100" spc="-15" dirty="0">
                <a:latin typeface="Calibri"/>
                <a:cs typeface="Calibri"/>
              </a:rPr>
              <a:t>for</a:t>
            </a:r>
            <a:r>
              <a:rPr sz="2100" dirty="0">
                <a:latin typeface="Calibri"/>
                <a:cs typeface="Calibri"/>
              </a:rPr>
              <a:t> </a:t>
            </a:r>
            <a:r>
              <a:rPr sz="2100" spc="-10" dirty="0">
                <a:latin typeface="Calibri"/>
                <a:cs typeface="Calibri"/>
              </a:rPr>
              <a:t>your</a:t>
            </a:r>
            <a:r>
              <a:rPr lang="en-GB" sz="2100" spc="-10" dirty="0">
                <a:latin typeface="Calibri"/>
                <a:cs typeface="Calibri"/>
              </a:rPr>
              <a:t> </a:t>
            </a:r>
            <a:r>
              <a:rPr sz="2100" spc="-5" dirty="0">
                <a:latin typeface="Calibri"/>
                <a:cs typeface="Calibri"/>
              </a:rPr>
              <a:t>assignment </a:t>
            </a:r>
            <a:r>
              <a:rPr sz="2100" spc="-459" dirty="0">
                <a:latin typeface="Calibri"/>
                <a:cs typeface="Calibri"/>
              </a:rPr>
              <a:t> </a:t>
            </a:r>
            <a:r>
              <a:rPr lang="en-GB" sz="2100" spc="-15" dirty="0">
                <a:latin typeface="Calibri"/>
                <a:cs typeface="Calibri"/>
              </a:rPr>
              <a:t>create</a:t>
            </a:r>
            <a:r>
              <a:rPr sz="2100" spc="-5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3</a:t>
            </a:r>
            <a:r>
              <a:rPr sz="2100" spc="-5" dirty="0">
                <a:latin typeface="Calibri"/>
                <a:cs typeface="Calibri"/>
              </a:rPr>
              <a:t> </a:t>
            </a:r>
            <a:r>
              <a:rPr sz="2100" spc="-10" dirty="0">
                <a:latin typeface="Calibri"/>
                <a:cs typeface="Calibri"/>
              </a:rPr>
              <a:t>personas</a:t>
            </a:r>
            <a:r>
              <a:rPr lang="en-GB" sz="2100" spc="-10" dirty="0">
                <a:latin typeface="Calibri"/>
                <a:cs typeface="Calibri"/>
              </a:rPr>
              <a:t>.</a:t>
            </a:r>
            <a:endParaRPr sz="2100" dirty="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790"/>
              </a:spcBef>
              <a:buFont typeface="Arial" panose="020B0604020202020204" pitchFamily="34" charset="0"/>
              <a:buChar char="•"/>
            </a:pPr>
            <a:r>
              <a:rPr sz="2100" dirty="0">
                <a:latin typeface="Calibri"/>
                <a:cs typeface="Calibri"/>
              </a:rPr>
              <a:t>Then</a:t>
            </a:r>
            <a:r>
              <a:rPr sz="2100" spc="-15" dirty="0">
                <a:latin typeface="Calibri"/>
                <a:cs typeface="Calibri"/>
              </a:rPr>
              <a:t> </a:t>
            </a:r>
            <a:r>
              <a:rPr sz="2100" spc="-5" dirty="0">
                <a:latin typeface="Calibri"/>
                <a:cs typeface="Calibri"/>
              </a:rPr>
              <a:t>develop</a:t>
            </a:r>
            <a:r>
              <a:rPr sz="2100" spc="-10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3</a:t>
            </a:r>
            <a:r>
              <a:rPr sz="2100" spc="-10" dirty="0">
                <a:latin typeface="Calibri"/>
                <a:cs typeface="Calibri"/>
              </a:rPr>
              <a:t> customer</a:t>
            </a:r>
            <a:r>
              <a:rPr sz="2100" dirty="0">
                <a:latin typeface="Calibri"/>
                <a:cs typeface="Calibri"/>
              </a:rPr>
              <a:t> scenarios</a:t>
            </a:r>
            <a:r>
              <a:rPr sz="2100" spc="-5" dirty="0">
                <a:latin typeface="Calibri"/>
                <a:cs typeface="Calibri"/>
              </a:rPr>
              <a:t> </a:t>
            </a:r>
            <a:r>
              <a:rPr sz="2100" spc="-15" dirty="0">
                <a:latin typeface="Calibri"/>
                <a:cs typeface="Calibri"/>
              </a:rPr>
              <a:t>for</a:t>
            </a:r>
            <a:r>
              <a:rPr sz="2100" spc="-5" dirty="0">
                <a:latin typeface="Calibri"/>
                <a:cs typeface="Calibri"/>
              </a:rPr>
              <a:t> them</a:t>
            </a:r>
            <a:r>
              <a:rPr lang="en-GB" sz="2100" spc="-5" dirty="0">
                <a:latin typeface="Calibri"/>
                <a:cs typeface="Calibri"/>
              </a:rPr>
              <a:t>.</a:t>
            </a:r>
          </a:p>
          <a:p>
            <a:pPr marL="355600" indent="-342900">
              <a:lnSpc>
                <a:spcPct val="100000"/>
              </a:lnSpc>
              <a:spcBef>
                <a:spcPts val="790"/>
              </a:spcBef>
              <a:buFont typeface="Arial" panose="020B0604020202020204" pitchFamily="34" charset="0"/>
              <a:buChar char="•"/>
            </a:pPr>
            <a:r>
              <a:rPr lang="en-GB" sz="2100" spc="-5" dirty="0">
                <a:latin typeface="Calibri"/>
                <a:cs typeface="Calibri"/>
              </a:rPr>
              <a:t>If you don’t have an idea for your assignment yet, then instead consider a well-known website.</a:t>
            </a:r>
            <a:endParaRPr sz="21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93864" y="2363724"/>
            <a:ext cx="2162810" cy="19030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4990"/>
              </a:lnSpc>
              <a:spcBef>
                <a:spcPts val="100"/>
              </a:spcBef>
            </a:pPr>
            <a:r>
              <a:rPr sz="4400" dirty="0">
                <a:solidFill>
                  <a:srgbClr val="FFFFFF"/>
                </a:solidFill>
                <a:latin typeface="Calibri Light"/>
                <a:cs typeface="Calibri Light"/>
              </a:rPr>
              <a:t>UX</a:t>
            </a:r>
            <a:endParaRPr sz="4400">
              <a:latin typeface="Calibri Light"/>
              <a:cs typeface="Calibri Light"/>
            </a:endParaRPr>
          </a:p>
          <a:p>
            <a:pPr marL="12700" marR="5080">
              <a:lnSpc>
                <a:spcPts val="4800"/>
              </a:lnSpc>
              <a:spcBef>
                <a:spcPts val="270"/>
              </a:spcBef>
            </a:pPr>
            <a:r>
              <a:rPr sz="4400" spc="-25" dirty="0">
                <a:solidFill>
                  <a:srgbClr val="FFFFFF"/>
                </a:solidFill>
                <a:latin typeface="Calibri Light"/>
                <a:cs typeface="Calibri Light"/>
              </a:rPr>
              <a:t>Strategy</a:t>
            </a:r>
            <a:r>
              <a:rPr sz="4400" spc="-8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4400" dirty="0">
                <a:solidFill>
                  <a:srgbClr val="FFFFFF"/>
                </a:solidFill>
                <a:latin typeface="Calibri Light"/>
                <a:cs typeface="Calibri Light"/>
              </a:rPr>
              <a:t>- </a:t>
            </a:r>
            <a:r>
              <a:rPr sz="4400" spc="-98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4400" spc="-5" dirty="0">
                <a:solidFill>
                  <a:srgbClr val="FFFFFF"/>
                </a:solidFill>
                <a:latin typeface="Calibri Light"/>
                <a:cs typeface="Calibri Light"/>
              </a:rPr>
              <a:t>S</a:t>
            </a:r>
            <a:r>
              <a:rPr sz="4400" dirty="0">
                <a:solidFill>
                  <a:srgbClr val="FFFFFF"/>
                </a:solidFill>
                <a:latin typeface="Calibri Light"/>
                <a:cs typeface="Calibri Light"/>
              </a:rPr>
              <a:t>u</a:t>
            </a:r>
            <a:r>
              <a:rPr sz="4400" spc="-10" dirty="0">
                <a:solidFill>
                  <a:srgbClr val="FFFFFF"/>
                </a:solidFill>
                <a:latin typeface="Calibri Light"/>
                <a:cs typeface="Calibri Light"/>
              </a:rPr>
              <a:t>mm</a:t>
            </a:r>
            <a:r>
              <a:rPr sz="4400" dirty="0">
                <a:solidFill>
                  <a:srgbClr val="FFFFFF"/>
                </a:solidFill>
                <a:latin typeface="Calibri Light"/>
                <a:cs typeface="Calibri Light"/>
              </a:rPr>
              <a:t>a</a:t>
            </a:r>
            <a:r>
              <a:rPr sz="4400" spc="15" dirty="0">
                <a:solidFill>
                  <a:srgbClr val="FFFFFF"/>
                </a:solidFill>
                <a:latin typeface="Calibri Light"/>
                <a:cs typeface="Calibri Light"/>
              </a:rPr>
              <a:t>r</a:t>
            </a:r>
            <a:r>
              <a:rPr sz="4400" dirty="0">
                <a:solidFill>
                  <a:srgbClr val="FFFFFF"/>
                </a:solidFill>
                <a:latin typeface="Calibri Light"/>
                <a:cs typeface="Calibri Light"/>
              </a:rPr>
              <a:t>y</a:t>
            </a:r>
            <a:endParaRPr sz="4400">
              <a:latin typeface="Calibri Light"/>
              <a:cs typeface="Calibri Light"/>
            </a:endParaRPr>
          </a:p>
        </p:txBody>
      </p:sp>
      <p:sp>
        <p:nvSpPr>
          <p:cNvPr id="3" name="object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130598" y="4433707"/>
            <a:ext cx="1658620" cy="2169160"/>
          </a:xfrm>
          <a:custGeom>
            <a:avLst/>
            <a:gdLst/>
            <a:ahLst/>
            <a:cxnLst/>
            <a:rect l="l" t="t" r="r" b="b"/>
            <a:pathLst>
              <a:path w="1658620" h="2169159">
                <a:moveTo>
                  <a:pt x="100872" y="2041064"/>
                </a:moveTo>
                <a:lnTo>
                  <a:pt x="62419" y="2041713"/>
                </a:lnTo>
                <a:lnTo>
                  <a:pt x="17838" y="2061067"/>
                </a:lnTo>
                <a:lnTo>
                  <a:pt x="0" y="2106275"/>
                </a:lnTo>
                <a:lnTo>
                  <a:pt x="5406" y="2130905"/>
                </a:lnTo>
                <a:lnTo>
                  <a:pt x="19353" y="2150856"/>
                </a:lnTo>
                <a:lnTo>
                  <a:pt x="39764" y="2164122"/>
                </a:lnTo>
                <a:lnTo>
                  <a:pt x="64561" y="2168695"/>
                </a:lnTo>
                <a:lnTo>
                  <a:pt x="105156" y="2168010"/>
                </a:lnTo>
                <a:lnTo>
                  <a:pt x="146570" y="2165912"/>
                </a:lnTo>
                <a:lnTo>
                  <a:pt x="187716" y="2162435"/>
                </a:lnTo>
                <a:lnTo>
                  <a:pt x="228574" y="2157598"/>
                </a:lnTo>
                <a:lnTo>
                  <a:pt x="269130" y="2151416"/>
                </a:lnTo>
                <a:lnTo>
                  <a:pt x="309365" y="2143910"/>
                </a:lnTo>
                <a:lnTo>
                  <a:pt x="349265" y="2135096"/>
                </a:lnTo>
                <a:lnTo>
                  <a:pt x="388811" y="2124993"/>
                </a:lnTo>
                <a:lnTo>
                  <a:pt x="427991" y="2113621"/>
                </a:lnTo>
                <a:lnTo>
                  <a:pt x="479404" y="2091645"/>
                </a:lnTo>
                <a:lnTo>
                  <a:pt x="501083" y="2049055"/>
                </a:lnTo>
                <a:lnTo>
                  <a:pt x="500164" y="2041118"/>
                </a:lnTo>
                <a:lnTo>
                  <a:pt x="99800" y="2041118"/>
                </a:lnTo>
                <a:lnTo>
                  <a:pt x="100872" y="2041064"/>
                </a:lnTo>
                <a:close/>
              </a:path>
              <a:path w="1658620" h="2169159">
                <a:moveTo>
                  <a:pt x="101942" y="2041046"/>
                </a:moveTo>
                <a:lnTo>
                  <a:pt x="100872" y="2041064"/>
                </a:lnTo>
                <a:lnTo>
                  <a:pt x="99800" y="2041118"/>
                </a:lnTo>
                <a:lnTo>
                  <a:pt x="101942" y="2041046"/>
                </a:lnTo>
                <a:close/>
              </a:path>
              <a:path w="1658620" h="2169159">
                <a:moveTo>
                  <a:pt x="500155" y="2041046"/>
                </a:moveTo>
                <a:lnTo>
                  <a:pt x="101942" y="2041046"/>
                </a:lnTo>
                <a:lnTo>
                  <a:pt x="99800" y="2041118"/>
                </a:lnTo>
                <a:lnTo>
                  <a:pt x="500164" y="2041118"/>
                </a:lnTo>
                <a:close/>
              </a:path>
              <a:path w="1658620" h="2169159">
                <a:moveTo>
                  <a:pt x="138009" y="2039183"/>
                </a:moveTo>
                <a:lnTo>
                  <a:pt x="100872" y="2041064"/>
                </a:lnTo>
                <a:lnTo>
                  <a:pt x="101942" y="2041046"/>
                </a:lnTo>
                <a:lnTo>
                  <a:pt x="500155" y="2041046"/>
                </a:lnTo>
                <a:lnTo>
                  <a:pt x="499950" y="2039273"/>
                </a:lnTo>
                <a:lnTo>
                  <a:pt x="136944" y="2039273"/>
                </a:lnTo>
                <a:lnTo>
                  <a:pt x="138009" y="2039183"/>
                </a:lnTo>
                <a:close/>
              </a:path>
              <a:path w="1658620" h="2169159">
                <a:moveTo>
                  <a:pt x="139077" y="2039129"/>
                </a:moveTo>
                <a:lnTo>
                  <a:pt x="138009" y="2039183"/>
                </a:lnTo>
                <a:lnTo>
                  <a:pt x="136944" y="2039273"/>
                </a:lnTo>
                <a:lnTo>
                  <a:pt x="139077" y="2039129"/>
                </a:lnTo>
                <a:close/>
              </a:path>
              <a:path w="1658620" h="2169159">
                <a:moveTo>
                  <a:pt x="499933" y="2039129"/>
                </a:moveTo>
                <a:lnTo>
                  <a:pt x="139077" y="2039129"/>
                </a:lnTo>
                <a:lnTo>
                  <a:pt x="136944" y="2039273"/>
                </a:lnTo>
                <a:lnTo>
                  <a:pt x="499950" y="2039273"/>
                </a:lnTo>
                <a:lnTo>
                  <a:pt x="499933" y="2039129"/>
                </a:lnTo>
                <a:close/>
              </a:path>
              <a:path w="1658620" h="2169159">
                <a:moveTo>
                  <a:pt x="174901" y="2036066"/>
                </a:moveTo>
                <a:lnTo>
                  <a:pt x="138009" y="2039183"/>
                </a:lnTo>
                <a:lnTo>
                  <a:pt x="139077" y="2039129"/>
                </a:lnTo>
                <a:lnTo>
                  <a:pt x="499933" y="2039129"/>
                </a:lnTo>
                <a:lnTo>
                  <a:pt x="499593" y="2036191"/>
                </a:lnTo>
                <a:lnTo>
                  <a:pt x="173842" y="2036191"/>
                </a:lnTo>
                <a:lnTo>
                  <a:pt x="174901" y="2036066"/>
                </a:lnTo>
                <a:close/>
              </a:path>
              <a:path w="1658620" h="2169159">
                <a:moveTo>
                  <a:pt x="175962" y="2035976"/>
                </a:moveTo>
                <a:lnTo>
                  <a:pt x="174901" y="2036066"/>
                </a:lnTo>
                <a:lnTo>
                  <a:pt x="173842" y="2036191"/>
                </a:lnTo>
                <a:lnTo>
                  <a:pt x="175962" y="2035976"/>
                </a:lnTo>
                <a:close/>
              </a:path>
              <a:path w="1658620" h="2169159">
                <a:moveTo>
                  <a:pt x="499568" y="2035976"/>
                </a:moveTo>
                <a:lnTo>
                  <a:pt x="175962" y="2035976"/>
                </a:lnTo>
                <a:lnTo>
                  <a:pt x="173842" y="2036191"/>
                </a:lnTo>
                <a:lnTo>
                  <a:pt x="499593" y="2036191"/>
                </a:lnTo>
                <a:lnTo>
                  <a:pt x="499568" y="2035976"/>
                </a:lnTo>
                <a:close/>
              </a:path>
              <a:path w="1658620" h="2169159">
                <a:moveTo>
                  <a:pt x="211540" y="2031727"/>
                </a:moveTo>
                <a:lnTo>
                  <a:pt x="174901" y="2036066"/>
                </a:lnTo>
                <a:lnTo>
                  <a:pt x="175962" y="2035976"/>
                </a:lnTo>
                <a:lnTo>
                  <a:pt x="499568" y="2035976"/>
                </a:lnTo>
                <a:lnTo>
                  <a:pt x="499094" y="2031888"/>
                </a:lnTo>
                <a:lnTo>
                  <a:pt x="210488" y="2031888"/>
                </a:lnTo>
                <a:lnTo>
                  <a:pt x="211540" y="2031727"/>
                </a:lnTo>
                <a:close/>
              </a:path>
              <a:path w="1658620" h="2169159">
                <a:moveTo>
                  <a:pt x="212589" y="2031603"/>
                </a:moveTo>
                <a:lnTo>
                  <a:pt x="211540" y="2031727"/>
                </a:lnTo>
                <a:lnTo>
                  <a:pt x="210488" y="2031888"/>
                </a:lnTo>
                <a:lnTo>
                  <a:pt x="212589" y="2031603"/>
                </a:lnTo>
                <a:close/>
              </a:path>
              <a:path w="1658620" h="2169159">
                <a:moveTo>
                  <a:pt x="499061" y="2031603"/>
                </a:moveTo>
                <a:lnTo>
                  <a:pt x="212589" y="2031603"/>
                </a:lnTo>
                <a:lnTo>
                  <a:pt x="210488" y="2031888"/>
                </a:lnTo>
                <a:lnTo>
                  <a:pt x="499094" y="2031888"/>
                </a:lnTo>
                <a:lnTo>
                  <a:pt x="499061" y="2031603"/>
                </a:lnTo>
                <a:close/>
              </a:path>
              <a:path w="1658620" h="2169159">
                <a:moveTo>
                  <a:pt x="247907" y="2026185"/>
                </a:moveTo>
                <a:lnTo>
                  <a:pt x="211540" y="2031727"/>
                </a:lnTo>
                <a:lnTo>
                  <a:pt x="212589" y="2031603"/>
                </a:lnTo>
                <a:lnTo>
                  <a:pt x="499061" y="2031603"/>
                </a:lnTo>
                <a:lnTo>
                  <a:pt x="498456" y="2026377"/>
                </a:lnTo>
                <a:lnTo>
                  <a:pt x="246874" y="2026377"/>
                </a:lnTo>
                <a:lnTo>
                  <a:pt x="247907" y="2026185"/>
                </a:lnTo>
                <a:close/>
              </a:path>
              <a:path w="1658620" h="2169159">
                <a:moveTo>
                  <a:pt x="248953" y="2026025"/>
                </a:moveTo>
                <a:lnTo>
                  <a:pt x="247907" y="2026185"/>
                </a:lnTo>
                <a:lnTo>
                  <a:pt x="246874" y="2026377"/>
                </a:lnTo>
                <a:lnTo>
                  <a:pt x="248953" y="2026025"/>
                </a:lnTo>
                <a:close/>
              </a:path>
              <a:path w="1658620" h="2169159">
                <a:moveTo>
                  <a:pt x="498415" y="2026025"/>
                </a:moveTo>
                <a:lnTo>
                  <a:pt x="248953" y="2026025"/>
                </a:lnTo>
                <a:lnTo>
                  <a:pt x="246874" y="2026377"/>
                </a:lnTo>
                <a:lnTo>
                  <a:pt x="498456" y="2026377"/>
                </a:lnTo>
                <a:lnTo>
                  <a:pt x="498415" y="2026025"/>
                </a:lnTo>
                <a:close/>
              </a:path>
              <a:path w="1658620" h="2169159">
                <a:moveTo>
                  <a:pt x="284013" y="2019448"/>
                </a:moveTo>
                <a:lnTo>
                  <a:pt x="247907" y="2026185"/>
                </a:lnTo>
                <a:lnTo>
                  <a:pt x="248953" y="2026025"/>
                </a:lnTo>
                <a:lnTo>
                  <a:pt x="498415" y="2026025"/>
                </a:lnTo>
                <a:lnTo>
                  <a:pt x="498181" y="2024007"/>
                </a:lnTo>
                <a:lnTo>
                  <a:pt x="495736" y="2019674"/>
                </a:lnTo>
                <a:lnTo>
                  <a:pt x="282992" y="2019674"/>
                </a:lnTo>
                <a:lnTo>
                  <a:pt x="284013" y="2019448"/>
                </a:lnTo>
                <a:close/>
              </a:path>
              <a:path w="1658620" h="2169159">
                <a:moveTo>
                  <a:pt x="285043" y="2019256"/>
                </a:moveTo>
                <a:lnTo>
                  <a:pt x="284013" y="2019448"/>
                </a:lnTo>
                <a:lnTo>
                  <a:pt x="282992" y="2019674"/>
                </a:lnTo>
                <a:lnTo>
                  <a:pt x="285043" y="2019256"/>
                </a:lnTo>
                <a:close/>
              </a:path>
              <a:path w="1658620" h="2169159">
                <a:moveTo>
                  <a:pt x="495500" y="2019256"/>
                </a:moveTo>
                <a:lnTo>
                  <a:pt x="285043" y="2019256"/>
                </a:lnTo>
                <a:lnTo>
                  <a:pt x="282992" y="2019674"/>
                </a:lnTo>
                <a:lnTo>
                  <a:pt x="495736" y="2019674"/>
                </a:lnTo>
                <a:lnTo>
                  <a:pt x="495500" y="2019256"/>
                </a:lnTo>
                <a:close/>
              </a:path>
              <a:path w="1658620" h="2169159">
                <a:moveTo>
                  <a:pt x="319843" y="2011533"/>
                </a:moveTo>
                <a:lnTo>
                  <a:pt x="284013" y="2019448"/>
                </a:lnTo>
                <a:lnTo>
                  <a:pt x="285043" y="2019256"/>
                </a:lnTo>
                <a:lnTo>
                  <a:pt x="495500" y="2019256"/>
                </a:lnTo>
                <a:lnTo>
                  <a:pt x="491287" y="2011790"/>
                </a:lnTo>
                <a:lnTo>
                  <a:pt x="318837" y="2011790"/>
                </a:lnTo>
                <a:lnTo>
                  <a:pt x="319843" y="2011533"/>
                </a:lnTo>
                <a:close/>
              </a:path>
              <a:path w="1658620" h="2169159">
                <a:moveTo>
                  <a:pt x="320856" y="2011309"/>
                </a:moveTo>
                <a:lnTo>
                  <a:pt x="319843" y="2011533"/>
                </a:lnTo>
                <a:lnTo>
                  <a:pt x="318837" y="2011790"/>
                </a:lnTo>
                <a:lnTo>
                  <a:pt x="320856" y="2011309"/>
                </a:lnTo>
                <a:close/>
              </a:path>
              <a:path w="1658620" h="2169159">
                <a:moveTo>
                  <a:pt x="491016" y="2011309"/>
                </a:moveTo>
                <a:lnTo>
                  <a:pt x="320856" y="2011309"/>
                </a:lnTo>
                <a:lnTo>
                  <a:pt x="318837" y="2011790"/>
                </a:lnTo>
                <a:lnTo>
                  <a:pt x="491287" y="2011790"/>
                </a:lnTo>
                <a:lnTo>
                  <a:pt x="491016" y="2011309"/>
                </a:lnTo>
                <a:close/>
              </a:path>
              <a:path w="1658620" h="2169159">
                <a:moveTo>
                  <a:pt x="355379" y="2002455"/>
                </a:moveTo>
                <a:lnTo>
                  <a:pt x="319843" y="2011533"/>
                </a:lnTo>
                <a:lnTo>
                  <a:pt x="320856" y="2011309"/>
                </a:lnTo>
                <a:lnTo>
                  <a:pt x="491016" y="2011309"/>
                </a:lnTo>
                <a:lnTo>
                  <a:pt x="486180" y="2002741"/>
                </a:lnTo>
                <a:lnTo>
                  <a:pt x="354397" y="2002741"/>
                </a:lnTo>
                <a:lnTo>
                  <a:pt x="355379" y="2002455"/>
                </a:lnTo>
                <a:close/>
              </a:path>
              <a:path w="1658620" h="2169159">
                <a:moveTo>
                  <a:pt x="356382" y="2002199"/>
                </a:moveTo>
                <a:lnTo>
                  <a:pt x="355379" y="2002455"/>
                </a:lnTo>
                <a:lnTo>
                  <a:pt x="354397" y="2002741"/>
                </a:lnTo>
                <a:lnTo>
                  <a:pt x="356382" y="2002199"/>
                </a:lnTo>
                <a:close/>
              </a:path>
              <a:path w="1658620" h="2169159">
                <a:moveTo>
                  <a:pt x="485875" y="2002199"/>
                </a:moveTo>
                <a:lnTo>
                  <a:pt x="356382" y="2002199"/>
                </a:lnTo>
                <a:lnTo>
                  <a:pt x="354397" y="2002741"/>
                </a:lnTo>
                <a:lnTo>
                  <a:pt x="486180" y="2002741"/>
                </a:lnTo>
                <a:lnTo>
                  <a:pt x="485875" y="2002199"/>
                </a:lnTo>
                <a:close/>
              </a:path>
              <a:path w="1658620" h="2169159">
                <a:moveTo>
                  <a:pt x="472846" y="1991939"/>
                </a:moveTo>
                <a:lnTo>
                  <a:pt x="391610" y="1991939"/>
                </a:lnTo>
                <a:lnTo>
                  <a:pt x="389665" y="1992538"/>
                </a:lnTo>
                <a:lnTo>
                  <a:pt x="355379" y="2002455"/>
                </a:lnTo>
                <a:lnTo>
                  <a:pt x="356382" y="2002199"/>
                </a:lnTo>
                <a:lnTo>
                  <a:pt x="485875" y="2002199"/>
                </a:lnTo>
                <a:lnTo>
                  <a:pt x="485788" y="2002047"/>
                </a:lnTo>
                <a:lnTo>
                  <a:pt x="472846" y="1991939"/>
                </a:lnTo>
                <a:close/>
              </a:path>
              <a:path w="1658620" h="2169159">
                <a:moveTo>
                  <a:pt x="390632" y="1992223"/>
                </a:moveTo>
                <a:lnTo>
                  <a:pt x="389548" y="1992538"/>
                </a:lnTo>
                <a:lnTo>
                  <a:pt x="390632" y="1992223"/>
                </a:lnTo>
                <a:close/>
              </a:path>
              <a:path w="1658620" h="2169159">
                <a:moveTo>
                  <a:pt x="391610" y="1991939"/>
                </a:moveTo>
                <a:lnTo>
                  <a:pt x="390632" y="1992223"/>
                </a:lnTo>
                <a:lnTo>
                  <a:pt x="389665" y="1992538"/>
                </a:lnTo>
                <a:lnTo>
                  <a:pt x="391610" y="1991939"/>
                </a:lnTo>
                <a:close/>
              </a:path>
              <a:path w="1658620" h="2169159">
                <a:moveTo>
                  <a:pt x="443199" y="1980367"/>
                </a:moveTo>
                <a:lnTo>
                  <a:pt x="418151" y="1983269"/>
                </a:lnTo>
                <a:lnTo>
                  <a:pt x="390632" y="1992223"/>
                </a:lnTo>
                <a:lnTo>
                  <a:pt x="391610" y="1991939"/>
                </a:lnTo>
                <a:lnTo>
                  <a:pt x="472846" y="1991939"/>
                </a:lnTo>
                <a:lnTo>
                  <a:pt x="466603" y="1987063"/>
                </a:lnTo>
                <a:lnTo>
                  <a:pt x="443199" y="1980367"/>
                </a:lnTo>
                <a:close/>
              </a:path>
              <a:path w="1658620" h="2169159">
                <a:moveTo>
                  <a:pt x="877137" y="1709311"/>
                </a:moveTo>
                <a:lnTo>
                  <a:pt x="835179" y="1745176"/>
                </a:lnTo>
                <a:lnTo>
                  <a:pt x="819633" y="1765029"/>
                </a:lnTo>
                <a:lnTo>
                  <a:pt x="813132" y="1788489"/>
                </a:lnTo>
                <a:lnTo>
                  <a:pt x="815903" y="1812674"/>
                </a:lnTo>
                <a:lnTo>
                  <a:pt x="828169" y="1834705"/>
                </a:lnTo>
                <a:lnTo>
                  <a:pt x="848023" y="1850251"/>
                </a:lnTo>
                <a:lnTo>
                  <a:pt x="871482" y="1856751"/>
                </a:lnTo>
                <a:lnTo>
                  <a:pt x="895667" y="1853981"/>
                </a:lnTo>
                <a:lnTo>
                  <a:pt x="917698" y="1841714"/>
                </a:lnTo>
                <a:lnTo>
                  <a:pt x="962151" y="1803717"/>
                </a:lnTo>
                <a:lnTo>
                  <a:pt x="1024525" y="1744576"/>
                </a:lnTo>
                <a:lnTo>
                  <a:pt x="1057113" y="1710431"/>
                </a:lnTo>
                <a:lnTo>
                  <a:pt x="875957" y="1710431"/>
                </a:lnTo>
                <a:lnTo>
                  <a:pt x="877137" y="1709311"/>
                </a:lnTo>
                <a:close/>
              </a:path>
              <a:path w="1658620" h="2169159">
                <a:moveTo>
                  <a:pt x="878389" y="1708242"/>
                </a:moveTo>
                <a:lnTo>
                  <a:pt x="877137" y="1709311"/>
                </a:lnTo>
                <a:lnTo>
                  <a:pt x="875957" y="1710431"/>
                </a:lnTo>
                <a:lnTo>
                  <a:pt x="878389" y="1708242"/>
                </a:lnTo>
                <a:close/>
              </a:path>
              <a:path w="1658620" h="2169159">
                <a:moveTo>
                  <a:pt x="1059202" y="1708242"/>
                </a:moveTo>
                <a:lnTo>
                  <a:pt x="878389" y="1708242"/>
                </a:lnTo>
                <a:lnTo>
                  <a:pt x="875957" y="1710431"/>
                </a:lnTo>
                <a:lnTo>
                  <a:pt x="1057113" y="1710431"/>
                </a:lnTo>
                <a:lnTo>
                  <a:pt x="1059202" y="1708242"/>
                </a:lnTo>
                <a:close/>
              </a:path>
              <a:path w="1658620" h="2169159">
                <a:moveTo>
                  <a:pt x="1108943" y="1653507"/>
                </a:moveTo>
                <a:lnTo>
                  <a:pt x="935993" y="1653507"/>
                </a:lnTo>
                <a:lnTo>
                  <a:pt x="933747" y="1655746"/>
                </a:lnTo>
                <a:lnTo>
                  <a:pt x="877137" y="1709311"/>
                </a:lnTo>
                <a:lnTo>
                  <a:pt x="878389" y="1708242"/>
                </a:lnTo>
                <a:lnTo>
                  <a:pt x="1059202" y="1708242"/>
                </a:lnTo>
                <a:lnTo>
                  <a:pt x="1084530" y="1681704"/>
                </a:lnTo>
                <a:lnTo>
                  <a:pt x="1108943" y="1653507"/>
                </a:lnTo>
                <a:close/>
              </a:path>
              <a:path w="1658620" h="2169159">
                <a:moveTo>
                  <a:pt x="934835" y="1654605"/>
                </a:moveTo>
                <a:lnTo>
                  <a:pt x="933632" y="1655746"/>
                </a:lnTo>
                <a:lnTo>
                  <a:pt x="934835" y="1654605"/>
                </a:lnTo>
                <a:close/>
              </a:path>
              <a:path w="1658620" h="2169159">
                <a:moveTo>
                  <a:pt x="935993" y="1653507"/>
                </a:moveTo>
                <a:lnTo>
                  <a:pt x="934835" y="1654605"/>
                </a:lnTo>
                <a:lnTo>
                  <a:pt x="933747" y="1655746"/>
                </a:lnTo>
                <a:lnTo>
                  <a:pt x="935993" y="1653507"/>
                </a:lnTo>
                <a:close/>
              </a:path>
              <a:path w="1658620" h="2169159">
                <a:moveTo>
                  <a:pt x="1157893" y="1595134"/>
                </a:moveTo>
                <a:lnTo>
                  <a:pt x="991594" y="1595134"/>
                </a:lnTo>
                <a:lnTo>
                  <a:pt x="989525" y="1597410"/>
                </a:lnTo>
                <a:lnTo>
                  <a:pt x="934835" y="1654605"/>
                </a:lnTo>
                <a:lnTo>
                  <a:pt x="935993" y="1653507"/>
                </a:lnTo>
                <a:lnTo>
                  <a:pt x="1108943" y="1653507"/>
                </a:lnTo>
                <a:lnTo>
                  <a:pt x="1142077" y="1615238"/>
                </a:lnTo>
                <a:lnTo>
                  <a:pt x="1157893" y="1595134"/>
                </a:lnTo>
                <a:close/>
              </a:path>
              <a:path w="1658620" h="2169159">
                <a:moveTo>
                  <a:pt x="990537" y="1596242"/>
                </a:moveTo>
                <a:lnTo>
                  <a:pt x="989422" y="1597410"/>
                </a:lnTo>
                <a:lnTo>
                  <a:pt x="990537" y="1596242"/>
                </a:lnTo>
                <a:close/>
              </a:path>
              <a:path w="1658620" h="2169159">
                <a:moveTo>
                  <a:pt x="991594" y="1595134"/>
                </a:moveTo>
                <a:lnTo>
                  <a:pt x="990537" y="1596242"/>
                </a:lnTo>
                <a:lnTo>
                  <a:pt x="989525" y="1597410"/>
                </a:lnTo>
                <a:lnTo>
                  <a:pt x="991594" y="1595134"/>
                </a:lnTo>
                <a:close/>
              </a:path>
              <a:path w="1658620" h="2169159">
                <a:moveTo>
                  <a:pt x="1199427" y="1533238"/>
                </a:moveTo>
                <a:lnTo>
                  <a:pt x="1045088" y="1533238"/>
                </a:lnTo>
                <a:lnTo>
                  <a:pt x="1043185" y="1535543"/>
                </a:lnTo>
                <a:lnTo>
                  <a:pt x="990537" y="1596242"/>
                </a:lnTo>
                <a:lnTo>
                  <a:pt x="991594" y="1595134"/>
                </a:lnTo>
                <a:lnTo>
                  <a:pt x="1157893" y="1595134"/>
                </a:lnTo>
                <a:lnTo>
                  <a:pt x="1187984" y="1556881"/>
                </a:lnTo>
                <a:lnTo>
                  <a:pt x="1199344" y="1534369"/>
                </a:lnTo>
                <a:lnTo>
                  <a:pt x="1199427" y="1533238"/>
                </a:lnTo>
                <a:close/>
              </a:path>
              <a:path w="1658620" h="2169159">
                <a:moveTo>
                  <a:pt x="1044109" y="1534368"/>
                </a:moveTo>
                <a:lnTo>
                  <a:pt x="1043092" y="1535543"/>
                </a:lnTo>
                <a:lnTo>
                  <a:pt x="1044109" y="1534368"/>
                </a:lnTo>
                <a:close/>
              </a:path>
              <a:path w="1658620" h="2169159">
                <a:moveTo>
                  <a:pt x="1045088" y="1533238"/>
                </a:moveTo>
                <a:lnTo>
                  <a:pt x="1044108" y="1534369"/>
                </a:lnTo>
                <a:lnTo>
                  <a:pt x="1043185" y="1535543"/>
                </a:lnTo>
                <a:lnTo>
                  <a:pt x="1045088" y="1533238"/>
                </a:lnTo>
                <a:close/>
              </a:path>
              <a:path w="1658620" h="2169159">
                <a:moveTo>
                  <a:pt x="1130546" y="1454569"/>
                </a:moveTo>
                <a:lnTo>
                  <a:pt x="1107371" y="1462019"/>
                </a:lnTo>
                <a:lnTo>
                  <a:pt x="1088167" y="1478360"/>
                </a:lnTo>
                <a:lnTo>
                  <a:pt x="1044109" y="1534368"/>
                </a:lnTo>
                <a:lnTo>
                  <a:pt x="1045088" y="1533238"/>
                </a:lnTo>
                <a:lnTo>
                  <a:pt x="1199427" y="1533238"/>
                </a:lnTo>
                <a:lnTo>
                  <a:pt x="1201127" y="1510091"/>
                </a:lnTo>
                <a:lnTo>
                  <a:pt x="1193677" y="1486916"/>
                </a:lnTo>
                <a:lnTo>
                  <a:pt x="1177336" y="1467712"/>
                </a:lnTo>
                <a:lnTo>
                  <a:pt x="1154824" y="1456352"/>
                </a:lnTo>
                <a:lnTo>
                  <a:pt x="1130546" y="1454569"/>
                </a:lnTo>
                <a:close/>
              </a:path>
              <a:path w="1658620" h="2169159">
                <a:moveTo>
                  <a:pt x="1487642" y="1011546"/>
                </a:moveTo>
                <a:lnTo>
                  <a:pt x="1351650" y="1011546"/>
                </a:lnTo>
                <a:lnTo>
                  <a:pt x="1350683" y="1013921"/>
                </a:lnTo>
                <a:lnTo>
                  <a:pt x="1333413" y="1053835"/>
                </a:lnTo>
                <a:lnTo>
                  <a:pt x="1328208" y="1078508"/>
                </a:lnTo>
                <a:lnTo>
                  <a:pt x="1332711" y="1102431"/>
                </a:lnTo>
                <a:lnTo>
                  <a:pt x="1345856" y="1122920"/>
                </a:lnTo>
                <a:lnTo>
                  <a:pt x="1366577" y="1137290"/>
                </a:lnTo>
                <a:lnTo>
                  <a:pt x="1391249" y="1142495"/>
                </a:lnTo>
                <a:lnTo>
                  <a:pt x="1415173" y="1137992"/>
                </a:lnTo>
                <a:lnTo>
                  <a:pt x="1435662" y="1124847"/>
                </a:lnTo>
                <a:lnTo>
                  <a:pt x="1450032" y="1104126"/>
                </a:lnTo>
                <a:lnTo>
                  <a:pt x="1468776" y="1060658"/>
                </a:lnTo>
                <a:lnTo>
                  <a:pt x="1487642" y="1011546"/>
                </a:lnTo>
                <a:close/>
              </a:path>
              <a:path w="1658620" h="2169159">
                <a:moveTo>
                  <a:pt x="1351143" y="1012723"/>
                </a:moveTo>
                <a:lnTo>
                  <a:pt x="1350626" y="1013921"/>
                </a:lnTo>
                <a:lnTo>
                  <a:pt x="1351143" y="1012723"/>
                </a:lnTo>
                <a:close/>
              </a:path>
              <a:path w="1658620" h="2169159">
                <a:moveTo>
                  <a:pt x="1351650" y="1011546"/>
                </a:moveTo>
                <a:lnTo>
                  <a:pt x="1351143" y="1012723"/>
                </a:lnTo>
                <a:lnTo>
                  <a:pt x="1350683" y="1013921"/>
                </a:lnTo>
                <a:lnTo>
                  <a:pt x="1351650" y="1011546"/>
                </a:lnTo>
                <a:close/>
              </a:path>
              <a:path w="1658620" h="2169159">
                <a:moveTo>
                  <a:pt x="1518548" y="925885"/>
                </a:moveTo>
                <a:lnTo>
                  <a:pt x="1384499" y="925885"/>
                </a:lnTo>
                <a:lnTo>
                  <a:pt x="1383639" y="928265"/>
                </a:lnTo>
                <a:lnTo>
                  <a:pt x="1351143" y="1012723"/>
                </a:lnTo>
                <a:lnTo>
                  <a:pt x="1351650" y="1011546"/>
                </a:lnTo>
                <a:lnTo>
                  <a:pt x="1487642" y="1011546"/>
                </a:lnTo>
                <a:lnTo>
                  <a:pt x="1503507" y="970245"/>
                </a:lnTo>
                <a:lnTo>
                  <a:pt x="1518548" y="925885"/>
                </a:lnTo>
                <a:close/>
              </a:path>
              <a:path w="1658620" h="2169159">
                <a:moveTo>
                  <a:pt x="1384049" y="927058"/>
                </a:moveTo>
                <a:lnTo>
                  <a:pt x="1383585" y="928265"/>
                </a:lnTo>
                <a:lnTo>
                  <a:pt x="1384049" y="927058"/>
                </a:lnTo>
                <a:close/>
              </a:path>
              <a:path w="1658620" h="2169159">
                <a:moveTo>
                  <a:pt x="1384499" y="925885"/>
                </a:moveTo>
                <a:lnTo>
                  <a:pt x="1384049" y="927058"/>
                </a:lnTo>
                <a:lnTo>
                  <a:pt x="1383639" y="928265"/>
                </a:lnTo>
                <a:lnTo>
                  <a:pt x="1384499" y="925885"/>
                </a:lnTo>
                <a:close/>
              </a:path>
              <a:path w="1658620" h="2169159">
                <a:moveTo>
                  <a:pt x="1546690" y="837825"/>
                </a:moveTo>
                <a:lnTo>
                  <a:pt x="1414305" y="837825"/>
                </a:lnTo>
                <a:lnTo>
                  <a:pt x="1413548" y="840209"/>
                </a:lnTo>
                <a:lnTo>
                  <a:pt x="1384049" y="927058"/>
                </a:lnTo>
                <a:lnTo>
                  <a:pt x="1384499" y="925885"/>
                </a:lnTo>
                <a:lnTo>
                  <a:pt x="1518548" y="925885"/>
                </a:lnTo>
                <a:lnTo>
                  <a:pt x="1534980" y="877422"/>
                </a:lnTo>
                <a:lnTo>
                  <a:pt x="1546690" y="837825"/>
                </a:lnTo>
                <a:close/>
              </a:path>
              <a:path w="1658620" h="2169159">
                <a:moveTo>
                  <a:pt x="1413898" y="839024"/>
                </a:moveTo>
                <a:lnTo>
                  <a:pt x="1413496" y="840209"/>
                </a:lnTo>
                <a:lnTo>
                  <a:pt x="1413898" y="839024"/>
                </a:lnTo>
                <a:close/>
              </a:path>
              <a:path w="1658620" h="2169159">
                <a:moveTo>
                  <a:pt x="1414305" y="837825"/>
                </a:moveTo>
                <a:lnTo>
                  <a:pt x="1413898" y="839024"/>
                </a:lnTo>
                <a:lnTo>
                  <a:pt x="1413548" y="840209"/>
                </a:lnTo>
                <a:lnTo>
                  <a:pt x="1414305" y="837825"/>
                </a:lnTo>
                <a:close/>
              </a:path>
              <a:path w="1658620" h="2169159">
                <a:moveTo>
                  <a:pt x="1571941" y="747491"/>
                </a:moveTo>
                <a:lnTo>
                  <a:pt x="1440967" y="747491"/>
                </a:lnTo>
                <a:lnTo>
                  <a:pt x="1440310" y="749879"/>
                </a:lnTo>
                <a:lnTo>
                  <a:pt x="1413898" y="839024"/>
                </a:lnTo>
                <a:lnTo>
                  <a:pt x="1414305" y="837825"/>
                </a:lnTo>
                <a:lnTo>
                  <a:pt x="1546690" y="837825"/>
                </a:lnTo>
                <a:lnTo>
                  <a:pt x="1563104" y="782318"/>
                </a:lnTo>
                <a:lnTo>
                  <a:pt x="1571941" y="747491"/>
                </a:lnTo>
                <a:close/>
              </a:path>
              <a:path w="1658620" h="2169159">
                <a:moveTo>
                  <a:pt x="1440610" y="748699"/>
                </a:moveTo>
                <a:lnTo>
                  <a:pt x="1440261" y="749879"/>
                </a:lnTo>
                <a:lnTo>
                  <a:pt x="1440610" y="748699"/>
                </a:lnTo>
                <a:close/>
              </a:path>
              <a:path w="1658620" h="2169159">
                <a:moveTo>
                  <a:pt x="1440967" y="747491"/>
                </a:moveTo>
                <a:lnTo>
                  <a:pt x="1440610" y="748699"/>
                </a:lnTo>
                <a:lnTo>
                  <a:pt x="1440310" y="749879"/>
                </a:lnTo>
                <a:lnTo>
                  <a:pt x="1440967" y="747491"/>
                </a:lnTo>
                <a:close/>
              </a:path>
              <a:path w="1658620" h="2169159">
                <a:moveTo>
                  <a:pt x="1504212" y="655740"/>
                </a:moveTo>
                <a:lnTo>
                  <a:pt x="1481301" y="663966"/>
                </a:lnTo>
                <a:lnTo>
                  <a:pt x="1463146" y="680183"/>
                </a:lnTo>
                <a:lnTo>
                  <a:pt x="1452229" y="702913"/>
                </a:lnTo>
                <a:lnTo>
                  <a:pt x="1440610" y="748699"/>
                </a:lnTo>
                <a:lnTo>
                  <a:pt x="1440967" y="747491"/>
                </a:lnTo>
                <a:lnTo>
                  <a:pt x="1571941" y="747491"/>
                </a:lnTo>
                <a:lnTo>
                  <a:pt x="1575327" y="734151"/>
                </a:lnTo>
                <a:lnTo>
                  <a:pt x="1576570" y="708966"/>
                </a:lnTo>
                <a:lnTo>
                  <a:pt x="1568344" y="686054"/>
                </a:lnTo>
                <a:lnTo>
                  <a:pt x="1552127" y="667899"/>
                </a:lnTo>
                <a:lnTo>
                  <a:pt x="1529397" y="656983"/>
                </a:lnTo>
                <a:lnTo>
                  <a:pt x="1504212" y="655740"/>
                </a:lnTo>
                <a:close/>
              </a:path>
              <a:path w="1658620" h="2169159">
                <a:moveTo>
                  <a:pt x="1656365" y="164938"/>
                </a:moveTo>
                <a:lnTo>
                  <a:pt x="1529388" y="164938"/>
                </a:lnTo>
                <a:lnTo>
                  <a:pt x="1529297" y="167350"/>
                </a:lnTo>
                <a:lnTo>
                  <a:pt x="1526617" y="213527"/>
                </a:lnTo>
                <a:lnTo>
                  <a:pt x="1542629" y="259415"/>
                </a:lnTo>
                <a:lnTo>
                  <a:pt x="1586398" y="280540"/>
                </a:lnTo>
                <a:lnTo>
                  <a:pt x="1611360" y="276965"/>
                </a:lnTo>
                <a:lnTo>
                  <a:pt x="1632286" y="264528"/>
                </a:lnTo>
                <a:lnTo>
                  <a:pt x="1647022" y="245151"/>
                </a:lnTo>
                <a:lnTo>
                  <a:pt x="1653411" y="220759"/>
                </a:lnTo>
                <a:lnTo>
                  <a:pt x="1656251" y="170964"/>
                </a:lnTo>
                <a:lnTo>
                  <a:pt x="1656365" y="164938"/>
                </a:lnTo>
                <a:close/>
              </a:path>
              <a:path w="1658620" h="2169159">
                <a:moveTo>
                  <a:pt x="1529320" y="166139"/>
                </a:moveTo>
                <a:lnTo>
                  <a:pt x="1529251" y="167350"/>
                </a:lnTo>
                <a:lnTo>
                  <a:pt x="1529320" y="166139"/>
                </a:lnTo>
                <a:close/>
              </a:path>
              <a:path w="1658620" h="2169159">
                <a:moveTo>
                  <a:pt x="1595982" y="0"/>
                </a:moveTo>
                <a:lnTo>
                  <a:pt x="1550736" y="17743"/>
                </a:lnTo>
                <a:lnTo>
                  <a:pt x="1531289" y="62284"/>
                </a:lnTo>
                <a:lnTo>
                  <a:pt x="1529320" y="166139"/>
                </a:lnTo>
                <a:lnTo>
                  <a:pt x="1529388" y="164938"/>
                </a:lnTo>
                <a:lnTo>
                  <a:pt x="1656365" y="164938"/>
                </a:lnTo>
                <a:lnTo>
                  <a:pt x="1658266" y="64692"/>
                </a:lnTo>
                <a:lnTo>
                  <a:pt x="1653745" y="39884"/>
                </a:lnTo>
                <a:lnTo>
                  <a:pt x="1640522" y="19446"/>
                </a:lnTo>
                <a:lnTo>
                  <a:pt x="1620600" y="5457"/>
                </a:lnTo>
                <a:lnTo>
                  <a:pt x="1595982" y="0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3414221" y="963675"/>
            <a:ext cx="215011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Site</a:t>
            </a:r>
            <a:r>
              <a:rPr spc="-55" dirty="0"/>
              <a:t> </a:t>
            </a:r>
            <a:r>
              <a:rPr spc="-10" dirty="0"/>
              <a:t>Objectives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3713941" y="1395476"/>
            <a:ext cx="4555490" cy="1930400"/>
          </a:xfrm>
          <a:prstGeom prst="rect">
            <a:avLst/>
          </a:prstGeom>
        </p:spPr>
        <p:txBody>
          <a:bodyPr vert="horz" wrap="square" lIns="0" tIns="400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15"/>
              </a:spcBef>
            </a:pPr>
            <a:r>
              <a:rPr sz="2400" spc="-15" dirty="0">
                <a:latin typeface="Calibri"/>
                <a:cs typeface="Calibri"/>
              </a:rPr>
              <a:t>Why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will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this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site</a:t>
            </a:r>
            <a:r>
              <a:rPr sz="2400" spc="-15" dirty="0">
                <a:latin typeface="Calibri"/>
                <a:cs typeface="Calibri"/>
              </a:rPr>
              <a:t> exist?</a:t>
            </a:r>
            <a:endParaRPr sz="2400">
              <a:latin typeface="Calibri"/>
              <a:cs typeface="Calibri"/>
            </a:endParaRPr>
          </a:p>
          <a:p>
            <a:pPr marL="12700" marR="5080">
              <a:lnSpc>
                <a:spcPct val="98800"/>
              </a:lnSpc>
              <a:spcBef>
                <a:spcPts val="250"/>
              </a:spcBef>
            </a:pPr>
            <a:r>
              <a:rPr sz="2400" spc="-15" dirty="0">
                <a:latin typeface="Calibri"/>
                <a:cs typeface="Calibri"/>
              </a:rPr>
              <a:t>Why </a:t>
            </a:r>
            <a:r>
              <a:rPr sz="2400" spc="-5" dirty="0">
                <a:latin typeface="Calibri"/>
                <a:cs typeface="Calibri"/>
              </a:rPr>
              <a:t>will people visit? And </a:t>
            </a:r>
            <a:r>
              <a:rPr sz="2400" spc="-10" dirty="0">
                <a:latin typeface="Calibri"/>
                <a:cs typeface="Calibri"/>
              </a:rPr>
              <a:t>return? </a:t>
            </a:r>
            <a:r>
              <a:rPr sz="2400" spc="-5" dirty="0">
                <a:latin typeface="Calibri"/>
                <a:cs typeface="Calibri"/>
              </a:rPr>
              <a:t> How will </a:t>
            </a:r>
            <a:r>
              <a:rPr sz="2400" spc="-15" dirty="0">
                <a:latin typeface="Calibri"/>
                <a:cs typeface="Calibri"/>
              </a:rPr>
              <a:t>you </a:t>
            </a:r>
            <a:r>
              <a:rPr sz="2400" spc="-10" dirty="0">
                <a:latin typeface="Calibri"/>
                <a:cs typeface="Calibri"/>
              </a:rPr>
              <a:t>measure </a:t>
            </a:r>
            <a:r>
              <a:rPr sz="2400" spc="-5" dirty="0">
                <a:latin typeface="Calibri"/>
                <a:cs typeface="Calibri"/>
              </a:rPr>
              <a:t>the success of </a:t>
            </a:r>
            <a:r>
              <a:rPr sz="2400" spc="-53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the </a:t>
            </a:r>
            <a:r>
              <a:rPr sz="2400" spc="-10" dirty="0">
                <a:latin typeface="Calibri"/>
                <a:cs typeface="Calibri"/>
              </a:rPr>
              <a:t>website?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40"/>
              </a:spcBef>
            </a:pPr>
            <a:r>
              <a:rPr sz="2400" spc="-5" dirty="0">
                <a:latin typeface="Calibri"/>
                <a:cs typeface="Calibri"/>
              </a:rPr>
              <a:t>How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will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the</a:t>
            </a:r>
            <a:r>
              <a:rPr sz="2400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site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create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revenue?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414221" y="3852333"/>
            <a:ext cx="4931410" cy="1872614"/>
          </a:xfrm>
          <a:prstGeom prst="rect">
            <a:avLst/>
          </a:prstGeom>
        </p:spPr>
        <p:txBody>
          <a:bodyPr vert="horz" wrap="square" lIns="0" tIns="469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70"/>
              </a:spcBef>
            </a:pPr>
            <a:r>
              <a:rPr sz="2800" dirty="0">
                <a:latin typeface="Calibri"/>
                <a:cs typeface="Calibri"/>
              </a:rPr>
              <a:t>Use</a:t>
            </a:r>
            <a:r>
              <a:rPr sz="2800" spc="-2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KPIs and</a:t>
            </a:r>
            <a:r>
              <a:rPr sz="2800" spc="-15" dirty="0">
                <a:latin typeface="Calibri"/>
                <a:cs typeface="Calibri"/>
              </a:rPr>
              <a:t> CSFs</a:t>
            </a:r>
            <a:endParaRPr sz="2800">
              <a:latin typeface="Calibri"/>
              <a:cs typeface="Calibri"/>
            </a:endParaRPr>
          </a:p>
          <a:p>
            <a:pPr marL="204470" marR="5080">
              <a:lnSpc>
                <a:spcPct val="90300"/>
              </a:lnSpc>
              <a:spcBef>
                <a:spcPts val="509"/>
              </a:spcBef>
            </a:pPr>
            <a:r>
              <a:rPr sz="2400" spc="-15" dirty="0">
                <a:latin typeface="Calibri"/>
                <a:cs typeface="Calibri"/>
              </a:rPr>
              <a:t>https://</a:t>
            </a:r>
            <a:r>
              <a:rPr sz="2400" spc="-15" dirty="0">
                <a:latin typeface="Calibri"/>
                <a:cs typeface="Calibri"/>
                <a:hlinkClick r:id="rId2"/>
              </a:rPr>
              <a:t>www.productiveflourishing.co </a:t>
            </a:r>
            <a:r>
              <a:rPr sz="2400" spc="-53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m/the-difference-between-critical- 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success-factors-and-key-performance- </a:t>
            </a:r>
            <a:r>
              <a:rPr sz="2400" spc="-530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indicators/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93864" y="2363724"/>
            <a:ext cx="2162810" cy="19030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4990"/>
              </a:lnSpc>
              <a:spcBef>
                <a:spcPts val="100"/>
              </a:spcBef>
            </a:pPr>
            <a:r>
              <a:rPr sz="4400" dirty="0">
                <a:solidFill>
                  <a:srgbClr val="FFFFFF"/>
                </a:solidFill>
                <a:latin typeface="Calibri Light"/>
                <a:cs typeface="Calibri Light"/>
              </a:rPr>
              <a:t>UX</a:t>
            </a:r>
            <a:endParaRPr sz="4400">
              <a:latin typeface="Calibri Light"/>
              <a:cs typeface="Calibri Light"/>
            </a:endParaRPr>
          </a:p>
          <a:p>
            <a:pPr marL="12700" marR="5080">
              <a:lnSpc>
                <a:spcPts val="4800"/>
              </a:lnSpc>
              <a:spcBef>
                <a:spcPts val="270"/>
              </a:spcBef>
            </a:pPr>
            <a:r>
              <a:rPr sz="4400" spc="-25" dirty="0">
                <a:solidFill>
                  <a:srgbClr val="FFFFFF"/>
                </a:solidFill>
                <a:latin typeface="Calibri Light"/>
                <a:cs typeface="Calibri Light"/>
              </a:rPr>
              <a:t>Strategy</a:t>
            </a:r>
            <a:r>
              <a:rPr sz="4400" spc="-8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4400" dirty="0">
                <a:solidFill>
                  <a:srgbClr val="FFFFFF"/>
                </a:solidFill>
                <a:latin typeface="Calibri Light"/>
                <a:cs typeface="Calibri Light"/>
              </a:rPr>
              <a:t>- </a:t>
            </a:r>
            <a:r>
              <a:rPr sz="4400" spc="-98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4400" spc="-5" dirty="0">
                <a:solidFill>
                  <a:srgbClr val="FFFFFF"/>
                </a:solidFill>
                <a:latin typeface="Calibri Light"/>
                <a:cs typeface="Calibri Light"/>
              </a:rPr>
              <a:t>S</a:t>
            </a:r>
            <a:r>
              <a:rPr sz="4400" dirty="0">
                <a:solidFill>
                  <a:srgbClr val="FFFFFF"/>
                </a:solidFill>
                <a:latin typeface="Calibri Light"/>
                <a:cs typeface="Calibri Light"/>
              </a:rPr>
              <a:t>u</a:t>
            </a:r>
            <a:r>
              <a:rPr sz="4400" spc="-10" dirty="0">
                <a:solidFill>
                  <a:srgbClr val="FFFFFF"/>
                </a:solidFill>
                <a:latin typeface="Calibri Light"/>
                <a:cs typeface="Calibri Light"/>
              </a:rPr>
              <a:t>mm</a:t>
            </a:r>
            <a:r>
              <a:rPr sz="4400" dirty="0">
                <a:solidFill>
                  <a:srgbClr val="FFFFFF"/>
                </a:solidFill>
                <a:latin typeface="Calibri Light"/>
                <a:cs typeface="Calibri Light"/>
              </a:rPr>
              <a:t>a</a:t>
            </a:r>
            <a:r>
              <a:rPr sz="4400" spc="15" dirty="0">
                <a:solidFill>
                  <a:srgbClr val="FFFFFF"/>
                </a:solidFill>
                <a:latin typeface="Calibri Light"/>
                <a:cs typeface="Calibri Light"/>
              </a:rPr>
              <a:t>r</a:t>
            </a:r>
            <a:r>
              <a:rPr sz="4400" dirty="0">
                <a:solidFill>
                  <a:srgbClr val="FFFFFF"/>
                </a:solidFill>
                <a:latin typeface="Calibri Light"/>
                <a:cs typeface="Calibri Light"/>
              </a:rPr>
              <a:t>y</a:t>
            </a:r>
            <a:endParaRPr sz="4400">
              <a:latin typeface="Calibri Light"/>
              <a:cs typeface="Calibri Light"/>
            </a:endParaRPr>
          </a:p>
        </p:txBody>
      </p:sp>
      <p:sp>
        <p:nvSpPr>
          <p:cNvPr id="3" name="object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130598" y="4433707"/>
            <a:ext cx="1658620" cy="2169160"/>
          </a:xfrm>
          <a:custGeom>
            <a:avLst/>
            <a:gdLst/>
            <a:ahLst/>
            <a:cxnLst/>
            <a:rect l="l" t="t" r="r" b="b"/>
            <a:pathLst>
              <a:path w="1658620" h="2169159">
                <a:moveTo>
                  <a:pt x="100872" y="2041064"/>
                </a:moveTo>
                <a:lnTo>
                  <a:pt x="62419" y="2041713"/>
                </a:lnTo>
                <a:lnTo>
                  <a:pt x="17838" y="2061067"/>
                </a:lnTo>
                <a:lnTo>
                  <a:pt x="0" y="2106275"/>
                </a:lnTo>
                <a:lnTo>
                  <a:pt x="5406" y="2130905"/>
                </a:lnTo>
                <a:lnTo>
                  <a:pt x="19353" y="2150856"/>
                </a:lnTo>
                <a:lnTo>
                  <a:pt x="39764" y="2164122"/>
                </a:lnTo>
                <a:lnTo>
                  <a:pt x="64561" y="2168695"/>
                </a:lnTo>
                <a:lnTo>
                  <a:pt x="105156" y="2168010"/>
                </a:lnTo>
                <a:lnTo>
                  <a:pt x="146570" y="2165912"/>
                </a:lnTo>
                <a:lnTo>
                  <a:pt x="187716" y="2162435"/>
                </a:lnTo>
                <a:lnTo>
                  <a:pt x="228574" y="2157598"/>
                </a:lnTo>
                <a:lnTo>
                  <a:pt x="269130" y="2151416"/>
                </a:lnTo>
                <a:lnTo>
                  <a:pt x="309365" y="2143910"/>
                </a:lnTo>
                <a:lnTo>
                  <a:pt x="349265" y="2135096"/>
                </a:lnTo>
                <a:lnTo>
                  <a:pt x="388811" y="2124993"/>
                </a:lnTo>
                <a:lnTo>
                  <a:pt x="427991" y="2113621"/>
                </a:lnTo>
                <a:lnTo>
                  <a:pt x="479404" y="2091645"/>
                </a:lnTo>
                <a:lnTo>
                  <a:pt x="501083" y="2049055"/>
                </a:lnTo>
                <a:lnTo>
                  <a:pt x="500164" y="2041118"/>
                </a:lnTo>
                <a:lnTo>
                  <a:pt x="99800" y="2041118"/>
                </a:lnTo>
                <a:lnTo>
                  <a:pt x="100872" y="2041064"/>
                </a:lnTo>
                <a:close/>
              </a:path>
              <a:path w="1658620" h="2169159">
                <a:moveTo>
                  <a:pt x="101942" y="2041046"/>
                </a:moveTo>
                <a:lnTo>
                  <a:pt x="100872" y="2041064"/>
                </a:lnTo>
                <a:lnTo>
                  <a:pt x="99800" y="2041118"/>
                </a:lnTo>
                <a:lnTo>
                  <a:pt x="101942" y="2041046"/>
                </a:lnTo>
                <a:close/>
              </a:path>
              <a:path w="1658620" h="2169159">
                <a:moveTo>
                  <a:pt x="500155" y="2041046"/>
                </a:moveTo>
                <a:lnTo>
                  <a:pt x="101942" y="2041046"/>
                </a:lnTo>
                <a:lnTo>
                  <a:pt x="99800" y="2041118"/>
                </a:lnTo>
                <a:lnTo>
                  <a:pt x="500164" y="2041118"/>
                </a:lnTo>
                <a:close/>
              </a:path>
              <a:path w="1658620" h="2169159">
                <a:moveTo>
                  <a:pt x="138009" y="2039183"/>
                </a:moveTo>
                <a:lnTo>
                  <a:pt x="100872" y="2041064"/>
                </a:lnTo>
                <a:lnTo>
                  <a:pt x="101942" y="2041046"/>
                </a:lnTo>
                <a:lnTo>
                  <a:pt x="500155" y="2041046"/>
                </a:lnTo>
                <a:lnTo>
                  <a:pt x="499950" y="2039273"/>
                </a:lnTo>
                <a:lnTo>
                  <a:pt x="136944" y="2039273"/>
                </a:lnTo>
                <a:lnTo>
                  <a:pt x="138009" y="2039183"/>
                </a:lnTo>
                <a:close/>
              </a:path>
              <a:path w="1658620" h="2169159">
                <a:moveTo>
                  <a:pt x="139077" y="2039129"/>
                </a:moveTo>
                <a:lnTo>
                  <a:pt x="138009" y="2039183"/>
                </a:lnTo>
                <a:lnTo>
                  <a:pt x="136944" y="2039273"/>
                </a:lnTo>
                <a:lnTo>
                  <a:pt x="139077" y="2039129"/>
                </a:lnTo>
                <a:close/>
              </a:path>
              <a:path w="1658620" h="2169159">
                <a:moveTo>
                  <a:pt x="499933" y="2039129"/>
                </a:moveTo>
                <a:lnTo>
                  <a:pt x="139077" y="2039129"/>
                </a:lnTo>
                <a:lnTo>
                  <a:pt x="136944" y="2039273"/>
                </a:lnTo>
                <a:lnTo>
                  <a:pt x="499950" y="2039273"/>
                </a:lnTo>
                <a:lnTo>
                  <a:pt x="499933" y="2039129"/>
                </a:lnTo>
                <a:close/>
              </a:path>
              <a:path w="1658620" h="2169159">
                <a:moveTo>
                  <a:pt x="174901" y="2036066"/>
                </a:moveTo>
                <a:lnTo>
                  <a:pt x="138009" y="2039183"/>
                </a:lnTo>
                <a:lnTo>
                  <a:pt x="139077" y="2039129"/>
                </a:lnTo>
                <a:lnTo>
                  <a:pt x="499933" y="2039129"/>
                </a:lnTo>
                <a:lnTo>
                  <a:pt x="499593" y="2036191"/>
                </a:lnTo>
                <a:lnTo>
                  <a:pt x="173842" y="2036191"/>
                </a:lnTo>
                <a:lnTo>
                  <a:pt x="174901" y="2036066"/>
                </a:lnTo>
                <a:close/>
              </a:path>
              <a:path w="1658620" h="2169159">
                <a:moveTo>
                  <a:pt x="175962" y="2035976"/>
                </a:moveTo>
                <a:lnTo>
                  <a:pt x="174901" y="2036066"/>
                </a:lnTo>
                <a:lnTo>
                  <a:pt x="173842" y="2036191"/>
                </a:lnTo>
                <a:lnTo>
                  <a:pt x="175962" y="2035976"/>
                </a:lnTo>
                <a:close/>
              </a:path>
              <a:path w="1658620" h="2169159">
                <a:moveTo>
                  <a:pt x="499568" y="2035976"/>
                </a:moveTo>
                <a:lnTo>
                  <a:pt x="175962" y="2035976"/>
                </a:lnTo>
                <a:lnTo>
                  <a:pt x="173842" y="2036191"/>
                </a:lnTo>
                <a:lnTo>
                  <a:pt x="499593" y="2036191"/>
                </a:lnTo>
                <a:lnTo>
                  <a:pt x="499568" y="2035976"/>
                </a:lnTo>
                <a:close/>
              </a:path>
              <a:path w="1658620" h="2169159">
                <a:moveTo>
                  <a:pt x="211540" y="2031727"/>
                </a:moveTo>
                <a:lnTo>
                  <a:pt x="174901" y="2036066"/>
                </a:lnTo>
                <a:lnTo>
                  <a:pt x="175962" y="2035976"/>
                </a:lnTo>
                <a:lnTo>
                  <a:pt x="499568" y="2035976"/>
                </a:lnTo>
                <a:lnTo>
                  <a:pt x="499094" y="2031888"/>
                </a:lnTo>
                <a:lnTo>
                  <a:pt x="210488" y="2031888"/>
                </a:lnTo>
                <a:lnTo>
                  <a:pt x="211540" y="2031727"/>
                </a:lnTo>
                <a:close/>
              </a:path>
              <a:path w="1658620" h="2169159">
                <a:moveTo>
                  <a:pt x="212589" y="2031603"/>
                </a:moveTo>
                <a:lnTo>
                  <a:pt x="211540" y="2031727"/>
                </a:lnTo>
                <a:lnTo>
                  <a:pt x="210488" y="2031888"/>
                </a:lnTo>
                <a:lnTo>
                  <a:pt x="212589" y="2031603"/>
                </a:lnTo>
                <a:close/>
              </a:path>
              <a:path w="1658620" h="2169159">
                <a:moveTo>
                  <a:pt x="499061" y="2031603"/>
                </a:moveTo>
                <a:lnTo>
                  <a:pt x="212589" y="2031603"/>
                </a:lnTo>
                <a:lnTo>
                  <a:pt x="210488" y="2031888"/>
                </a:lnTo>
                <a:lnTo>
                  <a:pt x="499094" y="2031888"/>
                </a:lnTo>
                <a:lnTo>
                  <a:pt x="499061" y="2031603"/>
                </a:lnTo>
                <a:close/>
              </a:path>
              <a:path w="1658620" h="2169159">
                <a:moveTo>
                  <a:pt x="247907" y="2026185"/>
                </a:moveTo>
                <a:lnTo>
                  <a:pt x="211540" y="2031727"/>
                </a:lnTo>
                <a:lnTo>
                  <a:pt x="212589" y="2031603"/>
                </a:lnTo>
                <a:lnTo>
                  <a:pt x="499061" y="2031603"/>
                </a:lnTo>
                <a:lnTo>
                  <a:pt x="498456" y="2026377"/>
                </a:lnTo>
                <a:lnTo>
                  <a:pt x="246874" y="2026377"/>
                </a:lnTo>
                <a:lnTo>
                  <a:pt x="247907" y="2026185"/>
                </a:lnTo>
                <a:close/>
              </a:path>
              <a:path w="1658620" h="2169159">
                <a:moveTo>
                  <a:pt x="248953" y="2026025"/>
                </a:moveTo>
                <a:lnTo>
                  <a:pt x="247907" y="2026185"/>
                </a:lnTo>
                <a:lnTo>
                  <a:pt x="246874" y="2026377"/>
                </a:lnTo>
                <a:lnTo>
                  <a:pt x="248953" y="2026025"/>
                </a:lnTo>
                <a:close/>
              </a:path>
              <a:path w="1658620" h="2169159">
                <a:moveTo>
                  <a:pt x="498415" y="2026025"/>
                </a:moveTo>
                <a:lnTo>
                  <a:pt x="248953" y="2026025"/>
                </a:lnTo>
                <a:lnTo>
                  <a:pt x="246874" y="2026377"/>
                </a:lnTo>
                <a:lnTo>
                  <a:pt x="498456" y="2026377"/>
                </a:lnTo>
                <a:lnTo>
                  <a:pt x="498415" y="2026025"/>
                </a:lnTo>
                <a:close/>
              </a:path>
              <a:path w="1658620" h="2169159">
                <a:moveTo>
                  <a:pt x="284013" y="2019448"/>
                </a:moveTo>
                <a:lnTo>
                  <a:pt x="247907" y="2026185"/>
                </a:lnTo>
                <a:lnTo>
                  <a:pt x="248953" y="2026025"/>
                </a:lnTo>
                <a:lnTo>
                  <a:pt x="498415" y="2026025"/>
                </a:lnTo>
                <a:lnTo>
                  <a:pt x="498181" y="2024007"/>
                </a:lnTo>
                <a:lnTo>
                  <a:pt x="495736" y="2019674"/>
                </a:lnTo>
                <a:lnTo>
                  <a:pt x="282992" y="2019674"/>
                </a:lnTo>
                <a:lnTo>
                  <a:pt x="284013" y="2019448"/>
                </a:lnTo>
                <a:close/>
              </a:path>
              <a:path w="1658620" h="2169159">
                <a:moveTo>
                  <a:pt x="285043" y="2019256"/>
                </a:moveTo>
                <a:lnTo>
                  <a:pt x="284013" y="2019448"/>
                </a:lnTo>
                <a:lnTo>
                  <a:pt x="282992" y="2019674"/>
                </a:lnTo>
                <a:lnTo>
                  <a:pt x="285043" y="2019256"/>
                </a:lnTo>
                <a:close/>
              </a:path>
              <a:path w="1658620" h="2169159">
                <a:moveTo>
                  <a:pt x="495500" y="2019256"/>
                </a:moveTo>
                <a:lnTo>
                  <a:pt x="285043" y="2019256"/>
                </a:lnTo>
                <a:lnTo>
                  <a:pt x="282992" y="2019674"/>
                </a:lnTo>
                <a:lnTo>
                  <a:pt x="495736" y="2019674"/>
                </a:lnTo>
                <a:lnTo>
                  <a:pt x="495500" y="2019256"/>
                </a:lnTo>
                <a:close/>
              </a:path>
              <a:path w="1658620" h="2169159">
                <a:moveTo>
                  <a:pt x="319843" y="2011533"/>
                </a:moveTo>
                <a:lnTo>
                  <a:pt x="284013" y="2019448"/>
                </a:lnTo>
                <a:lnTo>
                  <a:pt x="285043" y="2019256"/>
                </a:lnTo>
                <a:lnTo>
                  <a:pt x="495500" y="2019256"/>
                </a:lnTo>
                <a:lnTo>
                  <a:pt x="491287" y="2011790"/>
                </a:lnTo>
                <a:lnTo>
                  <a:pt x="318837" y="2011790"/>
                </a:lnTo>
                <a:lnTo>
                  <a:pt x="319843" y="2011533"/>
                </a:lnTo>
                <a:close/>
              </a:path>
              <a:path w="1658620" h="2169159">
                <a:moveTo>
                  <a:pt x="320856" y="2011309"/>
                </a:moveTo>
                <a:lnTo>
                  <a:pt x="319843" y="2011533"/>
                </a:lnTo>
                <a:lnTo>
                  <a:pt x="318837" y="2011790"/>
                </a:lnTo>
                <a:lnTo>
                  <a:pt x="320856" y="2011309"/>
                </a:lnTo>
                <a:close/>
              </a:path>
              <a:path w="1658620" h="2169159">
                <a:moveTo>
                  <a:pt x="491016" y="2011309"/>
                </a:moveTo>
                <a:lnTo>
                  <a:pt x="320856" y="2011309"/>
                </a:lnTo>
                <a:lnTo>
                  <a:pt x="318837" y="2011790"/>
                </a:lnTo>
                <a:lnTo>
                  <a:pt x="491287" y="2011790"/>
                </a:lnTo>
                <a:lnTo>
                  <a:pt x="491016" y="2011309"/>
                </a:lnTo>
                <a:close/>
              </a:path>
              <a:path w="1658620" h="2169159">
                <a:moveTo>
                  <a:pt x="355379" y="2002455"/>
                </a:moveTo>
                <a:lnTo>
                  <a:pt x="319843" y="2011533"/>
                </a:lnTo>
                <a:lnTo>
                  <a:pt x="320856" y="2011309"/>
                </a:lnTo>
                <a:lnTo>
                  <a:pt x="491016" y="2011309"/>
                </a:lnTo>
                <a:lnTo>
                  <a:pt x="486180" y="2002741"/>
                </a:lnTo>
                <a:lnTo>
                  <a:pt x="354397" y="2002741"/>
                </a:lnTo>
                <a:lnTo>
                  <a:pt x="355379" y="2002455"/>
                </a:lnTo>
                <a:close/>
              </a:path>
              <a:path w="1658620" h="2169159">
                <a:moveTo>
                  <a:pt x="356382" y="2002199"/>
                </a:moveTo>
                <a:lnTo>
                  <a:pt x="355379" y="2002455"/>
                </a:lnTo>
                <a:lnTo>
                  <a:pt x="354397" y="2002741"/>
                </a:lnTo>
                <a:lnTo>
                  <a:pt x="356382" y="2002199"/>
                </a:lnTo>
                <a:close/>
              </a:path>
              <a:path w="1658620" h="2169159">
                <a:moveTo>
                  <a:pt x="485875" y="2002199"/>
                </a:moveTo>
                <a:lnTo>
                  <a:pt x="356382" y="2002199"/>
                </a:lnTo>
                <a:lnTo>
                  <a:pt x="354397" y="2002741"/>
                </a:lnTo>
                <a:lnTo>
                  <a:pt x="486180" y="2002741"/>
                </a:lnTo>
                <a:lnTo>
                  <a:pt x="485875" y="2002199"/>
                </a:lnTo>
                <a:close/>
              </a:path>
              <a:path w="1658620" h="2169159">
                <a:moveTo>
                  <a:pt x="472846" y="1991939"/>
                </a:moveTo>
                <a:lnTo>
                  <a:pt x="391610" y="1991939"/>
                </a:lnTo>
                <a:lnTo>
                  <a:pt x="389665" y="1992538"/>
                </a:lnTo>
                <a:lnTo>
                  <a:pt x="355379" y="2002455"/>
                </a:lnTo>
                <a:lnTo>
                  <a:pt x="356382" y="2002199"/>
                </a:lnTo>
                <a:lnTo>
                  <a:pt x="485875" y="2002199"/>
                </a:lnTo>
                <a:lnTo>
                  <a:pt x="485788" y="2002047"/>
                </a:lnTo>
                <a:lnTo>
                  <a:pt x="472846" y="1991939"/>
                </a:lnTo>
                <a:close/>
              </a:path>
              <a:path w="1658620" h="2169159">
                <a:moveTo>
                  <a:pt x="390632" y="1992223"/>
                </a:moveTo>
                <a:lnTo>
                  <a:pt x="389548" y="1992538"/>
                </a:lnTo>
                <a:lnTo>
                  <a:pt x="390632" y="1992223"/>
                </a:lnTo>
                <a:close/>
              </a:path>
              <a:path w="1658620" h="2169159">
                <a:moveTo>
                  <a:pt x="391610" y="1991939"/>
                </a:moveTo>
                <a:lnTo>
                  <a:pt x="390632" y="1992223"/>
                </a:lnTo>
                <a:lnTo>
                  <a:pt x="389665" y="1992538"/>
                </a:lnTo>
                <a:lnTo>
                  <a:pt x="391610" y="1991939"/>
                </a:lnTo>
                <a:close/>
              </a:path>
              <a:path w="1658620" h="2169159">
                <a:moveTo>
                  <a:pt x="443199" y="1980367"/>
                </a:moveTo>
                <a:lnTo>
                  <a:pt x="418151" y="1983269"/>
                </a:lnTo>
                <a:lnTo>
                  <a:pt x="390632" y="1992223"/>
                </a:lnTo>
                <a:lnTo>
                  <a:pt x="391610" y="1991939"/>
                </a:lnTo>
                <a:lnTo>
                  <a:pt x="472846" y="1991939"/>
                </a:lnTo>
                <a:lnTo>
                  <a:pt x="466603" y="1987063"/>
                </a:lnTo>
                <a:lnTo>
                  <a:pt x="443199" y="1980367"/>
                </a:lnTo>
                <a:close/>
              </a:path>
              <a:path w="1658620" h="2169159">
                <a:moveTo>
                  <a:pt x="877137" y="1709311"/>
                </a:moveTo>
                <a:lnTo>
                  <a:pt x="835179" y="1745176"/>
                </a:lnTo>
                <a:lnTo>
                  <a:pt x="819633" y="1765029"/>
                </a:lnTo>
                <a:lnTo>
                  <a:pt x="813132" y="1788489"/>
                </a:lnTo>
                <a:lnTo>
                  <a:pt x="815903" y="1812674"/>
                </a:lnTo>
                <a:lnTo>
                  <a:pt x="828169" y="1834705"/>
                </a:lnTo>
                <a:lnTo>
                  <a:pt x="848023" y="1850251"/>
                </a:lnTo>
                <a:lnTo>
                  <a:pt x="871482" y="1856751"/>
                </a:lnTo>
                <a:lnTo>
                  <a:pt x="895667" y="1853981"/>
                </a:lnTo>
                <a:lnTo>
                  <a:pt x="917698" y="1841714"/>
                </a:lnTo>
                <a:lnTo>
                  <a:pt x="962151" y="1803717"/>
                </a:lnTo>
                <a:lnTo>
                  <a:pt x="1024525" y="1744576"/>
                </a:lnTo>
                <a:lnTo>
                  <a:pt x="1057113" y="1710431"/>
                </a:lnTo>
                <a:lnTo>
                  <a:pt x="875957" y="1710431"/>
                </a:lnTo>
                <a:lnTo>
                  <a:pt x="877137" y="1709311"/>
                </a:lnTo>
                <a:close/>
              </a:path>
              <a:path w="1658620" h="2169159">
                <a:moveTo>
                  <a:pt x="878389" y="1708242"/>
                </a:moveTo>
                <a:lnTo>
                  <a:pt x="877137" y="1709311"/>
                </a:lnTo>
                <a:lnTo>
                  <a:pt x="875957" y="1710431"/>
                </a:lnTo>
                <a:lnTo>
                  <a:pt x="878389" y="1708242"/>
                </a:lnTo>
                <a:close/>
              </a:path>
              <a:path w="1658620" h="2169159">
                <a:moveTo>
                  <a:pt x="1059202" y="1708242"/>
                </a:moveTo>
                <a:lnTo>
                  <a:pt x="878389" y="1708242"/>
                </a:lnTo>
                <a:lnTo>
                  <a:pt x="875957" y="1710431"/>
                </a:lnTo>
                <a:lnTo>
                  <a:pt x="1057113" y="1710431"/>
                </a:lnTo>
                <a:lnTo>
                  <a:pt x="1059202" y="1708242"/>
                </a:lnTo>
                <a:close/>
              </a:path>
              <a:path w="1658620" h="2169159">
                <a:moveTo>
                  <a:pt x="1108943" y="1653507"/>
                </a:moveTo>
                <a:lnTo>
                  <a:pt x="935993" y="1653507"/>
                </a:lnTo>
                <a:lnTo>
                  <a:pt x="933747" y="1655746"/>
                </a:lnTo>
                <a:lnTo>
                  <a:pt x="877137" y="1709311"/>
                </a:lnTo>
                <a:lnTo>
                  <a:pt x="878389" y="1708242"/>
                </a:lnTo>
                <a:lnTo>
                  <a:pt x="1059202" y="1708242"/>
                </a:lnTo>
                <a:lnTo>
                  <a:pt x="1084530" y="1681704"/>
                </a:lnTo>
                <a:lnTo>
                  <a:pt x="1108943" y="1653507"/>
                </a:lnTo>
                <a:close/>
              </a:path>
              <a:path w="1658620" h="2169159">
                <a:moveTo>
                  <a:pt x="934835" y="1654605"/>
                </a:moveTo>
                <a:lnTo>
                  <a:pt x="933632" y="1655746"/>
                </a:lnTo>
                <a:lnTo>
                  <a:pt x="934835" y="1654605"/>
                </a:lnTo>
                <a:close/>
              </a:path>
              <a:path w="1658620" h="2169159">
                <a:moveTo>
                  <a:pt x="935993" y="1653507"/>
                </a:moveTo>
                <a:lnTo>
                  <a:pt x="934835" y="1654605"/>
                </a:lnTo>
                <a:lnTo>
                  <a:pt x="933747" y="1655746"/>
                </a:lnTo>
                <a:lnTo>
                  <a:pt x="935993" y="1653507"/>
                </a:lnTo>
                <a:close/>
              </a:path>
              <a:path w="1658620" h="2169159">
                <a:moveTo>
                  <a:pt x="1157893" y="1595134"/>
                </a:moveTo>
                <a:lnTo>
                  <a:pt x="991594" y="1595134"/>
                </a:lnTo>
                <a:lnTo>
                  <a:pt x="989525" y="1597410"/>
                </a:lnTo>
                <a:lnTo>
                  <a:pt x="934835" y="1654605"/>
                </a:lnTo>
                <a:lnTo>
                  <a:pt x="935993" y="1653507"/>
                </a:lnTo>
                <a:lnTo>
                  <a:pt x="1108943" y="1653507"/>
                </a:lnTo>
                <a:lnTo>
                  <a:pt x="1142077" y="1615238"/>
                </a:lnTo>
                <a:lnTo>
                  <a:pt x="1157893" y="1595134"/>
                </a:lnTo>
                <a:close/>
              </a:path>
              <a:path w="1658620" h="2169159">
                <a:moveTo>
                  <a:pt x="990537" y="1596242"/>
                </a:moveTo>
                <a:lnTo>
                  <a:pt x="989422" y="1597410"/>
                </a:lnTo>
                <a:lnTo>
                  <a:pt x="990537" y="1596242"/>
                </a:lnTo>
                <a:close/>
              </a:path>
              <a:path w="1658620" h="2169159">
                <a:moveTo>
                  <a:pt x="991594" y="1595134"/>
                </a:moveTo>
                <a:lnTo>
                  <a:pt x="990537" y="1596242"/>
                </a:lnTo>
                <a:lnTo>
                  <a:pt x="989525" y="1597410"/>
                </a:lnTo>
                <a:lnTo>
                  <a:pt x="991594" y="1595134"/>
                </a:lnTo>
                <a:close/>
              </a:path>
              <a:path w="1658620" h="2169159">
                <a:moveTo>
                  <a:pt x="1199427" y="1533238"/>
                </a:moveTo>
                <a:lnTo>
                  <a:pt x="1045088" y="1533238"/>
                </a:lnTo>
                <a:lnTo>
                  <a:pt x="1043185" y="1535543"/>
                </a:lnTo>
                <a:lnTo>
                  <a:pt x="990537" y="1596242"/>
                </a:lnTo>
                <a:lnTo>
                  <a:pt x="991594" y="1595134"/>
                </a:lnTo>
                <a:lnTo>
                  <a:pt x="1157893" y="1595134"/>
                </a:lnTo>
                <a:lnTo>
                  <a:pt x="1187984" y="1556881"/>
                </a:lnTo>
                <a:lnTo>
                  <a:pt x="1199344" y="1534369"/>
                </a:lnTo>
                <a:lnTo>
                  <a:pt x="1199427" y="1533238"/>
                </a:lnTo>
                <a:close/>
              </a:path>
              <a:path w="1658620" h="2169159">
                <a:moveTo>
                  <a:pt x="1044109" y="1534368"/>
                </a:moveTo>
                <a:lnTo>
                  <a:pt x="1043092" y="1535543"/>
                </a:lnTo>
                <a:lnTo>
                  <a:pt x="1044109" y="1534368"/>
                </a:lnTo>
                <a:close/>
              </a:path>
              <a:path w="1658620" h="2169159">
                <a:moveTo>
                  <a:pt x="1045088" y="1533238"/>
                </a:moveTo>
                <a:lnTo>
                  <a:pt x="1044108" y="1534369"/>
                </a:lnTo>
                <a:lnTo>
                  <a:pt x="1043185" y="1535543"/>
                </a:lnTo>
                <a:lnTo>
                  <a:pt x="1045088" y="1533238"/>
                </a:lnTo>
                <a:close/>
              </a:path>
              <a:path w="1658620" h="2169159">
                <a:moveTo>
                  <a:pt x="1130546" y="1454569"/>
                </a:moveTo>
                <a:lnTo>
                  <a:pt x="1107371" y="1462019"/>
                </a:lnTo>
                <a:lnTo>
                  <a:pt x="1088167" y="1478360"/>
                </a:lnTo>
                <a:lnTo>
                  <a:pt x="1044109" y="1534368"/>
                </a:lnTo>
                <a:lnTo>
                  <a:pt x="1045088" y="1533238"/>
                </a:lnTo>
                <a:lnTo>
                  <a:pt x="1199427" y="1533238"/>
                </a:lnTo>
                <a:lnTo>
                  <a:pt x="1201127" y="1510091"/>
                </a:lnTo>
                <a:lnTo>
                  <a:pt x="1193677" y="1486916"/>
                </a:lnTo>
                <a:lnTo>
                  <a:pt x="1177336" y="1467712"/>
                </a:lnTo>
                <a:lnTo>
                  <a:pt x="1154824" y="1456352"/>
                </a:lnTo>
                <a:lnTo>
                  <a:pt x="1130546" y="1454569"/>
                </a:lnTo>
                <a:close/>
              </a:path>
              <a:path w="1658620" h="2169159">
                <a:moveTo>
                  <a:pt x="1487642" y="1011546"/>
                </a:moveTo>
                <a:lnTo>
                  <a:pt x="1351650" y="1011546"/>
                </a:lnTo>
                <a:lnTo>
                  <a:pt x="1350683" y="1013921"/>
                </a:lnTo>
                <a:lnTo>
                  <a:pt x="1333413" y="1053835"/>
                </a:lnTo>
                <a:lnTo>
                  <a:pt x="1328208" y="1078508"/>
                </a:lnTo>
                <a:lnTo>
                  <a:pt x="1332711" y="1102431"/>
                </a:lnTo>
                <a:lnTo>
                  <a:pt x="1345856" y="1122920"/>
                </a:lnTo>
                <a:lnTo>
                  <a:pt x="1366577" y="1137290"/>
                </a:lnTo>
                <a:lnTo>
                  <a:pt x="1391249" y="1142495"/>
                </a:lnTo>
                <a:lnTo>
                  <a:pt x="1415173" y="1137992"/>
                </a:lnTo>
                <a:lnTo>
                  <a:pt x="1435662" y="1124847"/>
                </a:lnTo>
                <a:lnTo>
                  <a:pt x="1450032" y="1104126"/>
                </a:lnTo>
                <a:lnTo>
                  <a:pt x="1468776" y="1060658"/>
                </a:lnTo>
                <a:lnTo>
                  <a:pt x="1487642" y="1011546"/>
                </a:lnTo>
                <a:close/>
              </a:path>
              <a:path w="1658620" h="2169159">
                <a:moveTo>
                  <a:pt x="1351143" y="1012723"/>
                </a:moveTo>
                <a:lnTo>
                  <a:pt x="1350626" y="1013921"/>
                </a:lnTo>
                <a:lnTo>
                  <a:pt x="1351143" y="1012723"/>
                </a:lnTo>
                <a:close/>
              </a:path>
              <a:path w="1658620" h="2169159">
                <a:moveTo>
                  <a:pt x="1351650" y="1011546"/>
                </a:moveTo>
                <a:lnTo>
                  <a:pt x="1351143" y="1012723"/>
                </a:lnTo>
                <a:lnTo>
                  <a:pt x="1350683" y="1013921"/>
                </a:lnTo>
                <a:lnTo>
                  <a:pt x="1351650" y="1011546"/>
                </a:lnTo>
                <a:close/>
              </a:path>
              <a:path w="1658620" h="2169159">
                <a:moveTo>
                  <a:pt x="1518548" y="925885"/>
                </a:moveTo>
                <a:lnTo>
                  <a:pt x="1384499" y="925885"/>
                </a:lnTo>
                <a:lnTo>
                  <a:pt x="1383639" y="928265"/>
                </a:lnTo>
                <a:lnTo>
                  <a:pt x="1351143" y="1012723"/>
                </a:lnTo>
                <a:lnTo>
                  <a:pt x="1351650" y="1011546"/>
                </a:lnTo>
                <a:lnTo>
                  <a:pt x="1487642" y="1011546"/>
                </a:lnTo>
                <a:lnTo>
                  <a:pt x="1503507" y="970245"/>
                </a:lnTo>
                <a:lnTo>
                  <a:pt x="1518548" y="925885"/>
                </a:lnTo>
                <a:close/>
              </a:path>
              <a:path w="1658620" h="2169159">
                <a:moveTo>
                  <a:pt x="1384049" y="927058"/>
                </a:moveTo>
                <a:lnTo>
                  <a:pt x="1383585" y="928265"/>
                </a:lnTo>
                <a:lnTo>
                  <a:pt x="1384049" y="927058"/>
                </a:lnTo>
                <a:close/>
              </a:path>
              <a:path w="1658620" h="2169159">
                <a:moveTo>
                  <a:pt x="1384499" y="925885"/>
                </a:moveTo>
                <a:lnTo>
                  <a:pt x="1384049" y="927058"/>
                </a:lnTo>
                <a:lnTo>
                  <a:pt x="1383639" y="928265"/>
                </a:lnTo>
                <a:lnTo>
                  <a:pt x="1384499" y="925885"/>
                </a:lnTo>
                <a:close/>
              </a:path>
              <a:path w="1658620" h="2169159">
                <a:moveTo>
                  <a:pt x="1546690" y="837825"/>
                </a:moveTo>
                <a:lnTo>
                  <a:pt x="1414305" y="837825"/>
                </a:lnTo>
                <a:lnTo>
                  <a:pt x="1413548" y="840209"/>
                </a:lnTo>
                <a:lnTo>
                  <a:pt x="1384049" y="927058"/>
                </a:lnTo>
                <a:lnTo>
                  <a:pt x="1384499" y="925885"/>
                </a:lnTo>
                <a:lnTo>
                  <a:pt x="1518548" y="925885"/>
                </a:lnTo>
                <a:lnTo>
                  <a:pt x="1534980" y="877422"/>
                </a:lnTo>
                <a:lnTo>
                  <a:pt x="1546690" y="837825"/>
                </a:lnTo>
                <a:close/>
              </a:path>
              <a:path w="1658620" h="2169159">
                <a:moveTo>
                  <a:pt x="1413898" y="839024"/>
                </a:moveTo>
                <a:lnTo>
                  <a:pt x="1413496" y="840209"/>
                </a:lnTo>
                <a:lnTo>
                  <a:pt x="1413898" y="839024"/>
                </a:lnTo>
                <a:close/>
              </a:path>
              <a:path w="1658620" h="2169159">
                <a:moveTo>
                  <a:pt x="1414305" y="837825"/>
                </a:moveTo>
                <a:lnTo>
                  <a:pt x="1413898" y="839024"/>
                </a:lnTo>
                <a:lnTo>
                  <a:pt x="1413548" y="840209"/>
                </a:lnTo>
                <a:lnTo>
                  <a:pt x="1414305" y="837825"/>
                </a:lnTo>
                <a:close/>
              </a:path>
              <a:path w="1658620" h="2169159">
                <a:moveTo>
                  <a:pt x="1571941" y="747491"/>
                </a:moveTo>
                <a:lnTo>
                  <a:pt x="1440967" y="747491"/>
                </a:lnTo>
                <a:lnTo>
                  <a:pt x="1440310" y="749879"/>
                </a:lnTo>
                <a:lnTo>
                  <a:pt x="1413898" y="839024"/>
                </a:lnTo>
                <a:lnTo>
                  <a:pt x="1414305" y="837825"/>
                </a:lnTo>
                <a:lnTo>
                  <a:pt x="1546690" y="837825"/>
                </a:lnTo>
                <a:lnTo>
                  <a:pt x="1563104" y="782318"/>
                </a:lnTo>
                <a:lnTo>
                  <a:pt x="1571941" y="747491"/>
                </a:lnTo>
                <a:close/>
              </a:path>
              <a:path w="1658620" h="2169159">
                <a:moveTo>
                  <a:pt x="1440610" y="748699"/>
                </a:moveTo>
                <a:lnTo>
                  <a:pt x="1440261" y="749879"/>
                </a:lnTo>
                <a:lnTo>
                  <a:pt x="1440610" y="748699"/>
                </a:lnTo>
                <a:close/>
              </a:path>
              <a:path w="1658620" h="2169159">
                <a:moveTo>
                  <a:pt x="1440967" y="747491"/>
                </a:moveTo>
                <a:lnTo>
                  <a:pt x="1440610" y="748699"/>
                </a:lnTo>
                <a:lnTo>
                  <a:pt x="1440310" y="749879"/>
                </a:lnTo>
                <a:lnTo>
                  <a:pt x="1440967" y="747491"/>
                </a:lnTo>
                <a:close/>
              </a:path>
              <a:path w="1658620" h="2169159">
                <a:moveTo>
                  <a:pt x="1504212" y="655740"/>
                </a:moveTo>
                <a:lnTo>
                  <a:pt x="1481301" y="663966"/>
                </a:lnTo>
                <a:lnTo>
                  <a:pt x="1463146" y="680183"/>
                </a:lnTo>
                <a:lnTo>
                  <a:pt x="1452229" y="702913"/>
                </a:lnTo>
                <a:lnTo>
                  <a:pt x="1440610" y="748699"/>
                </a:lnTo>
                <a:lnTo>
                  <a:pt x="1440967" y="747491"/>
                </a:lnTo>
                <a:lnTo>
                  <a:pt x="1571941" y="747491"/>
                </a:lnTo>
                <a:lnTo>
                  <a:pt x="1575327" y="734151"/>
                </a:lnTo>
                <a:lnTo>
                  <a:pt x="1576570" y="708966"/>
                </a:lnTo>
                <a:lnTo>
                  <a:pt x="1568344" y="686054"/>
                </a:lnTo>
                <a:lnTo>
                  <a:pt x="1552127" y="667899"/>
                </a:lnTo>
                <a:lnTo>
                  <a:pt x="1529397" y="656983"/>
                </a:lnTo>
                <a:lnTo>
                  <a:pt x="1504212" y="655740"/>
                </a:lnTo>
                <a:close/>
              </a:path>
              <a:path w="1658620" h="2169159">
                <a:moveTo>
                  <a:pt x="1656365" y="164938"/>
                </a:moveTo>
                <a:lnTo>
                  <a:pt x="1529388" y="164938"/>
                </a:lnTo>
                <a:lnTo>
                  <a:pt x="1529297" y="167350"/>
                </a:lnTo>
                <a:lnTo>
                  <a:pt x="1526617" y="213527"/>
                </a:lnTo>
                <a:lnTo>
                  <a:pt x="1542629" y="259415"/>
                </a:lnTo>
                <a:lnTo>
                  <a:pt x="1586398" y="280540"/>
                </a:lnTo>
                <a:lnTo>
                  <a:pt x="1611360" y="276965"/>
                </a:lnTo>
                <a:lnTo>
                  <a:pt x="1632286" y="264528"/>
                </a:lnTo>
                <a:lnTo>
                  <a:pt x="1647022" y="245151"/>
                </a:lnTo>
                <a:lnTo>
                  <a:pt x="1653411" y="220759"/>
                </a:lnTo>
                <a:lnTo>
                  <a:pt x="1656251" y="170964"/>
                </a:lnTo>
                <a:lnTo>
                  <a:pt x="1656365" y="164938"/>
                </a:lnTo>
                <a:close/>
              </a:path>
              <a:path w="1658620" h="2169159">
                <a:moveTo>
                  <a:pt x="1529320" y="166139"/>
                </a:moveTo>
                <a:lnTo>
                  <a:pt x="1529251" y="167350"/>
                </a:lnTo>
                <a:lnTo>
                  <a:pt x="1529320" y="166139"/>
                </a:lnTo>
                <a:close/>
              </a:path>
              <a:path w="1658620" h="2169159">
                <a:moveTo>
                  <a:pt x="1595982" y="0"/>
                </a:moveTo>
                <a:lnTo>
                  <a:pt x="1550736" y="17743"/>
                </a:lnTo>
                <a:lnTo>
                  <a:pt x="1531289" y="62284"/>
                </a:lnTo>
                <a:lnTo>
                  <a:pt x="1529320" y="166139"/>
                </a:lnTo>
                <a:lnTo>
                  <a:pt x="1529388" y="164938"/>
                </a:lnTo>
                <a:lnTo>
                  <a:pt x="1656365" y="164938"/>
                </a:lnTo>
                <a:lnTo>
                  <a:pt x="1658266" y="64692"/>
                </a:lnTo>
                <a:lnTo>
                  <a:pt x="1653745" y="39884"/>
                </a:lnTo>
                <a:lnTo>
                  <a:pt x="1640522" y="19446"/>
                </a:lnTo>
                <a:lnTo>
                  <a:pt x="1620600" y="5457"/>
                </a:lnTo>
                <a:lnTo>
                  <a:pt x="1595982" y="0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94615" rIns="0" bIns="0" rtlCol="0">
            <a:spAutoFit/>
          </a:bodyPr>
          <a:lstStyle/>
          <a:p>
            <a:pPr marL="2561590">
              <a:lnSpc>
                <a:spcPct val="100000"/>
              </a:lnSpc>
              <a:spcBef>
                <a:spcPts val="745"/>
              </a:spcBef>
            </a:pPr>
            <a:r>
              <a:rPr dirty="0"/>
              <a:t>User</a:t>
            </a:r>
            <a:r>
              <a:rPr spc="-35" dirty="0"/>
              <a:t> </a:t>
            </a:r>
            <a:r>
              <a:rPr spc="-5" dirty="0"/>
              <a:t>Needs</a:t>
            </a:r>
          </a:p>
          <a:p>
            <a:pPr marL="2561590" marR="5080">
              <a:lnSpc>
                <a:spcPts val="3000"/>
              </a:lnSpc>
              <a:spcBef>
                <a:spcPts val="1050"/>
              </a:spcBef>
            </a:pPr>
            <a:r>
              <a:rPr spc="-15" dirty="0"/>
              <a:t>Personas,</a:t>
            </a:r>
            <a:r>
              <a:rPr spc="-10" dirty="0"/>
              <a:t> </a:t>
            </a:r>
            <a:r>
              <a:rPr spc="-15" dirty="0"/>
              <a:t>Customer</a:t>
            </a:r>
            <a:r>
              <a:rPr spc="-10" dirty="0"/>
              <a:t> Journeys</a:t>
            </a:r>
            <a:r>
              <a:rPr spc="-5" dirty="0"/>
              <a:t> and </a:t>
            </a:r>
            <a:r>
              <a:rPr spc="-620" dirty="0"/>
              <a:t> </a:t>
            </a:r>
            <a:r>
              <a:rPr spc="-10" dirty="0"/>
              <a:t>Customer</a:t>
            </a:r>
            <a:r>
              <a:rPr spc="-5" dirty="0"/>
              <a:t> Scenarios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3414221" y="2987547"/>
            <a:ext cx="4467225" cy="833119"/>
          </a:xfrm>
          <a:prstGeom prst="rect">
            <a:avLst/>
          </a:prstGeom>
        </p:spPr>
        <p:txBody>
          <a:bodyPr vert="horz" wrap="square" lIns="0" tIns="63500" rIns="0" bIns="0" rtlCol="0">
            <a:spAutoFit/>
          </a:bodyPr>
          <a:lstStyle/>
          <a:p>
            <a:pPr marL="12700" marR="5080">
              <a:lnSpc>
                <a:spcPts val="3000"/>
              </a:lnSpc>
              <a:spcBef>
                <a:spcPts val="500"/>
              </a:spcBef>
            </a:pPr>
            <a:r>
              <a:rPr sz="2800" spc="-15" dirty="0">
                <a:latin typeface="Calibri"/>
                <a:cs typeface="Calibri"/>
              </a:rPr>
              <a:t>Requirements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– </a:t>
            </a:r>
            <a:r>
              <a:rPr sz="2800" spc="-5" dirty="0">
                <a:latin typeface="Calibri"/>
                <a:cs typeface="Calibri"/>
              </a:rPr>
              <a:t>functional</a:t>
            </a:r>
            <a:r>
              <a:rPr sz="2800" spc="-1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and </a:t>
            </a:r>
            <a:r>
              <a:rPr sz="2800" spc="-62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usability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414221" y="4398771"/>
            <a:ext cx="4747895" cy="1214120"/>
          </a:xfrm>
          <a:prstGeom prst="rect">
            <a:avLst/>
          </a:prstGeom>
        </p:spPr>
        <p:txBody>
          <a:bodyPr vert="horz" wrap="square" lIns="0" tIns="63500" rIns="0" bIns="0" rtlCol="0">
            <a:spAutoFit/>
          </a:bodyPr>
          <a:lstStyle/>
          <a:p>
            <a:pPr marL="12700" marR="5080">
              <a:lnSpc>
                <a:spcPts val="3000"/>
              </a:lnSpc>
              <a:spcBef>
                <a:spcPts val="500"/>
              </a:spcBef>
            </a:pPr>
            <a:r>
              <a:rPr sz="2800" spc="-5" dirty="0">
                <a:latin typeface="Calibri"/>
                <a:cs typeface="Calibri"/>
              </a:rPr>
              <a:t>Document and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then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use</a:t>
            </a:r>
            <a:r>
              <a:rPr sz="2800" spc="-1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this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as </a:t>
            </a:r>
            <a:r>
              <a:rPr sz="2800" dirty="0">
                <a:latin typeface="Calibri"/>
                <a:cs typeface="Calibri"/>
              </a:rPr>
              <a:t> the </a:t>
            </a:r>
            <a:r>
              <a:rPr sz="2800" b="1" i="1" spc="-5" dirty="0">
                <a:latin typeface="Calibri"/>
                <a:cs typeface="Calibri"/>
              </a:rPr>
              <a:t>basis upon which </a:t>
            </a:r>
            <a:r>
              <a:rPr sz="2800" b="1" i="1" spc="-15" dirty="0">
                <a:latin typeface="Calibri"/>
                <a:cs typeface="Calibri"/>
              </a:rPr>
              <a:t>to </a:t>
            </a:r>
            <a:r>
              <a:rPr sz="2800" b="1" i="1" spc="-10" dirty="0">
                <a:latin typeface="Calibri"/>
                <a:cs typeface="Calibri"/>
              </a:rPr>
              <a:t>develop </a:t>
            </a:r>
            <a:r>
              <a:rPr sz="2800" b="1" i="1" spc="-620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the</a:t>
            </a:r>
            <a:r>
              <a:rPr sz="2800" b="1" i="1" spc="-5" dirty="0">
                <a:latin typeface="Calibri"/>
                <a:cs typeface="Calibri"/>
              </a:rPr>
              <a:t> </a:t>
            </a:r>
            <a:r>
              <a:rPr sz="2800" b="1" i="1" spc="-10" dirty="0">
                <a:latin typeface="Calibri"/>
                <a:cs typeface="Calibri"/>
              </a:rPr>
              <a:t>rest</a:t>
            </a:r>
            <a:r>
              <a:rPr sz="2800" b="1" i="1" spc="5" dirty="0">
                <a:latin typeface="Calibri"/>
                <a:cs typeface="Calibri"/>
              </a:rPr>
              <a:t> </a:t>
            </a:r>
            <a:r>
              <a:rPr sz="2800" b="1" i="1" spc="-5" dirty="0">
                <a:latin typeface="Calibri"/>
                <a:cs typeface="Calibri"/>
              </a:rPr>
              <a:t>of</a:t>
            </a:r>
            <a:r>
              <a:rPr sz="2800" b="1" i="1" dirty="0">
                <a:latin typeface="Calibri"/>
                <a:cs typeface="Calibri"/>
              </a:rPr>
              <a:t> the </a:t>
            </a:r>
            <a:r>
              <a:rPr sz="2800" b="1" i="1" spc="-5" dirty="0">
                <a:latin typeface="Calibri"/>
                <a:cs typeface="Calibri"/>
              </a:rPr>
              <a:t>UX</a:t>
            </a:r>
            <a:r>
              <a:rPr sz="2800" b="1" i="1" spc="-20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for</a:t>
            </a:r>
            <a:r>
              <a:rPr sz="2800" spc="-5" dirty="0">
                <a:latin typeface="Calibri"/>
                <a:cs typeface="Calibri"/>
              </a:rPr>
              <a:t> the</a:t>
            </a:r>
            <a:r>
              <a:rPr sz="2800" spc="-10" dirty="0">
                <a:latin typeface="Calibri"/>
                <a:cs typeface="Calibri"/>
              </a:rPr>
              <a:t> site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7D908A-A9D9-4B81-7691-7DF14ADA20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43399" y="838200"/>
            <a:ext cx="3935555" cy="1574799"/>
          </a:xfrm>
        </p:spPr>
        <p:txBody>
          <a:bodyPr/>
          <a:lstStyle/>
          <a:p>
            <a:r>
              <a:rPr lang="en-GB" dirty="0"/>
              <a:t>Referencing 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D2F4A5-73D3-9B9E-B0C2-63766BFAFF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05200" y="2819400"/>
            <a:ext cx="4700730" cy="2150744"/>
          </a:xfrm>
        </p:spPr>
        <p:txBody>
          <a:bodyPr/>
          <a:lstStyle/>
          <a:p>
            <a:pPr marL="0" indent="0">
              <a:buNone/>
            </a:pPr>
            <a:r>
              <a:rPr lang="en-GB" dirty="0"/>
              <a:t>Chapter 3 in The Elements of User Experience: User-</a:t>
            </a:r>
            <a:r>
              <a:rPr lang="en-GB" dirty="0" err="1"/>
              <a:t>Centered</a:t>
            </a:r>
            <a:r>
              <a:rPr lang="en-GB" dirty="0"/>
              <a:t> Design for the Web and Beyond book by Jesse James Garrett</a:t>
            </a:r>
          </a:p>
        </p:txBody>
      </p:sp>
    </p:spTree>
    <p:extLst>
      <p:ext uri="{BB962C8B-B14F-4D97-AF65-F5344CB8AC3E}">
        <p14:creationId xmlns:p14="http://schemas.microsoft.com/office/powerpoint/2010/main" val="8974770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2057</TotalTime>
  <Words>1400</Words>
  <Application>Microsoft Macintosh PowerPoint</Application>
  <PresentationFormat>On-screen Show (4:3)</PresentationFormat>
  <Paragraphs>104</Paragraphs>
  <Slides>23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30" baseType="lpstr">
      <vt:lpstr>Aptos</vt:lpstr>
      <vt:lpstr>Arial</vt:lpstr>
      <vt:lpstr>Arial MT</vt:lpstr>
      <vt:lpstr>Calibri</vt:lpstr>
      <vt:lpstr>Calibri Light</vt:lpstr>
      <vt:lpstr>Google Sans</vt:lpstr>
      <vt:lpstr>Office Theme</vt:lpstr>
      <vt:lpstr>User Needs</vt:lpstr>
      <vt:lpstr>PowerPoint Presentation</vt:lpstr>
      <vt:lpstr>PowerPoint Presentation</vt:lpstr>
      <vt:lpstr>The Strategy Layer</vt:lpstr>
      <vt:lpstr>User/Customer Segmentation</vt:lpstr>
      <vt:lpstr>PowerPoint Presentation</vt:lpstr>
      <vt:lpstr>Personas</vt:lpstr>
      <vt:lpstr>Personas</vt:lpstr>
      <vt:lpstr>Personas</vt:lpstr>
      <vt:lpstr>Start or end with giving your persona a name.  The detailed stages are:</vt:lpstr>
      <vt:lpstr>Use personas to feed into the rest of the design process.  Specifically, to do the following:</vt:lpstr>
      <vt:lpstr>PowerPoint Presentation</vt:lpstr>
      <vt:lpstr>Customer scenarios (customer  journeys) are developed for  different personas.</vt:lpstr>
      <vt:lpstr>Customer  Lifecycle</vt:lpstr>
      <vt:lpstr>Acquisition - step focuses on acquiring a new customer by offering a product or service which satisfies the customer needs. If the customer is satisfied, he or she can be nurtured to good customer loyalty.   Development - is where in the customer is educated about all the benefits of being a customer. This is more of a bonding phase between the company, the product and the customer.   Commitment - is a process where the company is committed to offering the benefits and value that the customer seeks. This helps build a strong trust with the company and its product.   Retention - is one of the most important steps especially in a competitive market. Customer loyalty is largely driven by incentives and perks given to customers who are willing to stay loyal towards a particular company.        </vt:lpstr>
      <vt:lpstr>Different Customer scenarios can be developed  for each persona:</vt:lpstr>
      <vt:lpstr>Scenarios should be developed for each persona.</vt:lpstr>
      <vt:lpstr>PowerPoint Presentation</vt:lpstr>
      <vt:lpstr>PowerPoint Presentation</vt:lpstr>
      <vt:lpstr>Exercise (10-15 Minutes)</vt:lpstr>
      <vt:lpstr>Site Objectives</vt:lpstr>
      <vt:lpstr>User Needs Personas, Customer Journeys and  Customer Scenarios</vt:lpstr>
      <vt:lpstr>Referencing 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User Needs</dc:title>
  <cp:lastModifiedBy>Bassma Al-Jubouri</cp:lastModifiedBy>
  <cp:revision>3</cp:revision>
  <dcterms:created xsi:type="dcterms:W3CDTF">2024-02-18T16:02:45Z</dcterms:created>
  <dcterms:modified xsi:type="dcterms:W3CDTF">2025-04-02T13:56:58Z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2023-02-19T00:00:00Z</vt:filetime>
  </property>
  <property fmtid="{D5CDD505-2E9C-101B-9397-08002B2CF9AE}" pid="3" name="LastSaved">
    <vt:filetime>2024-02-18T00:00:00Z</vt:filetime>
  </property>
</Properties>
</file>