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8"/>
  </p:notesMasterIdLst>
  <p:sldIdLst>
    <p:sldId id="256" r:id="rId2"/>
    <p:sldId id="319" r:id="rId3"/>
    <p:sldId id="288" r:id="rId4"/>
    <p:sldId id="287" r:id="rId5"/>
    <p:sldId id="343" r:id="rId6"/>
    <p:sldId id="344" r:id="rId7"/>
    <p:sldId id="342" r:id="rId8"/>
    <p:sldId id="345" r:id="rId9"/>
    <p:sldId id="280" r:id="rId10"/>
    <p:sldId id="347" r:id="rId11"/>
    <p:sldId id="346" r:id="rId12"/>
    <p:sldId id="348" r:id="rId13"/>
    <p:sldId id="349" r:id="rId14"/>
    <p:sldId id="350" r:id="rId15"/>
    <p:sldId id="351" r:id="rId16"/>
    <p:sldId id="353" r:id="rId17"/>
    <p:sldId id="352" r:id="rId18"/>
    <p:sldId id="327" r:id="rId19"/>
    <p:sldId id="354" r:id="rId20"/>
    <p:sldId id="356" r:id="rId21"/>
    <p:sldId id="355" r:id="rId22"/>
    <p:sldId id="357" r:id="rId23"/>
    <p:sldId id="358" r:id="rId24"/>
    <p:sldId id="359" r:id="rId25"/>
    <p:sldId id="360" r:id="rId26"/>
    <p:sldId id="316" r:id="rId27"/>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89731E-5FB2-425B-BA56-0D8214BAC8BA}" v="93" dt="2024-02-18T01:32:07.7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91"/>
    <p:restoredTop sz="84746" autoAdjust="0"/>
  </p:normalViewPr>
  <p:slideViewPr>
    <p:cSldViewPr>
      <p:cViewPr varScale="1">
        <p:scale>
          <a:sx n="90" d="100"/>
          <a:sy n="90" d="100"/>
        </p:scale>
        <p:origin x="664" y="1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2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A9538C26-934E-463C-9866-94E924CCB149}"/>
    <pc:docChg chg="undo custSel modSld">
      <pc:chgData name="Alec Wells" userId="527ade61401a42c1" providerId="LiveId" clId="{A9538C26-934E-463C-9866-94E924CCB149}" dt="2024-02-04T23:34:49.366" v="193" actId="20577"/>
      <pc:docMkLst>
        <pc:docMk/>
      </pc:docMkLst>
      <pc:sldChg chg="modSp mod">
        <pc:chgData name="Alec Wells" userId="527ade61401a42c1" providerId="LiveId" clId="{A9538C26-934E-463C-9866-94E924CCB149}" dt="2024-02-04T23:15:35.338" v="78" actId="20577"/>
        <pc:sldMkLst>
          <pc:docMk/>
          <pc:sldMk cId="0" sldId="275"/>
        </pc:sldMkLst>
        <pc:spChg chg="mod">
          <ac:chgData name="Alec Wells" userId="527ade61401a42c1" providerId="LiveId" clId="{A9538C26-934E-463C-9866-94E924CCB149}" dt="2024-02-04T23:15:35.338" v="78" actId="20577"/>
          <ac:spMkLst>
            <pc:docMk/>
            <pc:sldMk cId="0" sldId="275"/>
            <ac:spMk id="5123" creationId="{8A828AB5-4322-803C-0D20-8A3CC519681F}"/>
          </ac:spMkLst>
        </pc:spChg>
      </pc:sldChg>
      <pc:sldChg chg="modSp mod">
        <pc:chgData name="Alec Wells" userId="527ade61401a42c1" providerId="LiveId" clId="{A9538C26-934E-463C-9866-94E924CCB149}" dt="2024-02-04T23:21:41.600" v="80" actId="20577"/>
        <pc:sldMkLst>
          <pc:docMk/>
          <pc:sldMk cId="0" sldId="278"/>
        </pc:sldMkLst>
        <pc:spChg chg="mod">
          <ac:chgData name="Alec Wells" userId="527ade61401a42c1" providerId="LiveId" clId="{A9538C26-934E-463C-9866-94E924CCB149}" dt="2024-02-04T23:21:41.600" v="80" actId="20577"/>
          <ac:spMkLst>
            <pc:docMk/>
            <pc:sldMk cId="0" sldId="278"/>
            <ac:spMk id="13315" creationId="{892F6EC5-4AE6-C49F-C559-4F05855EB0AF}"/>
          </ac:spMkLst>
        </pc:spChg>
      </pc:sldChg>
      <pc:sldChg chg="modSp mod">
        <pc:chgData name="Alec Wells" userId="527ade61401a42c1" providerId="LiveId" clId="{A9538C26-934E-463C-9866-94E924CCB149}" dt="2024-02-04T23:24:45.445" v="82" actId="20577"/>
        <pc:sldMkLst>
          <pc:docMk/>
          <pc:sldMk cId="0" sldId="279"/>
        </pc:sldMkLst>
        <pc:spChg chg="mod">
          <ac:chgData name="Alec Wells" userId="527ade61401a42c1" providerId="LiveId" clId="{A9538C26-934E-463C-9866-94E924CCB149}" dt="2024-02-04T23:24:45.445" v="82" actId="20577"/>
          <ac:spMkLst>
            <pc:docMk/>
            <pc:sldMk cId="0" sldId="279"/>
            <ac:spMk id="15363" creationId="{3CDC1BB5-DC4F-E73A-E326-8FC3DC840E20}"/>
          </ac:spMkLst>
        </pc:spChg>
      </pc:sldChg>
      <pc:sldChg chg="modSp mod">
        <pc:chgData name="Alec Wells" userId="527ade61401a42c1" providerId="LiveId" clId="{A9538C26-934E-463C-9866-94E924CCB149}" dt="2024-02-04T23:25:54.904" v="84" actId="20577"/>
        <pc:sldMkLst>
          <pc:docMk/>
          <pc:sldMk cId="0" sldId="280"/>
        </pc:sldMkLst>
        <pc:spChg chg="mod">
          <ac:chgData name="Alec Wells" userId="527ade61401a42c1" providerId="LiveId" clId="{A9538C26-934E-463C-9866-94E924CCB149}" dt="2024-02-04T23:25:54.904" v="84" actId="20577"/>
          <ac:spMkLst>
            <pc:docMk/>
            <pc:sldMk cId="0" sldId="280"/>
            <ac:spMk id="16387" creationId="{81342D44-74E1-97A4-8589-796867BFD118}"/>
          </ac:spMkLst>
        </pc:spChg>
      </pc:sldChg>
      <pc:sldChg chg="modSp mod">
        <pc:chgData name="Alec Wells" userId="527ade61401a42c1" providerId="LiveId" clId="{A9538C26-934E-463C-9866-94E924CCB149}" dt="2024-02-04T23:30:28.298" v="139"/>
        <pc:sldMkLst>
          <pc:docMk/>
          <pc:sldMk cId="0" sldId="299"/>
        </pc:sldMkLst>
        <pc:spChg chg="mod">
          <ac:chgData name="Alec Wells" userId="527ade61401a42c1" providerId="LiveId" clId="{A9538C26-934E-463C-9866-94E924CCB149}" dt="2024-02-04T23:30:28.298" v="139"/>
          <ac:spMkLst>
            <pc:docMk/>
            <pc:sldMk cId="0" sldId="299"/>
            <ac:spMk id="19459" creationId="{F9524D05-EA0A-01DE-41AA-61C48B5219D6}"/>
          </ac:spMkLst>
        </pc:spChg>
      </pc:sldChg>
      <pc:sldChg chg="modSp modAnim">
        <pc:chgData name="Alec Wells" userId="527ade61401a42c1" providerId="LiveId" clId="{A9538C26-934E-463C-9866-94E924CCB149}" dt="2024-02-04T23:34:13.069" v="176" actId="20577"/>
        <pc:sldMkLst>
          <pc:docMk/>
          <pc:sldMk cId="0" sldId="311"/>
        </pc:sldMkLst>
        <pc:spChg chg="mod">
          <ac:chgData name="Alec Wells" userId="527ade61401a42c1" providerId="LiveId" clId="{A9538C26-934E-463C-9866-94E924CCB149}" dt="2024-02-04T23:34:13.069" v="176" actId="20577"/>
          <ac:spMkLst>
            <pc:docMk/>
            <pc:sldMk cId="0" sldId="311"/>
            <ac:spMk id="71683" creationId="{1C0AB33C-93C0-4EBF-38CC-89665315011A}"/>
          </ac:spMkLst>
        </pc:spChg>
      </pc:sldChg>
      <pc:sldChg chg="modSp modAnim">
        <pc:chgData name="Alec Wells" userId="527ade61401a42c1" providerId="LiveId" clId="{A9538C26-934E-463C-9866-94E924CCB149}" dt="2024-02-04T23:32:21.687" v="159" actId="20577"/>
        <pc:sldMkLst>
          <pc:docMk/>
          <pc:sldMk cId="0" sldId="312"/>
        </pc:sldMkLst>
        <pc:spChg chg="mod">
          <ac:chgData name="Alec Wells" userId="527ade61401a42c1" providerId="LiveId" clId="{A9538C26-934E-463C-9866-94E924CCB149}" dt="2024-02-04T23:32:21.687" v="159" actId="20577"/>
          <ac:spMkLst>
            <pc:docMk/>
            <pc:sldMk cId="0" sldId="312"/>
            <ac:spMk id="72707" creationId="{E203CAC6-2918-6484-E950-2E2A951BA4A0}"/>
          </ac:spMkLst>
        </pc:spChg>
      </pc:sldChg>
      <pc:sldChg chg="modSp modAnim">
        <pc:chgData name="Alec Wells" userId="527ade61401a42c1" providerId="LiveId" clId="{A9538C26-934E-463C-9866-94E924CCB149}" dt="2024-02-04T23:34:49.366" v="193" actId="20577"/>
        <pc:sldMkLst>
          <pc:docMk/>
          <pc:sldMk cId="0" sldId="313"/>
        </pc:sldMkLst>
        <pc:spChg chg="mod">
          <ac:chgData name="Alec Wells" userId="527ade61401a42c1" providerId="LiveId" clId="{A9538C26-934E-463C-9866-94E924CCB149}" dt="2024-02-04T23:34:49.366" v="193" actId="20577"/>
          <ac:spMkLst>
            <pc:docMk/>
            <pc:sldMk cId="0" sldId="313"/>
            <ac:spMk id="73731" creationId="{AE623F94-62CE-3522-785B-870B1FD22FB0}"/>
          </ac:spMkLst>
        </pc:spChg>
      </pc:sldChg>
    </pc:docChg>
  </pc:docChgLst>
  <pc:docChgLst>
    <pc:chgData name="Alec Wells" userId="527ade61401a42c1" providerId="LiveId" clId="{D189731E-5FB2-425B-BA56-0D8214BAC8BA}"/>
    <pc:docChg chg="undo redo custSel addSld delSld modSld sldOrd">
      <pc:chgData name="Alec Wells" userId="527ade61401a42c1" providerId="LiveId" clId="{D189731E-5FB2-425B-BA56-0D8214BAC8BA}" dt="2024-02-18T23:56:12.609" v="5487" actId="20577"/>
      <pc:docMkLst>
        <pc:docMk/>
      </pc:docMkLst>
      <pc:sldChg chg="modSp mod">
        <pc:chgData name="Alec Wells" userId="527ade61401a42c1" providerId="LiveId" clId="{D189731E-5FB2-425B-BA56-0D8214BAC8BA}" dt="2024-02-17T17:55:07.026" v="3213" actId="20577"/>
        <pc:sldMkLst>
          <pc:docMk/>
          <pc:sldMk cId="0" sldId="256"/>
        </pc:sldMkLst>
        <pc:spChg chg="mod">
          <ac:chgData name="Alec Wells" userId="527ade61401a42c1" providerId="LiveId" clId="{D189731E-5FB2-425B-BA56-0D8214BAC8BA}" dt="2024-02-17T17:55:07.026" v="3213" actId="20577"/>
          <ac:spMkLst>
            <pc:docMk/>
            <pc:sldMk cId="0" sldId="256"/>
            <ac:spMk id="2050" creationId="{CBD22B11-C1DB-B6A6-2EEE-0A845FB70593}"/>
          </ac:spMkLst>
        </pc:spChg>
        <pc:spChg chg="mod">
          <ac:chgData name="Alec Wells" userId="527ade61401a42c1" providerId="LiveId" clId="{D189731E-5FB2-425B-BA56-0D8214BAC8BA}" dt="2024-02-17T16:28:38.240" v="3" actId="20577"/>
          <ac:spMkLst>
            <pc:docMk/>
            <pc:sldMk cId="0" sldId="256"/>
            <ac:spMk id="3075" creationId="{DA12F9B4-B776-2DD3-BE3B-4F6AF00DB9ED}"/>
          </ac:spMkLst>
        </pc:spChg>
      </pc:sldChg>
      <pc:sldChg chg="del">
        <pc:chgData name="Alec Wells" userId="527ade61401a42c1" providerId="LiveId" clId="{D189731E-5FB2-425B-BA56-0D8214BAC8BA}" dt="2024-02-18T01:33:16.800" v="5473" actId="2696"/>
        <pc:sldMkLst>
          <pc:docMk/>
          <pc:sldMk cId="0" sldId="278"/>
        </pc:sldMkLst>
      </pc:sldChg>
      <pc:sldChg chg="del">
        <pc:chgData name="Alec Wells" userId="527ade61401a42c1" providerId="LiveId" clId="{D189731E-5FB2-425B-BA56-0D8214BAC8BA}" dt="2024-02-18T01:33:37.032" v="5474" actId="2696"/>
        <pc:sldMkLst>
          <pc:docMk/>
          <pc:sldMk cId="0" sldId="279"/>
        </pc:sldMkLst>
      </pc:sldChg>
      <pc:sldChg chg="modSp mod">
        <pc:chgData name="Alec Wells" userId="527ade61401a42c1" providerId="LiveId" clId="{D189731E-5FB2-425B-BA56-0D8214BAC8BA}" dt="2024-02-17T17:04:01.767" v="1706" actId="20577"/>
        <pc:sldMkLst>
          <pc:docMk/>
          <pc:sldMk cId="0" sldId="280"/>
        </pc:sldMkLst>
        <pc:spChg chg="mod">
          <ac:chgData name="Alec Wells" userId="527ade61401a42c1" providerId="LiveId" clId="{D189731E-5FB2-425B-BA56-0D8214BAC8BA}" dt="2024-02-17T16:51:41.930" v="905" actId="20577"/>
          <ac:spMkLst>
            <pc:docMk/>
            <pc:sldMk cId="0" sldId="280"/>
            <ac:spMk id="16386" creationId="{CF913AC3-A2EB-60CC-3A60-0C428FF5CB8F}"/>
          </ac:spMkLst>
        </pc:spChg>
        <pc:spChg chg="mod">
          <ac:chgData name="Alec Wells" userId="527ade61401a42c1" providerId="LiveId" clId="{D189731E-5FB2-425B-BA56-0D8214BAC8BA}" dt="2024-02-17T17:04:01.767" v="1706" actId="20577"/>
          <ac:spMkLst>
            <pc:docMk/>
            <pc:sldMk cId="0" sldId="280"/>
            <ac:spMk id="16387" creationId="{81342D44-74E1-97A4-8589-796867BFD118}"/>
          </ac:spMkLst>
        </pc:spChg>
      </pc:sldChg>
      <pc:sldChg chg="modSp mod">
        <pc:chgData name="Alec Wells" userId="527ade61401a42c1" providerId="LiveId" clId="{D189731E-5FB2-425B-BA56-0D8214BAC8BA}" dt="2024-02-17T16:28:44.563" v="11" actId="20577"/>
        <pc:sldMkLst>
          <pc:docMk/>
          <pc:sldMk cId="2823282474" sldId="319"/>
        </pc:sldMkLst>
        <pc:spChg chg="mod">
          <ac:chgData name="Alec Wells" userId="527ade61401a42c1" providerId="LiveId" clId="{D189731E-5FB2-425B-BA56-0D8214BAC8BA}" dt="2024-02-17T16:28:44.563" v="11" actId="20577"/>
          <ac:spMkLst>
            <pc:docMk/>
            <pc:sldMk cId="2823282474" sldId="319"/>
            <ac:spMk id="5122" creationId="{03008CAA-58BB-9816-3370-99195DD15434}"/>
          </ac:spMkLst>
        </pc:spChg>
      </pc:sldChg>
      <pc:sldChg chg="del">
        <pc:chgData name="Alec Wells" userId="527ade61401a42c1" providerId="LiveId" clId="{D189731E-5FB2-425B-BA56-0D8214BAC8BA}" dt="2024-02-17T16:29:03.520" v="12" actId="2696"/>
        <pc:sldMkLst>
          <pc:docMk/>
          <pc:sldMk cId="4058445389" sldId="320"/>
        </pc:sldMkLst>
      </pc:sldChg>
      <pc:sldChg chg="del">
        <pc:chgData name="Alec Wells" userId="527ade61401a42c1" providerId="LiveId" clId="{D189731E-5FB2-425B-BA56-0D8214BAC8BA}" dt="2024-02-17T16:29:03.520" v="12" actId="2696"/>
        <pc:sldMkLst>
          <pc:docMk/>
          <pc:sldMk cId="3207795901" sldId="321"/>
        </pc:sldMkLst>
      </pc:sldChg>
      <pc:sldChg chg="del">
        <pc:chgData name="Alec Wells" userId="527ade61401a42c1" providerId="LiveId" clId="{D189731E-5FB2-425B-BA56-0D8214BAC8BA}" dt="2024-02-17T16:29:13.389" v="13" actId="2696"/>
        <pc:sldMkLst>
          <pc:docMk/>
          <pc:sldMk cId="2344798045" sldId="322"/>
        </pc:sldMkLst>
      </pc:sldChg>
      <pc:sldChg chg="del">
        <pc:chgData name="Alec Wells" userId="527ade61401a42c1" providerId="LiveId" clId="{D189731E-5FB2-425B-BA56-0D8214BAC8BA}" dt="2024-02-17T16:29:13.389" v="13" actId="2696"/>
        <pc:sldMkLst>
          <pc:docMk/>
          <pc:sldMk cId="3268456659" sldId="323"/>
        </pc:sldMkLst>
      </pc:sldChg>
      <pc:sldChg chg="del">
        <pc:chgData name="Alec Wells" userId="527ade61401a42c1" providerId="LiveId" clId="{D189731E-5FB2-425B-BA56-0D8214BAC8BA}" dt="2024-02-17T16:29:24.294" v="15" actId="2696"/>
        <pc:sldMkLst>
          <pc:docMk/>
          <pc:sldMk cId="879616919" sldId="324"/>
        </pc:sldMkLst>
      </pc:sldChg>
      <pc:sldChg chg="del">
        <pc:chgData name="Alec Wells" userId="527ade61401a42c1" providerId="LiveId" clId="{D189731E-5FB2-425B-BA56-0D8214BAC8BA}" dt="2024-02-18T01:33:37.032" v="5474" actId="2696"/>
        <pc:sldMkLst>
          <pc:docMk/>
          <pc:sldMk cId="1391965417" sldId="325"/>
        </pc:sldMkLst>
      </pc:sldChg>
      <pc:sldChg chg="del">
        <pc:chgData name="Alec Wells" userId="527ade61401a42c1" providerId="LiveId" clId="{D189731E-5FB2-425B-BA56-0D8214BAC8BA}" dt="2024-02-18T01:33:37.032" v="5474" actId="2696"/>
        <pc:sldMkLst>
          <pc:docMk/>
          <pc:sldMk cId="3864826509" sldId="326"/>
        </pc:sldMkLst>
      </pc:sldChg>
      <pc:sldChg chg="addSp delSp modSp mod">
        <pc:chgData name="Alec Wells" userId="527ade61401a42c1" providerId="LiveId" clId="{D189731E-5FB2-425B-BA56-0D8214BAC8BA}" dt="2024-02-18T23:56:12.609" v="5487" actId="20577"/>
        <pc:sldMkLst>
          <pc:docMk/>
          <pc:sldMk cId="4158563032" sldId="327"/>
        </pc:sldMkLst>
        <pc:spChg chg="add del mod">
          <ac:chgData name="Alec Wells" userId="527ade61401a42c1" providerId="LiveId" clId="{D189731E-5FB2-425B-BA56-0D8214BAC8BA}" dt="2024-02-18T01:01:50.841" v="4220" actId="478"/>
          <ac:spMkLst>
            <pc:docMk/>
            <pc:sldMk cId="4158563032" sldId="327"/>
            <ac:spMk id="2" creationId="{08842BBE-9D90-35F6-E13D-B2CDE7398F5A}"/>
          </ac:spMkLst>
        </pc:spChg>
        <pc:spChg chg="mod">
          <ac:chgData name="Alec Wells" userId="527ade61401a42c1" providerId="LiveId" clId="{D189731E-5FB2-425B-BA56-0D8214BAC8BA}" dt="2024-02-18T00:49:17.248" v="3275" actId="20577"/>
          <ac:spMkLst>
            <pc:docMk/>
            <pc:sldMk cId="4158563032" sldId="327"/>
            <ac:spMk id="16386" creationId="{E29E18AE-1449-0779-DCE7-EA7099DD2D4C}"/>
          </ac:spMkLst>
        </pc:spChg>
        <pc:spChg chg="mod">
          <ac:chgData name="Alec Wells" userId="527ade61401a42c1" providerId="LiveId" clId="{D189731E-5FB2-425B-BA56-0D8214BAC8BA}" dt="2024-02-18T23:56:12.609" v="5487" actId="20577"/>
          <ac:spMkLst>
            <pc:docMk/>
            <pc:sldMk cId="4158563032" sldId="327"/>
            <ac:spMk id="16387" creationId="{3B778C6F-B7AB-98F2-2F2E-A8DE268E741F}"/>
          </ac:spMkLst>
        </pc:spChg>
      </pc:sldChg>
      <pc:sldChg chg="del">
        <pc:chgData name="Alec Wells" userId="527ade61401a42c1" providerId="LiveId" clId="{D189731E-5FB2-425B-BA56-0D8214BAC8BA}" dt="2024-02-18T01:33:37.032" v="5474" actId="2696"/>
        <pc:sldMkLst>
          <pc:docMk/>
          <pc:sldMk cId="3476552295" sldId="328"/>
        </pc:sldMkLst>
      </pc:sldChg>
      <pc:sldChg chg="del">
        <pc:chgData name="Alec Wells" userId="527ade61401a42c1" providerId="LiveId" clId="{D189731E-5FB2-425B-BA56-0D8214BAC8BA}" dt="2024-02-18T01:33:37.032" v="5474" actId="2696"/>
        <pc:sldMkLst>
          <pc:docMk/>
          <pc:sldMk cId="3344046259" sldId="329"/>
        </pc:sldMkLst>
      </pc:sldChg>
      <pc:sldChg chg="del">
        <pc:chgData name="Alec Wells" userId="527ade61401a42c1" providerId="LiveId" clId="{D189731E-5FB2-425B-BA56-0D8214BAC8BA}" dt="2024-02-18T01:33:37.032" v="5474" actId="2696"/>
        <pc:sldMkLst>
          <pc:docMk/>
          <pc:sldMk cId="87286940" sldId="330"/>
        </pc:sldMkLst>
      </pc:sldChg>
      <pc:sldChg chg="del">
        <pc:chgData name="Alec Wells" userId="527ade61401a42c1" providerId="LiveId" clId="{D189731E-5FB2-425B-BA56-0D8214BAC8BA}" dt="2024-02-18T01:33:37.032" v="5474" actId="2696"/>
        <pc:sldMkLst>
          <pc:docMk/>
          <pc:sldMk cId="974757567" sldId="331"/>
        </pc:sldMkLst>
      </pc:sldChg>
      <pc:sldChg chg="del">
        <pc:chgData name="Alec Wells" userId="527ade61401a42c1" providerId="LiveId" clId="{D189731E-5FB2-425B-BA56-0D8214BAC8BA}" dt="2024-02-18T01:33:37.032" v="5474" actId="2696"/>
        <pc:sldMkLst>
          <pc:docMk/>
          <pc:sldMk cId="1647069856" sldId="332"/>
        </pc:sldMkLst>
      </pc:sldChg>
      <pc:sldChg chg="del">
        <pc:chgData name="Alec Wells" userId="527ade61401a42c1" providerId="LiveId" clId="{D189731E-5FB2-425B-BA56-0D8214BAC8BA}" dt="2024-02-18T01:33:37.032" v="5474" actId="2696"/>
        <pc:sldMkLst>
          <pc:docMk/>
          <pc:sldMk cId="1319788838" sldId="333"/>
        </pc:sldMkLst>
      </pc:sldChg>
      <pc:sldChg chg="del">
        <pc:chgData name="Alec Wells" userId="527ade61401a42c1" providerId="LiveId" clId="{D189731E-5FB2-425B-BA56-0D8214BAC8BA}" dt="2024-02-18T01:33:37.032" v="5474" actId="2696"/>
        <pc:sldMkLst>
          <pc:docMk/>
          <pc:sldMk cId="2884673971" sldId="334"/>
        </pc:sldMkLst>
      </pc:sldChg>
      <pc:sldChg chg="del">
        <pc:chgData name="Alec Wells" userId="527ade61401a42c1" providerId="LiveId" clId="{D189731E-5FB2-425B-BA56-0D8214BAC8BA}" dt="2024-02-18T01:33:37.032" v="5474" actId="2696"/>
        <pc:sldMkLst>
          <pc:docMk/>
          <pc:sldMk cId="4166522120" sldId="335"/>
        </pc:sldMkLst>
      </pc:sldChg>
      <pc:sldChg chg="del">
        <pc:chgData name="Alec Wells" userId="527ade61401a42c1" providerId="LiveId" clId="{D189731E-5FB2-425B-BA56-0D8214BAC8BA}" dt="2024-02-18T01:33:14.166" v="5472" actId="2696"/>
        <pc:sldMkLst>
          <pc:docMk/>
          <pc:sldMk cId="2971515164" sldId="336"/>
        </pc:sldMkLst>
      </pc:sldChg>
      <pc:sldChg chg="del">
        <pc:chgData name="Alec Wells" userId="527ade61401a42c1" providerId="LiveId" clId="{D189731E-5FB2-425B-BA56-0D8214BAC8BA}" dt="2024-02-18T01:33:37.032" v="5474" actId="2696"/>
        <pc:sldMkLst>
          <pc:docMk/>
          <pc:sldMk cId="791825704" sldId="337"/>
        </pc:sldMkLst>
      </pc:sldChg>
      <pc:sldChg chg="del">
        <pc:chgData name="Alec Wells" userId="527ade61401a42c1" providerId="LiveId" clId="{D189731E-5FB2-425B-BA56-0D8214BAC8BA}" dt="2024-02-18T01:33:37.032" v="5474" actId="2696"/>
        <pc:sldMkLst>
          <pc:docMk/>
          <pc:sldMk cId="4359106" sldId="338"/>
        </pc:sldMkLst>
      </pc:sldChg>
      <pc:sldChg chg="del">
        <pc:chgData name="Alec Wells" userId="527ade61401a42c1" providerId="LiveId" clId="{D189731E-5FB2-425B-BA56-0D8214BAC8BA}" dt="2024-02-18T01:33:37.032" v="5474" actId="2696"/>
        <pc:sldMkLst>
          <pc:docMk/>
          <pc:sldMk cId="1593952332" sldId="339"/>
        </pc:sldMkLst>
      </pc:sldChg>
      <pc:sldChg chg="del">
        <pc:chgData name="Alec Wells" userId="527ade61401a42c1" providerId="LiveId" clId="{D189731E-5FB2-425B-BA56-0D8214BAC8BA}" dt="2024-02-18T01:33:37.032" v="5474" actId="2696"/>
        <pc:sldMkLst>
          <pc:docMk/>
          <pc:sldMk cId="628881882" sldId="340"/>
        </pc:sldMkLst>
      </pc:sldChg>
      <pc:sldChg chg="del">
        <pc:chgData name="Alec Wells" userId="527ade61401a42c1" providerId="LiveId" clId="{D189731E-5FB2-425B-BA56-0D8214BAC8BA}" dt="2024-02-18T01:33:37.032" v="5474" actId="2696"/>
        <pc:sldMkLst>
          <pc:docMk/>
          <pc:sldMk cId="3508670653" sldId="341"/>
        </pc:sldMkLst>
      </pc:sldChg>
      <pc:sldChg chg="modSp mod ord">
        <pc:chgData name="Alec Wells" userId="527ade61401a42c1" providerId="LiveId" clId="{D189731E-5FB2-425B-BA56-0D8214BAC8BA}" dt="2024-02-17T16:49:28.488" v="800" actId="20577"/>
        <pc:sldMkLst>
          <pc:docMk/>
          <pc:sldMk cId="2019510536" sldId="342"/>
        </pc:sldMkLst>
        <pc:spChg chg="mod">
          <ac:chgData name="Alec Wells" userId="527ade61401a42c1" providerId="LiveId" clId="{D189731E-5FB2-425B-BA56-0D8214BAC8BA}" dt="2024-02-17T16:49:28.488" v="800" actId="20577"/>
          <ac:spMkLst>
            <pc:docMk/>
            <pc:sldMk cId="2019510536" sldId="342"/>
            <ac:spMk id="16387" creationId="{9BA68E8E-3DF9-0A0C-8084-47B98E599634}"/>
          </ac:spMkLst>
        </pc:spChg>
      </pc:sldChg>
      <pc:sldChg chg="del">
        <pc:chgData name="Alec Wells" userId="527ade61401a42c1" providerId="LiveId" clId="{D189731E-5FB2-425B-BA56-0D8214BAC8BA}" dt="2024-02-17T16:29:21.918" v="14" actId="2696"/>
        <pc:sldMkLst>
          <pc:docMk/>
          <pc:sldMk cId="2382564897" sldId="343"/>
        </pc:sldMkLst>
      </pc:sldChg>
      <pc:sldChg chg="modSp add mod ord">
        <pc:chgData name="Alec Wells" userId="527ade61401a42c1" providerId="LiveId" clId="{D189731E-5FB2-425B-BA56-0D8214BAC8BA}" dt="2024-02-17T17:57:51.421" v="3249" actId="20577"/>
        <pc:sldMkLst>
          <pc:docMk/>
          <pc:sldMk cId="2838055280" sldId="343"/>
        </pc:sldMkLst>
        <pc:spChg chg="mod">
          <ac:chgData name="Alec Wells" userId="527ade61401a42c1" providerId="LiveId" clId="{D189731E-5FB2-425B-BA56-0D8214BAC8BA}" dt="2024-02-17T16:41:00.250" v="317" actId="313"/>
          <ac:spMkLst>
            <pc:docMk/>
            <pc:sldMk cId="2838055280" sldId="343"/>
            <ac:spMk id="2" creationId="{7017EF27-C3D0-F60B-0C1A-A784A581CE1D}"/>
          </ac:spMkLst>
        </pc:spChg>
        <pc:spChg chg="mod">
          <ac:chgData name="Alec Wells" userId="527ade61401a42c1" providerId="LiveId" clId="{D189731E-5FB2-425B-BA56-0D8214BAC8BA}" dt="2024-02-17T17:57:51.421" v="3249" actId="20577"/>
          <ac:spMkLst>
            <pc:docMk/>
            <pc:sldMk cId="2838055280" sldId="343"/>
            <ac:spMk id="7170" creationId="{7DA84152-B1EC-9BE3-B656-BF9F9D34A2EA}"/>
          </ac:spMkLst>
        </pc:spChg>
      </pc:sldChg>
      <pc:sldChg chg="modSp add mod ord">
        <pc:chgData name="Alec Wells" userId="527ade61401a42c1" providerId="LiveId" clId="{D189731E-5FB2-425B-BA56-0D8214BAC8BA}" dt="2024-02-17T16:47:59.973" v="767" actId="313"/>
        <pc:sldMkLst>
          <pc:docMk/>
          <pc:sldMk cId="258858725" sldId="344"/>
        </pc:sldMkLst>
        <pc:spChg chg="mod">
          <ac:chgData name="Alec Wells" userId="527ade61401a42c1" providerId="LiveId" clId="{D189731E-5FB2-425B-BA56-0D8214BAC8BA}" dt="2024-02-17T16:42:11.101" v="371" actId="313"/>
          <ac:spMkLst>
            <pc:docMk/>
            <pc:sldMk cId="258858725" sldId="344"/>
            <ac:spMk id="16386" creationId="{6E264570-6589-E46A-E17F-95C11D89A02B}"/>
          </ac:spMkLst>
        </pc:spChg>
        <pc:spChg chg="mod">
          <ac:chgData name="Alec Wells" userId="527ade61401a42c1" providerId="LiveId" clId="{D189731E-5FB2-425B-BA56-0D8214BAC8BA}" dt="2024-02-17T16:47:59.973" v="767" actId="313"/>
          <ac:spMkLst>
            <pc:docMk/>
            <pc:sldMk cId="258858725" sldId="344"/>
            <ac:spMk id="16387" creationId="{9077FBB4-49D0-F97A-2AD1-1EF329C7986F}"/>
          </ac:spMkLst>
        </pc:spChg>
      </pc:sldChg>
      <pc:sldChg chg="modSp add mod">
        <pc:chgData name="Alec Wells" userId="527ade61401a42c1" providerId="LiveId" clId="{D189731E-5FB2-425B-BA56-0D8214BAC8BA}" dt="2024-02-17T17:58:05.961" v="3250" actId="20577"/>
        <pc:sldMkLst>
          <pc:docMk/>
          <pc:sldMk cId="359469068" sldId="345"/>
        </pc:sldMkLst>
        <pc:spChg chg="mod">
          <ac:chgData name="Alec Wells" userId="527ade61401a42c1" providerId="LiveId" clId="{D189731E-5FB2-425B-BA56-0D8214BAC8BA}" dt="2024-02-17T16:46:12.681" v="628" actId="313"/>
          <ac:spMkLst>
            <pc:docMk/>
            <pc:sldMk cId="359469068" sldId="345"/>
            <ac:spMk id="16386" creationId="{B1D3CF39-90A5-0E71-A774-62EBF440ADCF}"/>
          </ac:spMkLst>
        </pc:spChg>
        <pc:spChg chg="mod">
          <ac:chgData name="Alec Wells" userId="527ade61401a42c1" providerId="LiveId" clId="{D189731E-5FB2-425B-BA56-0D8214BAC8BA}" dt="2024-02-17T17:58:05.961" v="3250" actId="20577"/>
          <ac:spMkLst>
            <pc:docMk/>
            <pc:sldMk cId="359469068" sldId="345"/>
            <ac:spMk id="16387" creationId="{1B516CA8-C48A-5DD8-B831-7AB8C0C707B6}"/>
          </ac:spMkLst>
        </pc:spChg>
      </pc:sldChg>
      <pc:sldChg chg="modSp add mod">
        <pc:chgData name="Alec Wells" userId="527ade61401a42c1" providerId="LiveId" clId="{D189731E-5FB2-425B-BA56-0D8214BAC8BA}" dt="2024-02-17T17:13:20.153" v="1992" actId="20577"/>
        <pc:sldMkLst>
          <pc:docMk/>
          <pc:sldMk cId="2109891977" sldId="346"/>
        </pc:sldMkLst>
        <pc:spChg chg="mod">
          <ac:chgData name="Alec Wells" userId="527ade61401a42c1" providerId="LiveId" clId="{D189731E-5FB2-425B-BA56-0D8214BAC8BA}" dt="2024-02-17T16:58:02.906" v="1643" actId="20577"/>
          <ac:spMkLst>
            <pc:docMk/>
            <pc:sldMk cId="2109891977" sldId="346"/>
            <ac:spMk id="16386" creationId="{1CD33FA5-40BE-1BDA-698A-93EB453A1959}"/>
          </ac:spMkLst>
        </pc:spChg>
        <pc:spChg chg="mod">
          <ac:chgData name="Alec Wells" userId="527ade61401a42c1" providerId="LiveId" clId="{D189731E-5FB2-425B-BA56-0D8214BAC8BA}" dt="2024-02-17T17:13:20.153" v="1992" actId="20577"/>
          <ac:spMkLst>
            <pc:docMk/>
            <pc:sldMk cId="2109891977" sldId="346"/>
            <ac:spMk id="16387" creationId="{00514F20-3D4C-98A6-88F5-8A98A8F0FE55}"/>
          </ac:spMkLst>
        </pc:spChg>
      </pc:sldChg>
      <pc:sldChg chg="addSp delSp modSp add mod">
        <pc:chgData name="Alec Wells" userId="527ade61401a42c1" providerId="LiveId" clId="{D189731E-5FB2-425B-BA56-0D8214BAC8BA}" dt="2024-02-17T17:06:42.591" v="1733" actId="1076"/>
        <pc:sldMkLst>
          <pc:docMk/>
          <pc:sldMk cId="3907744316" sldId="347"/>
        </pc:sldMkLst>
        <pc:spChg chg="add del mod">
          <ac:chgData name="Alec Wells" userId="527ade61401a42c1" providerId="LiveId" clId="{D189731E-5FB2-425B-BA56-0D8214BAC8BA}" dt="2024-02-17T17:06:09.314" v="1717" actId="478"/>
          <ac:spMkLst>
            <pc:docMk/>
            <pc:sldMk cId="3907744316" sldId="347"/>
            <ac:spMk id="2" creationId="{7344700A-A3AF-D735-8D05-86A7CF0DB04F}"/>
          </ac:spMkLst>
        </pc:spChg>
        <pc:spChg chg="add mod">
          <ac:chgData name="Alec Wells" userId="527ade61401a42c1" providerId="LiveId" clId="{D189731E-5FB2-425B-BA56-0D8214BAC8BA}" dt="2024-02-17T17:06:42.591" v="1733" actId="1076"/>
          <ac:spMkLst>
            <pc:docMk/>
            <pc:sldMk cId="3907744316" sldId="347"/>
            <ac:spMk id="4" creationId="{E16319B0-9543-EE85-80FE-B74063B0BE25}"/>
          </ac:spMkLst>
        </pc:spChg>
        <pc:spChg chg="mod">
          <ac:chgData name="Alec Wells" userId="527ade61401a42c1" providerId="LiveId" clId="{D189731E-5FB2-425B-BA56-0D8214BAC8BA}" dt="2024-02-17T17:06:05.528" v="1715" actId="20577"/>
          <ac:spMkLst>
            <pc:docMk/>
            <pc:sldMk cId="3907744316" sldId="347"/>
            <ac:spMk id="16386" creationId="{7B982FB1-ED17-19BA-4CBB-17DED7C48067}"/>
          </ac:spMkLst>
        </pc:spChg>
        <pc:spChg chg="del">
          <ac:chgData name="Alec Wells" userId="527ade61401a42c1" providerId="LiveId" clId="{D189731E-5FB2-425B-BA56-0D8214BAC8BA}" dt="2024-02-17T17:06:07.774" v="1716" actId="478"/>
          <ac:spMkLst>
            <pc:docMk/>
            <pc:sldMk cId="3907744316" sldId="347"/>
            <ac:spMk id="16387" creationId="{B56597CC-C30C-3422-A86E-67F6C1F24718}"/>
          </ac:spMkLst>
        </pc:spChg>
        <pc:picChg chg="add mod">
          <ac:chgData name="Alec Wells" userId="527ade61401a42c1" providerId="LiveId" clId="{D189731E-5FB2-425B-BA56-0D8214BAC8BA}" dt="2024-02-17T17:06:20.592" v="1721" actId="1076"/>
          <ac:picMkLst>
            <pc:docMk/>
            <pc:sldMk cId="3907744316" sldId="347"/>
            <ac:picMk id="3" creationId="{654C26C1-CD7B-7FE8-1F80-4F0122ABD66D}"/>
          </ac:picMkLst>
        </pc:picChg>
      </pc:sldChg>
      <pc:sldChg chg="addSp delSp modSp add mod ord">
        <pc:chgData name="Alec Wells" userId="527ade61401a42c1" providerId="LiveId" clId="{D189731E-5FB2-425B-BA56-0D8214BAC8BA}" dt="2024-02-17T17:58:32.129" v="3252" actId="1076"/>
        <pc:sldMkLst>
          <pc:docMk/>
          <pc:sldMk cId="2915754976" sldId="348"/>
        </pc:sldMkLst>
        <pc:spChg chg="mod">
          <ac:chgData name="Alec Wells" userId="527ade61401a42c1" providerId="LiveId" clId="{D189731E-5FB2-425B-BA56-0D8214BAC8BA}" dt="2024-02-17T17:58:32.129" v="3252" actId="1076"/>
          <ac:spMkLst>
            <pc:docMk/>
            <pc:sldMk cId="2915754976" sldId="348"/>
            <ac:spMk id="4" creationId="{27DC2A6B-4FD2-B793-831B-BAE10B08A395}"/>
          </ac:spMkLst>
        </pc:spChg>
        <pc:spChg chg="mod">
          <ac:chgData name="Alec Wells" userId="527ade61401a42c1" providerId="LiveId" clId="{D189731E-5FB2-425B-BA56-0D8214BAC8BA}" dt="2024-02-17T17:12:21.607" v="1984" actId="20577"/>
          <ac:spMkLst>
            <pc:docMk/>
            <pc:sldMk cId="2915754976" sldId="348"/>
            <ac:spMk id="16386" creationId="{87838E00-8565-43E5-8F94-84059F8E5B29}"/>
          </ac:spMkLst>
        </pc:spChg>
        <pc:picChg chg="add mod">
          <ac:chgData name="Alec Wells" userId="527ade61401a42c1" providerId="LiveId" clId="{D189731E-5FB2-425B-BA56-0D8214BAC8BA}" dt="2024-02-17T17:12:27.730" v="1989" actId="1076"/>
          <ac:picMkLst>
            <pc:docMk/>
            <pc:sldMk cId="2915754976" sldId="348"/>
            <ac:picMk id="2" creationId="{628414DB-A5A7-2C96-22DC-C2F0B2BD47DF}"/>
          </ac:picMkLst>
        </pc:picChg>
        <pc:picChg chg="del">
          <ac:chgData name="Alec Wells" userId="527ade61401a42c1" providerId="LiveId" clId="{D189731E-5FB2-425B-BA56-0D8214BAC8BA}" dt="2024-02-17T17:12:22.437" v="1985" actId="478"/>
          <ac:picMkLst>
            <pc:docMk/>
            <pc:sldMk cId="2915754976" sldId="348"/>
            <ac:picMk id="3" creationId="{1830CDA3-3013-CC51-B6EA-1EC1925822CD}"/>
          </ac:picMkLst>
        </pc:picChg>
      </pc:sldChg>
      <pc:sldChg chg="modSp add mod ord">
        <pc:chgData name="Alec Wells" userId="527ade61401a42c1" providerId="LiveId" clId="{D189731E-5FB2-425B-BA56-0D8214BAC8BA}" dt="2024-02-17T17:18:23.405" v="2487" actId="20577"/>
        <pc:sldMkLst>
          <pc:docMk/>
          <pc:sldMk cId="4243878974" sldId="349"/>
        </pc:sldMkLst>
        <pc:spChg chg="mod">
          <ac:chgData name="Alec Wells" userId="527ade61401a42c1" providerId="LiveId" clId="{D189731E-5FB2-425B-BA56-0D8214BAC8BA}" dt="2024-02-17T17:13:52.493" v="1999" actId="20577"/>
          <ac:spMkLst>
            <pc:docMk/>
            <pc:sldMk cId="4243878974" sldId="349"/>
            <ac:spMk id="16386" creationId="{886C73D8-F5F3-62B8-719E-8A2B9D6BCC2E}"/>
          </ac:spMkLst>
        </pc:spChg>
        <pc:spChg chg="mod">
          <ac:chgData name="Alec Wells" userId="527ade61401a42c1" providerId="LiveId" clId="{D189731E-5FB2-425B-BA56-0D8214BAC8BA}" dt="2024-02-17T17:18:23.405" v="2487" actId="20577"/>
          <ac:spMkLst>
            <pc:docMk/>
            <pc:sldMk cId="4243878974" sldId="349"/>
            <ac:spMk id="16387" creationId="{87C3C262-B4EA-BCF6-545B-5D6FCAC079A6}"/>
          </ac:spMkLst>
        </pc:spChg>
      </pc:sldChg>
      <pc:sldChg chg="addSp delSp modSp add mod ord">
        <pc:chgData name="Alec Wells" userId="527ade61401a42c1" providerId="LiveId" clId="{D189731E-5FB2-425B-BA56-0D8214BAC8BA}" dt="2024-02-17T17:20:29.624" v="2506" actId="1076"/>
        <pc:sldMkLst>
          <pc:docMk/>
          <pc:sldMk cId="638159689" sldId="350"/>
        </pc:sldMkLst>
        <pc:spChg chg="mod">
          <ac:chgData name="Alec Wells" userId="527ade61401a42c1" providerId="LiveId" clId="{D189731E-5FB2-425B-BA56-0D8214BAC8BA}" dt="2024-02-17T17:20:29.624" v="2506" actId="1076"/>
          <ac:spMkLst>
            <pc:docMk/>
            <pc:sldMk cId="638159689" sldId="350"/>
            <ac:spMk id="4" creationId="{6E8AE7B5-14CE-69EC-5B75-A4C2244FC3C4}"/>
          </ac:spMkLst>
        </pc:spChg>
        <pc:spChg chg="mod">
          <ac:chgData name="Alec Wells" userId="527ade61401a42c1" providerId="LiveId" clId="{D189731E-5FB2-425B-BA56-0D8214BAC8BA}" dt="2024-02-17T17:18:52.321" v="2495" actId="20577"/>
          <ac:spMkLst>
            <pc:docMk/>
            <pc:sldMk cId="638159689" sldId="350"/>
            <ac:spMk id="16386" creationId="{8CFD4303-201F-D602-5DC8-9DD44BAA8442}"/>
          </ac:spMkLst>
        </pc:spChg>
        <pc:picChg chg="del">
          <ac:chgData name="Alec Wells" userId="527ade61401a42c1" providerId="LiveId" clId="{D189731E-5FB2-425B-BA56-0D8214BAC8BA}" dt="2024-02-17T17:18:54.108" v="2496" actId="478"/>
          <ac:picMkLst>
            <pc:docMk/>
            <pc:sldMk cId="638159689" sldId="350"/>
            <ac:picMk id="2" creationId="{7631F9AA-0A9C-2FF1-C018-935CCB82AC80}"/>
          </ac:picMkLst>
        </pc:picChg>
        <pc:picChg chg="add mod">
          <ac:chgData name="Alec Wells" userId="527ade61401a42c1" providerId="LiveId" clId="{D189731E-5FB2-425B-BA56-0D8214BAC8BA}" dt="2024-02-17T17:20:05.191" v="2503" actId="1076"/>
          <ac:picMkLst>
            <pc:docMk/>
            <pc:sldMk cId="638159689" sldId="350"/>
            <ac:picMk id="5" creationId="{528D05B0-BCE7-534B-0BD3-B44A2906F3C9}"/>
          </ac:picMkLst>
        </pc:picChg>
      </pc:sldChg>
      <pc:sldChg chg="modSp add mod ord">
        <pc:chgData name="Alec Wells" userId="527ade61401a42c1" providerId="LiveId" clId="{D189731E-5FB2-425B-BA56-0D8214BAC8BA}" dt="2024-02-17T17:45:05.674" v="2881" actId="20577"/>
        <pc:sldMkLst>
          <pc:docMk/>
          <pc:sldMk cId="1368298083" sldId="351"/>
        </pc:sldMkLst>
        <pc:spChg chg="mod">
          <ac:chgData name="Alec Wells" userId="527ade61401a42c1" providerId="LiveId" clId="{D189731E-5FB2-425B-BA56-0D8214BAC8BA}" dt="2024-02-17T17:42:21.279" v="2795" actId="20577"/>
          <ac:spMkLst>
            <pc:docMk/>
            <pc:sldMk cId="1368298083" sldId="351"/>
            <ac:spMk id="16386" creationId="{9FDD8422-916D-7E9C-8336-0F5FE429855F}"/>
          </ac:spMkLst>
        </pc:spChg>
        <pc:spChg chg="mod">
          <ac:chgData name="Alec Wells" userId="527ade61401a42c1" providerId="LiveId" clId="{D189731E-5FB2-425B-BA56-0D8214BAC8BA}" dt="2024-02-17T17:45:05.674" v="2881" actId="20577"/>
          <ac:spMkLst>
            <pc:docMk/>
            <pc:sldMk cId="1368298083" sldId="351"/>
            <ac:spMk id="16387" creationId="{B8E8B1E9-3F1D-D956-BFCC-6F2AB39E9CC6}"/>
          </ac:spMkLst>
        </pc:spChg>
      </pc:sldChg>
      <pc:sldChg chg="addSp delSp modSp add mod">
        <pc:chgData name="Alec Wells" userId="527ade61401a42c1" providerId="LiveId" clId="{D189731E-5FB2-425B-BA56-0D8214BAC8BA}" dt="2024-02-17T17:49:01.078" v="2952" actId="1076"/>
        <pc:sldMkLst>
          <pc:docMk/>
          <pc:sldMk cId="1075281093" sldId="352"/>
        </pc:sldMkLst>
        <pc:spChg chg="add del mod">
          <ac:chgData name="Alec Wells" userId="527ade61401a42c1" providerId="LiveId" clId="{D189731E-5FB2-425B-BA56-0D8214BAC8BA}" dt="2024-02-17T17:48:54.993" v="2950" actId="478"/>
          <ac:spMkLst>
            <pc:docMk/>
            <pc:sldMk cId="1075281093" sldId="352"/>
            <ac:spMk id="3" creationId="{97258B0D-11A0-5994-EAA3-97B4151137DF}"/>
          </ac:spMkLst>
        </pc:spChg>
        <pc:spChg chg="mod">
          <ac:chgData name="Alec Wells" userId="527ade61401a42c1" providerId="LiveId" clId="{D189731E-5FB2-425B-BA56-0D8214BAC8BA}" dt="2024-02-17T17:47:35.850" v="2936" actId="20577"/>
          <ac:spMkLst>
            <pc:docMk/>
            <pc:sldMk cId="1075281093" sldId="352"/>
            <ac:spMk id="16386" creationId="{BA24841F-6EF6-DFD3-68E1-E80C0E005307}"/>
          </ac:spMkLst>
        </pc:spChg>
        <pc:spChg chg="del mod">
          <ac:chgData name="Alec Wells" userId="527ade61401a42c1" providerId="LiveId" clId="{D189731E-5FB2-425B-BA56-0D8214BAC8BA}" dt="2024-02-17T17:48:53.239" v="2949" actId="478"/>
          <ac:spMkLst>
            <pc:docMk/>
            <pc:sldMk cId="1075281093" sldId="352"/>
            <ac:spMk id="16387" creationId="{454B950A-19EC-EFB0-F242-E9E472B7BDDC}"/>
          </ac:spMkLst>
        </pc:spChg>
        <pc:picChg chg="add mod">
          <ac:chgData name="Alec Wells" userId="527ade61401a42c1" providerId="LiveId" clId="{D189731E-5FB2-425B-BA56-0D8214BAC8BA}" dt="2024-02-17T17:49:01.078" v="2952" actId="1076"/>
          <ac:picMkLst>
            <pc:docMk/>
            <pc:sldMk cId="1075281093" sldId="352"/>
            <ac:picMk id="2" creationId="{960C7516-F5E6-1B8B-62ED-3A29B572FC70}"/>
          </ac:picMkLst>
        </pc:picChg>
      </pc:sldChg>
      <pc:sldChg chg="addSp delSp modSp add mod ord">
        <pc:chgData name="Alec Wells" userId="527ade61401a42c1" providerId="LiveId" clId="{D189731E-5FB2-425B-BA56-0D8214BAC8BA}" dt="2024-02-17T17:54:06.714" v="3187" actId="255"/>
        <pc:sldMkLst>
          <pc:docMk/>
          <pc:sldMk cId="3358266516" sldId="353"/>
        </pc:sldMkLst>
        <pc:spChg chg="add del mod">
          <ac:chgData name="Alec Wells" userId="527ade61401a42c1" providerId="LiveId" clId="{D189731E-5FB2-425B-BA56-0D8214BAC8BA}" dt="2024-02-17T17:50:20.271" v="2999" actId="3680"/>
          <ac:spMkLst>
            <pc:docMk/>
            <pc:sldMk cId="3358266516" sldId="353"/>
            <ac:spMk id="2" creationId="{E3B01B7A-1E57-F6A2-8AD8-F1D6DB2D44D6}"/>
          </ac:spMkLst>
        </pc:spChg>
        <pc:spChg chg="mod">
          <ac:chgData name="Alec Wells" userId="527ade61401a42c1" providerId="LiveId" clId="{D189731E-5FB2-425B-BA56-0D8214BAC8BA}" dt="2024-02-17T17:49:50.489" v="2997" actId="20577"/>
          <ac:spMkLst>
            <pc:docMk/>
            <pc:sldMk cId="3358266516" sldId="353"/>
            <ac:spMk id="16386" creationId="{B1909F60-6499-3B37-5798-3CB0B2A71DB6}"/>
          </ac:spMkLst>
        </pc:spChg>
        <pc:spChg chg="del mod">
          <ac:chgData name="Alec Wells" userId="527ade61401a42c1" providerId="LiveId" clId="{D189731E-5FB2-425B-BA56-0D8214BAC8BA}" dt="2024-02-17T17:50:12.578" v="2998" actId="478"/>
          <ac:spMkLst>
            <pc:docMk/>
            <pc:sldMk cId="3358266516" sldId="353"/>
            <ac:spMk id="16387" creationId="{0E2D1A05-906C-D4B5-69AA-5B21C3A9B038}"/>
          </ac:spMkLst>
        </pc:spChg>
        <pc:graphicFrameChg chg="add mod ord modGraphic">
          <ac:chgData name="Alec Wells" userId="527ade61401a42c1" providerId="LiveId" clId="{D189731E-5FB2-425B-BA56-0D8214BAC8BA}" dt="2024-02-17T17:54:06.714" v="3187" actId="255"/>
          <ac:graphicFrameMkLst>
            <pc:docMk/>
            <pc:sldMk cId="3358266516" sldId="353"/>
            <ac:graphicFrameMk id="3" creationId="{BDBA8F6B-BF0B-EC8A-EFD4-FBABE65A59D6}"/>
          </ac:graphicFrameMkLst>
        </pc:graphicFrameChg>
      </pc:sldChg>
      <pc:sldChg chg="addSp modSp add mod">
        <pc:chgData name="Alec Wells" userId="527ade61401a42c1" providerId="LiveId" clId="{D189731E-5FB2-425B-BA56-0D8214BAC8BA}" dt="2024-02-18T01:13:12.101" v="5023" actId="1076"/>
        <pc:sldMkLst>
          <pc:docMk/>
          <pc:sldMk cId="3605979513" sldId="354"/>
        </pc:sldMkLst>
        <pc:spChg chg="add mod">
          <ac:chgData name="Alec Wells" userId="527ade61401a42c1" providerId="LiveId" clId="{D189731E-5FB2-425B-BA56-0D8214BAC8BA}" dt="2024-02-18T01:11:39.161" v="4938" actId="1076"/>
          <ac:spMkLst>
            <pc:docMk/>
            <pc:sldMk cId="3605979513" sldId="354"/>
            <ac:spMk id="2" creationId="{DAB4FAA4-FA1C-F2FE-40C9-946A7B11D146}"/>
          </ac:spMkLst>
        </pc:spChg>
        <pc:spChg chg="add mod">
          <ac:chgData name="Alec Wells" userId="527ade61401a42c1" providerId="LiveId" clId="{D189731E-5FB2-425B-BA56-0D8214BAC8BA}" dt="2024-02-18T01:13:12.101" v="5023" actId="1076"/>
          <ac:spMkLst>
            <pc:docMk/>
            <pc:sldMk cId="3605979513" sldId="354"/>
            <ac:spMk id="3" creationId="{79A04D22-4C8D-B1EA-0C69-BCCE9AC59F54}"/>
          </ac:spMkLst>
        </pc:spChg>
        <pc:spChg chg="add mod">
          <ac:chgData name="Alec Wells" userId="527ade61401a42c1" providerId="LiveId" clId="{D189731E-5FB2-425B-BA56-0D8214BAC8BA}" dt="2024-02-18T01:12:45.419" v="5021" actId="20577"/>
          <ac:spMkLst>
            <pc:docMk/>
            <pc:sldMk cId="3605979513" sldId="354"/>
            <ac:spMk id="4" creationId="{0B1AE235-3F35-C781-93B0-4676116E2B4A}"/>
          </ac:spMkLst>
        </pc:spChg>
        <pc:spChg chg="mod">
          <ac:chgData name="Alec Wells" userId="527ade61401a42c1" providerId="LiveId" clId="{D189731E-5FB2-425B-BA56-0D8214BAC8BA}" dt="2024-02-18T01:03:24.361" v="4422" actId="20577"/>
          <ac:spMkLst>
            <pc:docMk/>
            <pc:sldMk cId="3605979513" sldId="354"/>
            <ac:spMk id="16386" creationId="{754FA85B-CDFE-16BB-4725-52A1AFDA25B6}"/>
          </ac:spMkLst>
        </pc:spChg>
        <pc:spChg chg="mod">
          <ac:chgData name="Alec Wells" userId="527ade61401a42c1" providerId="LiveId" clId="{D189731E-5FB2-425B-BA56-0D8214BAC8BA}" dt="2024-02-18T01:11:40.980" v="4939" actId="20577"/>
          <ac:spMkLst>
            <pc:docMk/>
            <pc:sldMk cId="3605979513" sldId="354"/>
            <ac:spMk id="16387" creationId="{2EA9B76C-A4BE-A9B3-0473-B6B28AE70F9B}"/>
          </ac:spMkLst>
        </pc:spChg>
      </pc:sldChg>
      <pc:sldChg chg="addSp delSp modSp add mod">
        <pc:chgData name="Alec Wells" userId="527ade61401a42c1" providerId="LiveId" clId="{D189731E-5FB2-425B-BA56-0D8214BAC8BA}" dt="2024-02-18T01:17:20.834" v="5106" actId="5793"/>
        <pc:sldMkLst>
          <pc:docMk/>
          <pc:sldMk cId="367665172" sldId="355"/>
        </pc:sldMkLst>
        <pc:spChg chg="add del mod">
          <ac:chgData name="Alec Wells" userId="527ade61401a42c1" providerId="LiveId" clId="{D189731E-5FB2-425B-BA56-0D8214BAC8BA}" dt="2024-02-18T01:17:18.766" v="5104" actId="478"/>
          <ac:spMkLst>
            <pc:docMk/>
            <pc:sldMk cId="367665172" sldId="355"/>
            <ac:spMk id="2" creationId="{B0803F3D-A585-B018-0459-D75AC937C80F}"/>
          </ac:spMkLst>
        </pc:spChg>
        <pc:spChg chg="add del mod">
          <ac:chgData name="Alec Wells" userId="527ade61401a42c1" providerId="LiveId" clId="{D189731E-5FB2-425B-BA56-0D8214BAC8BA}" dt="2024-02-18T01:17:08.964" v="5100" actId="478"/>
          <ac:spMkLst>
            <pc:docMk/>
            <pc:sldMk cId="367665172" sldId="355"/>
            <ac:spMk id="3" creationId="{9EE6AAE7-C44F-E4F9-FE6E-BD6522D1B0FE}"/>
          </ac:spMkLst>
        </pc:spChg>
        <pc:spChg chg="add del mod">
          <ac:chgData name="Alec Wells" userId="527ade61401a42c1" providerId="LiveId" clId="{D189731E-5FB2-425B-BA56-0D8214BAC8BA}" dt="2024-02-18T01:17:18.132" v="5103" actId="478"/>
          <ac:spMkLst>
            <pc:docMk/>
            <pc:sldMk cId="367665172" sldId="355"/>
            <ac:spMk id="4" creationId="{9B83A953-0082-2C0A-9A75-3013CE7BE863}"/>
          </ac:spMkLst>
        </pc:spChg>
        <pc:spChg chg="mod">
          <ac:chgData name="Alec Wells" userId="527ade61401a42c1" providerId="LiveId" clId="{D189731E-5FB2-425B-BA56-0D8214BAC8BA}" dt="2024-02-18T01:14:40.624" v="5050" actId="20577"/>
          <ac:spMkLst>
            <pc:docMk/>
            <pc:sldMk cId="367665172" sldId="355"/>
            <ac:spMk id="16386" creationId="{7F78EB5E-3DC7-F895-F49E-833A1A8F5CEB}"/>
          </ac:spMkLst>
        </pc:spChg>
        <pc:spChg chg="mod">
          <ac:chgData name="Alec Wells" userId="527ade61401a42c1" providerId="LiveId" clId="{D189731E-5FB2-425B-BA56-0D8214BAC8BA}" dt="2024-02-18T01:17:20.834" v="5106" actId="5793"/>
          <ac:spMkLst>
            <pc:docMk/>
            <pc:sldMk cId="367665172" sldId="355"/>
            <ac:spMk id="16387" creationId="{951644ED-24D8-49AD-D8A9-B07152FDE7A7}"/>
          </ac:spMkLst>
        </pc:spChg>
      </pc:sldChg>
      <pc:sldChg chg="addSp modSp add mod ord">
        <pc:chgData name="Alec Wells" userId="527ade61401a42c1" providerId="LiveId" clId="{D189731E-5FB2-425B-BA56-0D8214BAC8BA}" dt="2024-02-18T01:14:26.567" v="5045" actId="20577"/>
        <pc:sldMkLst>
          <pc:docMk/>
          <pc:sldMk cId="3649890671" sldId="356"/>
        </pc:sldMkLst>
        <pc:spChg chg="add mod">
          <ac:chgData name="Alec Wells" userId="527ade61401a42c1" providerId="LiveId" clId="{D189731E-5FB2-425B-BA56-0D8214BAC8BA}" dt="2024-02-18T01:13:34.279" v="5030" actId="1076"/>
          <ac:spMkLst>
            <pc:docMk/>
            <pc:sldMk cId="3649890671" sldId="356"/>
            <ac:spMk id="2" creationId="{4E8B613C-8CF5-DFEC-6C5E-DBD6C62C5B98}"/>
          </ac:spMkLst>
        </pc:spChg>
        <pc:spChg chg="add mod">
          <ac:chgData name="Alec Wells" userId="527ade61401a42c1" providerId="LiveId" clId="{D189731E-5FB2-425B-BA56-0D8214BAC8BA}" dt="2024-02-18T01:13:30.292" v="5029" actId="1076"/>
          <ac:spMkLst>
            <pc:docMk/>
            <pc:sldMk cId="3649890671" sldId="356"/>
            <ac:spMk id="3" creationId="{E8A184F1-B867-D758-CCC9-F86322A24CE9}"/>
          </ac:spMkLst>
        </pc:spChg>
        <pc:spChg chg="add mod">
          <ac:chgData name="Alec Wells" userId="527ade61401a42c1" providerId="LiveId" clId="{D189731E-5FB2-425B-BA56-0D8214BAC8BA}" dt="2024-02-18T01:13:50.558" v="5044" actId="20577"/>
          <ac:spMkLst>
            <pc:docMk/>
            <pc:sldMk cId="3649890671" sldId="356"/>
            <ac:spMk id="4" creationId="{02AC997C-3F3F-52D3-B9A1-311197D332B5}"/>
          </ac:spMkLst>
        </pc:spChg>
        <pc:spChg chg="mod">
          <ac:chgData name="Alec Wells" userId="527ade61401a42c1" providerId="LiveId" clId="{D189731E-5FB2-425B-BA56-0D8214BAC8BA}" dt="2024-02-18T01:14:26.567" v="5045" actId="20577"/>
          <ac:spMkLst>
            <pc:docMk/>
            <pc:sldMk cId="3649890671" sldId="356"/>
            <ac:spMk id="16387" creationId="{38629684-15D2-34B3-3DEB-130898FF2BD5}"/>
          </ac:spMkLst>
        </pc:spChg>
      </pc:sldChg>
      <pc:sldChg chg="addSp modSp add mod">
        <pc:chgData name="Alec Wells" userId="527ade61401a42c1" providerId="LiveId" clId="{D189731E-5FB2-425B-BA56-0D8214BAC8BA}" dt="2024-02-18T01:21:04.562" v="5231" actId="1076"/>
        <pc:sldMkLst>
          <pc:docMk/>
          <pc:sldMk cId="3095538429" sldId="357"/>
        </pc:sldMkLst>
        <pc:spChg chg="add mod">
          <ac:chgData name="Alec Wells" userId="527ade61401a42c1" providerId="LiveId" clId="{D189731E-5FB2-425B-BA56-0D8214BAC8BA}" dt="2024-02-18T01:19:42.784" v="5165" actId="1582"/>
          <ac:spMkLst>
            <pc:docMk/>
            <pc:sldMk cId="3095538429" sldId="357"/>
            <ac:spMk id="2" creationId="{9041ACD1-5391-EE66-EBF1-722982A24E42}"/>
          </ac:spMkLst>
        </pc:spChg>
        <pc:spChg chg="add mod">
          <ac:chgData name="Alec Wells" userId="527ade61401a42c1" providerId="LiveId" clId="{D189731E-5FB2-425B-BA56-0D8214BAC8BA}" dt="2024-02-18T01:21:04.562" v="5231" actId="1076"/>
          <ac:spMkLst>
            <pc:docMk/>
            <pc:sldMk cId="3095538429" sldId="357"/>
            <ac:spMk id="3" creationId="{EE62EA40-1947-D702-E019-FF3EB88232B5}"/>
          </ac:spMkLst>
        </pc:spChg>
        <pc:spChg chg="add mod">
          <ac:chgData name="Alec Wells" userId="527ade61401a42c1" providerId="LiveId" clId="{D189731E-5FB2-425B-BA56-0D8214BAC8BA}" dt="2024-02-18T01:20:37.111" v="5212" actId="14100"/>
          <ac:spMkLst>
            <pc:docMk/>
            <pc:sldMk cId="3095538429" sldId="357"/>
            <ac:spMk id="4" creationId="{85371DB7-F867-6D4E-1855-EB1ACE0A8113}"/>
          </ac:spMkLst>
        </pc:spChg>
        <pc:spChg chg="add mod">
          <ac:chgData name="Alec Wells" userId="527ade61401a42c1" providerId="LiveId" clId="{D189731E-5FB2-425B-BA56-0D8214BAC8BA}" dt="2024-02-18T01:20:59.566" v="5229" actId="1076"/>
          <ac:spMkLst>
            <pc:docMk/>
            <pc:sldMk cId="3095538429" sldId="357"/>
            <ac:spMk id="5" creationId="{144C9B30-2F48-01D1-B2A2-210567329C0C}"/>
          </ac:spMkLst>
        </pc:spChg>
        <pc:spChg chg="mod">
          <ac:chgData name="Alec Wells" userId="527ade61401a42c1" providerId="LiveId" clId="{D189731E-5FB2-425B-BA56-0D8214BAC8BA}" dt="2024-02-18T01:18:11.945" v="5117" actId="20577"/>
          <ac:spMkLst>
            <pc:docMk/>
            <pc:sldMk cId="3095538429" sldId="357"/>
            <ac:spMk id="16386" creationId="{A40E8A39-61AD-98F3-A284-052DAD5C9C4B}"/>
          </ac:spMkLst>
        </pc:spChg>
        <pc:spChg chg="mod">
          <ac:chgData name="Alec Wells" userId="527ade61401a42c1" providerId="LiveId" clId="{D189731E-5FB2-425B-BA56-0D8214BAC8BA}" dt="2024-02-18T01:19:07.429" v="5161" actId="20577"/>
          <ac:spMkLst>
            <pc:docMk/>
            <pc:sldMk cId="3095538429" sldId="357"/>
            <ac:spMk id="16387" creationId="{F664A197-2478-05A7-40C7-22A51A7ED64D}"/>
          </ac:spMkLst>
        </pc:spChg>
      </pc:sldChg>
      <pc:sldChg chg="addSp modSp add mod ord">
        <pc:chgData name="Alec Wells" userId="527ade61401a42c1" providerId="LiveId" clId="{D189731E-5FB2-425B-BA56-0D8214BAC8BA}" dt="2024-02-18T01:22:25.488" v="5274" actId="20577"/>
        <pc:sldMkLst>
          <pc:docMk/>
          <pc:sldMk cId="603113382" sldId="358"/>
        </pc:sldMkLst>
        <pc:spChg chg="add">
          <ac:chgData name="Alec Wells" userId="527ade61401a42c1" providerId="LiveId" clId="{D189731E-5FB2-425B-BA56-0D8214BAC8BA}" dt="2024-02-18T01:21:37.082" v="5241"/>
          <ac:spMkLst>
            <pc:docMk/>
            <pc:sldMk cId="603113382" sldId="358"/>
            <ac:spMk id="2" creationId="{BE4A0D7F-4F27-D924-2250-751F813D32FA}"/>
          </ac:spMkLst>
        </pc:spChg>
        <pc:spChg chg="mod">
          <ac:chgData name="Alec Wells" userId="527ade61401a42c1" providerId="LiveId" clId="{D189731E-5FB2-425B-BA56-0D8214BAC8BA}" dt="2024-02-18T01:21:27.875" v="5240" actId="20577"/>
          <ac:spMkLst>
            <pc:docMk/>
            <pc:sldMk cId="603113382" sldId="358"/>
            <ac:spMk id="16386" creationId="{EC385F61-30C2-CBBD-59E7-0D6EEC59071E}"/>
          </ac:spMkLst>
        </pc:spChg>
        <pc:spChg chg="mod">
          <ac:chgData name="Alec Wells" userId="527ade61401a42c1" providerId="LiveId" clId="{D189731E-5FB2-425B-BA56-0D8214BAC8BA}" dt="2024-02-18T01:22:25.488" v="5274" actId="20577"/>
          <ac:spMkLst>
            <pc:docMk/>
            <pc:sldMk cId="603113382" sldId="358"/>
            <ac:spMk id="16387" creationId="{09ED5696-770D-ACBF-973B-DE5915F6F669}"/>
          </ac:spMkLst>
        </pc:spChg>
      </pc:sldChg>
      <pc:sldChg chg="addSp modSp add mod">
        <pc:chgData name="Alec Wells" userId="527ade61401a42c1" providerId="LiveId" clId="{D189731E-5FB2-425B-BA56-0D8214BAC8BA}" dt="2024-02-18T01:28:34.342" v="5332" actId="14100"/>
        <pc:sldMkLst>
          <pc:docMk/>
          <pc:sldMk cId="910960368" sldId="359"/>
        </pc:sldMkLst>
        <pc:spChg chg="add mod">
          <ac:chgData name="Alec Wells" userId="527ade61401a42c1" providerId="LiveId" clId="{D189731E-5FB2-425B-BA56-0D8214BAC8BA}" dt="2024-02-18T01:27:48.562" v="5317" actId="21"/>
          <ac:spMkLst>
            <pc:docMk/>
            <pc:sldMk cId="910960368" sldId="359"/>
            <ac:spMk id="2" creationId="{4229362B-65BE-A124-2027-B69817656500}"/>
          </ac:spMkLst>
        </pc:spChg>
        <pc:spChg chg="add mod">
          <ac:chgData name="Alec Wells" userId="527ade61401a42c1" providerId="LiveId" clId="{D189731E-5FB2-425B-BA56-0D8214BAC8BA}" dt="2024-02-18T01:28:11.732" v="5326" actId="14100"/>
          <ac:spMkLst>
            <pc:docMk/>
            <pc:sldMk cId="910960368" sldId="359"/>
            <ac:spMk id="3" creationId="{835DB5A4-0D20-E1BE-D72F-AD0790F8EA79}"/>
          </ac:spMkLst>
        </pc:spChg>
        <pc:spChg chg="add mod">
          <ac:chgData name="Alec Wells" userId="527ade61401a42c1" providerId="LiveId" clId="{D189731E-5FB2-425B-BA56-0D8214BAC8BA}" dt="2024-02-18T01:28:34.342" v="5332" actId="14100"/>
          <ac:spMkLst>
            <pc:docMk/>
            <pc:sldMk cId="910960368" sldId="359"/>
            <ac:spMk id="4" creationId="{E896CC3C-4369-3784-CC6A-4682F9267368}"/>
          </ac:spMkLst>
        </pc:spChg>
        <pc:spChg chg="mod">
          <ac:chgData name="Alec Wells" userId="527ade61401a42c1" providerId="LiveId" clId="{D189731E-5FB2-425B-BA56-0D8214BAC8BA}" dt="2024-02-18T01:25:46.036" v="5282" actId="20577"/>
          <ac:spMkLst>
            <pc:docMk/>
            <pc:sldMk cId="910960368" sldId="359"/>
            <ac:spMk id="16386" creationId="{8F78E8C4-2BBA-9BB8-41A1-ED625951F466}"/>
          </ac:spMkLst>
        </pc:spChg>
        <pc:spChg chg="mod">
          <ac:chgData name="Alec Wells" userId="527ade61401a42c1" providerId="LiveId" clId="{D189731E-5FB2-425B-BA56-0D8214BAC8BA}" dt="2024-02-18T01:26:36.603" v="5306" actId="20577"/>
          <ac:spMkLst>
            <pc:docMk/>
            <pc:sldMk cId="910960368" sldId="359"/>
            <ac:spMk id="16387" creationId="{3C7CE1D9-4314-FBC6-9F68-9DD5E0DEE73E}"/>
          </ac:spMkLst>
        </pc:spChg>
      </pc:sldChg>
      <pc:sldChg chg="modSp add mod ord">
        <pc:chgData name="Alec Wells" userId="527ade61401a42c1" providerId="LiveId" clId="{D189731E-5FB2-425B-BA56-0D8214BAC8BA}" dt="2024-02-18T01:32:45.730" v="5471" actId="5793"/>
        <pc:sldMkLst>
          <pc:docMk/>
          <pc:sldMk cId="1695883242" sldId="360"/>
        </pc:sldMkLst>
        <pc:spChg chg="mod">
          <ac:chgData name="Alec Wells" userId="527ade61401a42c1" providerId="LiveId" clId="{D189731E-5FB2-425B-BA56-0D8214BAC8BA}" dt="2024-02-18T01:31:01.450" v="5356" actId="20577"/>
          <ac:spMkLst>
            <pc:docMk/>
            <pc:sldMk cId="1695883242" sldId="360"/>
            <ac:spMk id="16386" creationId="{483F1D41-7C7B-7F72-1248-A6D7955342CC}"/>
          </ac:spMkLst>
        </pc:spChg>
        <pc:spChg chg="mod">
          <ac:chgData name="Alec Wells" userId="527ade61401a42c1" providerId="LiveId" clId="{D189731E-5FB2-425B-BA56-0D8214BAC8BA}" dt="2024-02-18T01:32:45.730" v="5471" actId="5793"/>
          <ac:spMkLst>
            <pc:docMk/>
            <pc:sldMk cId="1695883242" sldId="360"/>
            <ac:spMk id="16387" creationId="{E68F6F3B-640D-3772-D568-4946EC524996}"/>
          </ac:spMkLst>
        </pc:spChg>
      </pc:sldChg>
    </pc:docChg>
  </pc:docChgLst>
  <pc:docChgLst>
    <pc:chgData name="Alec Wells" userId="527ade61401a42c1" providerId="LiveId" clId="{EE5E0F48-9A11-47F4-88FB-34198AA52DCB}"/>
    <pc:docChg chg="modSld">
      <pc:chgData name="Alec Wells" userId="527ade61401a42c1" providerId="LiveId" clId="{EE5E0F48-9A11-47F4-88FB-34198AA52DCB}" dt="2024-02-11T23:08:55.218" v="5" actId="20577"/>
      <pc:docMkLst>
        <pc:docMk/>
      </pc:docMkLst>
      <pc:sldChg chg="modSp mod">
        <pc:chgData name="Alec Wells" userId="527ade61401a42c1" providerId="LiveId" clId="{EE5E0F48-9A11-47F4-88FB-34198AA52DCB}" dt="2024-02-11T23:08:55.218" v="5" actId="20577"/>
        <pc:sldMkLst>
          <pc:docMk/>
          <pc:sldMk cId="0" sldId="256"/>
        </pc:sldMkLst>
        <pc:spChg chg="mod">
          <ac:chgData name="Alec Wells" userId="527ade61401a42c1" providerId="LiveId" clId="{EE5E0F48-9A11-47F4-88FB-34198AA52DCB}" dt="2024-02-11T23:08:55.218" v="5" actId="20577"/>
          <ac:spMkLst>
            <pc:docMk/>
            <pc:sldMk cId="0" sldId="256"/>
            <ac:spMk id="2050" creationId="{CBD22B11-C1DB-B6A6-2EEE-0A845FB705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43917-5DA0-DECF-FF69-2A40A360DAC3}"/>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3" name="Date Placeholder 2">
            <a:extLst>
              <a:ext uri="{FF2B5EF4-FFF2-40B4-BE49-F238E27FC236}">
                <a16:creationId xmlns:a16="http://schemas.microsoft.com/office/drawing/2014/main" id="{F17651BE-CB62-1C46-2D82-5CE8C878F16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F8F6FD23-3D60-4451-A465-FCB20600655D}" type="datetimeFigureOut">
              <a:rPr lang="en-GB" altLang="en-US"/>
              <a:pPr>
                <a:defRPr/>
              </a:pPr>
              <a:t>02/04/2025</a:t>
            </a:fld>
            <a:endParaRPr lang="en-GB" altLang="en-US"/>
          </a:p>
        </p:txBody>
      </p:sp>
      <p:sp>
        <p:nvSpPr>
          <p:cNvPr id="4" name="Slide Image Placeholder 3">
            <a:extLst>
              <a:ext uri="{FF2B5EF4-FFF2-40B4-BE49-F238E27FC236}">
                <a16:creationId xmlns:a16="http://schemas.microsoft.com/office/drawing/2014/main" id="{6EB60F19-1FDC-AE14-9F7A-B626270BC29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DF6E3879-375D-FC9C-BF07-9901CCEEF48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endParaRPr lang="en-GB" altLang="en-US" noProof="0"/>
          </a:p>
        </p:txBody>
      </p:sp>
      <p:sp>
        <p:nvSpPr>
          <p:cNvPr id="6" name="Footer Placeholder 5">
            <a:extLst>
              <a:ext uri="{FF2B5EF4-FFF2-40B4-BE49-F238E27FC236}">
                <a16:creationId xmlns:a16="http://schemas.microsoft.com/office/drawing/2014/main" id="{1F2C8949-BF00-F811-963F-ECEB0B12FDB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7" name="Slide Number Placeholder 6">
            <a:extLst>
              <a:ext uri="{FF2B5EF4-FFF2-40B4-BE49-F238E27FC236}">
                <a16:creationId xmlns:a16="http://schemas.microsoft.com/office/drawing/2014/main" id="{FAA25848-9C49-2CA4-2EC3-282A591EAB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1F885-8204-4DD9-BC7B-9FC74636C35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F1054-8DDF-92FF-6688-A92B8B54A2E1}"/>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F6F515CB-7BC9-A3F3-DA17-7143A5E5BB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577410B9-4EB9-8391-B4F4-860E52A4D8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9422B773-B09D-0D30-B50C-86C2872B47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2</a:t>
            </a:fld>
            <a:endParaRPr lang="en-GB" altLang="en-US"/>
          </a:p>
        </p:txBody>
      </p:sp>
    </p:spTree>
    <p:extLst>
      <p:ext uri="{BB962C8B-B14F-4D97-AF65-F5344CB8AC3E}">
        <p14:creationId xmlns:p14="http://schemas.microsoft.com/office/powerpoint/2010/main" val="448177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6E6E39B3-F045-A9E3-D413-40EFFB5ECE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642E7928-878B-573D-9A88-23010C950E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64265BC0-639B-4E4E-DC79-0DC8AAA7CB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4</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1BBAFB-C6ED-4820-7CC8-4B2299CB32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3D9B34F-007A-4505-C473-7A739958F29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1077DD2-9ABA-4339-C4A0-71FC7FAFE27B}"/>
              </a:ext>
            </a:extLst>
          </p:cNvPr>
          <p:cNvSpPr>
            <a:spLocks noGrp="1"/>
          </p:cNvSpPr>
          <p:nvPr>
            <p:ph type="sldNum" sz="quarter" idx="12"/>
          </p:nvPr>
        </p:nvSpPr>
        <p:spPr/>
        <p:txBody>
          <a:bodyPr/>
          <a:lstStyle>
            <a:lvl1pPr>
              <a:defRPr/>
            </a:lvl1pPr>
          </a:lstStyle>
          <a:p>
            <a:pPr>
              <a:defRPr/>
            </a:pPr>
            <a:fld id="{30BE0E50-4C41-4C5F-A6E6-AC7BF62D1857}" type="slidenum">
              <a:rPr lang="en-GB" altLang="en-US"/>
              <a:pPr>
                <a:defRPr/>
              </a:pPr>
              <a:t>‹#›</a:t>
            </a:fld>
            <a:endParaRPr lang="en-GB" altLang="en-US"/>
          </a:p>
        </p:txBody>
      </p:sp>
    </p:spTree>
    <p:extLst>
      <p:ext uri="{BB962C8B-B14F-4D97-AF65-F5344CB8AC3E}">
        <p14:creationId xmlns:p14="http://schemas.microsoft.com/office/powerpoint/2010/main" val="98878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DD4698-C369-2023-91B9-BF198125B4E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4A1741-3F88-8162-B004-697E368D38A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D36B3B1-73CB-EC00-EED5-0EEA39969896}"/>
              </a:ext>
            </a:extLst>
          </p:cNvPr>
          <p:cNvSpPr>
            <a:spLocks noGrp="1"/>
          </p:cNvSpPr>
          <p:nvPr>
            <p:ph type="sldNum" sz="quarter" idx="12"/>
          </p:nvPr>
        </p:nvSpPr>
        <p:spPr/>
        <p:txBody>
          <a:bodyPr/>
          <a:lstStyle>
            <a:lvl1pPr>
              <a:defRPr/>
            </a:lvl1pPr>
          </a:lstStyle>
          <a:p>
            <a:pPr>
              <a:defRPr/>
            </a:pPr>
            <a:fld id="{7C25BD3A-794A-4E96-98D9-29C2B056AD7D}" type="slidenum">
              <a:rPr lang="en-GB" altLang="en-US"/>
              <a:pPr>
                <a:defRPr/>
              </a:pPr>
              <a:t>‹#›</a:t>
            </a:fld>
            <a:endParaRPr lang="en-GB" altLang="en-US"/>
          </a:p>
        </p:txBody>
      </p:sp>
    </p:spTree>
    <p:extLst>
      <p:ext uri="{BB962C8B-B14F-4D97-AF65-F5344CB8AC3E}">
        <p14:creationId xmlns:p14="http://schemas.microsoft.com/office/powerpoint/2010/main" val="2626168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3E6FFD-939A-BD45-E1E8-529438FC79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9543CDE-922C-2344-660F-03C06D117A4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4466662-5449-E588-4330-3A244FF5A028}"/>
              </a:ext>
            </a:extLst>
          </p:cNvPr>
          <p:cNvSpPr>
            <a:spLocks noGrp="1"/>
          </p:cNvSpPr>
          <p:nvPr>
            <p:ph type="sldNum" sz="quarter" idx="12"/>
          </p:nvPr>
        </p:nvSpPr>
        <p:spPr/>
        <p:txBody>
          <a:bodyPr/>
          <a:lstStyle>
            <a:lvl1pPr>
              <a:defRPr/>
            </a:lvl1pPr>
          </a:lstStyle>
          <a:p>
            <a:pPr>
              <a:defRPr/>
            </a:pPr>
            <a:fld id="{81108A3C-4472-4BAF-A76A-4F4F697D913A}" type="slidenum">
              <a:rPr lang="en-GB" altLang="en-US"/>
              <a:pPr>
                <a:defRPr/>
              </a:pPr>
              <a:t>‹#›</a:t>
            </a:fld>
            <a:endParaRPr lang="en-GB" altLang="en-US"/>
          </a:p>
        </p:txBody>
      </p:sp>
    </p:spTree>
    <p:extLst>
      <p:ext uri="{BB962C8B-B14F-4D97-AF65-F5344CB8AC3E}">
        <p14:creationId xmlns:p14="http://schemas.microsoft.com/office/powerpoint/2010/main" val="3700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3F96180A-360A-28AC-BC5B-A14C3263B81D}"/>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E1FAE49A-406E-6125-F6F8-1D8F79C8F15D}"/>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914FC4-FB85-D5D5-FABA-19F789F72D39}"/>
              </a:ext>
            </a:extLst>
          </p:cNvPr>
          <p:cNvSpPr>
            <a:spLocks noGrp="1"/>
          </p:cNvSpPr>
          <p:nvPr>
            <p:ph type="sldNum" sz="quarter" idx="12"/>
          </p:nvPr>
        </p:nvSpPr>
        <p:spPr/>
        <p:txBody>
          <a:bodyPr/>
          <a:lstStyle>
            <a:lvl1pPr>
              <a:defRPr/>
            </a:lvl1pPr>
          </a:lstStyle>
          <a:p>
            <a:pPr>
              <a:defRPr/>
            </a:pPr>
            <a:fld id="{B188C25F-8E11-4064-AE56-034BE9F0A5EF}" type="slidenum">
              <a:rPr lang="en-GB" altLang="en-US"/>
              <a:pPr>
                <a:defRPr/>
              </a:pPr>
              <a:t>‹#›</a:t>
            </a:fld>
            <a:endParaRPr lang="en-GB" altLang="en-US"/>
          </a:p>
        </p:txBody>
      </p:sp>
    </p:spTree>
    <p:extLst>
      <p:ext uri="{BB962C8B-B14F-4D97-AF65-F5344CB8AC3E}">
        <p14:creationId xmlns:p14="http://schemas.microsoft.com/office/powerpoint/2010/main" val="237861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EC118F79-0C6B-8A0F-452A-293937782353}"/>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8DAC1512-3CFA-9ED4-6912-E83D46A6A0F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9F6B54D7-BD1B-60A9-EE0C-E6240E295A93}"/>
              </a:ext>
            </a:extLst>
          </p:cNvPr>
          <p:cNvSpPr>
            <a:spLocks noGrp="1"/>
          </p:cNvSpPr>
          <p:nvPr>
            <p:ph type="sldNum" sz="quarter" idx="12"/>
          </p:nvPr>
        </p:nvSpPr>
        <p:spPr/>
        <p:txBody>
          <a:bodyPr/>
          <a:lstStyle>
            <a:lvl1pPr>
              <a:defRPr/>
            </a:lvl1pPr>
          </a:lstStyle>
          <a:p>
            <a:pPr>
              <a:defRPr/>
            </a:pPr>
            <a:fld id="{A05C60ED-42C1-4545-9468-EB382124E435}" type="slidenum">
              <a:rPr lang="en-GB" altLang="en-US"/>
              <a:pPr>
                <a:defRPr/>
              </a:pPr>
              <a:t>‹#›</a:t>
            </a:fld>
            <a:endParaRPr lang="en-GB" altLang="en-US"/>
          </a:p>
        </p:txBody>
      </p:sp>
    </p:spTree>
    <p:extLst>
      <p:ext uri="{BB962C8B-B14F-4D97-AF65-F5344CB8AC3E}">
        <p14:creationId xmlns:p14="http://schemas.microsoft.com/office/powerpoint/2010/main" val="294900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47A73B05-6FFC-20AB-88CD-C36C2814B604}"/>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D173DA2-E0C4-C94C-1189-0B6927EA5F0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9F8BBCA-AB2F-A0B1-0591-4896EDB6C3E6}"/>
              </a:ext>
            </a:extLst>
          </p:cNvPr>
          <p:cNvSpPr>
            <a:spLocks noGrp="1"/>
          </p:cNvSpPr>
          <p:nvPr>
            <p:ph type="sldNum" sz="quarter" idx="12"/>
          </p:nvPr>
        </p:nvSpPr>
        <p:spPr/>
        <p:txBody>
          <a:bodyPr/>
          <a:lstStyle>
            <a:lvl1pPr>
              <a:defRPr/>
            </a:lvl1pPr>
          </a:lstStyle>
          <a:p>
            <a:pPr>
              <a:defRPr/>
            </a:pPr>
            <a:fld id="{D5A3FA38-719B-4553-BB70-BC9B5BFEE365}" type="slidenum">
              <a:rPr lang="en-GB" altLang="en-US"/>
              <a:pPr>
                <a:defRPr/>
              </a:pPr>
              <a:t>‹#›</a:t>
            </a:fld>
            <a:endParaRPr lang="en-GB" altLang="en-US"/>
          </a:p>
        </p:txBody>
      </p:sp>
    </p:spTree>
    <p:extLst>
      <p:ext uri="{BB962C8B-B14F-4D97-AF65-F5344CB8AC3E}">
        <p14:creationId xmlns:p14="http://schemas.microsoft.com/office/powerpoint/2010/main" val="128071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E38D44-9016-3653-11C1-D7EED8428C20}"/>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59221E15-45F9-4641-B1AD-217C3667759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80A2E8F-4061-8E93-340C-1D20852C28D5}"/>
              </a:ext>
            </a:extLst>
          </p:cNvPr>
          <p:cNvSpPr>
            <a:spLocks noGrp="1"/>
          </p:cNvSpPr>
          <p:nvPr>
            <p:ph type="sldNum" sz="quarter" idx="12"/>
          </p:nvPr>
        </p:nvSpPr>
        <p:spPr/>
        <p:txBody>
          <a:bodyPr/>
          <a:lstStyle>
            <a:lvl1pPr>
              <a:defRPr/>
            </a:lvl1pPr>
          </a:lstStyle>
          <a:p>
            <a:pPr>
              <a:defRPr/>
            </a:pPr>
            <a:fld id="{330F20B5-584E-4376-A04B-5421FA31DE32}" type="slidenum">
              <a:rPr lang="en-GB" altLang="en-US"/>
              <a:pPr>
                <a:defRPr/>
              </a:pPr>
              <a:t>‹#›</a:t>
            </a:fld>
            <a:endParaRPr lang="en-GB" altLang="en-US"/>
          </a:p>
        </p:txBody>
      </p:sp>
    </p:spTree>
    <p:extLst>
      <p:ext uri="{BB962C8B-B14F-4D97-AF65-F5344CB8AC3E}">
        <p14:creationId xmlns:p14="http://schemas.microsoft.com/office/powerpoint/2010/main" val="378946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08620D2-93DB-34AF-586C-192F933C1D7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690FA0B-7904-A676-6163-FD77398C1346}"/>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1176326-CFAA-29F9-92E3-DCEB4670CBEE}"/>
              </a:ext>
            </a:extLst>
          </p:cNvPr>
          <p:cNvSpPr>
            <a:spLocks noGrp="1"/>
          </p:cNvSpPr>
          <p:nvPr>
            <p:ph type="sldNum" sz="quarter" idx="12"/>
          </p:nvPr>
        </p:nvSpPr>
        <p:spPr/>
        <p:txBody>
          <a:bodyPr/>
          <a:lstStyle>
            <a:lvl1pPr>
              <a:defRPr/>
            </a:lvl1pPr>
          </a:lstStyle>
          <a:p>
            <a:pPr>
              <a:defRPr/>
            </a:pPr>
            <a:fld id="{66C705C3-B364-4629-A107-E36FCF12B0FC}" type="slidenum">
              <a:rPr lang="en-GB" altLang="en-US"/>
              <a:pPr>
                <a:defRPr/>
              </a:pPr>
              <a:t>‹#›</a:t>
            </a:fld>
            <a:endParaRPr lang="en-GB" altLang="en-US"/>
          </a:p>
        </p:txBody>
      </p:sp>
    </p:spTree>
    <p:extLst>
      <p:ext uri="{BB962C8B-B14F-4D97-AF65-F5344CB8AC3E}">
        <p14:creationId xmlns:p14="http://schemas.microsoft.com/office/powerpoint/2010/main" val="42635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44D5AA8B-B01E-46F3-C62F-FCE7D9A569F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08E1609F-5AA5-80F4-30D0-DBCE5236971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2FA5CEA0-E675-CDA8-9359-23A3EAA6C721}"/>
              </a:ext>
            </a:extLst>
          </p:cNvPr>
          <p:cNvSpPr>
            <a:spLocks noGrp="1"/>
          </p:cNvSpPr>
          <p:nvPr>
            <p:ph type="sldNum" sz="quarter" idx="12"/>
          </p:nvPr>
        </p:nvSpPr>
        <p:spPr/>
        <p:txBody>
          <a:bodyPr/>
          <a:lstStyle>
            <a:lvl1pPr>
              <a:defRPr/>
            </a:lvl1pPr>
          </a:lstStyle>
          <a:p>
            <a:pPr>
              <a:defRPr/>
            </a:pPr>
            <a:fld id="{2D24EF56-4ACE-450F-A7DD-8E4C428E809A}" type="slidenum">
              <a:rPr lang="en-GB" altLang="en-US"/>
              <a:pPr>
                <a:defRPr/>
              </a:pPr>
              <a:t>‹#›</a:t>
            </a:fld>
            <a:endParaRPr lang="en-GB" altLang="en-US"/>
          </a:p>
        </p:txBody>
      </p:sp>
    </p:spTree>
    <p:extLst>
      <p:ext uri="{BB962C8B-B14F-4D97-AF65-F5344CB8AC3E}">
        <p14:creationId xmlns:p14="http://schemas.microsoft.com/office/powerpoint/2010/main" val="154020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82C65B-8123-09AD-C768-EFA9AA22FD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275FD1B-7CD8-996E-2C11-932D1F4DBF4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5440A63-02C6-C3BE-37F9-0CD17051AB2C}"/>
              </a:ext>
            </a:extLst>
          </p:cNvPr>
          <p:cNvSpPr>
            <a:spLocks noGrp="1"/>
          </p:cNvSpPr>
          <p:nvPr>
            <p:ph type="sldNum" sz="quarter" idx="12"/>
          </p:nvPr>
        </p:nvSpPr>
        <p:spPr/>
        <p:txBody>
          <a:bodyPr/>
          <a:lstStyle>
            <a:lvl1pPr>
              <a:defRPr/>
            </a:lvl1pPr>
          </a:lstStyle>
          <a:p>
            <a:pPr>
              <a:defRPr/>
            </a:pPr>
            <a:fld id="{960B4257-4EAD-4B33-9187-8B0607F59988}" type="slidenum">
              <a:rPr lang="en-GB" altLang="en-US"/>
              <a:pPr>
                <a:defRPr/>
              </a:pPr>
              <a:t>‹#›</a:t>
            </a:fld>
            <a:endParaRPr lang="en-GB" altLang="en-US"/>
          </a:p>
        </p:txBody>
      </p:sp>
    </p:spTree>
    <p:extLst>
      <p:ext uri="{BB962C8B-B14F-4D97-AF65-F5344CB8AC3E}">
        <p14:creationId xmlns:p14="http://schemas.microsoft.com/office/powerpoint/2010/main" val="30016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38E955-62F5-DD4E-EE52-7755BC98615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23F677-8E04-4AF5-7A8F-62E869B9A7D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F51409A-F1AF-841D-E371-7B283311DB8C}"/>
              </a:ext>
            </a:extLst>
          </p:cNvPr>
          <p:cNvSpPr>
            <a:spLocks noGrp="1"/>
          </p:cNvSpPr>
          <p:nvPr>
            <p:ph type="sldNum" sz="quarter" idx="12"/>
          </p:nvPr>
        </p:nvSpPr>
        <p:spPr/>
        <p:txBody>
          <a:bodyPr/>
          <a:lstStyle>
            <a:lvl1pPr>
              <a:defRPr/>
            </a:lvl1pPr>
          </a:lstStyle>
          <a:p>
            <a:pPr>
              <a:defRPr/>
            </a:pPr>
            <a:fld id="{23E30639-9610-4849-A845-B7AFDD53177D}" type="slidenum">
              <a:rPr lang="en-GB" altLang="en-US"/>
              <a:pPr>
                <a:defRPr/>
              </a:pPr>
              <a:t>‹#›</a:t>
            </a:fld>
            <a:endParaRPr lang="en-GB" altLang="en-US"/>
          </a:p>
        </p:txBody>
      </p:sp>
    </p:spTree>
    <p:extLst>
      <p:ext uri="{BB962C8B-B14F-4D97-AF65-F5344CB8AC3E}">
        <p14:creationId xmlns:p14="http://schemas.microsoft.com/office/powerpoint/2010/main" val="343728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A64DF63-3DD7-821E-54F3-A943D67D81F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D262D890-8658-5D37-F511-34DD99DB7A1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CEDFAD4-83EC-8E6C-126A-4165CC02B610}"/>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endParaRPr lang="en-US" altLang="en-US"/>
          </a:p>
        </p:txBody>
      </p:sp>
      <p:sp>
        <p:nvSpPr>
          <p:cNvPr id="5" name="Footer Placeholder 4">
            <a:extLst>
              <a:ext uri="{FF2B5EF4-FFF2-40B4-BE49-F238E27FC236}">
                <a16:creationId xmlns:a16="http://schemas.microsoft.com/office/drawing/2014/main" id="{3E18FCFC-4EA7-3C10-D20A-1EB4D26558E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2AD705-2A07-18FC-AAED-DB92C7D6C8A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9CF8B0-F3D1-4896-8BDE-4D5FE3D569F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uitarcenter.com/"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tenzotea.co/"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hyperlink" Target="https://designbeep.com/2017/02/20/luxbar-responsive-css-only-navigation-ba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www.w3school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D22B11-C1DB-B6A6-2EEE-0A845FB70593}"/>
              </a:ext>
            </a:extLst>
          </p:cNvPr>
          <p:cNvSpPr>
            <a:spLocks noGrp="1" noChangeArrowheads="1"/>
          </p:cNvSpPr>
          <p:nvPr>
            <p:ph type="ctrTitle"/>
          </p:nvPr>
        </p:nvSpPr>
        <p:spPr/>
        <p:txBody>
          <a:bodyPr rtlCol="0">
            <a:normAutofit/>
          </a:bodyPr>
          <a:lstStyle/>
          <a:p>
            <a:pPr eaLnBrk="1" fontAlgn="auto" hangingPunct="1">
              <a:spcAft>
                <a:spcPts val="0"/>
              </a:spcAft>
              <a:defRPr/>
            </a:pPr>
            <a:r>
              <a:rPr lang="en-GB" dirty="0">
                <a:latin typeface="Arial" charset="0"/>
                <a:ea typeface="+mj-ea"/>
                <a:cs typeface="+mj-cs"/>
              </a:rPr>
              <a:t>COM4012M – Semantics &amp; Positioning</a:t>
            </a:r>
          </a:p>
        </p:txBody>
      </p:sp>
      <p:sp>
        <p:nvSpPr>
          <p:cNvPr id="3075" name="Rectangle 3">
            <a:extLst>
              <a:ext uri="{FF2B5EF4-FFF2-40B4-BE49-F238E27FC236}">
                <a16:creationId xmlns:a16="http://schemas.microsoft.com/office/drawing/2014/main" id="{DA12F9B4-B776-2DD3-BE3B-4F6AF00DB9ED}"/>
              </a:ext>
            </a:extLst>
          </p:cNvPr>
          <p:cNvSpPr>
            <a:spLocks noGrp="1"/>
          </p:cNvSpPr>
          <p:nvPr>
            <p:ph type="subTitle" idx="1"/>
          </p:nvPr>
        </p:nvSpPr>
        <p:spPr/>
        <p:txBody>
          <a:bodyPr/>
          <a:lstStyle/>
          <a:p>
            <a:pPr eaLnBrk="1" hangingPunct="1">
              <a:buFont typeface="Wingdings" panose="05000000000000000000" pitchFamily="2" charset="2"/>
              <a:buNone/>
            </a:pPr>
            <a:r>
              <a:rPr lang="en-GB" altLang="en-US" dirty="0">
                <a:solidFill>
                  <a:srgbClr val="898989"/>
                </a:solidFill>
                <a:latin typeface="Arial" panose="020B0604020202020204" pitchFamily="34" charset="0"/>
              </a:rPr>
              <a:t>Week 3 Lab Session 3</a:t>
            </a:r>
          </a:p>
          <a:p>
            <a:pPr eaLnBrk="1" hangingPunct="1">
              <a:buFont typeface="Wingdings" panose="05000000000000000000" pitchFamily="2" charset="2"/>
              <a:buNone/>
            </a:pPr>
            <a:endParaRPr lang="en-GB" altLang="en-US" dirty="0">
              <a:solidFill>
                <a:srgbClr val="89898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718F653-B16D-8A80-B338-53FD53F624B1}"/>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03008CAA-58BB-9816-3370-99195DD15434}"/>
              </a:ext>
            </a:extLst>
          </p:cNvPr>
          <p:cNvSpPr>
            <a:spLocks noGrp="1"/>
          </p:cNvSpPr>
          <p:nvPr>
            <p:ph type="title"/>
          </p:nvPr>
        </p:nvSpPr>
        <p:spPr>
          <a:xfrm>
            <a:off x="533400" y="228600"/>
            <a:ext cx="8229600" cy="838200"/>
          </a:xfrm>
        </p:spPr>
        <p:txBody>
          <a:bodyPr/>
          <a:lstStyle/>
          <a:p>
            <a:pPr eaLnBrk="1" hangingPunct="1"/>
            <a:r>
              <a:rPr lang="en-GB" altLang="en-US" dirty="0">
                <a:latin typeface="Arial" panose="020B0604020202020204" pitchFamily="34" charset="0"/>
              </a:rPr>
              <a:t>CSS Recap</a:t>
            </a:r>
          </a:p>
        </p:txBody>
      </p:sp>
      <p:sp>
        <p:nvSpPr>
          <p:cNvPr id="5123" name="Rectangle 3">
            <a:extLst>
              <a:ext uri="{FF2B5EF4-FFF2-40B4-BE49-F238E27FC236}">
                <a16:creationId xmlns:a16="http://schemas.microsoft.com/office/drawing/2014/main" id="{1372D5BC-0841-7191-D4A0-4C1202001BCC}"/>
              </a:ext>
            </a:extLst>
          </p:cNvPr>
          <p:cNvSpPr>
            <a:spLocks noGrp="1"/>
          </p:cNvSpPr>
          <p:nvPr>
            <p:ph idx="1"/>
          </p:nvPr>
        </p:nvSpPr>
        <p:spPr>
          <a:xfrm>
            <a:off x="457200" y="1371600"/>
            <a:ext cx="8229600" cy="4724400"/>
          </a:xfrm>
        </p:spPr>
        <p:txBody>
          <a:bodyPr/>
          <a:lstStyle/>
          <a:p>
            <a:pPr eaLnBrk="1" hangingPunct="1">
              <a:lnSpc>
                <a:spcPct val="90000"/>
              </a:lnSpc>
            </a:pPr>
            <a:r>
              <a:rPr lang="en-GB" altLang="en-US" sz="2800" dirty="0">
                <a:latin typeface="Arial" panose="020B0604020202020204" pitchFamily="34" charset="0"/>
              </a:rPr>
              <a:t>Cascading Style Sheets (CSS) is a stylesheet language used to describe the presentation of a document written in HTML or XML. </a:t>
            </a:r>
          </a:p>
          <a:p>
            <a:pPr lvl="1" eaLnBrk="1" hangingPunct="1">
              <a:lnSpc>
                <a:spcPct val="90000"/>
              </a:lnSpc>
            </a:pPr>
            <a:r>
              <a:rPr lang="en-GB" altLang="en-US" sz="2400" dirty="0">
                <a:latin typeface="Arial" panose="020B0604020202020204" pitchFamily="34" charset="0"/>
              </a:rPr>
              <a:t>CSS describes how elements should be rendered on screen, on paper, in speech, or on other media.</a:t>
            </a:r>
          </a:p>
          <a:p>
            <a:pPr lvl="1" eaLnBrk="1" hangingPunct="1">
              <a:lnSpc>
                <a:spcPct val="90000"/>
              </a:lnSpc>
            </a:pPr>
            <a:r>
              <a:rPr lang="en-GB" altLang="en-US" sz="2400" dirty="0">
                <a:latin typeface="Arial" panose="020B0604020202020204" pitchFamily="34" charset="0"/>
              </a:rPr>
              <a:t>It was designed primarily to allow the separation of content and presentation (layout, colours, fonts, etc).</a:t>
            </a:r>
          </a:p>
          <a:p>
            <a:pPr lvl="1" eaLnBrk="1" hangingPunct="1">
              <a:lnSpc>
                <a:spcPct val="90000"/>
              </a:lnSpc>
            </a:pPr>
            <a:r>
              <a:rPr lang="en-GB" altLang="en-US" sz="2400" dirty="0">
                <a:latin typeface="Arial" panose="020B0604020202020204" pitchFamily="34" charset="0"/>
              </a:rPr>
              <a:t>It allows you to control the look of your website across multiple pages.</a:t>
            </a:r>
          </a:p>
          <a:p>
            <a:pPr lvl="1" eaLnBrk="1" hangingPunct="1">
              <a:lnSpc>
                <a:spcPct val="90000"/>
              </a:lnSpc>
            </a:pPr>
            <a:r>
              <a:rPr lang="en-GB" altLang="en-US" sz="2400" dirty="0">
                <a:latin typeface="Arial" panose="020B0604020202020204" pitchFamily="34" charset="0"/>
              </a:rPr>
              <a:t>It CSS can also be used to control the way a web page displays depending on the viewer's device or screen size.</a:t>
            </a:r>
          </a:p>
          <a:p>
            <a:pPr lvl="1" eaLnBrk="1" hangingPunct="1">
              <a:lnSpc>
                <a:spcPct val="90000"/>
              </a:lnSpc>
            </a:pPr>
            <a:endParaRPr lang="en-GB" altLang="en-US" sz="2400" dirty="0">
              <a:latin typeface="Arial" panose="020B0604020202020204" pitchFamily="34" charset="0"/>
            </a:endParaRPr>
          </a:p>
          <a:p>
            <a:pPr lvl="1" eaLnBrk="1" hangingPunct="1">
              <a:lnSpc>
                <a:spcPct val="90000"/>
              </a:lnSpc>
            </a:pPr>
            <a:endParaRPr lang="en-GB" altLang="en-US" sz="24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marL="457200" lvl="1" indent="0" eaLnBrk="1" hangingPunct="1">
              <a:lnSpc>
                <a:spcPct val="90000"/>
              </a:lnSpc>
              <a:buNone/>
            </a:pPr>
            <a:endParaRPr lang="en-GB" altLang="en-US" sz="2400" dirty="0">
              <a:latin typeface="Arial" panose="020B0604020202020204" pitchFamily="34" charset="0"/>
            </a:endParaRPr>
          </a:p>
        </p:txBody>
      </p:sp>
    </p:spTree>
    <p:extLst>
      <p:ext uri="{BB962C8B-B14F-4D97-AF65-F5344CB8AC3E}">
        <p14:creationId xmlns:p14="http://schemas.microsoft.com/office/powerpoint/2010/main" val="2823282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60AED26-C427-6B88-E02C-E6372E5FEC37}"/>
              </a:ext>
            </a:extLst>
          </p:cNvPr>
          <p:cNvSpPr>
            <a:spLocks noGrp="1"/>
          </p:cNvSpPr>
          <p:nvPr>
            <p:ph type="title"/>
          </p:nvPr>
        </p:nvSpPr>
        <p:spPr>
          <a:xfrm>
            <a:off x="381000" y="0"/>
            <a:ext cx="8229600" cy="1371600"/>
          </a:xfrm>
        </p:spPr>
        <p:txBody>
          <a:bodyPr/>
          <a:lstStyle/>
          <a:p>
            <a:pPr eaLnBrk="1" hangingPunct="1"/>
            <a:r>
              <a:rPr lang="en-GB" altLang="en-US" dirty="0">
                <a:latin typeface="Arial" panose="020B0604020202020204" pitchFamily="34" charset="0"/>
              </a:rPr>
              <a:t>Setup a Stylesheet</a:t>
            </a:r>
          </a:p>
        </p:txBody>
      </p:sp>
      <p:sp>
        <p:nvSpPr>
          <p:cNvPr id="2" name="Rectangle 3">
            <a:extLst>
              <a:ext uri="{FF2B5EF4-FFF2-40B4-BE49-F238E27FC236}">
                <a16:creationId xmlns:a16="http://schemas.microsoft.com/office/drawing/2014/main" id="{52DE4ECD-C5F6-A1E5-C293-EDEE52A105BE}"/>
              </a:ext>
            </a:extLst>
          </p:cNvPr>
          <p:cNvSpPr>
            <a:spLocks noGrp="1"/>
          </p:cNvSpPr>
          <p:nvPr>
            <p:ph idx="1"/>
          </p:nvPr>
        </p:nvSpPr>
        <p:spPr>
          <a:xfrm>
            <a:off x="457200" y="1371600"/>
            <a:ext cx="8229600" cy="4724400"/>
          </a:xfrm>
        </p:spPr>
        <p:txBody>
          <a:bodyPr/>
          <a:lstStyle/>
          <a:p>
            <a:pPr eaLnBrk="1" hangingPunct="1">
              <a:lnSpc>
                <a:spcPct val="90000"/>
              </a:lnSpc>
            </a:pPr>
            <a:r>
              <a:rPr lang="en-GB" altLang="en-US" dirty="0">
                <a:latin typeface="Arial" panose="020B0604020202020204" pitchFamily="34" charset="0"/>
              </a:rPr>
              <a:t>A stylesheet ends with the .</a:t>
            </a:r>
            <a:r>
              <a:rPr lang="en-GB" altLang="en-US" dirty="0" err="1">
                <a:latin typeface="Arial" panose="020B0604020202020204" pitchFamily="34" charset="0"/>
              </a:rPr>
              <a:t>css</a:t>
            </a:r>
            <a:r>
              <a:rPr lang="en-GB" altLang="en-US" dirty="0">
                <a:latin typeface="Arial" panose="020B0604020202020204" pitchFamily="34" charset="0"/>
              </a:rPr>
              <a:t> file extension:</a:t>
            </a:r>
          </a:p>
          <a:p>
            <a:pPr lvl="1" eaLnBrk="1" hangingPunct="1">
              <a:lnSpc>
                <a:spcPct val="90000"/>
              </a:lnSpc>
            </a:pPr>
            <a:r>
              <a:rPr lang="en-GB" altLang="en-US" dirty="0">
                <a:latin typeface="Arial" panose="020B0604020202020204" pitchFamily="34" charset="0"/>
              </a:rPr>
              <a:t>main.css</a:t>
            </a:r>
          </a:p>
          <a:p>
            <a:pPr lvl="1" eaLnBrk="1" hangingPunct="1">
              <a:lnSpc>
                <a:spcPct val="90000"/>
              </a:lnSpc>
            </a:pPr>
            <a:r>
              <a:rPr lang="en-GB" altLang="en-US" dirty="0">
                <a:latin typeface="Arial" panose="020B0604020202020204" pitchFamily="34" charset="0"/>
              </a:rPr>
              <a:t>stylesheet1.css</a:t>
            </a:r>
          </a:p>
          <a:p>
            <a:pPr lvl="1" eaLnBrk="1" hangingPunct="1">
              <a:lnSpc>
                <a:spcPct val="90000"/>
              </a:lnSpc>
            </a:pPr>
            <a:endParaRPr lang="en-GB" altLang="en-US" dirty="0">
              <a:latin typeface="Arial" panose="020B0604020202020204" pitchFamily="34" charset="0"/>
            </a:endParaRPr>
          </a:p>
          <a:p>
            <a:pPr eaLnBrk="1" hangingPunct="1">
              <a:lnSpc>
                <a:spcPct val="90000"/>
              </a:lnSpc>
            </a:pPr>
            <a:r>
              <a:rPr lang="en-GB" altLang="en-US" dirty="0">
                <a:latin typeface="Arial" panose="020B0604020202020204" pitchFamily="34" charset="0"/>
              </a:rPr>
              <a:t>In the header of your HTML document, you then refer to that stylesheet like so:</a:t>
            </a:r>
          </a:p>
          <a:p>
            <a:pPr marL="457200" lvl="1" indent="0" eaLnBrk="1" hangingPunct="1">
              <a:lnSpc>
                <a:spcPct val="90000"/>
              </a:lnSpc>
              <a:buNone/>
            </a:pPr>
            <a:r>
              <a:rPr lang="en-GB" altLang="en-US" dirty="0">
                <a:latin typeface="Arial" panose="020B0604020202020204" pitchFamily="34" charset="0"/>
              </a:rPr>
              <a:t>&lt;link </a:t>
            </a:r>
            <a:r>
              <a:rPr lang="en-GB" altLang="en-US" dirty="0" err="1">
                <a:latin typeface="Arial" panose="020B0604020202020204" pitchFamily="34" charset="0"/>
              </a:rPr>
              <a:t>rel</a:t>
            </a:r>
            <a:r>
              <a:rPr lang="en-GB" altLang="en-US" dirty="0">
                <a:latin typeface="Arial" panose="020B0604020202020204" pitchFamily="34" charset="0"/>
              </a:rPr>
              <a:t>=“stylesheet” </a:t>
            </a:r>
            <a:r>
              <a:rPr lang="en-GB" altLang="en-US" dirty="0" err="1">
                <a:latin typeface="Arial" panose="020B0604020202020204" pitchFamily="34" charset="0"/>
              </a:rPr>
              <a:t>href</a:t>
            </a:r>
            <a:r>
              <a:rPr lang="en-GB" altLang="en-US" dirty="0">
                <a:latin typeface="Arial" panose="020B0604020202020204" pitchFamily="34" charset="0"/>
              </a:rPr>
              <a:t>=“stylesheet1.css”&gt;</a:t>
            </a:r>
          </a:p>
          <a:p>
            <a:pPr lvl="1" eaLnBrk="1" hangingPunct="1">
              <a:lnSpc>
                <a:spcPct val="90000"/>
              </a:lnSpc>
            </a:pPr>
            <a:endParaRPr lang="en-GB" altLang="en-US" dirty="0">
              <a:latin typeface="Arial" panose="020B0604020202020204" pitchFamily="34" charset="0"/>
            </a:endParaRPr>
          </a:p>
          <a:p>
            <a:pPr eaLnBrk="1" hangingPunct="1">
              <a:lnSpc>
                <a:spcPct val="90000"/>
              </a:lnSpc>
            </a:pPr>
            <a:r>
              <a:rPr lang="en-GB" altLang="en-US" dirty="0">
                <a:latin typeface="Arial" panose="020B0604020202020204" pitchFamily="34" charset="0"/>
              </a:rPr>
              <a:t>A stylesheet doesn’t have any setup specifications like a HTML document.</a:t>
            </a:r>
          </a:p>
          <a:p>
            <a:pPr lvl="1" eaLnBrk="1" hangingPunct="1">
              <a:lnSpc>
                <a:spcPct val="90000"/>
              </a:lnSpc>
            </a:pPr>
            <a:endParaRPr lang="en-GB" altLang="en-US" dirty="0">
              <a:latin typeface="Arial" panose="020B0604020202020204" pitchFamily="34" charset="0"/>
            </a:endParaRPr>
          </a:p>
          <a:p>
            <a:pPr marL="457200" lvl="1" indent="0" eaLnBrk="1" hangingPunct="1">
              <a:lnSpc>
                <a:spcPct val="90000"/>
              </a:lnSpc>
              <a:buNone/>
            </a:pPr>
            <a:endParaRPr lang="en-GB" altLang="en-US" dirty="0">
              <a:latin typeface="Arial" panose="020B0604020202020204" pitchFamily="34" charset="0"/>
            </a:endParaRPr>
          </a:p>
          <a:p>
            <a:pPr marL="457200" lvl="1" indent="0" eaLnBrk="1" hangingPunct="1">
              <a:lnSpc>
                <a:spcPct val="90000"/>
              </a:lnSpc>
              <a:buNone/>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marL="457200" lvl="1" indent="0" eaLnBrk="1" hangingPunct="1">
              <a:lnSpc>
                <a:spcPct val="90000"/>
              </a:lnSpc>
              <a:buNone/>
            </a:pPr>
            <a:endParaRPr lang="en-GB" altLang="en-US" sz="2400"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362BEA7-EC92-2F89-F89B-624D5B0750E7}"/>
              </a:ext>
            </a:extLst>
          </p:cNvPr>
          <p:cNvSpPr>
            <a:spLocks noGrp="1"/>
          </p:cNvSpPr>
          <p:nvPr>
            <p:ph type="title"/>
          </p:nvPr>
        </p:nvSpPr>
        <p:spPr/>
        <p:txBody>
          <a:bodyPr/>
          <a:lstStyle/>
          <a:p>
            <a:pPr eaLnBrk="1" hangingPunct="1"/>
            <a:r>
              <a:rPr lang="en-GB" altLang="en-US" dirty="0">
                <a:latin typeface="Arial" panose="020B0604020202020204" pitchFamily="34" charset="0"/>
              </a:rPr>
              <a:t>External Stylesheet Example</a:t>
            </a:r>
          </a:p>
        </p:txBody>
      </p:sp>
      <p:sp>
        <p:nvSpPr>
          <p:cNvPr id="9219" name="Rectangle 3">
            <a:extLst>
              <a:ext uri="{FF2B5EF4-FFF2-40B4-BE49-F238E27FC236}">
                <a16:creationId xmlns:a16="http://schemas.microsoft.com/office/drawing/2014/main" id="{464945EE-56BF-8A97-9C1C-AD997CFE12AF}"/>
              </a:ext>
            </a:extLst>
          </p:cNvPr>
          <p:cNvSpPr>
            <a:spLocks noGrp="1"/>
          </p:cNvSpPr>
          <p:nvPr>
            <p:ph idx="1"/>
          </p:nvPr>
        </p:nvSpPr>
        <p:spPr/>
        <p:txBody>
          <a:bodyPr/>
          <a:lstStyle/>
          <a:p>
            <a:pPr marL="0" indent="0" eaLnBrk="1" hangingPunct="1">
              <a:buFont typeface="Wingdings" panose="05000000000000000000" pitchFamily="2" charset="2"/>
              <a:buNone/>
            </a:pPr>
            <a:r>
              <a:rPr lang="en-GB" altLang="en-US" sz="2000" dirty="0">
                <a:latin typeface="Arial" panose="020B0604020202020204" pitchFamily="34" charset="0"/>
              </a:rPr>
              <a:t>h1{ </a:t>
            </a:r>
          </a:p>
          <a:p>
            <a:pPr marL="0" indent="0" eaLnBrk="1" hangingPunct="1">
              <a:buFont typeface="Wingdings" panose="05000000000000000000" pitchFamily="2" charset="2"/>
              <a:buNone/>
            </a:pPr>
            <a:r>
              <a:rPr lang="en-GB" altLang="en-US" sz="2000" dirty="0">
                <a:latin typeface="Arial" panose="020B0604020202020204" pitchFamily="34" charset="0"/>
              </a:rPr>
              <a:t>	margin: 0px</a:t>
            </a:r>
          </a:p>
          <a:p>
            <a:pPr marL="0" indent="0" eaLnBrk="1" hangingPunct="1">
              <a:buFont typeface="Wingdings" panose="05000000000000000000" pitchFamily="2" charset="2"/>
              <a:buNone/>
            </a:pPr>
            <a:r>
              <a:rPr lang="en-GB" altLang="en-US" sz="2000" dirty="0">
                <a:latin typeface="Arial" panose="020B0604020202020204" pitchFamily="34" charset="0"/>
              </a:rPr>
              <a:t>	background-</a:t>
            </a:r>
            <a:r>
              <a:rPr lang="en-GB" altLang="en-US" sz="2000" dirty="0" err="1">
                <a:latin typeface="Arial" panose="020B0604020202020204" pitchFamily="34" charset="0"/>
              </a:rPr>
              <a:t>color</a:t>
            </a:r>
            <a:r>
              <a:rPr lang="en-GB" altLang="en-US" sz="2000" dirty="0">
                <a:latin typeface="Arial" panose="020B0604020202020204" pitchFamily="34" charset="0"/>
              </a:rPr>
              <a:t>: </a:t>
            </a:r>
            <a:r>
              <a:rPr lang="en-GB" altLang="en-US" sz="2000" dirty="0" err="1">
                <a:latin typeface="Arial" panose="020B0604020202020204" pitchFamily="34" charset="0"/>
              </a:rPr>
              <a:t>rgb</a:t>
            </a:r>
            <a:r>
              <a:rPr lang="en-GB" altLang="en-US" sz="2000" dirty="0">
                <a:latin typeface="Arial" panose="020B0604020202020204" pitchFamily="34" charset="0"/>
              </a:rPr>
              <a:t>(132, 202, 245);</a:t>
            </a:r>
          </a:p>
          <a:p>
            <a:pPr marL="0" indent="0" eaLnBrk="1" hangingPunct="1">
              <a:buFont typeface="Wingdings" panose="05000000000000000000" pitchFamily="2" charset="2"/>
              <a:buNone/>
            </a:pPr>
            <a:r>
              <a:rPr lang="en-GB" altLang="en-US" sz="2000" dirty="0">
                <a:latin typeface="Arial" panose="020B0604020202020204" pitchFamily="34" charset="0"/>
              </a:rPr>
              <a:t>	width: 100%</a:t>
            </a:r>
          </a:p>
          <a:p>
            <a:pPr marL="0" indent="0" eaLnBrk="1" hangingPunct="1">
              <a:buFont typeface="Wingdings" panose="05000000000000000000" pitchFamily="2" charset="2"/>
              <a:buNone/>
            </a:pPr>
            <a:r>
              <a:rPr lang="en-GB" altLang="en-US" sz="2000" dirty="0">
                <a:latin typeface="Arial" panose="020B0604020202020204" pitchFamily="34" charset="0"/>
              </a:rPr>
              <a:t>	</a:t>
            </a:r>
            <a:r>
              <a:rPr lang="en-GB" altLang="en-US" sz="2000" dirty="0" err="1">
                <a:latin typeface="Arial" panose="020B0604020202020204" pitchFamily="34" charset="0"/>
              </a:rPr>
              <a:t>color</a:t>
            </a:r>
            <a:r>
              <a:rPr lang="en-GB" altLang="en-US" sz="2000" dirty="0">
                <a:latin typeface="Arial" panose="020B0604020202020204" pitchFamily="34" charset="0"/>
              </a:rPr>
              <a:t>: black;</a:t>
            </a:r>
          </a:p>
          <a:p>
            <a:pPr marL="0" indent="0" eaLnBrk="1" hangingPunct="1">
              <a:buFont typeface="Wingdings" panose="05000000000000000000" pitchFamily="2" charset="2"/>
              <a:buNone/>
            </a:pPr>
            <a:r>
              <a:rPr lang="en-GB" altLang="en-US" sz="2000" dirty="0">
                <a:latin typeface="Arial" panose="020B0604020202020204" pitchFamily="34" charset="0"/>
              </a:rPr>
              <a:t>	text-align: </a:t>
            </a:r>
            <a:r>
              <a:rPr lang="en-GB" altLang="en-US" sz="2000" dirty="0" err="1">
                <a:latin typeface="Arial" panose="020B0604020202020204" pitchFamily="34" charset="0"/>
              </a:rPr>
              <a:t>center</a:t>
            </a:r>
            <a:r>
              <a:rPr lang="en-GB" altLang="en-US" sz="2000" dirty="0">
                <a:latin typeface="Arial" panose="020B0604020202020204" pitchFamily="34" charset="0"/>
              </a:rPr>
              <a:t>;</a:t>
            </a:r>
          </a:p>
          <a:p>
            <a:pPr marL="0" indent="0" eaLnBrk="1" hangingPunct="1">
              <a:buFont typeface="Wingdings" panose="05000000000000000000" pitchFamily="2" charset="2"/>
              <a:buNone/>
            </a:pPr>
            <a:r>
              <a:rPr lang="en-GB" altLang="en-US" sz="2000" dirty="0">
                <a:latin typeface="Arial" panose="020B0604020202020204" pitchFamily="34" charset="0"/>
              </a:rPr>
              <a:t>	font-size: 80px;</a:t>
            </a:r>
          </a:p>
          <a:p>
            <a:pPr marL="0" indent="0" eaLnBrk="1" hangingPunct="1">
              <a:buFont typeface="Wingdings" panose="05000000000000000000" pitchFamily="2" charset="2"/>
              <a:buNone/>
            </a:pPr>
            <a:r>
              <a:rPr lang="en-GB" altLang="en-US" sz="2000" dirty="0">
                <a:latin typeface="Arial" panose="020B0604020202020204" pitchFamily="34" charset="0"/>
              </a:rPr>
              <a:t>}</a:t>
            </a:r>
          </a:p>
          <a:p>
            <a:pPr marL="0" indent="0" eaLnBrk="1" hangingPunct="1">
              <a:buNone/>
            </a:pPr>
            <a:endParaRPr lang="en-GB" altLang="en-US" sz="2000" dirty="0">
              <a:latin typeface="Arial" panose="020B0604020202020204" pitchFamily="34" charset="0"/>
            </a:endParaRPr>
          </a:p>
          <a:p>
            <a:pPr marL="0" indent="0" eaLnBrk="1" hangingPunct="1">
              <a:buFont typeface="Wingdings" panose="05000000000000000000" pitchFamily="2" charset="2"/>
              <a:buNone/>
            </a:pPr>
            <a:r>
              <a:rPr lang="en-GB" altLang="en-US" sz="2000" dirty="0">
                <a:latin typeface="Arial" panose="020B0604020202020204" pitchFamily="34" charset="0"/>
              </a:rPr>
              <a:t>.Style1 {</a:t>
            </a:r>
          </a:p>
          <a:p>
            <a:pPr marL="0" indent="0" eaLnBrk="1" hangingPunct="1">
              <a:buFont typeface="Wingdings" panose="05000000000000000000" pitchFamily="2" charset="2"/>
              <a:buNone/>
            </a:pPr>
            <a:r>
              <a:rPr lang="en-GB" altLang="en-US" sz="2000" dirty="0">
                <a:latin typeface="Arial" panose="020B0604020202020204" pitchFamily="34" charset="0"/>
              </a:rPr>
              <a:t>	font-family: Arial, Helvetica, Verdana, sans-serif;</a:t>
            </a:r>
          </a:p>
          <a:p>
            <a:pPr marL="0" indent="0" eaLnBrk="1" hangingPunct="1">
              <a:buFont typeface="Wingdings" panose="05000000000000000000" pitchFamily="2" charset="2"/>
              <a:buNone/>
            </a:pPr>
            <a:r>
              <a:rPr lang="en-GB" altLang="en-US" sz="2000" dirty="0">
                <a:latin typeface="Arial" panose="020B0604020202020204" pitchFamily="34" charset="0"/>
              </a:rPr>
              <a:t>	font-weight: bold;</a:t>
            </a:r>
          </a:p>
          <a:p>
            <a:pPr marL="0" indent="0" eaLnBrk="1" hangingPunct="1">
              <a:buFont typeface="Wingdings" panose="05000000000000000000" pitchFamily="2" charset="2"/>
              <a:buNone/>
            </a:pPr>
            <a:r>
              <a:rPr lang="en-GB" altLang="en-US" sz="2000" dirty="0">
                <a:latin typeface="Arial" panose="020B0604020202020204" pitchFamily="34" charset="0"/>
              </a:rPr>
              <a:t>	</a:t>
            </a:r>
            <a:r>
              <a:rPr lang="en-GB" altLang="en-US" sz="2000" dirty="0" err="1">
                <a:latin typeface="Arial" panose="020B0604020202020204" pitchFamily="34" charset="0"/>
              </a:rPr>
              <a:t>color</a:t>
            </a:r>
            <a:r>
              <a:rPr lang="en-GB" altLang="en-US" sz="2000" dirty="0">
                <a:latin typeface="Arial" panose="020B0604020202020204" pitchFamily="34" charset="0"/>
              </a:rPr>
              <a:t>: “#00FF00”;</a:t>
            </a:r>
          </a:p>
          <a:p>
            <a:pPr marL="0" indent="0" eaLnBrk="1" hangingPunct="1">
              <a:buFont typeface="Wingdings" panose="05000000000000000000" pitchFamily="2" charset="2"/>
              <a:buNone/>
            </a:pPr>
            <a:r>
              <a:rPr lang="en-GB" altLang="en-US" sz="2000" dirty="0">
                <a:latin typeface="Arial" panose="020B0604020202020204" pitchFamily="34" charset="0"/>
              </a:rPr>
              <a:t>} </a:t>
            </a:r>
          </a:p>
          <a:p>
            <a:pPr marL="0" indent="0" eaLnBrk="1" hangingPunct="1">
              <a:buFont typeface="Wingdings" panose="05000000000000000000" pitchFamily="2" charset="2"/>
              <a:buNone/>
            </a:pPr>
            <a:endParaRPr lang="en-GB" altLang="en-US" sz="2800"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B802806-25D9-155E-A22A-5FF4192ABBBA}"/>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7DA84152-B1EC-9BE3-B656-BF9F9D34A2EA}"/>
              </a:ext>
            </a:extLst>
          </p:cNvPr>
          <p:cNvSpPr>
            <a:spLocks noGrp="1"/>
          </p:cNvSpPr>
          <p:nvPr>
            <p:ph type="title"/>
          </p:nvPr>
        </p:nvSpPr>
        <p:spPr>
          <a:xfrm>
            <a:off x="381000" y="0"/>
            <a:ext cx="8229600" cy="1371600"/>
          </a:xfrm>
        </p:spPr>
        <p:txBody>
          <a:bodyPr/>
          <a:lstStyle/>
          <a:p>
            <a:pPr eaLnBrk="1" hangingPunct="1"/>
            <a:r>
              <a:rPr lang="en-GB" altLang="en-US" dirty="0">
                <a:latin typeface="Arial" panose="020B0604020202020204" pitchFamily="34" charset="0"/>
              </a:rPr>
              <a:t>Container Semantics</a:t>
            </a:r>
          </a:p>
        </p:txBody>
      </p:sp>
      <p:sp>
        <p:nvSpPr>
          <p:cNvPr id="2" name="Rectangle 3">
            <a:extLst>
              <a:ext uri="{FF2B5EF4-FFF2-40B4-BE49-F238E27FC236}">
                <a16:creationId xmlns:a16="http://schemas.microsoft.com/office/drawing/2014/main" id="{7017EF27-C3D0-F60B-0C1A-A784A581CE1D}"/>
              </a:ext>
            </a:extLst>
          </p:cNvPr>
          <p:cNvSpPr>
            <a:spLocks noGrp="1"/>
          </p:cNvSpPr>
          <p:nvPr>
            <p:ph idx="1"/>
          </p:nvPr>
        </p:nvSpPr>
        <p:spPr>
          <a:xfrm>
            <a:off x="457200" y="1371600"/>
            <a:ext cx="8229600" cy="4724400"/>
          </a:xfrm>
        </p:spPr>
        <p:txBody>
          <a:bodyPr/>
          <a:lstStyle/>
          <a:p>
            <a:pPr eaLnBrk="1" hangingPunct="1">
              <a:lnSpc>
                <a:spcPct val="90000"/>
              </a:lnSpc>
            </a:pPr>
            <a:r>
              <a:rPr lang="en-GB" altLang="en-US" dirty="0">
                <a:latin typeface="Arial" panose="020B0604020202020204" pitchFamily="34" charset="0"/>
              </a:rPr>
              <a:t>Web pages are divided into a number of containers which are often referred to as boxes. </a:t>
            </a:r>
          </a:p>
          <a:p>
            <a:pPr eaLnBrk="1" hangingPunct="1">
              <a:lnSpc>
                <a:spcPct val="90000"/>
              </a:lnSpc>
            </a:pPr>
            <a:endParaRPr lang="en-GB" altLang="en-US" dirty="0">
              <a:latin typeface="Arial" panose="020B0604020202020204" pitchFamily="34" charset="0"/>
            </a:endParaRPr>
          </a:p>
          <a:p>
            <a:pPr eaLnBrk="1" hangingPunct="1">
              <a:lnSpc>
                <a:spcPct val="90000"/>
              </a:lnSpc>
            </a:pPr>
            <a:r>
              <a:rPr lang="en-GB" altLang="en-US" dirty="0">
                <a:latin typeface="Arial" panose="020B0604020202020204" pitchFamily="34" charset="0"/>
              </a:rPr>
              <a:t>Each box can contain other smaller containers and we can use CSS to control the positioning and property lay out web pages effectively. </a:t>
            </a:r>
          </a:p>
          <a:p>
            <a:pPr marL="457200" lvl="1" indent="0" eaLnBrk="1" hangingPunct="1">
              <a:lnSpc>
                <a:spcPct val="90000"/>
              </a:lnSpc>
              <a:buNone/>
            </a:pPr>
            <a:endParaRPr lang="en-GB" altLang="en-US" dirty="0">
              <a:latin typeface="Arial" panose="020B0604020202020204" pitchFamily="34" charset="0"/>
            </a:endParaRPr>
          </a:p>
          <a:p>
            <a:pPr marL="457200" lvl="1" indent="0" eaLnBrk="1" hangingPunct="1">
              <a:lnSpc>
                <a:spcPct val="90000"/>
              </a:lnSpc>
              <a:buNone/>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marL="457200" lvl="1" indent="0" eaLnBrk="1" hangingPunct="1">
              <a:lnSpc>
                <a:spcPct val="90000"/>
              </a:lnSpc>
              <a:buNone/>
            </a:pPr>
            <a:endParaRPr lang="en-GB" altLang="en-US" sz="2400" dirty="0">
              <a:latin typeface="Arial" panose="020B0604020202020204" pitchFamily="34" charset="0"/>
            </a:endParaRPr>
          </a:p>
        </p:txBody>
      </p:sp>
    </p:spTree>
    <p:extLst>
      <p:ext uri="{BB962C8B-B14F-4D97-AF65-F5344CB8AC3E}">
        <p14:creationId xmlns:p14="http://schemas.microsoft.com/office/powerpoint/2010/main" val="283805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F757DF2-539F-5E84-3091-7D43B87E5F8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6E264570-6589-E46A-E17F-95C11D89A02B}"/>
              </a:ext>
            </a:extLst>
          </p:cNvPr>
          <p:cNvSpPr>
            <a:spLocks noGrp="1"/>
          </p:cNvSpPr>
          <p:nvPr>
            <p:ph type="title"/>
          </p:nvPr>
        </p:nvSpPr>
        <p:spPr/>
        <p:txBody>
          <a:bodyPr/>
          <a:lstStyle/>
          <a:p>
            <a:pPr eaLnBrk="1" hangingPunct="1"/>
            <a:r>
              <a:rPr lang="en-GB" altLang="en-US" dirty="0">
                <a:latin typeface="Arial" panose="020B0604020202020204" pitchFamily="34" charset="0"/>
              </a:rPr>
              <a:t>HTML Containers</a:t>
            </a:r>
          </a:p>
        </p:txBody>
      </p:sp>
      <p:sp>
        <p:nvSpPr>
          <p:cNvPr id="16387" name="Rectangle 3">
            <a:extLst>
              <a:ext uri="{FF2B5EF4-FFF2-40B4-BE49-F238E27FC236}">
                <a16:creationId xmlns:a16="http://schemas.microsoft.com/office/drawing/2014/main" id="{9077FBB4-49D0-F97A-2AD1-1EF329C7986F}"/>
              </a:ext>
            </a:extLst>
          </p:cNvPr>
          <p:cNvSpPr>
            <a:spLocks noGrp="1"/>
          </p:cNvSpPr>
          <p:nvPr>
            <p:ph idx="1"/>
          </p:nvPr>
        </p:nvSpPr>
        <p:spPr/>
        <p:txBody>
          <a:bodyPr/>
          <a:lstStyle/>
          <a:p>
            <a:pPr>
              <a:spcAft>
                <a:spcPts val="600"/>
              </a:spcAft>
            </a:pPr>
            <a:r>
              <a:rPr lang="en-GB" sz="1800" dirty="0">
                <a:effectLst/>
                <a:latin typeface="Arial" panose="020B0604020202020204" pitchFamily="34" charset="0"/>
                <a:ea typeface="Times New Roman" panose="02020603050405020304" pitchFamily="18" charset="0"/>
              </a:rPr>
              <a:t>The different levels containers in the web page are:</a:t>
            </a:r>
          </a:p>
          <a:p>
            <a:pPr>
              <a:spcAft>
                <a:spcPts val="600"/>
              </a:spcAft>
            </a:pPr>
            <a:endParaRPr lang="en-GB" sz="1800" dirty="0">
              <a:effectLst/>
              <a:latin typeface="Arial" panose="020B0604020202020204" pitchFamily="34" charset="0"/>
              <a:ea typeface="Times New Roman" panose="02020603050405020304" pitchFamily="18" charset="0"/>
            </a:endParaRPr>
          </a:p>
          <a:p>
            <a:pPr>
              <a:spcAft>
                <a:spcPts val="600"/>
              </a:spcAft>
            </a:pPr>
            <a:r>
              <a:rPr lang="en-GB" sz="1800" dirty="0">
                <a:effectLst/>
                <a:latin typeface="Arial" panose="020B0604020202020204" pitchFamily="34" charset="0"/>
                <a:ea typeface="Times New Roman" panose="02020603050405020304" pitchFamily="18" charset="0"/>
              </a:rPr>
              <a:t>&lt;html&gt;						</a:t>
            </a:r>
            <a:r>
              <a:rPr lang="en-GB" sz="1800" dirty="0">
                <a:solidFill>
                  <a:srgbClr val="FF0000"/>
                </a:solidFill>
                <a:effectLst/>
                <a:latin typeface="Arial" panose="020B0604020202020204" pitchFamily="34" charset="0"/>
                <a:ea typeface="Times New Roman" panose="02020603050405020304" pitchFamily="18" charset="0"/>
              </a:rPr>
              <a:t>- contains the entire web page</a:t>
            </a:r>
            <a:endParaRPr lang="en-GB" sz="1800" dirty="0">
              <a:solidFill>
                <a:srgbClr val="FF0000"/>
              </a:solidFill>
              <a:effectLst/>
              <a:latin typeface="Times New Roman" panose="02020603050405020304" pitchFamily="18" charset="0"/>
              <a:ea typeface="Times New Roman" panose="02020603050405020304" pitchFamily="18" charset="0"/>
            </a:endParaRPr>
          </a:p>
          <a:p>
            <a:pPr>
              <a:spcAft>
                <a:spcPts val="600"/>
              </a:spcAft>
            </a:pPr>
            <a:r>
              <a:rPr lang="en-GB" sz="1800" dirty="0">
                <a:effectLst/>
                <a:latin typeface="Arial" panose="020B0604020202020204" pitchFamily="34" charset="0"/>
                <a:ea typeface="Times New Roman" panose="02020603050405020304" pitchFamily="18" charset="0"/>
              </a:rPr>
              <a:t>&lt;body&gt;						</a:t>
            </a:r>
            <a:r>
              <a:rPr lang="en-GB" sz="1800" dirty="0">
                <a:solidFill>
                  <a:srgbClr val="FF0000"/>
                </a:solidFill>
                <a:effectLst/>
                <a:latin typeface="Arial" panose="020B0604020202020204" pitchFamily="34" charset="0"/>
                <a:ea typeface="Times New Roman" panose="02020603050405020304" pitchFamily="18" charset="0"/>
              </a:rPr>
              <a:t>- contains all the visible content</a:t>
            </a:r>
            <a:endParaRPr lang="en-GB" sz="1800" dirty="0">
              <a:effectLst/>
              <a:latin typeface="Times New Roman" panose="02020603050405020304" pitchFamily="18" charset="0"/>
              <a:ea typeface="Times New Roman" panose="02020603050405020304" pitchFamily="18" charset="0"/>
            </a:endParaRPr>
          </a:p>
          <a:p>
            <a:pPr>
              <a:spcAft>
                <a:spcPts val="600"/>
              </a:spcAft>
            </a:pPr>
            <a:r>
              <a:rPr lang="en-GB" sz="1800" dirty="0">
                <a:effectLst/>
                <a:latin typeface="Arial" panose="020B0604020202020204" pitchFamily="34" charset="0"/>
                <a:ea typeface="Times New Roman" panose="02020603050405020304" pitchFamily="18" charset="0"/>
              </a:rPr>
              <a:t>&lt;div&gt;							</a:t>
            </a:r>
            <a:r>
              <a:rPr lang="en-GB" sz="1800" dirty="0">
                <a:solidFill>
                  <a:srgbClr val="FF0000"/>
                </a:solidFill>
                <a:effectLst/>
                <a:latin typeface="Arial" panose="020B0604020202020204" pitchFamily="34" charset="0"/>
                <a:ea typeface="Times New Roman" panose="02020603050405020304" pitchFamily="18" charset="0"/>
              </a:rPr>
              <a:t>- contains chunks of content</a:t>
            </a:r>
          </a:p>
          <a:p>
            <a:pPr>
              <a:spcAft>
                <a:spcPts val="600"/>
              </a:spcAft>
            </a:pPr>
            <a:r>
              <a:rPr lang="en-GB" sz="1800" dirty="0">
                <a:effectLst/>
                <a:latin typeface="Arial" panose="020B0604020202020204" pitchFamily="34" charset="0"/>
                <a:ea typeface="Times New Roman" panose="02020603050405020304" pitchFamily="18" charset="0"/>
              </a:rPr>
              <a:t>&lt;p&gt; &lt;table&gt;&lt;form&gt;			</a:t>
            </a:r>
            <a:r>
              <a:rPr lang="en-GB" sz="1800" dirty="0">
                <a:solidFill>
                  <a:srgbClr val="FF0000"/>
                </a:solidFill>
                <a:effectLst/>
                <a:latin typeface="Arial" panose="020B0604020202020204" pitchFamily="34" charset="0"/>
                <a:ea typeface="Times New Roman" panose="02020603050405020304" pitchFamily="18" charset="0"/>
              </a:rPr>
              <a:t>- contains specific types of content</a:t>
            </a:r>
            <a:endParaRPr lang="en-GB" sz="1800" dirty="0">
              <a:effectLst/>
              <a:latin typeface="Times New Roman" panose="02020603050405020304" pitchFamily="18" charset="0"/>
              <a:ea typeface="Times New Roman" panose="02020603050405020304" pitchFamily="18" charset="0"/>
            </a:endParaRPr>
          </a:p>
          <a:p>
            <a:pPr>
              <a:spcAft>
                <a:spcPts val="600"/>
              </a:spcAft>
            </a:pPr>
            <a:r>
              <a:rPr lang="en-GB" sz="1800" dirty="0">
                <a:effectLst/>
                <a:latin typeface="Arial" panose="020B0604020202020204" pitchFamily="34" charset="0"/>
                <a:ea typeface="Times New Roman" panose="02020603050405020304" pitchFamily="18" charset="0"/>
              </a:rPr>
              <a:t>&lt;span&gt; &lt;</a:t>
            </a:r>
            <a:r>
              <a:rPr lang="en-GB" sz="1800" dirty="0" err="1">
                <a:effectLst/>
                <a:latin typeface="Arial" panose="020B0604020202020204" pitchFamily="34" charset="0"/>
                <a:ea typeface="Times New Roman" panose="02020603050405020304" pitchFamily="18" charset="0"/>
              </a:rPr>
              <a:t>em</a:t>
            </a:r>
            <a:r>
              <a:rPr lang="en-GB" sz="1800" dirty="0">
                <a:effectLst/>
                <a:latin typeface="Arial" panose="020B0604020202020204" pitchFamily="34" charset="0"/>
                <a:ea typeface="Times New Roman" panose="02020603050405020304" pitchFamily="18" charset="0"/>
              </a:rPr>
              <a:t>&gt; &lt;strong&gt; etc		</a:t>
            </a:r>
            <a:r>
              <a:rPr lang="en-GB" sz="1800" dirty="0">
                <a:solidFill>
                  <a:srgbClr val="FF0000"/>
                </a:solidFill>
                <a:effectLst/>
                <a:latin typeface="Arial" panose="020B0604020202020204" pitchFamily="34" charset="0"/>
                <a:ea typeface="Times New Roman" panose="02020603050405020304" pitchFamily="18" charset="0"/>
              </a:rPr>
              <a:t>- contains specific controls of content</a:t>
            </a:r>
          </a:p>
          <a:p>
            <a:pPr>
              <a:spcAft>
                <a:spcPts val="600"/>
              </a:spcAft>
            </a:pPr>
            <a:endParaRPr lang="en-GB" sz="1800" dirty="0">
              <a:solidFill>
                <a:srgbClr val="FF0000"/>
              </a:solidFill>
              <a:latin typeface="Arial" panose="020B0604020202020204" pitchFamily="34" charset="0"/>
              <a:ea typeface="Times New Roman" panose="02020603050405020304" pitchFamily="18" charset="0"/>
            </a:endParaRPr>
          </a:p>
          <a:p>
            <a:pPr>
              <a:spcAft>
                <a:spcPts val="600"/>
              </a:spcAft>
            </a:pPr>
            <a:r>
              <a:rPr lang="en-GB" sz="1800" dirty="0">
                <a:latin typeface="Arial" panose="020B0604020202020204" pitchFamily="34" charset="0"/>
                <a:ea typeface="Times New Roman" panose="02020603050405020304" pitchFamily="18" charset="0"/>
                <a:cs typeface="Arial" panose="020B0604020202020204" pitchFamily="34" charset="0"/>
              </a:rPr>
              <a:t>Each container has a hierarchy</a:t>
            </a:r>
            <a:r>
              <a:rPr lang="en-GB" sz="1800" dirty="0">
                <a:effectLst/>
                <a:latin typeface="Arial" panose="020B0604020202020204" pitchFamily="34" charset="0"/>
                <a:ea typeface="Times New Roman" panose="02020603050405020304" pitchFamily="18" charset="0"/>
                <a:cs typeface="Arial" panose="020B0604020202020204" pitchFamily="34" charset="0"/>
              </a:rPr>
              <a:t>. Whilst html will let you put a div inside a paragraph, when you try to validate your code it will complain and not validate it</a:t>
            </a:r>
            <a:r>
              <a:rPr lang="en-GB" sz="18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258858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1B89700-5B0A-C6C7-3359-457BF0FE609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935A9F2E-F892-DD6C-F6A9-E37CBDB37361}"/>
              </a:ext>
            </a:extLst>
          </p:cNvPr>
          <p:cNvSpPr>
            <a:spLocks noGrp="1"/>
          </p:cNvSpPr>
          <p:nvPr>
            <p:ph type="title"/>
          </p:nvPr>
        </p:nvSpPr>
        <p:spPr/>
        <p:txBody>
          <a:bodyPr/>
          <a:lstStyle/>
          <a:p>
            <a:pPr eaLnBrk="1" hangingPunct="1"/>
            <a:r>
              <a:rPr lang="en-GB" altLang="en-US" dirty="0">
                <a:latin typeface="Arial" panose="020B0604020202020204" pitchFamily="34" charset="0"/>
              </a:rPr>
              <a:t>HTML DIV</a:t>
            </a:r>
          </a:p>
        </p:txBody>
      </p:sp>
      <p:sp>
        <p:nvSpPr>
          <p:cNvPr id="16387" name="Rectangle 3">
            <a:extLst>
              <a:ext uri="{FF2B5EF4-FFF2-40B4-BE49-F238E27FC236}">
                <a16:creationId xmlns:a16="http://schemas.microsoft.com/office/drawing/2014/main" id="{9BA68E8E-3DF9-0A0C-8084-47B98E599634}"/>
              </a:ext>
            </a:extLst>
          </p:cNvPr>
          <p:cNvSpPr>
            <a:spLocks noGrp="1"/>
          </p:cNvSpPr>
          <p:nvPr>
            <p:ph idx="1"/>
          </p:nvPr>
        </p:nvSpPr>
        <p:spPr/>
        <p:txBody>
          <a:bodyPr/>
          <a:lstStyle/>
          <a:p>
            <a:pPr eaLnBrk="1" hangingPunct="1"/>
            <a:r>
              <a:rPr lang="en-GB" altLang="en-US" sz="2000" dirty="0">
                <a:latin typeface="Arial" panose="020B0604020202020204" pitchFamily="34" charset="0"/>
              </a:rPr>
              <a:t>The &lt;div&gt; element (stands for division) is a container for other HTML elements.</a:t>
            </a:r>
          </a:p>
          <a:p>
            <a:pPr eaLnBrk="1" hangingPunct="1"/>
            <a:r>
              <a:rPr lang="en-GB" altLang="en-US" sz="2000" dirty="0">
                <a:latin typeface="Arial" panose="020B0604020202020204" pitchFamily="34" charset="0"/>
              </a:rPr>
              <a:t>.</a:t>
            </a:r>
            <a:r>
              <a:rPr lang="en-GB" altLang="en-US" sz="2000" dirty="0" err="1">
                <a:latin typeface="Arial" panose="020B0604020202020204" pitchFamily="34" charset="0"/>
              </a:rPr>
              <a:t>myDiv</a:t>
            </a:r>
            <a:r>
              <a:rPr lang="en-GB" altLang="en-US" sz="2000" dirty="0">
                <a:latin typeface="Arial" panose="020B0604020202020204" pitchFamily="34" charset="0"/>
              </a:rPr>
              <a:t> {</a:t>
            </a:r>
          </a:p>
          <a:p>
            <a:pPr marL="0" indent="0" eaLnBrk="1" hangingPunct="1">
              <a:buNone/>
            </a:pPr>
            <a:r>
              <a:rPr lang="en-GB" altLang="en-US" sz="2000" dirty="0">
                <a:latin typeface="Arial" panose="020B0604020202020204" pitchFamily="34" charset="0"/>
              </a:rPr>
              <a:t>		border: 5px outset red;</a:t>
            </a:r>
          </a:p>
          <a:p>
            <a:pPr marL="0" indent="0" eaLnBrk="1" hangingPunct="1">
              <a:buNone/>
            </a:pPr>
            <a:r>
              <a:rPr lang="en-GB" altLang="en-US" sz="2000" dirty="0">
                <a:latin typeface="Arial" panose="020B0604020202020204" pitchFamily="34" charset="0"/>
              </a:rPr>
              <a:t>		background-</a:t>
            </a:r>
            <a:r>
              <a:rPr lang="en-GB" altLang="en-US" sz="2000" dirty="0" err="1">
                <a:latin typeface="Arial" panose="020B0604020202020204" pitchFamily="34" charset="0"/>
              </a:rPr>
              <a:t>color</a:t>
            </a:r>
            <a:r>
              <a:rPr lang="en-GB" altLang="en-US" sz="2000" dirty="0">
                <a:latin typeface="Arial" panose="020B0604020202020204" pitchFamily="34" charset="0"/>
              </a:rPr>
              <a:t>: </a:t>
            </a:r>
            <a:r>
              <a:rPr lang="en-GB" altLang="en-US" sz="2000" dirty="0" err="1">
                <a:latin typeface="Arial" panose="020B0604020202020204" pitchFamily="34" charset="0"/>
              </a:rPr>
              <a:t>lightblue</a:t>
            </a:r>
            <a:r>
              <a:rPr lang="en-GB" altLang="en-US" sz="2000" dirty="0">
                <a:latin typeface="Arial" panose="020B0604020202020204" pitchFamily="34" charset="0"/>
              </a:rPr>
              <a:t>;</a:t>
            </a:r>
          </a:p>
          <a:p>
            <a:pPr marL="0" indent="0" eaLnBrk="1" hangingPunct="1">
              <a:buNone/>
            </a:pPr>
            <a:r>
              <a:rPr lang="en-GB" altLang="en-US" sz="2000" dirty="0">
                <a:latin typeface="Arial" panose="020B0604020202020204" pitchFamily="34" charset="0"/>
              </a:rPr>
              <a:t>		text-align: </a:t>
            </a:r>
            <a:r>
              <a:rPr lang="en-GB" altLang="en-US" sz="2000" dirty="0" err="1">
                <a:latin typeface="Arial" panose="020B0604020202020204" pitchFamily="34" charset="0"/>
              </a:rPr>
              <a:t>center</a:t>
            </a:r>
            <a:r>
              <a:rPr lang="en-GB" altLang="en-US" sz="2000" dirty="0">
                <a:latin typeface="Arial" panose="020B0604020202020204" pitchFamily="34" charset="0"/>
              </a:rPr>
              <a:t>;</a:t>
            </a:r>
          </a:p>
          <a:p>
            <a:pPr marL="0" indent="0" eaLnBrk="1" hangingPunct="1">
              <a:buNone/>
            </a:pPr>
            <a:r>
              <a:rPr lang="en-GB" altLang="en-US" sz="2000" dirty="0">
                <a:latin typeface="Arial" panose="020B0604020202020204" pitchFamily="34" charset="0"/>
              </a:rPr>
              <a:t>	}</a:t>
            </a:r>
          </a:p>
          <a:p>
            <a:pPr marL="0" indent="0" eaLnBrk="1" hangingPunct="1">
              <a:buNone/>
            </a:pPr>
            <a:r>
              <a:rPr lang="en-GB" altLang="en-US" sz="2000" dirty="0">
                <a:latin typeface="Arial" panose="020B0604020202020204" pitchFamily="34" charset="0"/>
              </a:rPr>
              <a:t>&lt;body&gt;</a:t>
            </a:r>
          </a:p>
          <a:p>
            <a:pPr marL="0" indent="0" eaLnBrk="1" hangingPunct="1">
              <a:buNone/>
            </a:pPr>
            <a:r>
              <a:rPr lang="en-GB" altLang="en-US" sz="2000" dirty="0">
                <a:latin typeface="Arial" panose="020B0604020202020204" pitchFamily="34" charset="0"/>
              </a:rPr>
              <a:t>	&lt;div class="</a:t>
            </a:r>
            <a:r>
              <a:rPr lang="en-GB" altLang="en-US" sz="2000" dirty="0" err="1">
                <a:latin typeface="Arial" panose="020B0604020202020204" pitchFamily="34" charset="0"/>
              </a:rPr>
              <a:t>myDiv</a:t>
            </a:r>
            <a:r>
              <a:rPr lang="en-GB" altLang="en-US" sz="2000" dirty="0">
                <a:latin typeface="Arial" panose="020B0604020202020204" pitchFamily="34" charset="0"/>
              </a:rPr>
              <a:t>"&gt;</a:t>
            </a:r>
          </a:p>
          <a:p>
            <a:pPr marL="0" indent="0" eaLnBrk="1" hangingPunct="1">
              <a:buNone/>
            </a:pPr>
            <a:r>
              <a:rPr lang="en-GB" altLang="en-US" sz="2000" dirty="0">
                <a:latin typeface="Arial" panose="020B0604020202020204" pitchFamily="34" charset="0"/>
              </a:rPr>
              <a:t>  		&lt;h2&gt;This is a heading in a div element&lt;/h2&gt;</a:t>
            </a:r>
          </a:p>
          <a:p>
            <a:pPr marL="0" indent="0" eaLnBrk="1" hangingPunct="1">
              <a:buNone/>
            </a:pPr>
            <a:r>
              <a:rPr lang="en-GB" altLang="en-US" sz="2000" dirty="0">
                <a:latin typeface="Arial" panose="020B0604020202020204" pitchFamily="34" charset="0"/>
              </a:rPr>
              <a:t>  		&lt;p&gt;This is some text in a div element.&lt;/p&gt;</a:t>
            </a:r>
          </a:p>
          <a:p>
            <a:pPr marL="0" indent="0" eaLnBrk="1" hangingPunct="1">
              <a:buNone/>
            </a:pPr>
            <a:r>
              <a:rPr lang="en-GB" altLang="en-US" sz="2000" dirty="0">
                <a:latin typeface="Arial" panose="020B0604020202020204" pitchFamily="34" charset="0"/>
              </a:rPr>
              <a:t>	&lt;/div&gt;</a:t>
            </a:r>
          </a:p>
          <a:p>
            <a:pPr marL="0" indent="0" eaLnBrk="1" hangingPunct="1">
              <a:buNone/>
            </a:pPr>
            <a:r>
              <a:rPr lang="en-GB" altLang="en-US" sz="2000" dirty="0">
                <a:latin typeface="Arial" panose="020B0604020202020204" pitchFamily="34" charset="0"/>
              </a:rPr>
              <a:t>&lt;/body&gt;</a:t>
            </a:r>
          </a:p>
        </p:txBody>
      </p:sp>
    </p:spTree>
    <p:extLst>
      <p:ext uri="{BB962C8B-B14F-4D97-AF65-F5344CB8AC3E}">
        <p14:creationId xmlns:p14="http://schemas.microsoft.com/office/powerpoint/2010/main" val="2019510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849C73E-19CA-1B63-3E19-805F5629E340}"/>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B1D3CF39-90A5-0E71-A774-62EBF440ADCF}"/>
              </a:ext>
            </a:extLst>
          </p:cNvPr>
          <p:cNvSpPr>
            <a:spLocks noGrp="1"/>
          </p:cNvSpPr>
          <p:nvPr>
            <p:ph type="title"/>
          </p:nvPr>
        </p:nvSpPr>
        <p:spPr/>
        <p:txBody>
          <a:bodyPr/>
          <a:lstStyle/>
          <a:p>
            <a:pPr eaLnBrk="1" hangingPunct="1"/>
            <a:r>
              <a:rPr lang="en-GB" altLang="en-US" dirty="0">
                <a:latin typeface="Arial" panose="020B0604020202020204" pitchFamily="34" charset="0"/>
              </a:rPr>
              <a:t>HTML5 DIV Equivalents</a:t>
            </a:r>
          </a:p>
        </p:txBody>
      </p:sp>
      <p:sp>
        <p:nvSpPr>
          <p:cNvPr id="16387" name="Rectangle 3">
            <a:extLst>
              <a:ext uri="{FF2B5EF4-FFF2-40B4-BE49-F238E27FC236}">
                <a16:creationId xmlns:a16="http://schemas.microsoft.com/office/drawing/2014/main" id="{1B516CA8-C48A-5DD8-B831-7AB8C0C707B6}"/>
              </a:ext>
            </a:extLst>
          </p:cNvPr>
          <p:cNvSpPr>
            <a:spLocks noGrp="1"/>
          </p:cNvSpPr>
          <p:nvPr>
            <p:ph idx="1"/>
          </p:nvPr>
        </p:nvSpPr>
        <p:spPr/>
        <p:txBody>
          <a:bodyPr/>
          <a:lstStyle/>
          <a:p>
            <a:pPr eaLnBrk="1" hangingPunct="1"/>
            <a:r>
              <a:rPr lang="en-GB" altLang="en-US" sz="2000" dirty="0">
                <a:latin typeface="Arial" panose="020B0604020202020204" pitchFamily="34" charset="0"/>
              </a:rPr>
              <a:t>Within HTML there are new tags that are equivalents of the &lt;div&gt; tag.</a:t>
            </a:r>
          </a:p>
          <a:p>
            <a:pPr eaLnBrk="1" hangingPunct="1"/>
            <a:endParaRPr lang="en-GB" altLang="en-US" sz="2000" dirty="0">
              <a:latin typeface="Arial" panose="020B0604020202020204" pitchFamily="34" charset="0"/>
            </a:endParaRPr>
          </a:p>
          <a:p>
            <a:pPr eaLnBrk="1" hangingPunct="1"/>
            <a:r>
              <a:rPr lang="en-GB" altLang="en-US" sz="2000" dirty="0">
                <a:latin typeface="Arial" panose="020B0604020202020204" pitchFamily="34" charset="0"/>
              </a:rPr>
              <a:t>These are, but not limited to:</a:t>
            </a:r>
          </a:p>
          <a:p>
            <a:pPr marL="857250" lvl="1" indent="-457200" eaLnBrk="1" hangingPunct="1">
              <a:buFont typeface="+mj-lt"/>
              <a:buAutoNum type="arabicPeriod"/>
            </a:pPr>
            <a:r>
              <a:rPr lang="en-GB" altLang="en-US" sz="1600" dirty="0">
                <a:latin typeface="Arial" panose="020B0604020202020204" pitchFamily="34" charset="0"/>
              </a:rPr>
              <a:t>&lt;header&gt;</a:t>
            </a:r>
          </a:p>
          <a:p>
            <a:pPr marL="857250" lvl="1" indent="-457200" eaLnBrk="1" hangingPunct="1">
              <a:buFont typeface="+mj-lt"/>
              <a:buAutoNum type="arabicPeriod"/>
            </a:pPr>
            <a:r>
              <a:rPr lang="en-GB" altLang="en-US" sz="1600" dirty="0">
                <a:latin typeface="Arial" panose="020B0604020202020204" pitchFamily="34" charset="0"/>
              </a:rPr>
              <a:t>&lt;footer&gt;</a:t>
            </a:r>
          </a:p>
          <a:p>
            <a:pPr marL="857250" lvl="1" indent="-457200" eaLnBrk="1" hangingPunct="1">
              <a:buFont typeface="+mj-lt"/>
              <a:buAutoNum type="arabicPeriod"/>
            </a:pPr>
            <a:r>
              <a:rPr lang="en-GB" altLang="en-US" sz="1600" dirty="0">
                <a:latin typeface="Arial" panose="020B0604020202020204" pitchFamily="34" charset="0"/>
              </a:rPr>
              <a:t>&lt;nav&gt;</a:t>
            </a:r>
          </a:p>
          <a:p>
            <a:pPr marL="857250" lvl="1" indent="-457200" eaLnBrk="1" hangingPunct="1">
              <a:buFont typeface="+mj-lt"/>
              <a:buAutoNum type="arabicPeriod"/>
            </a:pPr>
            <a:r>
              <a:rPr lang="en-GB" altLang="en-US" sz="1600" dirty="0">
                <a:latin typeface="Arial" panose="020B0604020202020204" pitchFamily="34" charset="0"/>
              </a:rPr>
              <a:t>&lt;section&gt;</a:t>
            </a:r>
          </a:p>
          <a:p>
            <a:pPr marL="857250" lvl="1" indent="-457200" eaLnBrk="1" hangingPunct="1">
              <a:buFont typeface="+mj-lt"/>
              <a:buAutoNum type="arabicPeriod"/>
            </a:pPr>
            <a:r>
              <a:rPr lang="en-GB" altLang="en-US" sz="1600" dirty="0">
                <a:latin typeface="Arial" panose="020B0604020202020204" pitchFamily="34" charset="0"/>
              </a:rPr>
              <a:t>&lt;article&gt;</a:t>
            </a:r>
          </a:p>
          <a:p>
            <a:pPr marL="457200" indent="-457200" eaLnBrk="1" hangingPunct="1">
              <a:buFont typeface="+mj-lt"/>
              <a:buAutoNum type="arabicPeriod"/>
            </a:pPr>
            <a:endParaRPr lang="en-GB" altLang="en-US" sz="2000" dirty="0">
              <a:latin typeface="Arial" panose="020B0604020202020204" pitchFamily="34" charset="0"/>
            </a:endParaRPr>
          </a:p>
          <a:p>
            <a:pPr eaLnBrk="1" hangingPunct="1"/>
            <a:r>
              <a:rPr lang="en-GB" altLang="en-US" sz="2000" dirty="0">
                <a:latin typeface="Arial" panose="020B0604020202020204" pitchFamily="34" charset="0"/>
              </a:rPr>
              <a:t>There is no real difference in function between these tags and a &lt;div&gt; that you style in a particular way, but they help developers by making more semantic sense to separating content for usability purposes.</a:t>
            </a:r>
          </a:p>
          <a:p>
            <a:pPr eaLnBrk="1" hangingPunct="1"/>
            <a:endParaRPr lang="en-GB" altLang="en-US" sz="2000" dirty="0">
              <a:latin typeface="Arial" panose="020B0604020202020204" pitchFamily="34" charset="0"/>
            </a:endParaRPr>
          </a:p>
        </p:txBody>
      </p:sp>
    </p:spTree>
    <p:extLst>
      <p:ext uri="{BB962C8B-B14F-4D97-AF65-F5344CB8AC3E}">
        <p14:creationId xmlns:p14="http://schemas.microsoft.com/office/powerpoint/2010/main" val="359469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F913AC3-A2EB-60CC-3A60-0C428FF5CB8F}"/>
              </a:ext>
            </a:extLst>
          </p:cNvPr>
          <p:cNvSpPr>
            <a:spLocks noGrp="1"/>
          </p:cNvSpPr>
          <p:nvPr>
            <p:ph type="title"/>
          </p:nvPr>
        </p:nvSpPr>
        <p:spPr/>
        <p:txBody>
          <a:bodyPr/>
          <a:lstStyle/>
          <a:p>
            <a:pPr eaLnBrk="1" hangingPunct="1"/>
            <a:r>
              <a:rPr lang="en-GB" altLang="en-US" dirty="0">
                <a:latin typeface="Arial" panose="020B0604020202020204" pitchFamily="34" charset="0"/>
              </a:rPr>
              <a:t>Header</a:t>
            </a:r>
          </a:p>
        </p:txBody>
      </p:sp>
      <p:sp>
        <p:nvSpPr>
          <p:cNvPr id="16387" name="Rectangle 3">
            <a:extLst>
              <a:ext uri="{FF2B5EF4-FFF2-40B4-BE49-F238E27FC236}">
                <a16:creationId xmlns:a16="http://schemas.microsoft.com/office/drawing/2014/main" id="{81342D44-74E1-97A4-8589-796867BFD118}"/>
              </a:ext>
            </a:extLst>
          </p:cNvPr>
          <p:cNvSpPr>
            <a:spLocks noGrp="1"/>
          </p:cNvSpPr>
          <p:nvPr>
            <p:ph idx="1"/>
          </p:nvPr>
        </p:nvSpPr>
        <p:spPr/>
        <p:txBody>
          <a:bodyPr/>
          <a:lstStyle/>
          <a:p>
            <a:pPr eaLnBrk="1" hangingPunct="1"/>
            <a:r>
              <a:rPr lang="en-GB" altLang="en-US" sz="2400" dirty="0">
                <a:latin typeface="Arial" panose="020B0604020202020204" pitchFamily="34" charset="0"/>
              </a:rPr>
              <a:t>Not to be confused with the &lt;head&gt; tag which contains the sites metadata (like your stylesheet reference).</a:t>
            </a:r>
          </a:p>
          <a:p>
            <a:pPr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The &lt;header&gt; element represents a container for introductory content or can contain a set of navigational links. Though typically contains a heading (&lt;h1&gt;), a logo,  authorship information, login field, search bar and potentially a shopping cart. </a:t>
            </a:r>
          </a:p>
          <a:p>
            <a:pPr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You can have several &lt;header&gt; elements in one HTML document. However, &lt;header&gt; cannot be placed within a &lt;footer&gt;, &lt;address&gt; or another &lt;header&gt; element.</a:t>
            </a:r>
          </a:p>
          <a:p>
            <a:pPr eaLnBrk="1" hangingPunct="1"/>
            <a:endParaRPr lang="en-GB" altLang="en-US" dirty="0">
              <a:latin typeface="Arial" panose="020B0604020202020204" pitchFamily="34" charset="0"/>
            </a:endParaRPr>
          </a:p>
          <a:p>
            <a:pPr eaLnBrk="1" hangingPunct="1"/>
            <a:endParaRPr lang="en-GB" altLang="en-US"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B670D9B-91CC-844E-9F50-C1605AEFC17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7B982FB1-ED17-19BA-4CBB-17DED7C48067}"/>
              </a:ext>
            </a:extLst>
          </p:cNvPr>
          <p:cNvSpPr>
            <a:spLocks noGrp="1"/>
          </p:cNvSpPr>
          <p:nvPr>
            <p:ph type="title"/>
          </p:nvPr>
        </p:nvSpPr>
        <p:spPr/>
        <p:txBody>
          <a:bodyPr/>
          <a:lstStyle/>
          <a:p>
            <a:pPr eaLnBrk="1" hangingPunct="1"/>
            <a:r>
              <a:rPr lang="en-GB" altLang="en-US" dirty="0">
                <a:latin typeface="Arial" panose="020B0604020202020204" pitchFamily="34" charset="0"/>
              </a:rPr>
              <a:t>Header Example</a:t>
            </a:r>
          </a:p>
        </p:txBody>
      </p:sp>
      <p:pic>
        <p:nvPicPr>
          <p:cNvPr id="3" name="Picture 2" descr="Header Example">
            <a:extLst>
              <a:ext uri="{FF2B5EF4-FFF2-40B4-BE49-F238E27FC236}">
                <a16:creationId xmlns:a16="http://schemas.microsoft.com/office/drawing/2014/main" id="{654C26C1-CD7B-7FE8-1F80-4F0122ABD66D}"/>
              </a:ext>
            </a:extLst>
          </p:cNvPr>
          <p:cNvPicPr>
            <a:picLocks noChangeAspect="1"/>
          </p:cNvPicPr>
          <p:nvPr/>
        </p:nvPicPr>
        <p:blipFill>
          <a:blip r:embed="rId2"/>
          <a:stretch>
            <a:fillRect/>
          </a:stretch>
        </p:blipFill>
        <p:spPr>
          <a:xfrm>
            <a:off x="381000" y="1600200"/>
            <a:ext cx="8210939" cy="3352800"/>
          </a:xfrm>
          <a:prstGeom prst="rect">
            <a:avLst/>
          </a:prstGeom>
        </p:spPr>
      </p:pic>
      <p:sp>
        <p:nvSpPr>
          <p:cNvPr id="4" name="TextBox 3">
            <a:extLst>
              <a:ext uri="{FF2B5EF4-FFF2-40B4-BE49-F238E27FC236}">
                <a16:creationId xmlns:a16="http://schemas.microsoft.com/office/drawing/2014/main" id="{E16319B0-9543-EE85-80FE-B74063B0BE25}"/>
              </a:ext>
            </a:extLst>
          </p:cNvPr>
          <p:cNvSpPr txBox="1"/>
          <p:nvPr/>
        </p:nvSpPr>
        <p:spPr>
          <a:xfrm>
            <a:off x="771330" y="5073134"/>
            <a:ext cx="7601339" cy="369332"/>
          </a:xfrm>
          <a:prstGeom prst="rect">
            <a:avLst/>
          </a:prstGeom>
          <a:noFill/>
        </p:spPr>
        <p:txBody>
          <a:bodyPr wrap="square" rtlCol="0">
            <a:spAutoFit/>
          </a:bodyPr>
          <a:lstStyle/>
          <a:p>
            <a:r>
              <a:rPr lang="en-GB" dirty="0"/>
              <a:t>Source: </a:t>
            </a:r>
            <a:r>
              <a:rPr lang="en-GB" dirty="0">
                <a:hlinkClick r:id="rId3"/>
              </a:rPr>
              <a:t>Guitar </a:t>
            </a:r>
            <a:r>
              <a:rPr lang="en-GB" dirty="0" err="1">
                <a:hlinkClick r:id="rId3"/>
              </a:rPr>
              <a:t>Center</a:t>
            </a:r>
            <a:r>
              <a:rPr lang="en-GB" dirty="0">
                <a:hlinkClick r:id="rId3"/>
              </a:rPr>
              <a:t>: Music Instruments, Accessories and Equipment</a:t>
            </a:r>
            <a:endParaRPr lang="en-GB" dirty="0"/>
          </a:p>
        </p:txBody>
      </p:sp>
    </p:spTree>
    <p:extLst>
      <p:ext uri="{BB962C8B-B14F-4D97-AF65-F5344CB8AC3E}">
        <p14:creationId xmlns:p14="http://schemas.microsoft.com/office/powerpoint/2010/main" val="3907744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9045D9C-6B3E-E250-A002-FDE4FA32340B}"/>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1CD33FA5-40BE-1BDA-698A-93EB453A1959}"/>
              </a:ext>
            </a:extLst>
          </p:cNvPr>
          <p:cNvSpPr>
            <a:spLocks noGrp="1"/>
          </p:cNvSpPr>
          <p:nvPr>
            <p:ph type="title"/>
          </p:nvPr>
        </p:nvSpPr>
        <p:spPr/>
        <p:txBody>
          <a:bodyPr/>
          <a:lstStyle/>
          <a:p>
            <a:pPr eaLnBrk="1" hangingPunct="1"/>
            <a:r>
              <a:rPr lang="en-GB" altLang="en-US" dirty="0">
                <a:latin typeface="Arial" panose="020B0604020202020204" pitchFamily="34" charset="0"/>
              </a:rPr>
              <a:t>Footer</a:t>
            </a:r>
          </a:p>
        </p:txBody>
      </p:sp>
      <p:sp>
        <p:nvSpPr>
          <p:cNvPr id="16387" name="Rectangle 3">
            <a:extLst>
              <a:ext uri="{FF2B5EF4-FFF2-40B4-BE49-F238E27FC236}">
                <a16:creationId xmlns:a16="http://schemas.microsoft.com/office/drawing/2014/main" id="{00514F20-3D4C-98A6-88F5-8A98A8F0FE55}"/>
              </a:ext>
            </a:extLst>
          </p:cNvPr>
          <p:cNvSpPr>
            <a:spLocks noGrp="1"/>
          </p:cNvSpPr>
          <p:nvPr>
            <p:ph idx="1"/>
          </p:nvPr>
        </p:nvSpPr>
        <p:spPr/>
        <p:txBody>
          <a:bodyPr/>
          <a:lstStyle/>
          <a:p>
            <a:pPr eaLnBrk="1" hangingPunct="1"/>
            <a:r>
              <a:rPr lang="en-GB" altLang="en-US" sz="2400" dirty="0">
                <a:latin typeface="Arial" panose="020B0604020202020204" pitchFamily="34" charset="0"/>
              </a:rPr>
              <a:t>The &lt;footer&gt; element meanwhile is the opposite and is usually located at the bottom of the document/section. It often includes:</a:t>
            </a:r>
          </a:p>
          <a:p>
            <a:pPr lvl="1" eaLnBrk="1" hangingPunct="1"/>
            <a:r>
              <a:rPr lang="en-GB" altLang="en-US" sz="2000" dirty="0">
                <a:latin typeface="Arial" panose="020B0604020202020204" pitchFamily="34" charset="0"/>
              </a:rPr>
              <a:t>authorship information</a:t>
            </a:r>
          </a:p>
          <a:p>
            <a:pPr lvl="1" eaLnBrk="1" hangingPunct="1"/>
            <a:r>
              <a:rPr lang="en-GB" altLang="en-US" sz="2000" dirty="0">
                <a:latin typeface="Arial" panose="020B0604020202020204" pitchFamily="34" charset="0"/>
              </a:rPr>
              <a:t>copyright information</a:t>
            </a:r>
          </a:p>
          <a:p>
            <a:pPr lvl="1" eaLnBrk="1" hangingPunct="1"/>
            <a:r>
              <a:rPr lang="en-GB" altLang="en-US" sz="2000" dirty="0">
                <a:latin typeface="Arial" panose="020B0604020202020204" pitchFamily="34" charset="0"/>
              </a:rPr>
              <a:t>contact information/social media</a:t>
            </a:r>
          </a:p>
          <a:p>
            <a:pPr lvl="1" eaLnBrk="1" hangingPunct="1"/>
            <a:r>
              <a:rPr lang="en-GB" altLang="en-US" sz="2000" dirty="0">
                <a:latin typeface="Arial" panose="020B0604020202020204" pitchFamily="34" charset="0"/>
              </a:rPr>
              <a:t>sitemap (links to important areas regardless of current position)</a:t>
            </a:r>
          </a:p>
          <a:p>
            <a:pPr lvl="1" eaLnBrk="1" hangingPunct="1"/>
            <a:r>
              <a:rPr lang="en-GB" altLang="en-US" sz="2000" dirty="0">
                <a:latin typeface="Arial" panose="020B0604020202020204" pitchFamily="34" charset="0"/>
              </a:rPr>
              <a:t>back to top links</a:t>
            </a:r>
          </a:p>
          <a:p>
            <a:pPr lvl="1" eaLnBrk="1" hangingPunct="1"/>
            <a:r>
              <a:rPr lang="en-GB" altLang="en-US" sz="2000" dirty="0">
                <a:latin typeface="Arial" panose="020B0604020202020204" pitchFamily="34" charset="0"/>
              </a:rPr>
              <a:t>related documents</a:t>
            </a:r>
          </a:p>
          <a:p>
            <a:pPr lvl="1"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Again, you can have several &lt;footer&gt; elements in one HTML document. </a:t>
            </a:r>
            <a:endParaRPr lang="en-GB" altLang="en-US" dirty="0">
              <a:latin typeface="Arial" panose="020B0604020202020204" pitchFamily="34" charset="0"/>
            </a:endParaRPr>
          </a:p>
          <a:p>
            <a:pPr eaLnBrk="1" hangingPunct="1"/>
            <a:endParaRPr lang="en-GB" altLang="en-US" dirty="0">
              <a:latin typeface="Arial" panose="020B0604020202020204" pitchFamily="34" charset="0"/>
            </a:endParaRPr>
          </a:p>
        </p:txBody>
      </p:sp>
    </p:spTree>
    <p:extLst>
      <p:ext uri="{BB962C8B-B14F-4D97-AF65-F5344CB8AC3E}">
        <p14:creationId xmlns:p14="http://schemas.microsoft.com/office/powerpoint/2010/main" val="2109891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EDE8A61-42BB-511D-CBE3-3F6A66E5B011}"/>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87838E00-8565-43E5-8F94-84059F8E5B29}"/>
              </a:ext>
            </a:extLst>
          </p:cNvPr>
          <p:cNvSpPr>
            <a:spLocks noGrp="1"/>
          </p:cNvSpPr>
          <p:nvPr>
            <p:ph type="title"/>
          </p:nvPr>
        </p:nvSpPr>
        <p:spPr/>
        <p:txBody>
          <a:bodyPr/>
          <a:lstStyle/>
          <a:p>
            <a:pPr eaLnBrk="1" hangingPunct="1"/>
            <a:r>
              <a:rPr lang="en-GB" altLang="en-US" dirty="0">
                <a:latin typeface="Arial" panose="020B0604020202020204" pitchFamily="34" charset="0"/>
              </a:rPr>
              <a:t>Footer Example</a:t>
            </a:r>
          </a:p>
        </p:txBody>
      </p:sp>
      <p:sp>
        <p:nvSpPr>
          <p:cNvPr id="4" name="TextBox 3">
            <a:extLst>
              <a:ext uri="{FF2B5EF4-FFF2-40B4-BE49-F238E27FC236}">
                <a16:creationId xmlns:a16="http://schemas.microsoft.com/office/drawing/2014/main" id="{27DC2A6B-4FD2-B793-831B-BAE10B08A395}"/>
              </a:ext>
            </a:extLst>
          </p:cNvPr>
          <p:cNvSpPr txBox="1"/>
          <p:nvPr/>
        </p:nvSpPr>
        <p:spPr>
          <a:xfrm>
            <a:off x="1223865" y="5051361"/>
            <a:ext cx="6696270" cy="646331"/>
          </a:xfrm>
          <a:prstGeom prst="rect">
            <a:avLst/>
          </a:prstGeom>
          <a:noFill/>
        </p:spPr>
        <p:txBody>
          <a:bodyPr wrap="square" rtlCol="0">
            <a:spAutoFit/>
          </a:bodyPr>
          <a:lstStyle/>
          <a:p>
            <a:r>
              <a:rPr lang="en-GB" dirty="0"/>
              <a:t>Source: </a:t>
            </a:r>
            <a:r>
              <a:rPr lang="en-GB" dirty="0" err="1">
                <a:hlinkClick r:id="rId2"/>
              </a:rPr>
              <a:t>Tenzo</a:t>
            </a:r>
            <a:r>
              <a:rPr lang="en-GB" dirty="0">
                <a:hlinkClick r:id="rId2"/>
              </a:rPr>
              <a:t> Matcha - Long-lasting Energy without the Crash (tenzotea.co)</a:t>
            </a:r>
            <a:endParaRPr lang="en-GB" dirty="0"/>
          </a:p>
        </p:txBody>
      </p:sp>
      <p:pic>
        <p:nvPicPr>
          <p:cNvPr id="2" name="Picture 1" descr="Footer example">
            <a:extLst>
              <a:ext uri="{FF2B5EF4-FFF2-40B4-BE49-F238E27FC236}">
                <a16:creationId xmlns:a16="http://schemas.microsoft.com/office/drawing/2014/main" id="{628414DB-A5A7-2C96-22DC-C2F0B2BD47DF}"/>
              </a:ext>
            </a:extLst>
          </p:cNvPr>
          <p:cNvPicPr>
            <a:picLocks noChangeAspect="1"/>
          </p:cNvPicPr>
          <p:nvPr/>
        </p:nvPicPr>
        <p:blipFill>
          <a:blip r:embed="rId3"/>
          <a:stretch>
            <a:fillRect/>
          </a:stretch>
        </p:blipFill>
        <p:spPr>
          <a:xfrm>
            <a:off x="990600" y="1524000"/>
            <a:ext cx="7162800" cy="3416105"/>
          </a:xfrm>
          <a:prstGeom prst="rect">
            <a:avLst/>
          </a:prstGeom>
        </p:spPr>
      </p:pic>
    </p:spTree>
    <p:extLst>
      <p:ext uri="{BB962C8B-B14F-4D97-AF65-F5344CB8AC3E}">
        <p14:creationId xmlns:p14="http://schemas.microsoft.com/office/powerpoint/2010/main" val="2915754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1DFC9FF-32C0-8C40-848E-044A81450A8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886C73D8-F5F3-62B8-719E-8A2B9D6BCC2E}"/>
              </a:ext>
            </a:extLst>
          </p:cNvPr>
          <p:cNvSpPr>
            <a:spLocks noGrp="1"/>
          </p:cNvSpPr>
          <p:nvPr>
            <p:ph type="title"/>
          </p:nvPr>
        </p:nvSpPr>
        <p:spPr/>
        <p:txBody>
          <a:bodyPr/>
          <a:lstStyle/>
          <a:p>
            <a:pPr eaLnBrk="1" hangingPunct="1"/>
            <a:r>
              <a:rPr lang="en-GB" altLang="en-US" dirty="0">
                <a:latin typeface="Arial" panose="020B0604020202020204" pitchFamily="34" charset="0"/>
              </a:rPr>
              <a:t>Nav</a:t>
            </a:r>
          </a:p>
        </p:txBody>
      </p:sp>
      <p:sp>
        <p:nvSpPr>
          <p:cNvPr id="16387" name="Rectangle 3">
            <a:extLst>
              <a:ext uri="{FF2B5EF4-FFF2-40B4-BE49-F238E27FC236}">
                <a16:creationId xmlns:a16="http://schemas.microsoft.com/office/drawing/2014/main" id="{87C3C262-B4EA-BCF6-545B-5D6FCAC079A6}"/>
              </a:ext>
            </a:extLst>
          </p:cNvPr>
          <p:cNvSpPr>
            <a:spLocks noGrp="1"/>
          </p:cNvSpPr>
          <p:nvPr>
            <p:ph idx="1"/>
          </p:nvPr>
        </p:nvSpPr>
        <p:spPr/>
        <p:txBody>
          <a:bodyPr/>
          <a:lstStyle/>
          <a:p>
            <a:pPr eaLnBrk="1" hangingPunct="1"/>
            <a:r>
              <a:rPr lang="en-GB" altLang="en-US" sz="2400" dirty="0">
                <a:latin typeface="Arial" panose="020B0604020202020204" pitchFamily="34" charset="0"/>
              </a:rPr>
              <a:t>The &lt;nav&gt; tag is for defining a set of navigation links.</a:t>
            </a:r>
          </a:p>
          <a:p>
            <a:pPr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Not all navigation links need to be inside a &lt;nav&gt; element but should contain the major blocks of navigation links.</a:t>
            </a:r>
          </a:p>
          <a:p>
            <a:pPr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There are many ways of implementing navigation bars, these might be horizontal nav bars, vertical, fixed/sticky, dropdowns, hamburgers or combinations with responsive web design. </a:t>
            </a:r>
          </a:p>
          <a:p>
            <a:pPr eaLnBrk="1" hangingPunct="1"/>
            <a:endParaRPr lang="en-GB" altLang="en-US" dirty="0">
              <a:latin typeface="Arial" panose="020B0604020202020204" pitchFamily="34" charset="0"/>
            </a:endParaRPr>
          </a:p>
        </p:txBody>
      </p:sp>
    </p:spTree>
    <p:extLst>
      <p:ext uri="{BB962C8B-B14F-4D97-AF65-F5344CB8AC3E}">
        <p14:creationId xmlns:p14="http://schemas.microsoft.com/office/powerpoint/2010/main" val="424387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F7C793A-930A-0F7B-DDBD-96E7845858F9}"/>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8CFD4303-201F-D602-5DC8-9DD44BAA8442}"/>
              </a:ext>
            </a:extLst>
          </p:cNvPr>
          <p:cNvSpPr>
            <a:spLocks noGrp="1"/>
          </p:cNvSpPr>
          <p:nvPr>
            <p:ph type="title"/>
          </p:nvPr>
        </p:nvSpPr>
        <p:spPr/>
        <p:txBody>
          <a:bodyPr/>
          <a:lstStyle/>
          <a:p>
            <a:pPr eaLnBrk="1" hangingPunct="1"/>
            <a:r>
              <a:rPr lang="en-GB" altLang="en-US" dirty="0">
                <a:latin typeface="Arial" panose="020B0604020202020204" pitchFamily="34" charset="0"/>
              </a:rPr>
              <a:t>Nav Example</a:t>
            </a:r>
          </a:p>
        </p:txBody>
      </p:sp>
      <p:sp>
        <p:nvSpPr>
          <p:cNvPr id="4" name="TextBox 3">
            <a:extLst>
              <a:ext uri="{FF2B5EF4-FFF2-40B4-BE49-F238E27FC236}">
                <a16:creationId xmlns:a16="http://schemas.microsoft.com/office/drawing/2014/main" id="{6E8AE7B5-14CE-69EC-5B75-A4C2244FC3C4}"/>
              </a:ext>
            </a:extLst>
          </p:cNvPr>
          <p:cNvSpPr txBox="1"/>
          <p:nvPr/>
        </p:nvSpPr>
        <p:spPr>
          <a:xfrm>
            <a:off x="771328" y="5125827"/>
            <a:ext cx="7601339" cy="369332"/>
          </a:xfrm>
          <a:prstGeom prst="rect">
            <a:avLst/>
          </a:prstGeom>
          <a:noFill/>
        </p:spPr>
        <p:txBody>
          <a:bodyPr wrap="square" rtlCol="0">
            <a:spAutoFit/>
          </a:bodyPr>
          <a:lstStyle/>
          <a:p>
            <a:r>
              <a:rPr lang="en-GB" dirty="0"/>
              <a:t>Source: </a:t>
            </a:r>
            <a:r>
              <a:rPr lang="en-GB" dirty="0" err="1">
                <a:hlinkClick r:id="rId2"/>
              </a:rPr>
              <a:t>Luxbar</a:t>
            </a:r>
            <a:r>
              <a:rPr lang="en-GB" dirty="0">
                <a:hlinkClick r:id="rId2"/>
              </a:rPr>
              <a:t> – Responsive, CSS Only Navigation Bar - </a:t>
            </a:r>
            <a:r>
              <a:rPr lang="en-GB" dirty="0" err="1">
                <a:hlinkClick r:id="rId2"/>
              </a:rPr>
              <a:t>Designbeep</a:t>
            </a:r>
            <a:endParaRPr lang="en-GB" dirty="0"/>
          </a:p>
        </p:txBody>
      </p:sp>
      <p:pic>
        <p:nvPicPr>
          <p:cNvPr id="5" name="Picture 4" descr="A screenshot of a computer&#10;&#10;Description automatically generated">
            <a:extLst>
              <a:ext uri="{FF2B5EF4-FFF2-40B4-BE49-F238E27FC236}">
                <a16:creationId xmlns:a16="http://schemas.microsoft.com/office/drawing/2014/main" id="{528D05B0-BCE7-534B-0BD3-B44A2906F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298" y="1547507"/>
            <a:ext cx="5867401" cy="3395758"/>
          </a:xfrm>
          <a:prstGeom prst="rect">
            <a:avLst/>
          </a:prstGeom>
        </p:spPr>
      </p:pic>
    </p:spTree>
    <p:extLst>
      <p:ext uri="{BB962C8B-B14F-4D97-AF65-F5344CB8AC3E}">
        <p14:creationId xmlns:p14="http://schemas.microsoft.com/office/powerpoint/2010/main" val="638159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8E64479-AB96-AA74-125C-59B5324DB6D7}"/>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9FDD8422-916D-7E9C-8336-0F5FE429855F}"/>
              </a:ext>
            </a:extLst>
          </p:cNvPr>
          <p:cNvSpPr>
            <a:spLocks noGrp="1"/>
          </p:cNvSpPr>
          <p:nvPr>
            <p:ph type="title"/>
          </p:nvPr>
        </p:nvSpPr>
        <p:spPr/>
        <p:txBody>
          <a:bodyPr/>
          <a:lstStyle/>
          <a:p>
            <a:pPr eaLnBrk="1" hangingPunct="1"/>
            <a:r>
              <a:rPr lang="en-GB" altLang="en-US" dirty="0">
                <a:latin typeface="Arial" panose="020B0604020202020204" pitchFamily="34" charset="0"/>
              </a:rPr>
              <a:t>Section &amp; Article</a:t>
            </a:r>
          </a:p>
        </p:txBody>
      </p:sp>
      <p:sp>
        <p:nvSpPr>
          <p:cNvPr id="16387" name="Rectangle 3">
            <a:extLst>
              <a:ext uri="{FF2B5EF4-FFF2-40B4-BE49-F238E27FC236}">
                <a16:creationId xmlns:a16="http://schemas.microsoft.com/office/drawing/2014/main" id="{B8E8B1E9-3F1D-D956-BFCC-6F2AB39E9CC6}"/>
              </a:ext>
            </a:extLst>
          </p:cNvPr>
          <p:cNvSpPr>
            <a:spLocks noGrp="1"/>
          </p:cNvSpPr>
          <p:nvPr>
            <p:ph idx="1"/>
          </p:nvPr>
        </p:nvSpPr>
        <p:spPr/>
        <p:txBody>
          <a:bodyPr/>
          <a:lstStyle/>
          <a:p>
            <a:pPr eaLnBrk="1" hangingPunct="1"/>
            <a:r>
              <a:rPr lang="en-GB" altLang="en-US" sz="2000" dirty="0">
                <a:latin typeface="Arial" panose="020B0604020202020204" pitchFamily="34" charset="0"/>
              </a:rPr>
              <a:t>The &lt;section&gt; is a piece of the document that are all grouped and relate to a single theme – as such they should appear as a single entry in the outline of the page.</a:t>
            </a:r>
          </a:p>
          <a:p>
            <a:pPr eaLnBrk="1" hangingPunct="1"/>
            <a:endParaRPr lang="en-GB" altLang="en-US" sz="2000" dirty="0">
              <a:latin typeface="Arial" panose="020B0604020202020204" pitchFamily="34" charset="0"/>
            </a:endParaRPr>
          </a:p>
          <a:p>
            <a:pPr eaLnBrk="1" hangingPunct="1"/>
            <a:r>
              <a:rPr lang="en-GB" altLang="en-US" sz="2000" dirty="0">
                <a:latin typeface="Arial" panose="020B0604020202020204" pitchFamily="34" charset="0"/>
              </a:rPr>
              <a:t>The &lt;article&gt; tag specifies independent, self-contained content. It  should make sense on its own and it should be possible to distribute it independently from the rest of the site. It is often used for forums, blogs and news.</a:t>
            </a:r>
          </a:p>
          <a:p>
            <a:pPr eaLnBrk="1" hangingPunct="1"/>
            <a:endParaRPr lang="en-GB" altLang="en-US" sz="2000" dirty="0">
              <a:latin typeface="Arial" panose="020B0604020202020204" pitchFamily="34" charset="0"/>
            </a:endParaRPr>
          </a:p>
          <a:p>
            <a:pPr eaLnBrk="1" hangingPunct="1"/>
            <a:r>
              <a:rPr lang="en-GB" altLang="en-US" sz="2000" dirty="0">
                <a:latin typeface="Arial" panose="020B0604020202020204" pitchFamily="34" charset="0"/>
              </a:rPr>
              <a:t>These 2 are quite ambiguous. An article is for standalone content, and a section is for grouping thematically related content. They can be used within each other, as needed. For example, if a book is the article, then each chapter is a section. When there’s no relationship between groups of content, then use a div.</a:t>
            </a:r>
            <a:endParaRPr lang="en-GB" altLang="en-US" sz="2800" dirty="0">
              <a:latin typeface="Arial" panose="020B0604020202020204" pitchFamily="34" charset="0"/>
            </a:endParaRPr>
          </a:p>
        </p:txBody>
      </p:sp>
    </p:spTree>
    <p:extLst>
      <p:ext uri="{BB962C8B-B14F-4D97-AF65-F5344CB8AC3E}">
        <p14:creationId xmlns:p14="http://schemas.microsoft.com/office/powerpoint/2010/main" val="1368298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7052926-3D8C-9570-57F3-406164208BA2}"/>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B1909F60-6499-3B37-5798-3CB0B2A71DB6}"/>
              </a:ext>
            </a:extLst>
          </p:cNvPr>
          <p:cNvSpPr>
            <a:spLocks noGrp="1"/>
          </p:cNvSpPr>
          <p:nvPr>
            <p:ph type="title"/>
          </p:nvPr>
        </p:nvSpPr>
        <p:spPr/>
        <p:txBody>
          <a:bodyPr/>
          <a:lstStyle/>
          <a:p>
            <a:pPr eaLnBrk="1" hangingPunct="1"/>
            <a:r>
              <a:rPr lang="en-GB" altLang="en-US" dirty="0">
                <a:latin typeface="Arial" panose="020B0604020202020204" pitchFamily="34" charset="0"/>
              </a:rPr>
              <a:t>Other Semantic Elements</a:t>
            </a:r>
          </a:p>
        </p:txBody>
      </p:sp>
      <p:graphicFrame>
        <p:nvGraphicFramePr>
          <p:cNvPr id="3" name="Content Placeholder 2">
            <a:extLst>
              <a:ext uri="{FF2B5EF4-FFF2-40B4-BE49-F238E27FC236}">
                <a16:creationId xmlns:a16="http://schemas.microsoft.com/office/drawing/2014/main" id="{BDBA8F6B-BF0B-EC8A-EFD4-FBABE65A59D6}"/>
              </a:ext>
            </a:extLst>
          </p:cNvPr>
          <p:cNvGraphicFramePr>
            <a:graphicFrameLocks noGrp="1"/>
          </p:cNvGraphicFramePr>
          <p:nvPr>
            <p:ph idx="1"/>
            <p:extLst>
              <p:ext uri="{D42A27DB-BD31-4B8C-83A1-F6EECF244321}">
                <p14:modId xmlns:p14="http://schemas.microsoft.com/office/powerpoint/2010/main" val="1533315232"/>
              </p:ext>
            </p:extLst>
          </p:nvPr>
        </p:nvGraphicFramePr>
        <p:xfrm>
          <a:off x="685800" y="1371600"/>
          <a:ext cx="7772400" cy="5131525"/>
        </p:xfrm>
        <a:graphic>
          <a:graphicData uri="http://schemas.openxmlformats.org/drawingml/2006/table">
            <a:tbl>
              <a:tblPr firstRow="1" bandRow="1">
                <a:tableStyleId>{073A0DAA-6AF3-43AB-8588-CEC1D06C72B9}</a:tableStyleId>
              </a:tblPr>
              <a:tblGrid>
                <a:gridCol w="1799167">
                  <a:extLst>
                    <a:ext uri="{9D8B030D-6E8A-4147-A177-3AD203B41FA5}">
                      <a16:colId xmlns:a16="http://schemas.microsoft.com/office/drawing/2014/main" val="1244112215"/>
                    </a:ext>
                  </a:extLst>
                </a:gridCol>
                <a:gridCol w="5973233">
                  <a:extLst>
                    <a:ext uri="{9D8B030D-6E8A-4147-A177-3AD203B41FA5}">
                      <a16:colId xmlns:a16="http://schemas.microsoft.com/office/drawing/2014/main" val="2111698728"/>
                    </a:ext>
                  </a:extLst>
                </a:gridCol>
              </a:tblGrid>
              <a:tr h="337457">
                <a:tc>
                  <a:txBody>
                    <a:bodyPr/>
                    <a:lstStyle/>
                    <a:p>
                      <a:r>
                        <a:rPr lang="en-GB" sz="1600" dirty="0"/>
                        <a:t>Tag</a:t>
                      </a:r>
                    </a:p>
                  </a:txBody>
                  <a:tcPr/>
                </a:tc>
                <a:tc>
                  <a:txBody>
                    <a:bodyPr/>
                    <a:lstStyle/>
                    <a:p>
                      <a:r>
                        <a:rPr lang="en-GB" sz="1600" dirty="0"/>
                        <a:t>Description</a:t>
                      </a:r>
                    </a:p>
                  </a:txBody>
                  <a:tcPr/>
                </a:tc>
                <a:extLst>
                  <a:ext uri="{0D108BD9-81ED-4DB2-BD59-A6C34878D82A}">
                    <a16:rowId xmlns:a16="http://schemas.microsoft.com/office/drawing/2014/main" val="1649811586"/>
                  </a:ext>
                </a:extLst>
              </a:tr>
              <a:tr h="337457">
                <a:tc>
                  <a:txBody>
                    <a:bodyPr/>
                    <a:lstStyle/>
                    <a:p>
                      <a:r>
                        <a:rPr lang="en-GB" sz="1400" dirty="0"/>
                        <a:t>&lt;article&gt;</a:t>
                      </a:r>
                    </a:p>
                  </a:txBody>
                  <a:tcPr/>
                </a:tc>
                <a:tc>
                  <a:txBody>
                    <a:bodyPr/>
                    <a:lstStyle/>
                    <a:p>
                      <a:r>
                        <a:rPr lang="en-GB" sz="1400" b="0" i="0" kern="1200" dirty="0">
                          <a:solidFill>
                            <a:schemeClr val="dk1"/>
                          </a:solidFill>
                          <a:effectLst/>
                          <a:latin typeface="+mn-lt"/>
                          <a:ea typeface="+mn-ea"/>
                          <a:cs typeface="+mn-cs"/>
                        </a:rPr>
                        <a:t>Defines independent, self-contained content</a:t>
                      </a:r>
                      <a:endParaRPr lang="en-GB" sz="1400" dirty="0"/>
                    </a:p>
                  </a:txBody>
                  <a:tcPr/>
                </a:tc>
                <a:extLst>
                  <a:ext uri="{0D108BD9-81ED-4DB2-BD59-A6C34878D82A}">
                    <a16:rowId xmlns:a16="http://schemas.microsoft.com/office/drawing/2014/main" val="1232962103"/>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&lt;aside&gt;</a:t>
                      </a:r>
                    </a:p>
                  </a:txBody>
                  <a:tcPr/>
                </a:tc>
                <a:tc>
                  <a:txBody>
                    <a:bodyPr/>
                    <a:lstStyle/>
                    <a:p>
                      <a:pPr algn="l" fontAlgn="t"/>
                      <a:r>
                        <a:rPr lang="en-GB" sz="1400" dirty="0">
                          <a:effectLst/>
                        </a:rPr>
                        <a:t>Defines content aside from the page content</a:t>
                      </a:r>
                    </a:p>
                  </a:txBody>
                  <a:tcPr marL="76200" marR="76200" marT="76200" marB="76200"/>
                </a:tc>
                <a:extLst>
                  <a:ext uri="{0D108BD9-81ED-4DB2-BD59-A6C34878D82A}">
                    <a16:rowId xmlns:a16="http://schemas.microsoft.com/office/drawing/2014/main" val="2893757668"/>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&lt;details&gt;</a:t>
                      </a:r>
                    </a:p>
                  </a:txBody>
                  <a:tcPr/>
                </a:tc>
                <a:tc>
                  <a:txBody>
                    <a:bodyPr/>
                    <a:lstStyle/>
                    <a:p>
                      <a:r>
                        <a:rPr lang="en-GB" sz="1400" b="0" i="0" kern="1200" dirty="0">
                          <a:solidFill>
                            <a:schemeClr val="dk1"/>
                          </a:solidFill>
                          <a:effectLst/>
                          <a:latin typeface="+mn-lt"/>
                          <a:ea typeface="+mn-ea"/>
                          <a:cs typeface="+mn-cs"/>
                        </a:rPr>
                        <a:t>Defines additional details that the user can view or hide</a:t>
                      </a:r>
                      <a:endParaRPr lang="en-GB" sz="1400" dirty="0"/>
                    </a:p>
                  </a:txBody>
                  <a:tcPr/>
                </a:tc>
                <a:extLst>
                  <a:ext uri="{0D108BD9-81ED-4DB2-BD59-A6C34878D82A}">
                    <a16:rowId xmlns:a16="http://schemas.microsoft.com/office/drawing/2014/main" val="3942430446"/>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a:t>
                      </a:r>
                      <a:r>
                        <a:rPr lang="en-GB" sz="1400" dirty="0" err="1"/>
                        <a:t>figcaption</a:t>
                      </a:r>
                      <a:r>
                        <a:rPr lang="en-GB" sz="1400" dirty="0"/>
                        <a:t>&gt;</a:t>
                      </a:r>
                    </a:p>
                  </a:txBody>
                  <a:tcPr/>
                </a:tc>
                <a:tc>
                  <a:txBody>
                    <a:bodyPr/>
                    <a:lstStyle/>
                    <a:p>
                      <a:pPr algn="l" fontAlgn="t"/>
                      <a:r>
                        <a:rPr lang="en-GB" sz="1400" dirty="0">
                          <a:effectLst/>
                        </a:rPr>
                        <a:t>Defines a caption for a &lt;figure&gt; element</a:t>
                      </a:r>
                    </a:p>
                  </a:txBody>
                  <a:tcPr marL="76200" marR="76200" marT="76200" marB="76200"/>
                </a:tc>
                <a:extLst>
                  <a:ext uri="{0D108BD9-81ED-4DB2-BD59-A6C34878D82A}">
                    <a16:rowId xmlns:a16="http://schemas.microsoft.com/office/drawing/2014/main" val="1476895330"/>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&lt;figure&gt;</a:t>
                      </a:r>
                    </a:p>
                  </a:txBody>
                  <a:tcPr/>
                </a:tc>
                <a:tc>
                  <a:txBody>
                    <a:bodyPr/>
                    <a:lstStyle/>
                    <a:p>
                      <a:r>
                        <a:rPr lang="en-GB" sz="1400" b="0" i="0" kern="1200" dirty="0">
                          <a:solidFill>
                            <a:schemeClr val="dk1"/>
                          </a:solidFill>
                          <a:effectLst/>
                          <a:latin typeface="+mn-lt"/>
                          <a:ea typeface="+mn-ea"/>
                          <a:cs typeface="+mn-cs"/>
                        </a:rPr>
                        <a:t>Specifies self-contained content, like illustrations, diagrams, photos, code listings, etc.</a:t>
                      </a:r>
                      <a:endParaRPr lang="en-GB" sz="1400" dirty="0"/>
                    </a:p>
                  </a:txBody>
                  <a:tcPr/>
                </a:tc>
                <a:extLst>
                  <a:ext uri="{0D108BD9-81ED-4DB2-BD59-A6C34878D82A}">
                    <a16:rowId xmlns:a16="http://schemas.microsoft.com/office/drawing/2014/main" val="974837207"/>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&lt;footer&gt;</a:t>
                      </a:r>
                    </a:p>
                  </a:txBody>
                  <a:tcPr/>
                </a:tc>
                <a:tc>
                  <a:txBody>
                    <a:bodyPr/>
                    <a:lstStyle/>
                    <a:p>
                      <a:pPr algn="l" fontAlgn="t"/>
                      <a:r>
                        <a:rPr lang="en-GB" sz="1400" dirty="0">
                          <a:effectLst/>
                        </a:rPr>
                        <a:t>Defines a footer for a document or section</a:t>
                      </a:r>
                    </a:p>
                  </a:txBody>
                  <a:tcPr marL="76200" marR="76200" marT="76200" marB="76200"/>
                </a:tc>
                <a:extLst>
                  <a:ext uri="{0D108BD9-81ED-4DB2-BD59-A6C34878D82A}">
                    <a16:rowId xmlns:a16="http://schemas.microsoft.com/office/drawing/2014/main" val="2253553631"/>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&lt;header&gt;</a:t>
                      </a:r>
                    </a:p>
                  </a:txBody>
                  <a:tcPr/>
                </a:tc>
                <a:tc>
                  <a:txBody>
                    <a:bodyPr/>
                    <a:lstStyle/>
                    <a:p>
                      <a:r>
                        <a:rPr lang="en-GB" sz="1400" dirty="0"/>
                        <a:t>Specifies a header for a document or section</a:t>
                      </a:r>
                    </a:p>
                  </a:txBody>
                  <a:tcPr/>
                </a:tc>
                <a:extLst>
                  <a:ext uri="{0D108BD9-81ED-4DB2-BD59-A6C34878D82A}">
                    <a16:rowId xmlns:a16="http://schemas.microsoft.com/office/drawing/2014/main" val="2781574157"/>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&lt;main&gt;</a:t>
                      </a:r>
                    </a:p>
                  </a:txBody>
                  <a:tcPr/>
                </a:tc>
                <a:tc>
                  <a:txBody>
                    <a:bodyPr/>
                    <a:lstStyle/>
                    <a:p>
                      <a:pPr algn="l" fontAlgn="t"/>
                      <a:r>
                        <a:rPr lang="en-GB" sz="1400" dirty="0">
                          <a:effectLst/>
                        </a:rPr>
                        <a:t>Specifies the main content of a document</a:t>
                      </a:r>
                    </a:p>
                  </a:txBody>
                  <a:tcPr marL="76200" marR="76200" marT="76200" marB="76200"/>
                </a:tc>
                <a:extLst>
                  <a:ext uri="{0D108BD9-81ED-4DB2-BD59-A6C34878D82A}">
                    <a16:rowId xmlns:a16="http://schemas.microsoft.com/office/drawing/2014/main" val="230514803"/>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&lt;mark&gt;</a:t>
                      </a:r>
                    </a:p>
                  </a:txBody>
                  <a:tcPr/>
                </a:tc>
                <a:tc>
                  <a:txBody>
                    <a:bodyPr/>
                    <a:lstStyle/>
                    <a:p>
                      <a:r>
                        <a:rPr lang="en-GB" sz="1400" dirty="0"/>
                        <a:t>Defines marked/highlighted text</a:t>
                      </a:r>
                    </a:p>
                  </a:txBody>
                  <a:tcPr/>
                </a:tc>
                <a:extLst>
                  <a:ext uri="{0D108BD9-81ED-4DB2-BD59-A6C34878D82A}">
                    <a16:rowId xmlns:a16="http://schemas.microsoft.com/office/drawing/2014/main" val="733742014"/>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&lt;nav&gt;</a:t>
                      </a:r>
                    </a:p>
                  </a:txBody>
                  <a:tcPr/>
                </a:tc>
                <a:tc>
                  <a:txBody>
                    <a:bodyPr/>
                    <a:lstStyle/>
                    <a:p>
                      <a:pPr algn="l" fontAlgn="t"/>
                      <a:r>
                        <a:rPr lang="en-GB" sz="1400" dirty="0">
                          <a:effectLst/>
                        </a:rPr>
                        <a:t>Defines navigation links</a:t>
                      </a:r>
                    </a:p>
                  </a:txBody>
                  <a:tcPr marL="76200" marR="76200" marT="76200" marB="76200"/>
                </a:tc>
                <a:extLst>
                  <a:ext uri="{0D108BD9-81ED-4DB2-BD59-A6C34878D82A}">
                    <a16:rowId xmlns:a16="http://schemas.microsoft.com/office/drawing/2014/main" val="1987566118"/>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&lt;section&gt;</a:t>
                      </a:r>
                    </a:p>
                  </a:txBody>
                  <a:tcPr/>
                </a:tc>
                <a:tc>
                  <a:txBody>
                    <a:bodyPr/>
                    <a:lstStyle/>
                    <a:p>
                      <a:pPr algn="l" fontAlgn="t"/>
                      <a:r>
                        <a:rPr lang="en-GB" sz="1400" dirty="0">
                          <a:effectLst/>
                        </a:rPr>
                        <a:t>Defines a section in a document</a:t>
                      </a:r>
                    </a:p>
                  </a:txBody>
                  <a:tcPr marL="76200" marR="76200" marT="76200" marB="76200"/>
                </a:tc>
                <a:extLst>
                  <a:ext uri="{0D108BD9-81ED-4DB2-BD59-A6C34878D82A}">
                    <a16:rowId xmlns:a16="http://schemas.microsoft.com/office/drawing/2014/main" val="620603965"/>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&lt;summary&gt;</a:t>
                      </a:r>
                    </a:p>
                  </a:txBody>
                  <a:tcPr/>
                </a:tc>
                <a:tc>
                  <a:txBody>
                    <a:bodyPr/>
                    <a:lstStyle/>
                    <a:p>
                      <a:pPr algn="l" fontAlgn="t"/>
                      <a:r>
                        <a:rPr lang="en-GB" sz="1400" dirty="0">
                          <a:effectLst/>
                        </a:rPr>
                        <a:t>Defines a visible heading for a &lt;details&gt; element</a:t>
                      </a:r>
                    </a:p>
                  </a:txBody>
                  <a:tcPr marL="76200" marR="76200" marT="76200" marB="76200"/>
                </a:tc>
                <a:extLst>
                  <a:ext uri="{0D108BD9-81ED-4DB2-BD59-A6C34878D82A}">
                    <a16:rowId xmlns:a16="http://schemas.microsoft.com/office/drawing/2014/main" val="292628175"/>
                  </a:ext>
                </a:extLst>
              </a:tr>
              <a:tr h="3374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t>&lt;time&gt;</a:t>
                      </a:r>
                    </a:p>
                  </a:txBody>
                  <a:tcPr/>
                </a:tc>
                <a:tc>
                  <a:txBody>
                    <a:bodyPr/>
                    <a:lstStyle/>
                    <a:p>
                      <a:pPr algn="l" fontAlgn="t"/>
                      <a:r>
                        <a:rPr lang="en-GB" sz="1400" dirty="0">
                          <a:effectLst/>
                        </a:rPr>
                        <a:t>Defines a date/time</a:t>
                      </a:r>
                    </a:p>
                  </a:txBody>
                  <a:tcPr marL="76200" marR="76200" marT="76200" marB="76200"/>
                </a:tc>
                <a:extLst>
                  <a:ext uri="{0D108BD9-81ED-4DB2-BD59-A6C34878D82A}">
                    <a16:rowId xmlns:a16="http://schemas.microsoft.com/office/drawing/2014/main" val="689624904"/>
                  </a:ext>
                </a:extLst>
              </a:tr>
            </a:tbl>
          </a:graphicData>
        </a:graphic>
      </p:graphicFrame>
    </p:spTree>
    <p:extLst>
      <p:ext uri="{BB962C8B-B14F-4D97-AF65-F5344CB8AC3E}">
        <p14:creationId xmlns:p14="http://schemas.microsoft.com/office/powerpoint/2010/main" val="3358266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8CBE44E-5DCB-4640-41FC-8BB042CA496B}"/>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BA24841F-6EF6-DFD3-68E1-E80C0E005307}"/>
              </a:ext>
            </a:extLst>
          </p:cNvPr>
          <p:cNvSpPr>
            <a:spLocks noGrp="1"/>
          </p:cNvSpPr>
          <p:nvPr>
            <p:ph type="title"/>
          </p:nvPr>
        </p:nvSpPr>
        <p:spPr/>
        <p:txBody>
          <a:bodyPr/>
          <a:lstStyle/>
          <a:p>
            <a:pPr eaLnBrk="1" hangingPunct="1"/>
            <a:r>
              <a:rPr lang="en-GB" altLang="en-US" dirty="0">
                <a:latin typeface="Arial" panose="020B0604020202020204" pitchFamily="34" charset="0"/>
              </a:rPr>
              <a:t>Layout Elements</a:t>
            </a:r>
          </a:p>
        </p:txBody>
      </p:sp>
      <p:pic>
        <p:nvPicPr>
          <p:cNvPr id="2" name="Picture 1" descr="Layout of the HTML page elements">
            <a:extLst>
              <a:ext uri="{FF2B5EF4-FFF2-40B4-BE49-F238E27FC236}">
                <a16:creationId xmlns:a16="http://schemas.microsoft.com/office/drawing/2014/main" id="{960C7516-F5E6-1B8B-62ED-3A29B572FC70}"/>
              </a:ext>
            </a:extLst>
          </p:cNvPr>
          <p:cNvPicPr>
            <a:picLocks noChangeAspect="1"/>
          </p:cNvPicPr>
          <p:nvPr/>
        </p:nvPicPr>
        <p:blipFill>
          <a:blip r:embed="rId2"/>
          <a:stretch>
            <a:fillRect/>
          </a:stretch>
        </p:blipFill>
        <p:spPr>
          <a:xfrm>
            <a:off x="2647950" y="1600200"/>
            <a:ext cx="3848100" cy="4533378"/>
          </a:xfrm>
          <a:prstGeom prst="rect">
            <a:avLst/>
          </a:prstGeom>
        </p:spPr>
      </p:pic>
    </p:spTree>
    <p:extLst>
      <p:ext uri="{BB962C8B-B14F-4D97-AF65-F5344CB8AC3E}">
        <p14:creationId xmlns:p14="http://schemas.microsoft.com/office/powerpoint/2010/main" val="1075281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34F02EC-28A0-5C3B-8BB7-A9411A648302}"/>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E29E18AE-1449-0779-DCE7-EA7099DD2D4C}"/>
              </a:ext>
            </a:extLst>
          </p:cNvPr>
          <p:cNvSpPr>
            <a:spLocks noGrp="1"/>
          </p:cNvSpPr>
          <p:nvPr>
            <p:ph type="title"/>
          </p:nvPr>
        </p:nvSpPr>
        <p:spPr/>
        <p:txBody>
          <a:bodyPr/>
          <a:lstStyle/>
          <a:p>
            <a:pPr eaLnBrk="1" hangingPunct="1"/>
            <a:r>
              <a:rPr lang="en-GB" altLang="en-US" dirty="0">
                <a:latin typeface="Arial" panose="020B0604020202020204" pitchFamily="34" charset="0"/>
              </a:rPr>
              <a:t>CSS Positioning</a:t>
            </a:r>
          </a:p>
        </p:txBody>
      </p:sp>
      <p:sp>
        <p:nvSpPr>
          <p:cNvPr id="16387" name="Rectangle 3">
            <a:extLst>
              <a:ext uri="{FF2B5EF4-FFF2-40B4-BE49-F238E27FC236}">
                <a16:creationId xmlns:a16="http://schemas.microsoft.com/office/drawing/2014/main" id="{3B778C6F-B7AB-98F2-2F2E-A8DE268E741F}"/>
              </a:ext>
            </a:extLst>
          </p:cNvPr>
          <p:cNvSpPr>
            <a:spLocks noGrp="1"/>
          </p:cNvSpPr>
          <p:nvPr>
            <p:ph idx="1"/>
          </p:nvPr>
        </p:nvSpPr>
        <p:spPr>
          <a:xfrm>
            <a:off x="457200" y="1600200"/>
            <a:ext cx="8229600" cy="4983161"/>
          </a:xfrm>
        </p:spPr>
        <p:txBody>
          <a:bodyPr/>
          <a:lstStyle/>
          <a:p>
            <a:pPr eaLnBrk="1" hangingPunct="1"/>
            <a:r>
              <a:rPr lang="en-GB" altLang="en-US" sz="2000" dirty="0">
                <a:latin typeface="Arial" panose="020B0604020202020204" pitchFamily="34" charset="0"/>
              </a:rPr>
              <a:t>To control the location of an element on a HTML page there are two main considerations:</a:t>
            </a:r>
          </a:p>
          <a:p>
            <a:pPr eaLnBrk="1" hangingPunct="1"/>
            <a:endParaRPr lang="en-GB" altLang="en-US" sz="2000" dirty="0">
              <a:latin typeface="Arial" panose="020B0604020202020204" pitchFamily="34" charset="0"/>
            </a:endParaRPr>
          </a:p>
          <a:p>
            <a:pPr marL="800100" lvl="1" indent="-342900" eaLnBrk="1" hangingPunct="1">
              <a:buFont typeface="+mj-lt"/>
              <a:buAutoNum type="arabicPeriod"/>
            </a:pPr>
            <a:r>
              <a:rPr lang="en-GB" altLang="en-US" sz="1600" dirty="0">
                <a:latin typeface="Arial" panose="020B0604020202020204" pitchFamily="34" charset="0"/>
              </a:rPr>
              <a:t>The type of positioning method to be used. </a:t>
            </a:r>
          </a:p>
          <a:p>
            <a:pPr marL="800100" lvl="1" indent="-342900" eaLnBrk="1" hangingPunct="1">
              <a:buFont typeface="+mj-lt"/>
              <a:buAutoNum type="arabicPeriod"/>
            </a:pPr>
            <a:endParaRPr lang="en-GB" altLang="en-US" sz="1600" dirty="0">
              <a:latin typeface="Arial" panose="020B0604020202020204" pitchFamily="34" charset="0"/>
            </a:endParaRPr>
          </a:p>
          <a:p>
            <a:pPr marL="800100" lvl="1" indent="-342900" eaLnBrk="1" hangingPunct="1">
              <a:buFont typeface="+mj-lt"/>
              <a:buAutoNum type="arabicPeriod"/>
            </a:pPr>
            <a:r>
              <a:rPr lang="en-GB" altLang="en-US" sz="1600" dirty="0">
                <a:latin typeface="Arial" panose="020B0604020202020204" pitchFamily="34" charset="0"/>
              </a:rPr>
              <a:t>Controlling the position with the alignment properties. </a:t>
            </a:r>
          </a:p>
          <a:p>
            <a:pPr marL="0" indent="0" eaLnBrk="1" hangingPunct="1">
              <a:buNone/>
            </a:pPr>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There are five different position values which are: static, relative, fixed, absolute &amp; sticky.</a:t>
            </a:r>
          </a:p>
          <a:p>
            <a:pPr eaLnBrk="1" hangingPunct="1"/>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There are four alignment properties which are: top, bottom, left &amp; right.</a:t>
            </a:r>
          </a:p>
        </p:txBody>
      </p:sp>
    </p:spTree>
    <p:extLst>
      <p:ext uri="{BB962C8B-B14F-4D97-AF65-F5344CB8AC3E}">
        <p14:creationId xmlns:p14="http://schemas.microsoft.com/office/powerpoint/2010/main" val="4158563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064C194-EB46-E7BF-135E-C4F1D69AA9A2}"/>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754FA85B-CDFE-16BB-4725-52A1AFDA25B6}"/>
              </a:ext>
            </a:extLst>
          </p:cNvPr>
          <p:cNvSpPr>
            <a:spLocks noGrp="1"/>
          </p:cNvSpPr>
          <p:nvPr>
            <p:ph type="title"/>
          </p:nvPr>
        </p:nvSpPr>
        <p:spPr/>
        <p:txBody>
          <a:bodyPr/>
          <a:lstStyle/>
          <a:p>
            <a:pPr eaLnBrk="1" hangingPunct="1"/>
            <a:r>
              <a:rPr lang="en-GB" altLang="en-US" dirty="0">
                <a:latin typeface="Arial" panose="020B0604020202020204" pitchFamily="34" charset="0"/>
              </a:rPr>
              <a:t>Static Positioning</a:t>
            </a:r>
          </a:p>
        </p:txBody>
      </p:sp>
      <p:sp>
        <p:nvSpPr>
          <p:cNvPr id="16387" name="Rectangle 3">
            <a:extLst>
              <a:ext uri="{FF2B5EF4-FFF2-40B4-BE49-F238E27FC236}">
                <a16:creationId xmlns:a16="http://schemas.microsoft.com/office/drawing/2014/main" id="{2EA9B76C-A4BE-A9B3-0473-B6B28AE70F9B}"/>
              </a:ext>
            </a:extLst>
          </p:cNvPr>
          <p:cNvSpPr>
            <a:spLocks noGrp="1"/>
          </p:cNvSpPr>
          <p:nvPr>
            <p:ph idx="1"/>
          </p:nvPr>
        </p:nvSpPr>
        <p:spPr>
          <a:xfrm>
            <a:off x="457200" y="1600200"/>
            <a:ext cx="8229600" cy="4983161"/>
          </a:xfrm>
        </p:spPr>
        <p:txBody>
          <a:bodyPr/>
          <a:lstStyle/>
          <a:p>
            <a:pPr eaLnBrk="1" hangingPunct="1"/>
            <a:r>
              <a:rPr lang="en-GB" altLang="en-US" sz="1800" dirty="0">
                <a:latin typeface="Arial" panose="020B0604020202020204" pitchFamily="34" charset="0"/>
              </a:rPr>
              <a:t>By default, HTML elements are already positioned with static. </a:t>
            </a:r>
          </a:p>
          <a:p>
            <a:pPr eaLnBrk="1" hangingPunct="1"/>
            <a:r>
              <a:rPr lang="en-GB" altLang="en-US" sz="1800" dirty="0">
                <a:latin typeface="Arial" panose="020B0604020202020204" pitchFamily="34" charset="0"/>
              </a:rPr>
              <a:t>An element with the static property is not positioning in any special way; it is always positioned to the normal flow of the page and is not affected by the alignment properties (top, bottom, left &amp; right).</a:t>
            </a:r>
          </a:p>
          <a:p>
            <a:pPr eaLnBrk="1" hangingPunct="1"/>
            <a:endParaRPr lang="en-GB" altLang="en-US" sz="1800" dirty="0">
              <a:latin typeface="Arial" panose="020B0604020202020204" pitchFamily="34" charset="0"/>
            </a:endParaRPr>
          </a:p>
          <a:p>
            <a:pPr eaLnBrk="1" hangingPunct="1"/>
            <a:r>
              <a:rPr lang="en-GB" altLang="en-US" sz="1800" dirty="0" err="1">
                <a:latin typeface="Arial" panose="020B0604020202020204" pitchFamily="34" charset="0"/>
              </a:rPr>
              <a:t>div.static</a:t>
            </a:r>
            <a:r>
              <a:rPr lang="en-GB" altLang="en-US" sz="1800" dirty="0">
                <a:latin typeface="Arial" panose="020B0604020202020204" pitchFamily="34" charset="0"/>
              </a:rPr>
              <a:t> {</a:t>
            </a:r>
          </a:p>
          <a:p>
            <a:pPr marL="0" indent="0" eaLnBrk="1" hangingPunct="1">
              <a:buNone/>
            </a:pPr>
            <a:r>
              <a:rPr lang="en-GB" altLang="en-US" sz="1800" dirty="0">
                <a:latin typeface="Arial" panose="020B0604020202020204" pitchFamily="34" charset="0"/>
              </a:rPr>
              <a:t>		position: static;</a:t>
            </a:r>
          </a:p>
          <a:p>
            <a:pPr marL="0" indent="0" eaLnBrk="1" hangingPunct="1">
              <a:buNone/>
            </a:pPr>
            <a:r>
              <a:rPr lang="en-GB" altLang="en-US" sz="1800" dirty="0">
                <a:latin typeface="Arial" panose="020B0604020202020204" pitchFamily="34" charset="0"/>
              </a:rPr>
              <a:t>		border: 3px solid #73AD21;</a:t>
            </a:r>
          </a:p>
          <a:p>
            <a:pPr marL="0" indent="0" eaLnBrk="1" hangingPunct="1">
              <a:buNone/>
            </a:pPr>
            <a:r>
              <a:rPr lang="en-GB" altLang="en-US" sz="1800" dirty="0">
                <a:latin typeface="Arial" panose="020B0604020202020204" pitchFamily="34" charset="0"/>
              </a:rPr>
              <a:t>	}</a:t>
            </a:r>
          </a:p>
        </p:txBody>
      </p:sp>
      <p:sp>
        <p:nvSpPr>
          <p:cNvPr id="2" name="Rectangle 1" descr="Div illustration ">
            <a:extLst>
              <a:ext uri="{FF2B5EF4-FFF2-40B4-BE49-F238E27FC236}">
                <a16:creationId xmlns:a16="http://schemas.microsoft.com/office/drawing/2014/main" id="{DAB4FAA4-FA1C-F2FE-40C9-946A7B11D146}"/>
              </a:ext>
            </a:extLst>
          </p:cNvPr>
          <p:cNvSpPr/>
          <p:nvPr/>
        </p:nvSpPr>
        <p:spPr>
          <a:xfrm>
            <a:off x="685800" y="5173662"/>
            <a:ext cx="7772400" cy="533400"/>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9A04D22-4C8D-B1EA-0C69-BCCE9AC59F54}"/>
              </a:ext>
            </a:extLst>
          </p:cNvPr>
          <p:cNvSpPr txBox="1"/>
          <p:nvPr/>
        </p:nvSpPr>
        <p:spPr>
          <a:xfrm>
            <a:off x="685800" y="4663281"/>
            <a:ext cx="7620000" cy="369332"/>
          </a:xfrm>
          <a:prstGeom prst="rect">
            <a:avLst/>
          </a:prstGeom>
          <a:noFill/>
        </p:spPr>
        <p:txBody>
          <a:bodyPr wrap="square" rtlCol="0">
            <a:spAutoFit/>
          </a:bodyPr>
          <a:lstStyle/>
          <a:p>
            <a:r>
              <a:rPr lang="en-GB" b="1" dirty="0"/>
              <a:t>Header</a:t>
            </a:r>
          </a:p>
        </p:txBody>
      </p:sp>
      <p:sp>
        <p:nvSpPr>
          <p:cNvPr id="4" name="TextBox 3" descr="Div illustration ">
            <a:extLst>
              <a:ext uri="{FF2B5EF4-FFF2-40B4-BE49-F238E27FC236}">
                <a16:creationId xmlns:a16="http://schemas.microsoft.com/office/drawing/2014/main" id="{0B1AE235-3F35-C781-93B0-4676116E2B4A}"/>
              </a:ext>
            </a:extLst>
          </p:cNvPr>
          <p:cNvSpPr txBox="1"/>
          <p:nvPr/>
        </p:nvSpPr>
        <p:spPr>
          <a:xfrm>
            <a:off x="685800" y="5257800"/>
            <a:ext cx="7620000" cy="369332"/>
          </a:xfrm>
          <a:prstGeom prst="rect">
            <a:avLst/>
          </a:prstGeom>
          <a:noFill/>
        </p:spPr>
        <p:txBody>
          <a:bodyPr wrap="square" rtlCol="0">
            <a:spAutoFit/>
          </a:bodyPr>
          <a:lstStyle/>
          <a:p>
            <a:r>
              <a:rPr lang="en-GB" b="1" dirty="0"/>
              <a:t>Div element with the static property.</a:t>
            </a:r>
          </a:p>
        </p:txBody>
      </p:sp>
    </p:spTree>
    <p:extLst>
      <p:ext uri="{BB962C8B-B14F-4D97-AF65-F5344CB8AC3E}">
        <p14:creationId xmlns:p14="http://schemas.microsoft.com/office/powerpoint/2010/main" val="3605979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9E609E1-9556-E7C6-11AD-CE6D0AF0E107}"/>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7A8A385E-8DA4-0A35-CC0B-55AF3353AA3D}"/>
              </a:ext>
            </a:extLst>
          </p:cNvPr>
          <p:cNvSpPr>
            <a:spLocks noGrp="1"/>
          </p:cNvSpPr>
          <p:nvPr>
            <p:ph type="title"/>
          </p:nvPr>
        </p:nvSpPr>
        <p:spPr/>
        <p:txBody>
          <a:bodyPr/>
          <a:lstStyle/>
          <a:p>
            <a:pPr eaLnBrk="1" hangingPunct="1"/>
            <a:r>
              <a:rPr lang="en-GB" altLang="en-US" dirty="0">
                <a:latin typeface="Arial" panose="020B0604020202020204" pitchFamily="34" charset="0"/>
              </a:rPr>
              <a:t>Relative Positioning</a:t>
            </a:r>
          </a:p>
        </p:txBody>
      </p:sp>
      <p:sp>
        <p:nvSpPr>
          <p:cNvPr id="16387" name="Rectangle 3">
            <a:extLst>
              <a:ext uri="{FF2B5EF4-FFF2-40B4-BE49-F238E27FC236}">
                <a16:creationId xmlns:a16="http://schemas.microsoft.com/office/drawing/2014/main" id="{38629684-15D2-34B3-3DEB-130898FF2BD5}"/>
              </a:ext>
            </a:extLst>
          </p:cNvPr>
          <p:cNvSpPr>
            <a:spLocks noGrp="1"/>
          </p:cNvSpPr>
          <p:nvPr>
            <p:ph idx="1"/>
          </p:nvPr>
        </p:nvSpPr>
        <p:spPr>
          <a:xfrm>
            <a:off x="457200" y="1600200"/>
            <a:ext cx="8229600" cy="4983161"/>
          </a:xfrm>
        </p:spPr>
        <p:txBody>
          <a:bodyPr/>
          <a:lstStyle/>
          <a:p>
            <a:pPr eaLnBrk="1" hangingPunct="1"/>
            <a:r>
              <a:rPr lang="en-GB" altLang="en-US" sz="1800" dirty="0">
                <a:latin typeface="Arial" panose="020B0604020202020204" pitchFamily="34" charset="0"/>
              </a:rPr>
              <a:t>An element with position: relative; is positioned relative to its normal position.</a:t>
            </a:r>
          </a:p>
          <a:p>
            <a:pPr eaLnBrk="1" hangingPunct="1"/>
            <a:r>
              <a:rPr lang="en-GB" altLang="en-US" sz="1800" dirty="0">
                <a:latin typeface="Arial" panose="020B0604020202020204" pitchFamily="34" charset="0"/>
              </a:rPr>
              <a:t>Setting the top, right, bottom, and left properties of a relatively-positioned element will cause it to be adjusted away from its normal position. Other content will not be adjusted to fit into any gap left by the element).</a:t>
            </a:r>
          </a:p>
          <a:p>
            <a:pPr eaLnBrk="1" hangingPunct="1"/>
            <a:r>
              <a:rPr lang="en-GB" altLang="en-US" sz="1800" dirty="0" err="1">
                <a:latin typeface="Arial" panose="020B0604020202020204" pitchFamily="34" charset="0"/>
              </a:rPr>
              <a:t>div.relative</a:t>
            </a:r>
            <a:r>
              <a:rPr lang="en-GB" altLang="en-US" sz="1800" dirty="0">
                <a:latin typeface="Arial" panose="020B0604020202020204" pitchFamily="34" charset="0"/>
              </a:rPr>
              <a:t> {</a:t>
            </a:r>
          </a:p>
          <a:p>
            <a:pPr marL="0" indent="0" eaLnBrk="1" hangingPunct="1">
              <a:buNone/>
            </a:pPr>
            <a:r>
              <a:rPr lang="en-GB" altLang="en-US" sz="1800" dirty="0">
                <a:latin typeface="Arial" panose="020B0604020202020204" pitchFamily="34" charset="0"/>
              </a:rPr>
              <a:t>		position: relative;</a:t>
            </a:r>
          </a:p>
          <a:p>
            <a:pPr marL="0" indent="0" eaLnBrk="1" hangingPunct="1">
              <a:buNone/>
            </a:pPr>
            <a:r>
              <a:rPr lang="en-GB" altLang="en-US" sz="1800" dirty="0">
                <a:latin typeface="Arial" panose="020B0604020202020204" pitchFamily="34" charset="0"/>
              </a:rPr>
              <a:t>		left: 30px;</a:t>
            </a:r>
          </a:p>
          <a:p>
            <a:pPr marL="0" indent="0" eaLnBrk="1" hangingPunct="1">
              <a:buNone/>
            </a:pPr>
            <a:r>
              <a:rPr lang="en-GB" altLang="en-US" sz="1800" dirty="0">
                <a:latin typeface="Arial" panose="020B0604020202020204" pitchFamily="34" charset="0"/>
              </a:rPr>
              <a:t>		border: 3px solid #73AD21;</a:t>
            </a:r>
          </a:p>
          <a:p>
            <a:pPr marL="0" indent="0" eaLnBrk="1" hangingPunct="1">
              <a:buNone/>
            </a:pPr>
            <a:r>
              <a:rPr lang="en-GB" altLang="en-US" sz="1800" dirty="0">
                <a:latin typeface="Arial" panose="020B0604020202020204" pitchFamily="34" charset="0"/>
              </a:rPr>
              <a:t>	}</a:t>
            </a:r>
          </a:p>
        </p:txBody>
      </p:sp>
      <p:sp>
        <p:nvSpPr>
          <p:cNvPr id="2" name="Rectangle 1" descr="Div illustration ">
            <a:extLst>
              <a:ext uri="{FF2B5EF4-FFF2-40B4-BE49-F238E27FC236}">
                <a16:creationId xmlns:a16="http://schemas.microsoft.com/office/drawing/2014/main" id="{4E8B613C-8CF5-DFEC-6C5E-DBD6C62C5B98}"/>
              </a:ext>
            </a:extLst>
          </p:cNvPr>
          <p:cNvSpPr/>
          <p:nvPr/>
        </p:nvSpPr>
        <p:spPr>
          <a:xfrm>
            <a:off x="1363910" y="5440362"/>
            <a:ext cx="7772400" cy="533400"/>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E8A184F1-B867-D758-CCC9-F86322A24CE9}"/>
              </a:ext>
            </a:extLst>
          </p:cNvPr>
          <p:cNvSpPr txBox="1"/>
          <p:nvPr/>
        </p:nvSpPr>
        <p:spPr>
          <a:xfrm>
            <a:off x="685800" y="4888468"/>
            <a:ext cx="7620000" cy="369332"/>
          </a:xfrm>
          <a:prstGeom prst="rect">
            <a:avLst/>
          </a:prstGeom>
          <a:noFill/>
        </p:spPr>
        <p:txBody>
          <a:bodyPr wrap="square" rtlCol="0">
            <a:spAutoFit/>
          </a:bodyPr>
          <a:lstStyle/>
          <a:p>
            <a:r>
              <a:rPr lang="en-GB" b="1" dirty="0"/>
              <a:t>Header</a:t>
            </a:r>
          </a:p>
        </p:txBody>
      </p:sp>
      <p:sp>
        <p:nvSpPr>
          <p:cNvPr id="4" name="TextBox 3" descr="Div illustration ">
            <a:extLst>
              <a:ext uri="{FF2B5EF4-FFF2-40B4-BE49-F238E27FC236}">
                <a16:creationId xmlns:a16="http://schemas.microsoft.com/office/drawing/2014/main" id="{02AC997C-3F3F-52D3-B9A1-311197D332B5}"/>
              </a:ext>
            </a:extLst>
          </p:cNvPr>
          <p:cNvSpPr txBox="1"/>
          <p:nvPr/>
        </p:nvSpPr>
        <p:spPr>
          <a:xfrm>
            <a:off x="1440110" y="5522396"/>
            <a:ext cx="7620000" cy="369332"/>
          </a:xfrm>
          <a:prstGeom prst="rect">
            <a:avLst/>
          </a:prstGeom>
          <a:noFill/>
        </p:spPr>
        <p:txBody>
          <a:bodyPr wrap="square" rtlCol="0">
            <a:spAutoFit/>
          </a:bodyPr>
          <a:lstStyle/>
          <a:p>
            <a:r>
              <a:rPr lang="en-GB" b="1" dirty="0"/>
              <a:t>Div element with the relative property.</a:t>
            </a:r>
          </a:p>
        </p:txBody>
      </p:sp>
    </p:spTree>
    <p:extLst>
      <p:ext uri="{BB962C8B-B14F-4D97-AF65-F5344CB8AC3E}">
        <p14:creationId xmlns:p14="http://schemas.microsoft.com/office/powerpoint/2010/main" val="3649890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623A98E-4E1B-8D3F-CF41-3F392D20C61A}"/>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7F78EB5E-3DC7-F895-F49E-833A1A8F5CEB}"/>
              </a:ext>
            </a:extLst>
          </p:cNvPr>
          <p:cNvSpPr>
            <a:spLocks noGrp="1"/>
          </p:cNvSpPr>
          <p:nvPr>
            <p:ph type="title"/>
          </p:nvPr>
        </p:nvSpPr>
        <p:spPr/>
        <p:txBody>
          <a:bodyPr/>
          <a:lstStyle/>
          <a:p>
            <a:pPr eaLnBrk="1" hangingPunct="1"/>
            <a:r>
              <a:rPr lang="en-GB" altLang="en-US" dirty="0">
                <a:latin typeface="Arial" panose="020B0604020202020204" pitchFamily="34" charset="0"/>
              </a:rPr>
              <a:t>Fixed Positioning</a:t>
            </a:r>
          </a:p>
        </p:txBody>
      </p:sp>
      <p:sp>
        <p:nvSpPr>
          <p:cNvPr id="16387" name="Rectangle 3">
            <a:extLst>
              <a:ext uri="{FF2B5EF4-FFF2-40B4-BE49-F238E27FC236}">
                <a16:creationId xmlns:a16="http://schemas.microsoft.com/office/drawing/2014/main" id="{951644ED-24D8-49AD-D8A9-B07152FDE7A7}"/>
              </a:ext>
            </a:extLst>
          </p:cNvPr>
          <p:cNvSpPr>
            <a:spLocks noGrp="1"/>
          </p:cNvSpPr>
          <p:nvPr>
            <p:ph idx="1"/>
          </p:nvPr>
        </p:nvSpPr>
        <p:spPr>
          <a:xfrm>
            <a:off x="457200" y="1600200"/>
            <a:ext cx="8229600" cy="4983161"/>
          </a:xfrm>
        </p:spPr>
        <p:txBody>
          <a:bodyPr/>
          <a:lstStyle/>
          <a:p>
            <a:pPr eaLnBrk="1" hangingPunct="1"/>
            <a:r>
              <a:rPr lang="en-GB" altLang="en-US" sz="1800" dirty="0">
                <a:latin typeface="Arial" panose="020B0604020202020204" pitchFamily="34" charset="0"/>
              </a:rPr>
              <a:t>An element with position: fixed; is positioned relative to the viewport, which means it always stays in the same place even if the page is scrolled. The top, right, bottom, and left properties are used to position the element.</a:t>
            </a:r>
          </a:p>
          <a:p>
            <a:pPr eaLnBrk="1" hangingPunct="1"/>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A fixed element does not leave a gap in the page where it would normally have been located.</a:t>
            </a:r>
          </a:p>
          <a:p>
            <a:pPr marL="0" indent="0" eaLnBrk="1" hangingPunct="1">
              <a:buNone/>
            </a:pPr>
            <a:endParaRPr lang="en-GB" altLang="en-US" sz="1800" dirty="0">
              <a:latin typeface="Arial" panose="020B0604020202020204" pitchFamily="34" charset="0"/>
            </a:endParaRPr>
          </a:p>
          <a:p>
            <a:pPr eaLnBrk="1" hangingPunct="1"/>
            <a:r>
              <a:rPr lang="en-GB" altLang="en-US" sz="1800" dirty="0" err="1">
                <a:latin typeface="Arial" panose="020B0604020202020204" pitchFamily="34" charset="0"/>
              </a:rPr>
              <a:t>div.fixed</a:t>
            </a:r>
            <a:r>
              <a:rPr lang="en-GB" altLang="en-US" sz="1800" dirty="0">
                <a:latin typeface="Arial" panose="020B0604020202020204" pitchFamily="34" charset="0"/>
              </a:rPr>
              <a:t> {</a:t>
            </a:r>
          </a:p>
          <a:p>
            <a:pPr marL="0" indent="0" eaLnBrk="1" hangingPunct="1">
              <a:buNone/>
            </a:pPr>
            <a:r>
              <a:rPr lang="en-GB" altLang="en-US" sz="1800" dirty="0">
                <a:latin typeface="Arial" panose="020B0604020202020204" pitchFamily="34" charset="0"/>
              </a:rPr>
              <a:t>		position: fixed;</a:t>
            </a:r>
          </a:p>
          <a:p>
            <a:pPr marL="0" indent="0" eaLnBrk="1" hangingPunct="1">
              <a:buNone/>
            </a:pPr>
            <a:r>
              <a:rPr lang="en-GB" altLang="en-US" sz="1800" dirty="0">
                <a:latin typeface="Arial" panose="020B0604020202020204" pitchFamily="34" charset="0"/>
              </a:rPr>
              <a:t>		bottom: 0;</a:t>
            </a:r>
          </a:p>
          <a:p>
            <a:pPr marL="0" indent="0" eaLnBrk="1" hangingPunct="1">
              <a:buNone/>
            </a:pPr>
            <a:r>
              <a:rPr lang="en-GB" altLang="en-US" sz="1800" dirty="0">
                <a:latin typeface="Arial" panose="020B0604020202020204" pitchFamily="34" charset="0"/>
              </a:rPr>
              <a:t>		right: 0;</a:t>
            </a:r>
          </a:p>
          <a:p>
            <a:pPr marL="0" indent="0" eaLnBrk="1" hangingPunct="1">
              <a:buNone/>
            </a:pPr>
            <a:r>
              <a:rPr lang="en-GB" altLang="en-US" sz="1800" dirty="0">
                <a:latin typeface="Arial" panose="020B0604020202020204" pitchFamily="34" charset="0"/>
              </a:rPr>
              <a:t>		width: 300px;</a:t>
            </a:r>
          </a:p>
          <a:p>
            <a:pPr marL="0" indent="0" eaLnBrk="1" hangingPunct="1">
              <a:buNone/>
            </a:pPr>
            <a:r>
              <a:rPr lang="en-GB" altLang="en-US" sz="1800" dirty="0">
                <a:latin typeface="Arial" panose="020B0604020202020204" pitchFamily="34" charset="0"/>
              </a:rPr>
              <a:t>		border: 3px solid #73AD21;</a:t>
            </a:r>
          </a:p>
          <a:p>
            <a:pPr marL="0" indent="0" eaLnBrk="1" hangingPunct="1">
              <a:buNone/>
            </a:pPr>
            <a:r>
              <a:rPr lang="en-GB" altLang="en-US" sz="1800" dirty="0">
                <a:latin typeface="Arial" panose="020B0604020202020204" pitchFamily="34" charset="0"/>
              </a:rPr>
              <a:t>	}</a:t>
            </a:r>
          </a:p>
        </p:txBody>
      </p:sp>
    </p:spTree>
    <p:extLst>
      <p:ext uri="{BB962C8B-B14F-4D97-AF65-F5344CB8AC3E}">
        <p14:creationId xmlns:p14="http://schemas.microsoft.com/office/powerpoint/2010/main" val="367665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D4F78C4-397A-BEB2-651D-AE0DF2653206}"/>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A40E8A39-61AD-98F3-A284-052DAD5C9C4B}"/>
              </a:ext>
            </a:extLst>
          </p:cNvPr>
          <p:cNvSpPr>
            <a:spLocks noGrp="1"/>
          </p:cNvSpPr>
          <p:nvPr>
            <p:ph type="title"/>
          </p:nvPr>
        </p:nvSpPr>
        <p:spPr/>
        <p:txBody>
          <a:bodyPr/>
          <a:lstStyle/>
          <a:p>
            <a:pPr eaLnBrk="1" hangingPunct="1"/>
            <a:r>
              <a:rPr lang="en-GB" altLang="en-US" dirty="0">
                <a:latin typeface="Arial" panose="020B0604020202020204" pitchFamily="34" charset="0"/>
              </a:rPr>
              <a:t>Absolute Positioning</a:t>
            </a:r>
          </a:p>
        </p:txBody>
      </p:sp>
      <p:sp>
        <p:nvSpPr>
          <p:cNvPr id="16387" name="Rectangle 3">
            <a:extLst>
              <a:ext uri="{FF2B5EF4-FFF2-40B4-BE49-F238E27FC236}">
                <a16:creationId xmlns:a16="http://schemas.microsoft.com/office/drawing/2014/main" id="{F664A197-2478-05A7-40C7-22A51A7ED64D}"/>
              </a:ext>
            </a:extLst>
          </p:cNvPr>
          <p:cNvSpPr>
            <a:spLocks noGrp="1"/>
          </p:cNvSpPr>
          <p:nvPr>
            <p:ph idx="1"/>
          </p:nvPr>
        </p:nvSpPr>
        <p:spPr>
          <a:xfrm>
            <a:off x="457200" y="1600200"/>
            <a:ext cx="8229600" cy="4983161"/>
          </a:xfrm>
        </p:spPr>
        <p:txBody>
          <a:bodyPr/>
          <a:lstStyle/>
          <a:p>
            <a:pPr eaLnBrk="1" hangingPunct="1"/>
            <a:r>
              <a:rPr lang="en-GB" altLang="en-US" sz="1800" dirty="0">
                <a:latin typeface="Arial" panose="020B0604020202020204" pitchFamily="34" charset="0"/>
              </a:rPr>
              <a:t>An element with position: absolute; is positioned relative to the nearest positioned ancestor (instead of positioned relative to the viewport, like fixed).</a:t>
            </a:r>
          </a:p>
          <a:p>
            <a:pPr eaLnBrk="1" hangingPunct="1"/>
            <a:r>
              <a:rPr lang="en-GB" altLang="en-US" sz="1800" dirty="0">
                <a:latin typeface="Arial" panose="020B0604020202020204" pitchFamily="34" charset="0"/>
              </a:rPr>
              <a:t>However; if an absolute positioned element has no positioned ancestors, it uses the document body, and moves along with page scrolling.</a:t>
            </a:r>
          </a:p>
          <a:p>
            <a:pPr eaLnBrk="1" hangingPunct="1"/>
            <a:r>
              <a:rPr lang="en-GB" altLang="en-US" sz="1800" b="1" dirty="0">
                <a:latin typeface="Arial" panose="020B0604020202020204" pitchFamily="34" charset="0"/>
              </a:rPr>
              <a:t>Note</a:t>
            </a:r>
            <a:r>
              <a:rPr lang="en-GB" altLang="en-US" sz="1800" dirty="0">
                <a:latin typeface="Arial" panose="020B0604020202020204" pitchFamily="34" charset="0"/>
              </a:rPr>
              <a:t>: Absolute positioned elements are removed from the normal flow, and can overlap elements.</a:t>
            </a:r>
          </a:p>
          <a:p>
            <a:pPr eaLnBrk="1" hangingPunct="1"/>
            <a:endParaRPr lang="en-GB" altLang="en-US" sz="1800" dirty="0">
              <a:latin typeface="Arial" panose="020B0604020202020204" pitchFamily="34" charset="0"/>
            </a:endParaRPr>
          </a:p>
          <a:p>
            <a:pPr eaLnBrk="1" hangingPunct="1"/>
            <a:r>
              <a:rPr lang="en-GB" altLang="en-US" sz="1800" dirty="0" err="1">
                <a:latin typeface="Arial" panose="020B0604020202020204" pitchFamily="34" charset="0"/>
              </a:rPr>
              <a:t>div.absolute</a:t>
            </a:r>
            <a:r>
              <a:rPr lang="en-GB" altLang="en-US" sz="1800" dirty="0">
                <a:latin typeface="Arial" panose="020B0604020202020204" pitchFamily="34" charset="0"/>
              </a:rPr>
              <a:t> {</a:t>
            </a:r>
          </a:p>
          <a:p>
            <a:pPr marL="0" indent="0" eaLnBrk="1" hangingPunct="1">
              <a:buNone/>
            </a:pPr>
            <a:r>
              <a:rPr lang="en-GB" altLang="en-US" sz="1800" dirty="0">
                <a:latin typeface="Arial" panose="020B0604020202020204" pitchFamily="34" charset="0"/>
              </a:rPr>
              <a:t>		position: absolute;</a:t>
            </a:r>
          </a:p>
          <a:p>
            <a:pPr marL="0" indent="0" eaLnBrk="1" hangingPunct="1">
              <a:buNone/>
            </a:pPr>
            <a:r>
              <a:rPr lang="en-GB" altLang="en-US" sz="1800" dirty="0">
                <a:latin typeface="Arial" panose="020B0604020202020204" pitchFamily="34" charset="0"/>
              </a:rPr>
              <a:t>		top: 80px;</a:t>
            </a:r>
          </a:p>
          <a:p>
            <a:pPr marL="0" indent="0" eaLnBrk="1" hangingPunct="1">
              <a:buNone/>
            </a:pPr>
            <a:r>
              <a:rPr lang="en-GB" altLang="en-US" sz="1800" dirty="0">
                <a:latin typeface="Arial" panose="020B0604020202020204" pitchFamily="34" charset="0"/>
              </a:rPr>
              <a:t>		right: 0;</a:t>
            </a:r>
          </a:p>
          <a:p>
            <a:pPr marL="0" indent="0" eaLnBrk="1" hangingPunct="1">
              <a:buNone/>
            </a:pPr>
            <a:r>
              <a:rPr lang="en-GB" altLang="en-US" sz="1800" dirty="0">
                <a:latin typeface="Arial" panose="020B0604020202020204" pitchFamily="34" charset="0"/>
              </a:rPr>
              <a:t>		width: 200px;</a:t>
            </a:r>
          </a:p>
          <a:p>
            <a:pPr marL="0" indent="0" eaLnBrk="1" hangingPunct="1">
              <a:buNone/>
            </a:pPr>
            <a:r>
              <a:rPr lang="en-GB" altLang="en-US" sz="1800" dirty="0">
                <a:latin typeface="Arial" panose="020B0604020202020204" pitchFamily="34" charset="0"/>
              </a:rPr>
              <a:t>		height: 100px;</a:t>
            </a:r>
          </a:p>
          <a:p>
            <a:pPr marL="0" indent="0" eaLnBrk="1" hangingPunct="1">
              <a:buNone/>
            </a:pPr>
            <a:r>
              <a:rPr lang="en-GB" altLang="en-US" sz="1800" dirty="0">
                <a:latin typeface="Arial" panose="020B0604020202020204" pitchFamily="34" charset="0"/>
              </a:rPr>
              <a:t>		border: 3px solid #73AD21;</a:t>
            </a:r>
          </a:p>
          <a:p>
            <a:pPr marL="0" indent="0" eaLnBrk="1" hangingPunct="1">
              <a:buNone/>
            </a:pPr>
            <a:r>
              <a:rPr lang="en-GB" altLang="en-US" sz="1800" dirty="0">
                <a:latin typeface="Arial" panose="020B0604020202020204" pitchFamily="34" charset="0"/>
              </a:rPr>
              <a:t>	}</a:t>
            </a:r>
          </a:p>
        </p:txBody>
      </p:sp>
      <p:sp>
        <p:nvSpPr>
          <p:cNvPr id="2" name="Rectangle 1" descr="Div illustration ">
            <a:extLst>
              <a:ext uri="{FF2B5EF4-FFF2-40B4-BE49-F238E27FC236}">
                <a16:creationId xmlns:a16="http://schemas.microsoft.com/office/drawing/2014/main" id="{9041ACD1-5391-EE66-EBF1-722982A24E42}"/>
              </a:ext>
            </a:extLst>
          </p:cNvPr>
          <p:cNvSpPr/>
          <p:nvPr/>
        </p:nvSpPr>
        <p:spPr>
          <a:xfrm>
            <a:off x="4572000" y="3886200"/>
            <a:ext cx="3962400" cy="2438400"/>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Rectangle 2" descr="Div illustration ">
            <a:extLst>
              <a:ext uri="{FF2B5EF4-FFF2-40B4-BE49-F238E27FC236}">
                <a16:creationId xmlns:a16="http://schemas.microsoft.com/office/drawing/2014/main" id="{EE62EA40-1947-D702-E019-FF3EB88232B5}"/>
              </a:ext>
            </a:extLst>
          </p:cNvPr>
          <p:cNvSpPr/>
          <p:nvPr/>
        </p:nvSpPr>
        <p:spPr>
          <a:xfrm>
            <a:off x="5791912" y="5029199"/>
            <a:ext cx="2720117" cy="914400"/>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5371DB7-F867-6D4E-1855-EB1ACE0A8113}"/>
              </a:ext>
            </a:extLst>
          </p:cNvPr>
          <p:cNvSpPr txBox="1">
            <a:spLocks/>
          </p:cNvSpPr>
          <p:nvPr/>
        </p:nvSpPr>
        <p:spPr bwMode="auto">
          <a:xfrm>
            <a:off x="4724400" y="4054729"/>
            <a:ext cx="2667000" cy="44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GB" altLang="en-US" sz="1800" dirty="0">
                <a:latin typeface="Arial" panose="020B0604020202020204" pitchFamily="34" charset="0"/>
              </a:rPr>
              <a:t>Div with relative position</a:t>
            </a:r>
          </a:p>
        </p:txBody>
      </p:sp>
      <p:sp>
        <p:nvSpPr>
          <p:cNvPr id="5" name="Rectangle 3">
            <a:extLst>
              <a:ext uri="{FF2B5EF4-FFF2-40B4-BE49-F238E27FC236}">
                <a16:creationId xmlns:a16="http://schemas.microsoft.com/office/drawing/2014/main" id="{144C9B30-2F48-01D1-B2A2-210567329C0C}"/>
              </a:ext>
            </a:extLst>
          </p:cNvPr>
          <p:cNvSpPr txBox="1">
            <a:spLocks/>
          </p:cNvSpPr>
          <p:nvPr/>
        </p:nvSpPr>
        <p:spPr bwMode="auto">
          <a:xfrm>
            <a:off x="5791912" y="5265864"/>
            <a:ext cx="2857144" cy="44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GB" altLang="en-US" sz="1800" dirty="0">
                <a:latin typeface="Arial" panose="020B0604020202020204" pitchFamily="34" charset="0"/>
              </a:rPr>
              <a:t>Div with absolute position</a:t>
            </a:r>
          </a:p>
        </p:txBody>
      </p:sp>
    </p:spTree>
    <p:extLst>
      <p:ext uri="{BB962C8B-B14F-4D97-AF65-F5344CB8AC3E}">
        <p14:creationId xmlns:p14="http://schemas.microsoft.com/office/powerpoint/2010/main" val="3095538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4339BD8-0211-FEEA-FE9A-212D14BC34DC}"/>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EC385F61-30C2-CBBD-59E7-0D6EEC59071E}"/>
              </a:ext>
            </a:extLst>
          </p:cNvPr>
          <p:cNvSpPr>
            <a:spLocks noGrp="1"/>
          </p:cNvSpPr>
          <p:nvPr>
            <p:ph type="title"/>
          </p:nvPr>
        </p:nvSpPr>
        <p:spPr/>
        <p:txBody>
          <a:bodyPr/>
          <a:lstStyle/>
          <a:p>
            <a:pPr eaLnBrk="1" hangingPunct="1"/>
            <a:r>
              <a:rPr lang="en-GB" altLang="en-US" dirty="0">
                <a:latin typeface="Arial" panose="020B0604020202020204" pitchFamily="34" charset="0"/>
              </a:rPr>
              <a:t>Sticky Positioning</a:t>
            </a:r>
          </a:p>
        </p:txBody>
      </p:sp>
      <p:sp>
        <p:nvSpPr>
          <p:cNvPr id="16387" name="Rectangle 3">
            <a:extLst>
              <a:ext uri="{FF2B5EF4-FFF2-40B4-BE49-F238E27FC236}">
                <a16:creationId xmlns:a16="http://schemas.microsoft.com/office/drawing/2014/main" id="{09ED5696-770D-ACBF-973B-DE5915F6F669}"/>
              </a:ext>
            </a:extLst>
          </p:cNvPr>
          <p:cNvSpPr>
            <a:spLocks noGrp="1"/>
          </p:cNvSpPr>
          <p:nvPr>
            <p:ph idx="1"/>
          </p:nvPr>
        </p:nvSpPr>
        <p:spPr>
          <a:xfrm>
            <a:off x="457200" y="1600200"/>
            <a:ext cx="8229600" cy="4983161"/>
          </a:xfrm>
        </p:spPr>
        <p:txBody>
          <a:bodyPr/>
          <a:lstStyle/>
          <a:p>
            <a:pPr eaLnBrk="1" hangingPunct="1"/>
            <a:r>
              <a:rPr lang="en-GB" altLang="en-US" sz="1800" dirty="0">
                <a:latin typeface="Arial" panose="020B0604020202020204" pitchFamily="34" charset="0"/>
              </a:rPr>
              <a:t>An element with position: sticky; is positioned based on the user's scroll position.</a:t>
            </a:r>
          </a:p>
          <a:p>
            <a:pPr eaLnBrk="1" hangingPunct="1"/>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A sticky element toggles between relative and fixed, depending on the scroll position. It is positioned relative until a given offset position is met in the viewport - then it "sticks" in place (like </a:t>
            </a:r>
            <a:r>
              <a:rPr lang="en-GB" altLang="en-US" sz="1800" dirty="0" err="1">
                <a:latin typeface="Arial" panose="020B0604020202020204" pitchFamily="34" charset="0"/>
              </a:rPr>
              <a:t>position:fixed</a:t>
            </a:r>
            <a:r>
              <a:rPr lang="en-GB" altLang="en-US" sz="1800" dirty="0">
                <a:latin typeface="Arial" panose="020B0604020202020204" pitchFamily="34" charset="0"/>
              </a:rPr>
              <a:t>).</a:t>
            </a:r>
          </a:p>
          <a:p>
            <a:pPr eaLnBrk="1" hangingPunct="1"/>
            <a:endParaRPr lang="en-GB" altLang="en-US" sz="1800" dirty="0">
              <a:latin typeface="Arial" panose="020B0604020202020204" pitchFamily="34" charset="0"/>
            </a:endParaRPr>
          </a:p>
          <a:p>
            <a:pPr eaLnBrk="1" hangingPunct="1"/>
            <a:r>
              <a:rPr lang="en-GB" altLang="en-US" sz="1800" dirty="0" err="1">
                <a:latin typeface="Arial" panose="020B0604020202020204" pitchFamily="34" charset="0"/>
              </a:rPr>
              <a:t>div.sticky</a:t>
            </a:r>
            <a:r>
              <a:rPr lang="en-GB" altLang="en-US" sz="1800" dirty="0">
                <a:latin typeface="Arial" panose="020B0604020202020204" pitchFamily="34" charset="0"/>
              </a:rPr>
              <a:t> {</a:t>
            </a:r>
          </a:p>
          <a:p>
            <a:pPr marL="0" indent="0" eaLnBrk="1" hangingPunct="1">
              <a:buNone/>
            </a:pPr>
            <a:r>
              <a:rPr lang="en-GB" altLang="en-US" sz="1800" dirty="0">
                <a:latin typeface="Arial" panose="020B0604020202020204" pitchFamily="34" charset="0"/>
              </a:rPr>
              <a:t>		position: -</a:t>
            </a:r>
            <a:r>
              <a:rPr lang="en-GB" altLang="en-US" sz="1800" dirty="0" err="1">
                <a:latin typeface="Arial" panose="020B0604020202020204" pitchFamily="34" charset="0"/>
              </a:rPr>
              <a:t>webkit</a:t>
            </a:r>
            <a:r>
              <a:rPr lang="en-GB" altLang="en-US" sz="1800" dirty="0">
                <a:latin typeface="Arial" panose="020B0604020202020204" pitchFamily="34" charset="0"/>
              </a:rPr>
              <a:t>-sticky; /* Safari */</a:t>
            </a:r>
          </a:p>
          <a:p>
            <a:pPr marL="0" indent="0" eaLnBrk="1" hangingPunct="1">
              <a:buNone/>
            </a:pPr>
            <a:r>
              <a:rPr lang="en-GB" altLang="en-US" sz="1800" dirty="0">
                <a:latin typeface="Arial" panose="020B0604020202020204" pitchFamily="34" charset="0"/>
              </a:rPr>
              <a:t>		position: sticky;</a:t>
            </a:r>
          </a:p>
          <a:p>
            <a:pPr marL="0" indent="0" eaLnBrk="1" hangingPunct="1">
              <a:buNone/>
            </a:pPr>
            <a:r>
              <a:rPr lang="en-GB" altLang="en-US" sz="1800" dirty="0">
                <a:latin typeface="Arial" panose="020B0604020202020204" pitchFamily="34" charset="0"/>
              </a:rPr>
              <a:t>		top: 0;</a:t>
            </a:r>
          </a:p>
          <a:p>
            <a:pPr marL="0" indent="0" eaLnBrk="1" hangingPunct="1">
              <a:buNone/>
            </a:pPr>
            <a:r>
              <a:rPr lang="en-GB" altLang="en-US" sz="1800" dirty="0">
                <a:latin typeface="Arial" panose="020B0604020202020204" pitchFamily="34" charset="0"/>
              </a:rPr>
              <a:t>		background-</a:t>
            </a:r>
            <a:r>
              <a:rPr lang="en-GB" altLang="en-US" sz="1800" dirty="0" err="1">
                <a:latin typeface="Arial" panose="020B0604020202020204" pitchFamily="34" charset="0"/>
              </a:rPr>
              <a:t>color</a:t>
            </a:r>
            <a:r>
              <a:rPr lang="en-GB" altLang="en-US" sz="1800" dirty="0">
                <a:latin typeface="Arial" panose="020B0604020202020204" pitchFamily="34" charset="0"/>
              </a:rPr>
              <a:t>: green;</a:t>
            </a:r>
          </a:p>
          <a:p>
            <a:pPr marL="0" indent="0" eaLnBrk="1" hangingPunct="1">
              <a:buNone/>
            </a:pPr>
            <a:r>
              <a:rPr lang="en-GB" altLang="en-US" sz="1800" dirty="0">
                <a:latin typeface="Arial" panose="020B0604020202020204" pitchFamily="34" charset="0"/>
              </a:rPr>
              <a:t>		border: 2px solid #4CAF50;</a:t>
            </a:r>
          </a:p>
          <a:p>
            <a:pPr marL="0" indent="0" eaLnBrk="1" hangingPunct="1">
              <a:buNone/>
            </a:pPr>
            <a:r>
              <a:rPr lang="en-GB" altLang="en-US" sz="1800" dirty="0">
                <a:latin typeface="Arial" panose="020B0604020202020204" pitchFamily="34" charset="0"/>
              </a:rPr>
              <a:t>	}</a:t>
            </a:r>
          </a:p>
        </p:txBody>
      </p:sp>
    </p:spTree>
    <p:extLst>
      <p:ext uri="{BB962C8B-B14F-4D97-AF65-F5344CB8AC3E}">
        <p14:creationId xmlns:p14="http://schemas.microsoft.com/office/powerpoint/2010/main" val="603113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BBED5F5-3CD4-D807-E96F-154CFCE5802C}"/>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8F78E8C4-2BBA-9BB8-41A1-ED625951F466}"/>
              </a:ext>
            </a:extLst>
          </p:cNvPr>
          <p:cNvSpPr>
            <a:spLocks noGrp="1"/>
          </p:cNvSpPr>
          <p:nvPr>
            <p:ph type="title"/>
          </p:nvPr>
        </p:nvSpPr>
        <p:spPr/>
        <p:txBody>
          <a:bodyPr/>
          <a:lstStyle/>
          <a:p>
            <a:pPr eaLnBrk="1" hangingPunct="1"/>
            <a:r>
              <a:rPr lang="en-GB" altLang="en-US" dirty="0">
                <a:latin typeface="Arial" panose="020B0604020202020204" pitchFamily="34" charset="0"/>
              </a:rPr>
              <a:t>Float Positioning</a:t>
            </a:r>
          </a:p>
        </p:txBody>
      </p:sp>
      <p:sp>
        <p:nvSpPr>
          <p:cNvPr id="16387" name="Rectangle 3">
            <a:extLst>
              <a:ext uri="{FF2B5EF4-FFF2-40B4-BE49-F238E27FC236}">
                <a16:creationId xmlns:a16="http://schemas.microsoft.com/office/drawing/2014/main" id="{3C7CE1D9-4314-FBC6-9F68-9DD5E0DEE73E}"/>
              </a:ext>
            </a:extLst>
          </p:cNvPr>
          <p:cNvSpPr>
            <a:spLocks noGrp="1"/>
          </p:cNvSpPr>
          <p:nvPr>
            <p:ph idx="1"/>
          </p:nvPr>
        </p:nvSpPr>
        <p:spPr>
          <a:xfrm>
            <a:off x="457200" y="1600200"/>
            <a:ext cx="8229600" cy="4983161"/>
          </a:xfrm>
        </p:spPr>
        <p:txBody>
          <a:bodyPr/>
          <a:lstStyle/>
          <a:p>
            <a:pPr eaLnBrk="1" hangingPunct="1"/>
            <a:r>
              <a:rPr lang="en-GB" altLang="en-US" sz="1800" dirty="0">
                <a:latin typeface="Arial" panose="020B0604020202020204" pitchFamily="34" charset="0"/>
              </a:rPr>
              <a:t>The float property specifies whether an element should float to the left, right, or not at all.</a:t>
            </a:r>
          </a:p>
          <a:p>
            <a:pPr eaLnBrk="1" hangingPunct="1"/>
            <a:r>
              <a:rPr lang="en-GB" altLang="en-US" sz="1800" b="1" dirty="0">
                <a:latin typeface="Arial" panose="020B0604020202020204" pitchFamily="34" charset="0"/>
              </a:rPr>
              <a:t>Note</a:t>
            </a:r>
            <a:r>
              <a:rPr lang="en-GB" altLang="en-US" sz="1800" dirty="0">
                <a:latin typeface="Arial" panose="020B0604020202020204" pitchFamily="34" charset="0"/>
              </a:rPr>
              <a:t>: Absolute positioned elements ignore the float property.</a:t>
            </a:r>
          </a:p>
          <a:p>
            <a:pPr eaLnBrk="1" hangingPunct="1"/>
            <a:endParaRPr lang="en-GB" altLang="en-US" sz="1800" dirty="0">
              <a:latin typeface="Arial" panose="020B0604020202020204" pitchFamily="34" charset="0"/>
            </a:endParaRPr>
          </a:p>
          <a:p>
            <a:pPr eaLnBrk="1" hangingPunct="1"/>
            <a:r>
              <a:rPr lang="en-GB" altLang="en-US" sz="1800" dirty="0" err="1">
                <a:latin typeface="Arial" panose="020B0604020202020204" pitchFamily="34" charset="0"/>
              </a:rPr>
              <a:t>img</a:t>
            </a:r>
            <a:r>
              <a:rPr lang="en-GB" altLang="en-US" sz="1800" dirty="0">
                <a:latin typeface="Arial" panose="020B0604020202020204" pitchFamily="34" charset="0"/>
              </a:rPr>
              <a:t>  {</a:t>
            </a:r>
          </a:p>
          <a:p>
            <a:pPr marL="0" indent="0" eaLnBrk="1" hangingPunct="1">
              <a:buNone/>
            </a:pPr>
            <a:r>
              <a:rPr lang="en-GB" altLang="en-US" sz="1800" dirty="0">
                <a:latin typeface="Arial" panose="020B0604020202020204" pitchFamily="34" charset="0"/>
              </a:rPr>
              <a:t>		float: right;</a:t>
            </a:r>
          </a:p>
          <a:p>
            <a:pPr marL="0" indent="0" eaLnBrk="1" hangingPunct="1">
              <a:buNone/>
            </a:pPr>
            <a:r>
              <a:rPr lang="en-GB" altLang="en-US" sz="1800" dirty="0">
                <a:latin typeface="Arial" panose="020B0604020202020204" pitchFamily="34" charset="0"/>
              </a:rPr>
              <a:t>	}</a:t>
            </a:r>
          </a:p>
        </p:txBody>
      </p:sp>
      <p:sp>
        <p:nvSpPr>
          <p:cNvPr id="2" name="Rectangle 3">
            <a:extLst>
              <a:ext uri="{FF2B5EF4-FFF2-40B4-BE49-F238E27FC236}">
                <a16:creationId xmlns:a16="http://schemas.microsoft.com/office/drawing/2014/main" id="{4229362B-65BE-A124-2027-B69817656500}"/>
              </a:ext>
            </a:extLst>
          </p:cNvPr>
          <p:cNvSpPr txBox="1">
            <a:spLocks/>
          </p:cNvSpPr>
          <p:nvPr/>
        </p:nvSpPr>
        <p:spPr bwMode="auto">
          <a:xfrm>
            <a:off x="462793" y="3962400"/>
            <a:ext cx="5089321" cy="237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GB" altLang="en-US" sz="1800" dirty="0">
                <a:latin typeface="Arial" panose="020B0604020202020204" pitchFamily="34" charset="0"/>
              </a:rPr>
              <a:t>Lorem ipsum </a:t>
            </a:r>
            <a:r>
              <a:rPr lang="en-GB" altLang="en-US" sz="1800" dirty="0" err="1">
                <a:latin typeface="Arial" panose="020B0604020202020204" pitchFamily="34" charset="0"/>
              </a:rPr>
              <a:t>dolor</a:t>
            </a:r>
            <a:r>
              <a:rPr lang="en-GB" altLang="en-US" sz="1800" dirty="0">
                <a:latin typeface="Arial" panose="020B0604020202020204" pitchFamily="34" charset="0"/>
              </a:rPr>
              <a:t> sit </a:t>
            </a:r>
            <a:r>
              <a:rPr lang="en-GB" altLang="en-US" sz="1800" dirty="0" err="1">
                <a:latin typeface="Arial" panose="020B0604020202020204" pitchFamily="34" charset="0"/>
              </a:rPr>
              <a:t>amet</a:t>
            </a:r>
            <a:r>
              <a:rPr lang="en-GB" altLang="en-US" sz="1800" dirty="0">
                <a:latin typeface="Arial" panose="020B0604020202020204" pitchFamily="34" charset="0"/>
              </a:rPr>
              <a:t>, </a:t>
            </a:r>
            <a:r>
              <a:rPr lang="en-GB" altLang="en-US" sz="1800" dirty="0" err="1">
                <a:latin typeface="Arial" panose="020B0604020202020204" pitchFamily="34" charset="0"/>
              </a:rPr>
              <a:t>consectetur</a:t>
            </a:r>
            <a:r>
              <a:rPr lang="en-GB" altLang="en-US" sz="1800" dirty="0">
                <a:latin typeface="Arial" panose="020B0604020202020204" pitchFamily="34" charset="0"/>
              </a:rPr>
              <a:t> </a:t>
            </a:r>
            <a:r>
              <a:rPr lang="en-GB" altLang="en-US" sz="1800" dirty="0" err="1">
                <a:latin typeface="Arial" panose="020B0604020202020204" pitchFamily="34" charset="0"/>
              </a:rPr>
              <a:t>adipiscing</a:t>
            </a:r>
            <a:r>
              <a:rPr lang="en-GB" altLang="en-US" sz="1800" dirty="0">
                <a:latin typeface="Arial" panose="020B0604020202020204" pitchFamily="34" charset="0"/>
              </a:rPr>
              <a:t> </a:t>
            </a:r>
            <a:r>
              <a:rPr lang="en-GB" altLang="en-US" sz="1800" dirty="0" err="1">
                <a:latin typeface="Arial" panose="020B0604020202020204" pitchFamily="34" charset="0"/>
              </a:rPr>
              <a:t>elit</a:t>
            </a:r>
            <a:r>
              <a:rPr lang="en-GB" altLang="en-US" sz="1800" dirty="0">
                <a:latin typeface="Arial" panose="020B0604020202020204" pitchFamily="34" charset="0"/>
              </a:rPr>
              <a:t>. </a:t>
            </a:r>
            <a:r>
              <a:rPr lang="en-GB" altLang="en-US" sz="1800" dirty="0" err="1">
                <a:latin typeface="Arial" panose="020B0604020202020204" pitchFamily="34" charset="0"/>
              </a:rPr>
              <a:t>Phasellus</a:t>
            </a:r>
            <a:r>
              <a:rPr lang="en-GB" altLang="en-US" sz="1800" dirty="0">
                <a:latin typeface="Arial" panose="020B0604020202020204" pitchFamily="34" charset="0"/>
              </a:rPr>
              <a:t> </a:t>
            </a:r>
            <a:r>
              <a:rPr lang="en-GB" altLang="en-US" sz="1800" dirty="0" err="1">
                <a:latin typeface="Arial" panose="020B0604020202020204" pitchFamily="34" charset="0"/>
              </a:rPr>
              <a:t>imperdiet</a:t>
            </a:r>
            <a:r>
              <a:rPr lang="en-GB" altLang="en-US" sz="1800" dirty="0">
                <a:latin typeface="Arial" panose="020B0604020202020204" pitchFamily="34" charset="0"/>
              </a:rPr>
              <a:t>, </a:t>
            </a:r>
            <a:r>
              <a:rPr lang="en-GB" altLang="en-US" sz="1800" dirty="0" err="1">
                <a:latin typeface="Arial" panose="020B0604020202020204" pitchFamily="34" charset="0"/>
              </a:rPr>
              <a:t>nulla</a:t>
            </a:r>
            <a:r>
              <a:rPr lang="en-GB" altLang="en-US" sz="1800" dirty="0">
                <a:latin typeface="Arial" panose="020B0604020202020204" pitchFamily="34" charset="0"/>
              </a:rPr>
              <a:t> et dictum </a:t>
            </a:r>
            <a:r>
              <a:rPr lang="en-GB" altLang="en-US" sz="1800" dirty="0" err="1">
                <a:latin typeface="Arial" panose="020B0604020202020204" pitchFamily="34" charset="0"/>
              </a:rPr>
              <a:t>interdum</a:t>
            </a:r>
            <a:r>
              <a:rPr lang="en-GB" altLang="en-US" sz="1800" dirty="0">
                <a:latin typeface="Arial" panose="020B0604020202020204" pitchFamily="34" charset="0"/>
              </a:rPr>
              <a:t>, nisi lorem </a:t>
            </a:r>
            <a:r>
              <a:rPr lang="en-GB" altLang="en-US" sz="1800" dirty="0" err="1">
                <a:latin typeface="Arial" panose="020B0604020202020204" pitchFamily="34" charset="0"/>
              </a:rPr>
              <a:t>egestas</a:t>
            </a:r>
            <a:r>
              <a:rPr lang="en-GB" altLang="en-US" sz="1800" dirty="0">
                <a:latin typeface="Arial" panose="020B0604020202020204" pitchFamily="34" charset="0"/>
              </a:rPr>
              <a:t> </a:t>
            </a:r>
            <a:r>
              <a:rPr lang="en-GB" altLang="en-US" sz="1800" dirty="0" err="1">
                <a:latin typeface="Arial" panose="020B0604020202020204" pitchFamily="34" charset="0"/>
              </a:rPr>
              <a:t>odio</a:t>
            </a:r>
            <a:r>
              <a:rPr lang="en-GB" altLang="en-US" sz="1800" dirty="0">
                <a:latin typeface="Arial" panose="020B0604020202020204" pitchFamily="34" charset="0"/>
              </a:rPr>
              <a:t>, vitae </a:t>
            </a:r>
            <a:r>
              <a:rPr lang="en-GB" altLang="en-US" sz="1800" dirty="0" err="1">
                <a:latin typeface="Arial" panose="020B0604020202020204" pitchFamily="34" charset="0"/>
              </a:rPr>
              <a:t>scelerisque</a:t>
            </a:r>
            <a:r>
              <a:rPr lang="en-GB" altLang="en-US" sz="1800" dirty="0">
                <a:latin typeface="Arial" panose="020B0604020202020204" pitchFamily="34" charset="0"/>
              </a:rPr>
              <a:t> </a:t>
            </a:r>
            <a:r>
              <a:rPr lang="en-GB" altLang="en-US" sz="1800" dirty="0" err="1">
                <a:latin typeface="Arial" panose="020B0604020202020204" pitchFamily="34" charset="0"/>
              </a:rPr>
              <a:t>enim</a:t>
            </a:r>
            <a:r>
              <a:rPr lang="en-GB" altLang="en-US" sz="1800" dirty="0">
                <a:latin typeface="Arial" panose="020B0604020202020204" pitchFamily="34" charset="0"/>
              </a:rPr>
              <a:t> ligula </a:t>
            </a:r>
            <a:r>
              <a:rPr lang="en-GB" altLang="en-US" sz="1800" dirty="0" err="1">
                <a:latin typeface="Arial" panose="020B0604020202020204" pitchFamily="34" charset="0"/>
              </a:rPr>
              <a:t>venenatis</a:t>
            </a:r>
            <a:r>
              <a:rPr lang="en-GB" altLang="en-US" sz="1800" dirty="0">
                <a:latin typeface="Arial" panose="020B0604020202020204" pitchFamily="34" charset="0"/>
              </a:rPr>
              <a:t> </a:t>
            </a:r>
            <a:r>
              <a:rPr lang="en-GB" altLang="en-US" sz="1800" dirty="0" err="1">
                <a:latin typeface="Arial" panose="020B0604020202020204" pitchFamily="34" charset="0"/>
              </a:rPr>
              <a:t>dolor</a:t>
            </a:r>
            <a:r>
              <a:rPr lang="en-GB" altLang="en-US" sz="1800" dirty="0">
                <a:latin typeface="Arial" panose="020B0604020202020204" pitchFamily="34" charset="0"/>
              </a:rPr>
              <a:t>. Maecenas </a:t>
            </a:r>
            <a:r>
              <a:rPr lang="en-GB" altLang="en-US" sz="1800" dirty="0" err="1">
                <a:latin typeface="Arial" panose="020B0604020202020204" pitchFamily="34" charset="0"/>
              </a:rPr>
              <a:t>nisl</a:t>
            </a:r>
            <a:r>
              <a:rPr lang="en-GB" altLang="en-US" sz="1800" dirty="0">
                <a:latin typeface="Arial" panose="020B0604020202020204" pitchFamily="34" charset="0"/>
              </a:rPr>
              <a:t> </a:t>
            </a:r>
            <a:r>
              <a:rPr lang="en-GB" altLang="en-US" sz="1800" dirty="0" err="1">
                <a:latin typeface="Arial" panose="020B0604020202020204" pitchFamily="34" charset="0"/>
              </a:rPr>
              <a:t>est</a:t>
            </a:r>
            <a:r>
              <a:rPr lang="en-GB" altLang="en-US" sz="1800" dirty="0">
                <a:latin typeface="Arial" panose="020B0604020202020204" pitchFamily="34" charset="0"/>
              </a:rPr>
              <a:t>, </a:t>
            </a:r>
            <a:r>
              <a:rPr lang="en-GB" altLang="en-US" sz="1800" dirty="0" err="1">
                <a:latin typeface="Arial" panose="020B0604020202020204" pitchFamily="34" charset="0"/>
              </a:rPr>
              <a:t>ultrices</a:t>
            </a:r>
            <a:r>
              <a:rPr lang="en-GB" altLang="en-US" sz="1800" dirty="0">
                <a:latin typeface="Arial" panose="020B0604020202020204" pitchFamily="34" charset="0"/>
              </a:rPr>
              <a:t> </a:t>
            </a:r>
            <a:r>
              <a:rPr lang="en-GB" altLang="en-US" sz="1800" dirty="0" err="1">
                <a:latin typeface="Arial" panose="020B0604020202020204" pitchFamily="34" charset="0"/>
              </a:rPr>
              <a:t>nec</a:t>
            </a:r>
            <a:r>
              <a:rPr lang="en-GB" altLang="en-US" sz="1800" dirty="0">
                <a:latin typeface="Arial" panose="020B0604020202020204" pitchFamily="34" charset="0"/>
              </a:rPr>
              <a:t> </a:t>
            </a:r>
            <a:r>
              <a:rPr lang="en-GB" altLang="en-US" sz="1800" dirty="0" err="1">
                <a:latin typeface="Arial" panose="020B0604020202020204" pitchFamily="34" charset="0"/>
              </a:rPr>
              <a:t>congue</a:t>
            </a:r>
            <a:r>
              <a:rPr lang="en-GB" altLang="en-US" sz="1800" dirty="0">
                <a:latin typeface="Arial" panose="020B0604020202020204" pitchFamily="34" charset="0"/>
              </a:rPr>
              <a:t> </a:t>
            </a:r>
            <a:r>
              <a:rPr lang="en-GB" altLang="en-US" sz="1800" dirty="0" err="1">
                <a:latin typeface="Arial" panose="020B0604020202020204" pitchFamily="34" charset="0"/>
              </a:rPr>
              <a:t>eget</a:t>
            </a:r>
            <a:r>
              <a:rPr lang="en-GB" altLang="en-US" sz="1800" dirty="0">
                <a:latin typeface="Arial" panose="020B0604020202020204" pitchFamily="34" charset="0"/>
              </a:rPr>
              <a:t>, auctor vitae </a:t>
            </a:r>
            <a:r>
              <a:rPr lang="en-GB" altLang="en-US" sz="1800" dirty="0" err="1">
                <a:latin typeface="Arial" panose="020B0604020202020204" pitchFamily="34" charset="0"/>
              </a:rPr>
              <a:t>massa</a:t>
            </a:r>
            <a:r>
              <a:rPr lang="en-GB" altLang="en-US" sz="1800" dirty="0">
                <a:latin typeface="Arial" panose="020B0604020202020204" pitchFamily="34" charset="0"/>
              </a:rPr>
              <a:t>. </a:t>
            </a:r>
            <a:r>
              <a:rPr lang="en-GB" altLang="en-US" sz="1800" dirty="0" err="1">
                <a:latin typeface="Arial" panose="020B0604020202020204" pitchFamily="34" charset="0"/>
              </a:rPr>
              <a:t>Fusce</a:t>
            </a:r>
            <a:r>
              <a:rPr lang="en-GB" altLang="en-US" sz="1800" dirty="0">
                <a:latin typeface="Arial" panose="020B0604020202020204" pitchFamily="34" charset="0"/>
              </a:rPr>
              <a:t> </a:t>
            </a:r>
            <a:r>
              <a:rPr lang="en-GB" altLang="en-US" sz="1800" dirty="0" err="1">
                <a:latin typeface="Arial" panose="020B0604020202020204" pitchFamily="34" charset="0"/>
              </a:rPr>
              <a:t>luctus</a:t>
            </a:r>
            <a:r>
              <a:rPr lang="en-GB" altLang="en-US" sz="1800" dirty="0">
                <a:latin typeface="Arial" panose="020B0604020202020204" pitchFamily="34" charset="0"/>
              </a:rPr>
              <a:t> vestibulum </a:t>
            </a:r>
            <a:r>
              <a:rPr lang="en-GB" altLang="en-US" sz="1800" dirty="0" err="1">
                <a:latin typeface="Arial" panose="020B0604020202020204" pitchFamily="34" charset="0"/>
              </a:rPr>
              <a:t>augue</a:t>
            </a:r>
            <a:r>
              <a:rPr lang="en-GB" altLang="en-US" sz="1800" dirty="0">
                <a:latin typeface="Arial" panose="020B0604020202020204" pitchFamily="34" charset="0"/>
              </a:rPr>
              <a:t> </a:t>
            </a:r>
            <a:r>
              <a:rPr lang="en-GB" altLang="en-US" sz="1800" dirty="0" err="1">
                <a:latin typeface="Arial" panose="020B0604020202020204" pitchFamily="34" charset="0"/>
              </a:rPr>
              <a:t>ut</a:t>
            </a:r>
            <a:r>
              <a:rPr lang="en-GB" altLang="en-US" sz="1800" dirty="0">
                <a:latin typeface="Arial" panose="020B0604020202020204" pitchFamily="34" charset="0"/>
              </a:rPr>
              <a:t> </a:t>
            </a:r>
            <a:r>
              <a:rPr lang="en-GB" altLang="en-US" sz="1800" dirty="0" err="1">
                <a:latin typeface="Arial" panose="020B0604020202020204" pitchFamily="34" charset="0"/>
              </a:rPr>
              <a:t>aliquet</a:t>
            </a:r>
            <a:r>
              <a:rPr lang="en-GB" altLang="en-US" sz="1800" dirty="0">
                <a:latin typeface="Arial" panose="020B0604020202020204" pitchFamily="34" charset="0"/>
              </a:rPr>
              <a:t>. </a:t>
            </a:r>
            <a:r>
              <a:rPr lang="en-GB" altLang="en-US" sz="1800" dirty="0" err="1">
                <a:latin typeface="Arial" panose="020B0604020202020204" pitchFamily="34" charset="0"/>
              </a:rPr>
              <a:t>Mauris</a:t>
            </a:r>
            <a:r>
              <a:rPr lang="en-GB" altLang="en-US" sz="1800" dirty="0">
                <a:latin typeface="Arial" panose="020B0604020202020204" pitchFamily="34" charset="0"/>
              </a:rPr>
              <a:t> ante ligula, </a:t>
            </a:r>
            <a:r>
              <a:rPr lang="en-GB" altLang="en-US" sz="1800" dirty="0" err="1">
                <a:latin typeface="Arial" panose="020B0604020202020204" pitchFamily="34" charset="0"/>
              </a:rPr>
              <a:t>facilisis</a:t>
            </a:r>
            <a:r>
              <a:rPr lang="en-GB" altLang="en-US" sz="1800" dirty="0">
                <a:latin typeface="Arial" panose="020B0604020202020204" pitchFamily="34" charset="0"/>
              </a:rPr>
              <a:t> </a:t>
            </a:r>
            <a:r>
              <a:rPr lang="en-GB" altLang="en-US" sz="1800" dirty="0" err="1">
                <a:latin typeface="Arial" panose="020B0604020202020204" pitchFamily="34" charset="0"/>
              </a:rPr>
              <a:t>sed</a:t>
            </a:r>
            <a:endParaRPr lang="en-GB" altLang="en-US" sz="1800" dirty="0">
              <a:latin typeface="Arial" panose="020B0604020202020204" pitchFamily="34" charset="0"/>
            </a:endParaRPr>
          </a:p>
        </p:txBody>
      </p:sp>
      <p:sp>
        <p:nvSpPr>
          <p:cNvPr id="3" name="Rectangle 3">
            <a:extLst>
              <a:ext uri="{FF2B5EF4-FFF2-40B4-BE49-F238E27FC236}">
                <a16:creationId xmlns:a16="http://schemas.microsoft.com/office/drawing/2014/main" id="{835DB5A4-0D20-E1BE-D72F-AD0790F8EA79}"/>
              </a:ext>
            </a:extLst>
          </p:cNvPr>
          <p:cNvSpPr txBox="1">
            <a:spLocks/>
          </p:cNvSpPr>
          <p:nvPr/>
        </p:nvSpPr>
        <p:spPr bwMode="auto">
          <a:xfrm>
            <a:off x="457200" y="5943600"/>
            <a:ext cx="8528807" cy="822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buNone/>
            </a:pPr>
            <a:r>
              <a:rPr lang="en-GB" altLang="en-US" sz="1800" dirty="0" err="1">
                <a:latin typeface="Arial" panose="020B0604020202020204" pitchFamily="34" charset="0"/>
              </a:rPr>
              <a:t>turpis</a:t>
            </a:r>
            <a:r>
              <a:rPr lang="en-GB" altLang="en-US" sz="1800" dirty="0">
                <a:latin typeface="Arial" panose="020B0604020202020204" pitchFamily="34" charset="0"/>
              </a:rPr>
              <a:t>. Donec vitae dui </a:t>
            </a:r>
            <a:r>
              <a:rPr lang="en-GB" altLang="en-US" sz="1800" dirty="0" err="1">
                <a:latin typeface="Arial" panose="020B0604020202020204" pitchFamily="34" charset="0"/>
              </a:rPr>
              <a:t>eget</a:t>
            </a:r>
            <a:r>
              <a:rPr lang="en-GB" altLang="en-US" sz="1800" dirty="0">
                <a:latin typeface="Arial" panose="020B0604020202020204" pitchFamily="34" charset="0"/>
              </a:rPr>
              <a:t> </a:t>
            </a:r>
            <a:r>
              <a:rPr lang="en-GB" altLang="en-US" sz="1800" dirty="0" err="1">
                <a:latin typeface="Arial" panose="020B0604020202020204" pitchFamily="34" charset="0"/>
              </a:rPr>
              <a:t>tellus</a:t>
            </a:r>
            <a:r>
              <a:rPr lang="en-GB" altLang="en-US" sz="1800" dirty="0">
                <a:latin typeface="Arial" panose="020B0604020202020204" pitchFamily="34" charset="0"/>
              </a:rPr>
              <a:t> gravida </a:t>
            </a:r>
            <a:r>
              <a:rPr lang="en-GB" altLang="en-US" sz="1800" dirty="0" err="1">
                <a:latin typeface="Arial" panose="020B0604020202020204" pitchFamily="34" charset="0"/>
              </a:rPr>
              <a:t>venenatis</a:t>
            </a:r>
            <a:r>
              <a:rPr lang="en-GB" altLang="en-US" sz="1800" dirty="0">
                <a:latin typeface="Arial" panose="020B0604020202020204" pitchFamily="34" charset="0"/>
              </a:rPr>
              <a:t>. Integer </a:t>
            </a:r>
            <a:r>
              <a:rPr lang="en-GB" altLang="en-US" sz="1800" dirty="0" err="1">
                <a:latin typeface="Arial" panose="020B0604020202020204" pitchFamily="34" charset="0"/>
              </a:rPr>
              <a:t>fringilla</a:t>
            </a:r>
            <a:r>
              <a:rPr lang="en-GB" altLang="en-US" sz="1800" dirty="0">
                <a:latin typeface="Arial" panose="020B0604020202020204" pitchFamily="34" charset="0"/>
              </a:rPr>
              <a:t> </a:t>
            </a:r>
            <a:r>
              <a:rPr lang="en-GB" altLang="en-US" sz="1800" dirty="0" err="1">
                <a:latin typeface="Arial" panose="020B0604020202020204" pitchFamily="34" charset="0"/>
              </a:rPr>
              <a:t>congue</a:t>
            </a:r>
            <a:r>
              <a:rPr lang="en-GB" altLang="en-US" sz="1800" dirty="0">
                <a:latin typeface="Arial" panose="020B0604020202020204" pitchFamily="34" charset="0"/>
              </a:rPr>
              <a:t> eros non fermentum. Sed </a:t>
            </a:r>
            <a:r>
              <a:rPr lang="en-GB" altLang="en-US" sz="1800" dirty="0" err="1">
                <a:latin typeface="Arial" panose="020B0604020202020204" pitchFamily="34" charset="0"/>
              </a:rPr>
              <a:t>dapibus</a:t>
            </a:r>
            <a:r>
              <a:rPr lang="en-GB" altLang="en-US" sz="1800" dirty="0">
                <a:latin typeface="Arial" panose="020B0604020202020204" pitchFamily="34" charset="0"/>
              </a:rPr>
              <a:t> pulvinar </a:t>
            </a:r>
            <a:r>
              <a:rPr lang="en-GB" altLang="en-US" sz="1800" dirty="0" err="1">
                <a:latin typeface="Arial" panose="020B0604020202020204" pitchFamily="34" charset="0"/>
              </a:rPr>
              <a:t>nibh</a:t>
            </a:r>
            <a:r>
              <a:rPr lang="en-GB" altLang="en-US" sz="1800" dirty="0">
                <a:latin typeface="Arial" panose="020B0604020202020204" pitchFamily="34" charset="0"/>
              </a:rPr>
              <a:t> </a:t>
            </a:r>
            <a:r>
              <a:rPr lang="en-GB" altLang="en-US" sz="1800" dirty="0" err="1">
                <a:latin typeface="Arial" panose="020B0604020202020204" pitchFamily="34" charset="0"/>
              </a:rPr>
              <a:t>tempor</a:t>
            </a:r>
            <a:r>
              <a:rPr lang="en-GB" altLang="en-US" sz="1800" dirty="0">
                <a:latin typeface="Arial" panose="020B0604020202020204" pitchFamily="34" charset="0"/>
              </a:rPr>
              <a:t> porta. Cras ac </a:t>
            </a:r>
            <a:r>
              <a:rPr lang="en-GB" altLang="en-US" sz="1800" dirty="0" err="1">
                <a:latin typeface="Arial" panose="020B0604020202020204" pitchFamily="34" charset="0"/>
              </a:rPr>
              <a:t>leo</a:t>
            </a:r>
            <a:r>
              <a:rPr lang="en-GB" altLang="en-US" sz="1800" dirty="0">
                <a:latin typeface="Arial" panose="020B0604020202020204" pitchFamily="34" charset="0"/>
              </a:rPr>
              <a:t> </a:t>
            </a:r>
            <a:r>
              <a:rPr lang="en-GB" altLang="en-US" sz="1800" dirty="0" err="1">
                <a:latin typeface="Arial" panose="020B0604020202020204" pitchFamily="34" charset="0"/>
              </a:rPr>
              <a:t>purus</a:t>
            </a:r>
            <a:r>
              <a:rPr lang="en-GB" altLang="en-US" sz="1800" dirty="0">
                <a:latin typeface="Arial" panose="020B0604020202020204" pitchFamily="34" charset="0"/>
              </a:rPr>
              <a:t>.</a:t>
            </a:r>
          </a:p>
        </p:txBody>
      </p:sp>
      <p:sp>
        <p:nvSpPr>
          <p:cNvPr id="4" name="Rectangle 3">
            <a:extLst>
              <a:ext uri="{FF2B5EF4-FFF2-40B4-BE49-F238E27FC236}">
                <a16:creationId xmlns:a16="http://schemas.microsoft.com/office/drawing/2014/main" id="{E896CC3C-4369-3784-CC6A-4682F9267368}"/>
              </a:ext>
              <a:ext uri="{C183D7F6-B498-43B3-948B-1728B52AA6E4}">
                <adec:decorative xmlns:adec="http://schemas.microsoft.com/office/drawing/2017/decorative" val="1"/>
              </a:ext>
            </a:extLst>
          </p:cNvPr>
          <p:cNvSpPr/>
          <p:nvPr/>
        </p:nvSpPr>
        <p:spPr>
          <a:xfrm>
            <a:off x="5615730" y="3962400"/>
            <a:ext cx="3048000" cy="1904204"/>
          </a:xfrm>
          <a:prstGeom prst="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0960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8F44A52-7351-4382-6DA9-8F436640B9C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483F1D41-7C7B-7F72-1248-A6D7955342CC}"/>
              </a:ext>
            </a:extLst>
          </p:cNvPr>
          <p:cNvSpPr>
            <a:spLocks noGrp="1"/>
          </p:cNvSpPr>
          <p:nvPr>
            <p:ph type="title"/>
          </p:nvPr>
        </p:nvSpPr>
        <p:spPr/>
        <p:txBody>
          <a:bodyPr/>
          <a:lstStyle/>
          <a:p>
            <a:pPr eaLnBrk="1" hangingPunct="1"/>
            <a:r>
              <a:rPr lang="en-GB" altLang="en-US" dirty="0">
                <a:latin typeface="Arial" panose="020B0604020202020204" pitchFamily="34" charset="0"/>
              </a:rPr>
              <a:t>Alignment Positions</a:t>
            </a:r>
          </a:p>
        </p:txBody>
      </p:sp>
      <p:sp>
        <p:nvSpPr>
          <p:cNvPr id="16387" name="Rectangle 3">
            <a:extLst>
              <a:ext uri="{FF2B5EF4-FFF2-40B4-BE49-F238E27FC236}">
                <a16:creationId xmlns:a16="http://schemas.microsoft.com/office/drawing/2014/main" id="{E68F6F3B-640D-3772-D568-4946EC524996}"/>
              </a:ext>
            </a:extLst>
          </p:cNvPr>
          <p:cNvSpPr>
            <a:spLocks noGrp="1"/>
          </p:cNvSpPr>
          <p:nvPr>
            <p:ph idx="1"/>
          </p:nvPr>
        </p:nvSpPr>
        <p:spPr>
          <a:xfrm>
            <a:off x="457200" y="1524000"/>
            <a:ext cx="8229600" cy="4983161"/>
          </a:xfrm>
        </p:spPr>
        <p:txBody>
          <a:bodyPr/>
          <a:lstStyle/>
          <a:p>
            <a:pPr eaLnBrk="1" hangingPunct="1"/>
            <a:r>
              <a:rPr lang="en-GB" altLang="en-US" sz="1800" dirty="0">
                <a:latin typeface="Arial" panose="020B0604020202020204" pitchFamily="34" charset="0"/>
              </a:rPr>
              <a:t>You’ve seen these in the last few slides: top, bottom, left &amp; right.</a:t>
            </a:r>
          </a:p>
          <a:p>
            <a:pPr eaLnBrk="1" hangingPunct="1"/>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Pixels - </a:t>
            </a:r>
            <a:r>
              <a:rPr lang="en-GB" altLang="en-US" sz="1800" dirty="0" err="1">
                <a:latin typeface="Arial" panose="020B0604020202020204" pitchFamily="34" charset="0"/>
              </a:rPr>
              <a:t>Px</a:t>
            </a:r>
            <a:r>
              <a:rPr lang="en-GB" altLang="en-US" sz="1800" dirty="0">
                <a:latin typeface="Arial" panose="020B0604020202020204" pitchFamily="34" charset="0"/>
              </a:rPr>
              <a:t>		text-indent: 30px</a:t>
            </a:r>
          </a:p>
          <a:p>
            <a:pPr marL="0" indent="0" eaLnBrk="1" hangingPunct="1">
              <a:buNone/>
            </a:pPr>
            <a:r>
              <a:rPr lang="en-GB" altLang="en-US" sz="1800" dirty="0">
                <a:latin typeface="Arial" panose="020B0604020202020204" pitchFamily="34" charset="0"/>
              </a:rPr>
              <a:t>A pixel is one picture element on the display monitor; there are typically between 72 and 90 pixels/inch.</a:t>
            </a:r>
          </a:p>
          <a:p>
            <a:pPr eaLnBrk="1" hangingPunct="1"/>
            <a:endParaRPr lang="en-GB" altLang="en-US" sz="1800" dirty="0">
              <a:latin typeface="Arial" panose="020B0604020202020204" pitchFamily="34" charset="0"/>
            </a:endParaRPr>
          </a:p>
          <a:p>
            <a:pPr eaLnBrk="1" hangingPunct="1"/>
            <a:r>
              <a:rPr lang="en-GB" altLang="en-US" sz="1800" dirty="0" err="1">
                <a:latin typeface="Arial" panose="020B0604020202020204" pitchFamily="34" charset="0"/>
              </a:rPr>
              <a:t>em</a:t>
            </a:r>
            <a:r>
              <a:rPr lang="en-GB" altLang="en-US" sz="1800" dirty="0">
                <a:latin typeface="Arial" panose="020B0604020202020204" pitchFamily="34" charset="0"/>
              </a:rPr>
              <a:t> space	- Em	text-indent: 4em</a:t>
            </a:r>
          </a:p>
          <a:p>
            <a:pPr marL="0" indent="0" eaLnBrk="1" hangingPunct="1">
              <a:buNone/>
            </a:pPr>
            <a:r>
              <a:rPr lang="en-GB" altLang="en-US" sz="1800" dirty="0">
                <a:latin typeface="Arial" panose="020B0604020202020204" pitchFamily="34" charset="0"/>
              </a:rPr>
              <a:t>An </a:t>
            </a:r>
            <a:r>
              <a:rPr lang="en-GB" altLang="en-US" sz="1800" dirty="0" err="1">
                <a:latin typeface="Arial" panose="020B0604020202020204" pitchFamily="34" charset="0"/>
              </a:rPr>
              <a:t>em</a:t>
            </a:r>
            <a:r>
              <a:rPr lang="en-GB" altLang="en-US" sz="1800" dirty="0">
                <a:latin typeface="Arial" panose="020B0604020202020204" pitchFamily="34" charset="0"/>
              </a:rPr>
              <a:t> space is the width and height of the capital letter M in the current font size and design.</a:t>
            </a:r>
          </a:p>
          <a:p>
            <a:pPr marL="0" indent="0" eaLnBrk="1" hangingPunct="1">
              <a:buNone/>
            </a:pPr>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x space - Ex		line-height: 3ex</a:t>
            </a:r>
          </a:p>
          <a:p>
            <a:pPr marL="0" indent="0" eaLnBrk="1" hangingPunct="1">
              <a:buNone/>
            </a:pPr>
            <a:r>
              <a:rPr lang="en-GB" altLang="en-US" sz="1800" dirty="0">
                <a:latin typeface="Arial" panose="020B0604020202020204" pitchFamily="34" charset="0"/>
              </a:rPr>
              <a:t>An ex space is height of the body of the current font size and design, about the height of the lowercase letter x.</a:t>
            </a:r>
          </a:p>
          <a:p>
            <a:pPr marL="0" indent="0" eaLnBrk="1" hangingPunct="1">
              <a:buNone/>
            </a:pPr>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percentage of parent's value- XX%	</a:t>
            </a:r>
          </a:p>
          <a:p>
            <a:pPr marL="0" indent="0" eaLnBrk="1" hangingPunct="1">
              <a:buNone/>
            </a:pPr>
            <a:r>
              <a:rPr lang="en-GB" altLang="en-US" sz="1800" dirty="0">
                <a:latin typeface="Arial" panose="020B0604020202020204" pitchFamily="34" charset="0"/>
              </a:rPr>
              <a:t>font-size: 90%</a:t>
            </a:r>
          </a:p>
          <a:p>
            <a:pPr eaLnBrk="1" hangingPunct="1"/>
            <a:endParaRPr lang="en-GB" altLang="en-US" sz="1800" dirty="0">
              <a:latin typeface="Arial" panose="020B0604020202020204" pitchFamily="34" charset="0"/>
            </a:endParaRPr>
          </a:p>
        </p:txBody>
      </p:sp>
    </p:spTree>
    <p:extLst>
      <p:ext uri="{BB962C8B-B14F-4D97-AF65-F5344CB8AC3E}">
        <p14:creationId xmlns:p14="http://schemas.microsoft.com/office/powerpoint/2010/main" val="1695883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5A56DE6-4F93-1651-3797-3EB61F286E83}"/>
              </a:ext>
            </a:extLst>
          </p:cNvPr>
          <p:cNvSpPr>
            <a:spLocks noGrp="1"/>
          </p:cNvSpPr>
          <p:nvPr>
            <p:ph type="title"/>
          </p:nvPr>
        </p:nvSpPr>
        <p:spPr/>
        <p:txBody>
          <a:bodyPr/>
          <a:lstStyle/>
          <a:p>
            <a:pPr eaLnBrk="1" hangingPunct="1"/>
            <a:r>
              <a:rPr lang="en-GB" altLang="en-US" dirty="0">
                <a:latin typeface="Arial" panose="020B0604020202020204" pitchFamily="34" charset="0"/>
              </a:rPr>
              <a:t>Sourced</a:t>
            </a:r>
          </a:p>
        </p:txBody>
      </p:sp>
      <p:sp>
        <p:nvSpPr>
          <p:cNvPr id="28675" name="Rectangle 3">
            <a:extLst>
              <a:ext uri="{FF2B5EF4-FFF2-40B4-BE49-F238E27FC236}">
                <a16:creationId xmlns:a16="http://schemas.microsoft.com/office/drawing/2014/main" id="{59967F90-AC6E-E533-0567-1BC35A047667}"/>
              </a:ext>
            </a:extLst>
          </p:cNvPr>
          <p:cNvSpPr>
            <a:spLocks noGrp="1"/>
          </p:cNvSpPr>
          <p:nvPr>
            <p:ph idx="1"/>
          </p:nvPr>
        </p:nvSpPr>
        <p:spPr/>
        <p:txBody>
          <a:bodyPr/>
          <a:lstStyle/>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www.w3schools.com</a:t>
            </a:r>
            <a:endParaRPr lang="en-GB" altLang="en-US" sz="28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331</TotalTime>
  <Words>2011</Words>
  <Application>Microsoft Macintosh PowerPoint</Application>
  <PresentationFormat>On-screen Show (4:3)</PresentationFormat>
  <Paragraphs>247</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Times New Roman</vt:lpstr>
      <vt:lpstr>Wingdings</vt:lpstr>
      <vt:lpstr>Office Theme</vt:lpstr>
      <vt:lpstr>COM4012M – Semantics &amp; Positioning</vt:lpstr>
      <vt:lpstr>CSS Recap</vt:lpstr>
      <vt:lpstr>Setup a Stylesheet</vt:lpstr>
      <vt:lpstr>External Stylesheet Example</vt:lpstr>
      <vt:lpstr>Container Semantics</vt:lpstr>
      <vt:lpstr>HTML Containers</vt:lpstr>
      <vt:lpstr>HTML DIV</vt:lpstr>
      <vt:lpstr>HTML5 DIV Equivalents</vt:lpstr>
      <vt:lpstr>Header</vt:lpstr>
      <vt:lpstr>Header Example</vt:lpstr>
      <vt:lpstr>Footer</vt:lpstr>
      <vt:lpstr>Footer Example</vt:lpstr>
      <vt:lpstr>Nav</vt:lpstr>
      <vt:lpstr>Nav Example</vt:lpstr>
      <vt:lpstr>Section &amp; Article</vt:lpstr>
      <vt:lpstr>Other Semantic Elements</vt:lpstr>
      <vt:lpstr>Layout Elements</vt:lpstr>
      <vt:lpstr>CSS Positioning</vt:lpstr>
      <vt:lpstr>Static Positioning</vt:lpstr>
      <vt:lpstr>Relative Positioning</vt:lpstr>
      <vt:lpstr>Fixed Positioning</vt:lpstr>
      <vt:lpstr>Absolute Positioning</vt:lpstr>
      <vt:lpstr>Sticky Positioning</vt:lpstr>
      <vt:lpstr>Float Positioning</vt:lpstr>
      <vt:lpstr>Alignment Positions</vt:lpstr>
      <vt:lpstr>Sourced</vt:lpstr>
    </vt:vector>
  </TitlesOfParts>
  <Company>York St John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1IT060 Developing Hypermedia</dc:title>
  <dc:creator>adkins</dc:creator>
  <cp:lastModifiedBy>Bassma Al-Jubouri</cp:lastModifiedBy>
  <cp:revision>81</cp:revision>
  <dcterms:created xsi:type="dcterms:W3CDTF">2004-02-03T17:25:57Z</dcterms:created>
  <dcterms:modified xsi:type="dcterms:W3CDTF">2025-04-02T14:19:41Z</dcterms:modified>
</cp:coreProperties>
</file>