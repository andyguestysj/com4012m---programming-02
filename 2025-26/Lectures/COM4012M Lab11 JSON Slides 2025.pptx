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33"/>
  </p:notesMasterIdLst>
  <p:sldIdLst>
    <p:sldId id="256" r:id="rId2"/>
    <p:sldId id="386" r:id="rId3"/>
    <p:sldId id="442" r:id="rId4"/>
    <p:sldId id="443" r:id="rId5"/>
    <p:sldId id="450" r:id="rId6"/>
    <p:sldId id="451" r:id="rId7"/>
    <p:sldId id="453" r:id="rId8"/>
    <p:sldId id="444" r:id="rId9"/>
    <p:sldId id="445" r:id="rId10"/>
    <p:sldId id="446" r:id="rId11"/>
    <p:sldId id="447" r:id="rId12"/>
    <p:sldId id="448" r:id="rId13"/>
    <p:sldId id="449" r:id="rId14"/>
    <p:sldId id="452" r:id="rId15"/>
    <p:sldId id="454" r:id="rId16"/>
    <p:sldId id="455" r:id="rId17"/>
    <p:sldId id="456" r:id="rId18"/>
    <p:sldId id="457" r:id="rId19"/>
    <p:sldId id="458" r:id="rId20"/>
    <p:sldId id="459" r:id="rId21"/>
    <p:sldId id="460" r:id="rId22"/>
    <p:sldId id="461" r:id="rId23"/>
    <p:sldId id="462" r:id="rId24"/>
    <p:sldId id="463" r:id="rId25"/>
    <p:sldId id="464" r:id="rId26"/>
    <p:sldId id="465" r:id="rId27"/>
    <p:sldId id="466" r:id="rId28"/>
    <p:sldId id="467" r:id="rId29"/>
    <p:sldId id="468" r:id="rId30"/>
    <p:sldId id="469" r:id="rId31"/>
    <p:sldId id="316" r:id="rId32"/>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AB8749-20DC-4B9A-814A-3CE0ACC1E583}" v="27" dt="2024-05-11T16:00:54.5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8" autoAdjust="0"/>
    <p:restoredTop sz="84737" autoAdjust="0"/>
  </p:normalViewPr>
  <p:slideViewPr>
    <p:cSldViewPr>
      <p:cViewPr varScale="1">
        <p:scale>
          <a:sx n="114" d="100"/>
          <a:sy n="114" d="100"/>
        </p:scale>
        <p:origin x="1662"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Wells" userId="527ade61401a42c1" providerId="LiveId" clId="{62AB8749-20DC-4B9A-814A-3CE0ACC1E583}"/>
    <pc:docChg chg="undo redo custSel addSld delSld modSld sldOrd">
      <pc:chgData name="Alec Wells" userId="527ade61401a42c1" providerId="LiveId" clId="{62AB8749-20DC-4B9A-814A-3CE0ACC1E583}" dt="2024-05-12T23:11:25.311" v="1654"/>
      <pc:docMkLst>
        <pc:docMk/>
      </pc:docMkLst>
      <pc:sldChg chg="modSp mod">
        <pc:chgData name="Alec Wells" userId="527ade61401a42c1" providerId="LiveId" clId="{62AB8749-20DC-4B9A-814A-3CE0ACC1E583}" dt="2024-05-11T14:58:25.404" v="9" actId="20577"/>
        <pc:sldMkLst>
          <pc:docMk/>
          <pc:sldMk cId="0" sldId="256"/>
        </pc:sldMkLst>
        <pc:spChg chg="mod">
          <ac:chgData name="Alec Wells" userId="527ade61401a42c1" providerId="LiveId" clId="{62AB8749-20DC-4B9A-814A-3CE0ACC1E583}" dt="2024-05-11T14:58:20.413" v="4" actId="20577"/>
          <ac:spMkLst>
            <pc:docMk/>
            <pc:sldMk cId="0" sldId="256"/>
            <ac:spMk id="2050" creationId="{CBD22B11-C1DB-B6A6-2EEE-0A845FB70593}"/>
          </ac:spMkLst>
        </pc:spChg>
        <pc:spChg chg="mod">
          <ac:chgData name="Alec Wells" userId="527ade61401a42c1" providerId="LiveId" clId="{62AB8749-20DC-4B9A-814A-3CE0ACC1E583}" dt="2024-05-11T14:58:25.404" v="9" actId="20577"/>
          <ac:spMkLst>
            <pc:docMk/>
            <pc:sldMk cId="0" sldId="256"/>
            <ac:spMk id="3075" creationId="{DA12F9B4-B776-2DD3-BE3B-4F6AF00DB9ED}"/>
          </ac:spMkLst>
        </pc:spChg>
      </pc:sldChg>
      <pc:sldChg chg="modSp mod">
        <pc:chgData name="Alec Wells" userId="527ade61401a42c1" providerId="LiveId" clId="{62AB8749-20DC-4B9A-814A-3CE0ACC1E583}" dt="2024-05-11T15:18:16.285" v="428"/>
        <pc:sldMkLst>
          <pc:docMk/>
          <pc:sldMk cId="0" sldId="316"/>
        </pc:sldMkLst>
        <pc:spChg chg="mod">
          <ac:chgData name="Alec Wells" userId="527ade61401a42c1" providerId="LiveId" clId="{62AB8749-20DC-4B9A-814A-3CE0ACC1E583}" dt="2024-05-11T15:18:16.285" v="428"/>
          <ac:spMkLst>
            <pc:docMk/>
            <pc:sldMk cId="0" sldId="316"/>
            <ac:spMk id="28675" creationId="{59967F90-AC6E-E533-0567-1BC35A047667}"/>
          </ac:spMkLst>
        </pc:spChg>
      </pc:sldChg>
      <pc:sldChg chg="modSp mod">
        <pc:chgData name="Alec Wells" userId="527ade61401a42c1" providerId="LiveId" clId="{62AB8749-20DC-4B9A-814A-3CE0ACC1E583}" dt="2024-05-11T15:12:48.216" v="243" actId="20577"/>
        <pc:sldMkLst>
          <pc:docMk/>
          <pc:sldMk cId="2003818056" sldId="386"/>
        </pc:sldMkLst>
        <pc:spChg chg="mod">
          <ac:chgData name="Alec Wells" userId="527ade61401a42c1" providerId="LiveId" clId="{62AB8749-20DC-4B9A-814A-3CE0ACC1E583}" dt="2024-05-11T15:07:19.626" v="14" actId="20577"/>
          <ac:spMkLst>
            <pc:docMk/>
            <pc:sldMk cId="2003818056" sldId="386"/>
            <ac:spMk id="16386" creationId="{C04D9E68-69C9-7ED7-124D-C4171E4C4309}"/>
          </ac:spMkLst>
        </pc:spChg>
        <pc:spChg chg="mod">
          <ac:chgData name="Alec Wells" userId="527ade61401a42c1" providerId="LiveId" clId="{62AB8749-20DC-4B9A-814A-3CE0ACC1E583}" dt="2024-05-11T15:12:48.216" v="243" actId="20577"/>
          <ac:spMkLst>
            <pc:docMk/>
            <pc:sldMk cId="2003818056" sldId="386"/>
            <ac:spMk id="16387" creationId="{08E0A061-609E-BD92-34BE-0F168694D455}"/>
          </ac:spMkLst>
        </pc:spChg>
      </pc:sldChg>
      <pc:sldChg chg="del">
        <pc:chgData name="Alec Wells" userId="527ade61401a42c1" providerId="LiveId" clId="{62AB8749-20DC-4B9A-814A-3CE0ACC1E583}" dt="2024-05-11T16:03:21.451" v="1646" actId="2696"/>
        <pc:sldMkLst>
          <pc:docMk/>
          <pc:sldMk cId="519448138" sldId="395"/>
        </pc:sldMkLst>
      </pc:sldChg>
      <pc:sldChg chg="del">
        <pc:chgData name="Alec Wells" userId="527ade61401a42c1" providerId="LiveId" clId="{62AB8749-20DC-4B9A-814A-3CE0ACC1E583}" dt="2024-05-11T16:03:21.451" v="1646" actId="2696"/>
        <pc:sldMkLst>
          <pc:docMk/>
          <pc:sldMk cId="805628920" sldId="424"/>
        </pc:sldMkLst>
      </pc:sldChg>
      <pc:sldChg chg="del">
        <pc:chgData name="Alec Wells" userId="527ade61401a42c1" providerId="LiveId" clId="{62AB8749-20DC-4B9A-814A-3CE0ACC1E583}" dt="2024-05-11T16:03:21.451" v="1646" actId="2696"/>
        <pc:sldMkLst>
          <pc:docMk/>
          <pc:sldMk cId="2224549971" sldId="425"/>
        </pc:sldMkLst>
      </pc:sldChg>
      <pc:sldChg chg="del">
        <pc:chgData name="Alec Wells" userId="527ade61401a42c1" providerId="LiveId" clId="{62AB8749-20DC-4B9A-814A-3CE0ACC1E583}" dt="2024-05-11T16:03:21.451" v="1646" actId="2696"/>
        <pc:sldMkLst>
          <pc:docMk/>
          <pc:sldMk cId="4145237576" sldId="426"/>
        </pc:sldMkLst>
      </pc:sldChg>
      <pc:sldChg chg="del">
        <pc:chgData name="Alec Wells" userId="527ade61401a42c1" providerId="LiveId" clId="{62AB8749-20DC-4B9A-814A-3CE0ACC1E583}" dt="2024-05-11T16:03:21.451" v="1646" actId="2696"/>
        <pc:sldMkLst>
          <pc:docMk/>
          <pc:sldMk cId="905372666" sldId="427"/>
        </pc:sldMkLst>
      </pc:sldChg>
      <pc:sldChg chg="del">
        <pc:chgData name="Alec Wells" userId="527ade61401a42c1" providerId="LiveId" clId="{62AB8749-20DC-4B9A-814A-3CE0ACC1E583}" dt="2024-05-11T16:03:21.451" v="1646" actId="2696"/>
        <pc:sldMkLst>
          <pc:docMk/>
          <pc:sldMk cId="4146318979" sldId="429"/>
        </pc:sldMkLst>
      </pc:sldChg>
      <pc:sldChg chg="del">
        <pc:chgData name="Alec Wells" userId="527ade61401a42c1" providerId="LiveId" clId="{62AB8749-20DC-4B9A-814A-3CE0ACC1E583}" dt="2024-05-11T16:03:21.451" v="1646" actId="2696"/>
        <pc:sldMkLst>
          <pc:docMk/>
          <pc:sldMk cId="3665042842" sldId="430"/>
        </pc:sldMkLst>
      </pc:sldChg>
      <pc:sldChg chg="del">
        <pc:chgData name="Alec Wells" userId="527ade61401a42c1" providerId="LiveId" clId="{62AB8749-20DC-4B9A-814A-3CE0ACC1E583}" dt="2024-05-11T16:03:21.451" v="1646" actId="2696"/>
        <pc:sldMkLst>
          <pc:docMk/>
          <pc:sldMk cId="266435743" sldId="431"/>
        </pc:sldMkLst>
      </pc:sldChg>
      <pc:sldChg chg="del">
        <pc:chgData name="Alec Wells" userId="527ade61401a42c1" providerId="LiveId" clId="{62AB8749-20DC-4B9A-814A-3CE0ACC1E583}" dt="2024-05-11T16:03:21.451" v="1646" actId="2696"/>
        <pc:sldMkLst>
          <pc:docMk/>
          <pc:sldMk cId="118536327" sldId="432"/>
        </pc:sldMkLst>
      </pc:sldChg>
      <pc:sldChg chg="del">
        <pc:chgData name="Alec Wells" userId="527ade61401a42c1" providerId="LiveId" clId="{62AB8749-20DC-4B9A-814A-3CE0ACC1E583}" dt="2024-05-11T16:03:21.451" v="1646" actId="2696"/>
        <pc:sldMkLst>
          <pc:docMk/>
          <pc:sldMk cId="2036878910" sldId="433"/>
        </pc:sldMkLst>
      </pc:sldChg>
      <pc:sldChg chg="del">
        <pc:chgData name="Alec Wells" userId="527ade61401a42c1" providerId="LiveId" clId="{62AB8749-20DC-4B9A-814A-3CE0ACC1E583}" dt="2024-05-11T16:03:21.451" v="1646" actId="2696"/>
        <pc:sldMkLst>
          <pc:docMk/>
          <pc:sldMk cId="2920572601" sldId="434"/>
        </pc:sldMkLst>
      </pc:sldChg>
      <pc:sldChg chg="del">
        <pc:chgData name="Alec Wells" userId="527ade61401a42c1" providerId="LiveId" clId="{62AB8749-20DC-4B9A-814A-3CE0ACC1E583}" dt="2024-05-11T16:03:21.451" v="1646" actId="2696"/>
        <pc:sldMkLst>
          <pc:docMk/>
          <pc:sldMk cId="1465407621" sldId="435"/>
        </pc:sldMkLst>
      </pc:sldChg>
      <pc:sldChg chg="del">
        <pc:chgData name="Alec Wells" userId="527ade61401a42c1" providerId="LiveId" clId="{62AB8749-20DC-4B9A-814A-3CE0ACC1E583}" dt="2024-05-11T16:03:21.451" v="1646" actId="2696"/>
        <pc:sldMkLst>
          <pc:docMk/>
          <pc:sldMk cId="335287900" sldId="436"/>
        </pc:sldMkLst>
      </pc:sldChg>
      <pc:sldChg chg="del">
        <pc:chgData name="Alec Wells" userId="527ade61401a42c1" providerId="LiveId" clId="{62AB8749-20DC-4B9A-814A-3CE0ACC1E583}" dt="2024-05-11T16:03:21.451" v="1646" actId="2696"/>
        <pc:sldMkLst>
          <pc:docMk/>
          <pc:sldMk cId="1218685506" sldId="437"/>
        </pc:sldMkLst>
      </pc:sldChg>
      <pc:sldChg chg="del">
        <pc:chgData name="Alec Wells" userId="527ade61401a42c1" providerId="LiveId" clId="{62AB8749-20DC-4B9A-814A-3CE0ACC1E583}" dt="2024-05-11T16:03:21.451" v="1646" actId="2696"/>
        <pc:sldMkLst>
          <pc:docMk/>
          <pc:sldMk cId="4207956026" sldId="438"/>
        </pc:sldMkLst>
      </pc:sldChg>
      <pc:sldChg chg="del">
        <pc:chgData name="Alec Wells" userId="527ade61401a42c1" providerId="LiveId" clId="{62AB8749-20DC-4B9A-814A-3CE0ACC1E583}" dt="2024-05-11T16:03:21.451" v="1646" actId="2696"/>
        <pc:sldMkLst>
          <pc:docMk/>
          <pc:sldMk cId="883744059" sldId="439"/>
        </pc:sldMkLst>
      </pc:sldChg>
      <pc:sldChg chg="del">
        <pc:chgData name="Alec Wells" userId="527ade61401a42c1" providerId="LiveId" clId="{62AB8749-20DC-4B9A-814A-3CE0ACC1E583}" dt="2024-05-11T16:03:21.451" v="1646" actId="2696"/>
        <pc:sldMkLst>
          <pc:docMk/>
          <pc:sldMk cId="3417014182" sldId="440"/>
        </pc:sldMkLst>
      </pc:sldChg>
      <pc:sldChg chg="del">
        <pc:chgData name="Alec Wells" userId="527ade61401a42c1" providerId="LiveId" clId="{62AB8749-20DC-4B9A-814A-3CE0ACC1E583}" dt="2024-05-11T16:03:21.451" v="1646" actId="2696"/>
        <pc:sldMkLst>
          <pc:docMk/>
          <pc:sldMk cId="2648361200" sldId="441"/>
        </pc:sldMkLst>
      </pc:sldChg>
      <pc:sldChg chg="addSp delSp modSp add mod ord">
        <pc:chgData name="Alec Wells" userId="527ade61401a42c1" providerId="LiveId" clId="{62AB8749-20DC-4B9A-814A-3CE0ACC1E583}" dt="2024-05-11T15:41:34.347" v="798"/>
        <pc:sldMkLst>
          <pc:docMk/>
          <pc:sldMk cId="3742935843" sldId="442"/>
        </pc:sldMkLst>
        <pc:spChg chg="mod">
          <ac:chgData name="Alec Wells" userId="527ade61401a42c1" providerId="LiveId" clId="{62AB8749-20DC-4B9A-814A-3CE0ACC1E583}" dt="2024-05-11T15:13:08.829" v="247" actId="20577"/>
          <ac:spMkLst>
            <pc:docMk/>
            <pc:sldMk cId="3742935843" sldId="442"/>
            <ac:spMk id="16387" creationId="{08E0A061-609E-BD92-34BE-0F168694D455}"/>
          </ac:spMkLst>
        </pc:spChg>
        <pc:picChg chg="add del mod">
          <ac:chgData name="Alec Wells" userId="527ade61401a42c1" providerId="LiveId" clId="{62AB8749-20DC-4B9A-814A-3CE0ACC1E583}" dt="2024-05-11T15:13:25.571" v="250" actId="478"/>
          <ac:picMkLst>
            <pc:docMk/>
            <pc:sldMk cId="3742935843" sldId="442"/>
            <ac:picMk id="2" creationId="{F3168125-07BA-1C3F-D56B-2E6EF44E32AF}"/>
          </ac:picMkLst>
        </pc:picChg>
      </pc:sldChg>
      <pc:sldChg chg="modSp add mod ord">
        <pc:chgData name="Alec Wells" userId="527ade61401a42c1" providerId="LiveId" clId="{62AB8749-20DC-4B9A-814A-3CE0ACC1E583}" dt="2024-05-11T15:41:23.926" v="796"/>
        <pc:sldMkLst>
          <pc:docMk/>
          <pc:sldMk cId="736759302" sldId="443"/>
        </pc:sldMkLst>
        <pc:spChg chg="mod">
          <ac:chgData name="Alec Wells" userId="527ade61401a42c1" providerId="LiveId" clId="{62AB8749-20DC-4B9A-814A-3CE0ACC1E583}" dt="2024-05-11T15:18:56.889" v="439" actId="20577"/>
          <ac:spMkLst>
            <pc:docMk/>
            <pc:sldMk cId="736759302" sldId="443"/>
            <ac:spMk id="16386" creationId="{C04D9E68-69C9-7ED7-124D-C4171E4C4309}"/>
          </ac:spMkLst>
        </pc:spChg>
        <pc:spChg chg="mod">
          <ac:chgData name="Alec Wells" userId="527ade61401a42c1" providerId="LiveId" clId="{62AB8749-20DC-4B9A-814A-3CE0ACC1E583}" dt="2024-05-11T15:17:44.844" v="423" actId="20577"/>
          <ac:spMkLst>
            <pc:docMk/>
            <pc:sldMk cId="736759302" sldId="443"/>
            <ac:spMk id="16387" creationId="{08E0A061-609E-BD92-34BE-0F168694D455}"/>
          </ac:spMkLst>
        </pc:spChg>
      </pc:sldChg>
      <pc:sldChg chg="addSp delSp modSp add mod setBg">
        <pc:chgData name="Alec Wells" userId="527ade61401a42c1" providerId="LiveId" clId="{62AB8749-20DC-4B9A-814A-3CE0ACC1E583}" dt="2024-05-12T23:11:00.225" v="1649" actId="1076"/>
        <pc:sldMkLst>
          <pc:docMk/>
          <pc:sldMk cId="1257005024" sldId="444"/>
        </pc:sldMkLst>
        <pc:spChg chg="mod">
          <ac:chgData name="Alec Wells" userId="527ade61401a42c1" providerId="LiveId" clId="{62AB8749-20DC-4B9A-814A-3CE0ACC1E583}" dt="2024-05-11T15:32:39.705" v="650" actId="20577"/>
          <ac:spMkLst>
            <pc:docMk/>
            <pc:sldMk cId="1257005024" sldId="444"/>
            <ac:spMk id="16386" creationId="{C04D9E68-69C9-7ED7-124D-C4171E4C4309}"/>
          </ac:spMkLst>
        </pc:spChg>
        <pc:spChg chg="mod ord">
          <ac:chgData name="Alec Wells" userId="527ade61401a42c1" providerId="LiveId" clId="{62AB8749-20DC-4B9A-814A-3CE0ACC1E583}" dt="2024-05-12T23:10:52.509" v="1648"/>
          <ac:spMkLst>
            <pc:docMk/>
            <pc:sldMk cId="1257005024" sldId="444"/>
            <ac:spMk id="16387" creationId="{08E0A061-609E-BD92-34BE-0F168694D455}"/>
          </ac:spMkLst>
        </pc:spChg>
        <pc:spChg chg="add del">
          <ac:chgData name="Alec Wells" userId="527ade61401a42c1" providerId="LiveId" clId="{62AB8749-20DC-4B9A-814A-3CE0ACC1E583}" dt="2024-05-11T15:25:46.289" v="535" actId="26606"/>
          <ac:spMkLst>
            <pc:docMk/>
            <pc:sldMk cId="1257005024" sldId="444"/>
            <ac:spMk id="16389" creationId="{7FF47CB7-972F-479F-A36D-9E72D26EC8DA}"/>
          </ac:spMkLst>
        </pc:spChg>
        <pc:spChg chg="add del">
          <ac:chgData name="Alec Wells" userId="527ade61401a42c1" providerId="LiveId" clId="{62AB8749-20DC-4B9A-814A-3CE0ACC1E583}" dt="2024-05-11T15:25:46.289" v="535" actId="26606"/>
          <ac:spMkLst>
            <pc:docMk/>
            <pc:sldMk cId="1257005024" sldId="444"/>
            <ac:spMk id="16390" creationId="{0D153B68-5844-490D-8E67-F616D6D721CA}"/>
          </ac:spMkLst>
        </pc:spChg>
        <pc:spChg chg="add del">
          <ac:chgData name="Alec Wells" userId="527ade61401a42c1" providerId="LiveId" clId="{62AB8749-20DC-4B9A-814A-3CE0ACC1E583}" dt="2024-05-11T15:25:46.289" v="535" actId="26606"/>
          <ac:spMkLst>
            <pc:docMk/>
            <pc:sldMk cId="1257005024" sldId="444"/>
            <ac:spMk id="16391" creationId="{9A0D773F-7A7D-4DBB-9DEA-86BB8B8F4BC8}"/>
          </ac:spMkLst>
        </pc:spChg>
        <pc:spChg chg="add del">
          <ac:chgData name="Alec Wells" userId="527ade61401a42c1" providerId="LiveId" clId="{62AB8749-20DC-4B9A-814A-3CE0ACC1E583}" dt="2024-05-11T15:25:43.282" v="531" actId="26606"/>
          <ac:spMkLst>
            <pc:docMk/>
            <pc:sldMk cId="1257005024" sldId="444"/>
            <ac:spMk id="16392" creationId="{7FF47CB7-972F-479F-A36D-9E72D26EC8DA}"/>
          </ac:spMkLst>
        </pc:spChg>
        <pc:spChg chg="add del">
          <ac:chgData name="Alec Wells" userId="527ade61401a42c1" providerId="LiveId" clId="{62AB8749-20DC-4B9A-814A-3CE0ACC1E583}" dt="2024-05-11T15:25:47" v="537" actId="26606"/>
          <ac:spMkLst>
            <pc:docMk/>
            <pc:sldMk cId="1257005024" sldId="444"/>
            <ac:spMk id="16393" creationId="{0288C6B4-AFC3-407F-A595-EFFD38D4CCAF}"/>
          </ac:spMkLst>
        </pc:spChg>
        <pc:spChg chg="add del">
          <ac:chgData name="Alec Wells" userId="527ade61401a42c1" providerId="LiveId" clId="{62AB8749-20DC-4B9A-814A-3CE0ACC1E583}" dt="2024-05-11T15:25:43.282" v="531" actId="26606"/>
          <ac:spMkLst>
            <pc:docMk/>
            <pc:sldMk cId="1257005024" sldId="444"/>
            <ac:spMk id="16394" creationId="{0D153B68-5844-490D-8E67-F616D6D721CA}"/>
          </ac:spMkLst>
        </pc:spChg>
        <pc:spChg chg="add del">
          <ac:chgData name="Alec Wells" userId="527ade61401a42c1" providerId="LiveId" clId="{62AB8749-20DC-4B9A-814A-3CE0ACC1E583}" dt="2024-05-11T15:25:47" v="537" actId="26606"/>
          <ac:spMkLst>
            <pc:docMk/>
            <pc:sldMk cId="1257005024" sldId="444"/>
            <ac:spMk id="16395" creationId="{CF236821-17FE-429B-8D2C-08E13A64EA40}"/>
          </ac:spMkLst>
        </pc:spChg>
        <pc:spChg chg="add del">
          <ac:chgData name="Alec Wells" userId="527ade61401a42c1" providerId="LiveId" clId="{62AB8749-20DC-4B9A-814A-3CE0ACC1E583}" dt="2024-05-11T15:25:43.282" v="531" actId="26606"/>
          <ac:spMkLst>
            <pc:docMk/>
            <pc:sldMk cId="1257005024" sldId="444"/>
            <ac:spMk id="16396" creationId="{9A0D773F-7A7D-4DBB-9DEA-86BB8B8F4BC8}"/>
          </ac:spMkLst>
        </pc:spChg>
        <pc:spChg chg="add del">
          <ac:chgData name="Alec Wells" userId="527ade61401a42c1" providerId="LiveId" clId="{62AB8749-20DC-4B9A-814A-3CE0ACC1E583}" dt="2024-05-11T15:25:47" v="537" actId="26606"/>
          <ac:spMkLst>
            <pc:docMk/>
            <pc:sldMk cId="1257005024" sldId="444"/>
            <ac:spMk id="16397" creationId="{C0BDBCD2-E081-43AB-9119-C55465E59757}"/>
          </ac:spMkLst>
        </pc:spChg>
        <pc:spChg chg="add del">
          <ac:chgData name="Alec Wells" userId="527ade61401a42c1" providerId="LiveId" clId="{62AB8749-20DC-4B9A-814A-3CE0ACC1E583}" dt="2024-05-11T15:25:47" v="537" actId="26606"/>
          <ac:spMkLst>
            <pc:docMk/>
            <pc:sldMk cId="1257005024" sldId="444"/>
            <ac:spMk id="16398" creationId="{98E79BE4-34FE-485A-98A5-92CE8F7C4743}"/>
          </ac:spMkLst>
        </pc:spChg>
        <pc:spChg chg="add del">
          <ac:chgData name="Alec Wells" userId="527ade61401a42c1" providerId="LiveId" clId="{62AB8749-20DC-4B9A-814A-3CE0ACC1E583}" dt="2024-05-11T15:25:47" v="537" actId="26606"/>
          <ac:spMkLst>
            <pc:docMk/>
            <pc:sldMk cId="1257005024" sldId="444"/>
            <ac:spMk id="16400" creationId="{7A5F0580-5EE9-419F-96EE-B6529EF6E7D0}"/>
          </ac:spMkLst>
        </pc:spChg>
        <pc:spChg chg="add del">
          <ac:chgData name="Alec Wells" userId="527ade61401a42c1" providerId="LiveId" clId="{62AB8749-20DC-4B9A-814A-3CE0ACC1E583}" dt="2024-05-11T15:25:47.405" v="539" actId="26606"/>
          <ac:spMkLst>
            <pc:docMk/>
            <pc:sldMk cId="1257005024" sldId="444"/>
            <ac:spMk id="16402" creationId="{058A14AF-9FB5-4CC7-BA35-E8E85D3EDF0E}"/>
          </ac:spMkLst>
        </pc:spChg>
        <pc:spChg chg="add del">
          <ac:chgData name="Alec Wells" userId="527ade61401a42c1" providerId="LiveId" clId="{62AB8749-20DC-4B9A-814A-3CE0ACC1E583}" dt="2024-05-11T15:25:47.405" v="539" actId="26606"/>
          <ac:spMkLst>
            <pc:docMk/>
            <pc:sldMk cId="1257005024" sldId="444"/>
            <ac:spMk id="16403" creationId="{3A9A4357-BD1D-4622-A4FE-766E6AB8DE84}"/>
          </ac:spMkLst>
        </pc:spChg>
        <pc:spChg chg="add del">
          <ac:chgData name="Alec Wells" userId="527ade61401a42c1" providerId="LiveId" clId="{62AB8749-20DC-4B9A-814A-3CE0ACC1E583}" dt="2024-05-11T15:25:47.405" v="539" actId="26606"/>
          <ac:spMkLst>
            <pc:docMk/>
            <pc:sldMk cId="1257005024" sldId="444"/>
            <ac:spMk id="16404" creationId="{E659831F-0D9A-4C63-9EBB-8435B85A440F}"/>
          </ac:spMkLst>
        </pc:spChg>
        <pc:spChg chg="add del">
          <ac:chgData name="Alec Wells" userId="527ade61401a42c1" providerId="LiveId" clId="{62AB8749-20DC-4B9A-814A-3CE0ACC1E583}" dt="2024-05-11T15:25:47.405" v="539" actId="26606"/>
          <ac:spMkLst>
            <pc:docMk/>
            <pc:sldMk cId="1257005024" sldId="444"/>
            <ac:spMk id="16405" creationId="{E6995CE5-F890-4ABA-82A2-26507CE8D2A3}"/>
          </ac:spMkLst>
        </pc:spChg>
        <pc:spChg chg="add del">
          <ac:chgData name="Alec Wells" userId="527ade61401a42c1" providerId="LiveId" clId="{62AB8749-20DC-4B9A-814A-3CE0ACC1E583}" dt="2024-05-11T15:25:49.594" v="543" actId="26606"/>
          <ac:spMkLst>
            <pc:docMk/>
            <pc:sldMk cId="1257005024" sldId="444"/>
            <ac:spMk id="16411" creationId="{1E020063-2385-44AC-BD67-258E1F0B9FCE}"/>
          </ac:spMkLst>
        </pc:spChg>
        <pc:spChg chg="add del">
          <ac:chgData name="Alec Wells" userId="527ade61401a42c1" providerId="LiveId" clId="{62AB8749-20DC-4B9A-814A-3CE0ACC1E583}" dt="2024-05-11T15:25:49.594" v="543" actId="26606"/>
          <ac:spMkLst>
            <pc:docMk/>
            <pc:sldMk cId="1257005024" sldId="444"/>
            <ac:spMk id="16412" creationId="{7E014A0B-5338-4077-AFE9-A90D04D4492B}"/>
          </ac:spMkLst>
        </pc:spChg>
        <pc:spChg chg="add del">
          <ac:chgData name="Alec Wells" userId="527ade61401a42c1" providerId="LiveId" clId="{62AB8749-20DC-4B9A-814A-3CE0ACC1E583}" dt="2024-05-11T15:25:50.786" v="545" actId="26606"/>
          <ac:spMkLst>
            <pc:docMk/>
            <pc:sldMk cId="1257005024" sldId="444"/>
            <ac:spMk id="16422" creationId="{FFB60E8C-7224-44A4-87A0-46A1711DD2ED}"/>
          </ac:spMkLst>
        </pc:spChg>
        <pc:spChg chg="add del">
          <ac:chgData name="Alec Wells" userId="527ade61401a42c1" providerId="LiveId" clId="{62AB8749-20DC-4B9A-814A-3CE0ACC1E583}" dt="2024-05-11T15:25:50.786" v="545" actId="26606"/>
          <ac:spMkLst>
            <pc:docMk/>
            <pc:sldMk cId="1257005024" sldId="444"/>
            <ac:spMk id="16423" creationId="{5DA32751-37A2-45C0-BE94-63D375E27003}"/>
          </ac:spMkLst>
        </pc:spChg>
        <pc:spChg chg="add del">
          <ac:chgData name="Alec Wells" userId="527ade61401a42c1" providerId="LiveId" clId="{62AB8749-20DC-4B9A-814A-3CE0ACC1E583}" dt="2024-05-11T15:25:50.786" v="545" actId="26606"/>
          <ac:spMkLst>
            <pc:docMk/>
            <pc:sldMk cId="1257005024" sldId="444"/>
            <ac:spMk id="16424" creationId="{E659831F-0D9A-4C63-9EBB-8435B85A440F}"/>
          </ac:spMkLst>
        </pc:spChg>
        <pc:spChg chg="add del">
          <ac:chgData name="Alec Wells" userId="527ade61401a42c1" providerId="LiveId" clId="{62AB8749-20DC-4B9A-814A-3CE0ACC1E583}" dt="2024-05-11T15:25:50.786" v="545" actId="26606"/>
          <ac:spMkLst>
            <pc:docMk/>
            <pc:sldMk cId="1257005024" sldId="444"/>
            <ac:spMk id="16425" creationId="{5A55FBCD-CD42-40F5-8A1B-3203F9CAEEAA}"/>
          </ac:spMkLst>
        </pc:spChg>
        <pc:spChg chg="add del">
          <ac:chgData name="Alec Wells" userId="527ade61401a42c1" providerId="LiveId" clId="{62AB8749-20DC-4B9A-814A-3CE0ACC1E583}" dt="2024-05-11T15:25:59.377" v="556" actId="26606"/>
          <ac:spMkLst>
            <pc:docMk/>
            <pc:sldMk cId="1257005024" sldId="444"/>
            <ac:spMk id="16427" creationId="{FE1EC756-41E9-4FD6-AD48-EF46A28137B7}"/>
          </ac:spMkLst>
        </pc:spChg>
        <pc:spChg chg="add del">
          <ac:chgData name="Alec Wells" userId="527ade61401a42c1" providerId="LiveId" clId="{62AB8749-20DC-4B9A-814A-3CE0ACC1E583}" dt="2024-05-11T15:25:59.377" v="556" actId="26606"/>
          <ac:spMkLst>
            <pc:docMk/>
            <pc:sldMk cId="1257005024" sldId="444"/>
            <ac:spMk id="16428" creationId="{E66F6371-9EA5-9354-29DC-1D07B921F79C}"/>
          </ac:spMkLst>
        </pc:spChg>
        <pc:grpChg chg="add del">
          <ac:chgData name="Alec Wells" userId="527ade61401a42c1" providerId="LiveId" clId="{62AB8749-20DC-4B9A-814A-3CE0ACC1E583}" dt="2024-05-11T15:25:48.656" v="541" actId="26606"/>
          <ac:grpSpMkLst>
            <pc:docMk/>
            <pc:sldMk cId="1257005024" sldId="444"/>
            <ac:grpSpMk id="16407" creationId="{F2221BB3-7B5D-C899-7745-66D7AC3232A7}"/>
          </ac:grpSpMkLst>
        </pc:grpChg>
        <pc:grpChg chg="add del">
          <ac:chgData name="Alec Wells" userId="527ade61401a42c1" providerId="LiveId" clId="{62AB8749-20DC-4B9A-814A-3CE0ACC1E583}" dt="2024-05-11T15:25:49.594" v="543" actId="26606"/>
          <ac:grpSpMkLst>
            <pc:docMk/>
            <pc:sldMk cId="1257005024" sldId="444"/>
            <ac:grpSpMk id="16413" creationId="{78127680-150F-4A90-9950-F66392578116}"/>
          </ac:grpSpMkLst>
        </pc:grpChg>
        <pc:grpChg chg="add del">
          <ac:chgData name="Alec Wells" userId="527ade61401a42c1" providerId="LiveId" clId="{62AB8749-20DC-4B9A-814A-3CE0ACC1E583}" dt="2024-05-11T15:25:49.594" v="543" actId="26606"/>
          <ac:grpSpMkLst>
            <pc:docMk/>
            <pc:sldMk cId="1257005024" sldId="444"/>
            <ac:grpSpMk id="16417" creationId="{466920E5-8640-4C24-A775-8647637094A7}"/>
          </ac:grpSpMkLst>
        </pc:grpChg>
        <pc:picChg chg="add mod">
          <ac:chgData name="Alec Wells" userId="527ade61401a42c1" providerId="LiveId" clId="{62AB8749-20DC-4B9A-814A-3CE0ACC1E583}" dt="2024-05-12T23:11:00.225" v="1649" actId="1076"/>
          <ac:picMkLst>
            <pc:docMk/>
            <pc:sldMk cId="1257005024" sldId="444"/>
            <ac:picMk id="2" creationId="{C1D83D32-93BD-9F90-B824-4F7B1DB1728B}"/>
          </ac:picMkLst>
        </pc:picChg>
      </pc:sldChg>
      <pc:sldChg chg="addSp delSp modSp add mod">
        <pc:chgData name="Alec Wells" userId="527ade61401a42c1" providerId="LiveId" clId="{62AB8749-20DC-4B9A-814A-3CE0ACC1E583}" dt="2024-05-12T23:11:25.311" v="1654"/>
        <pc:sldMkLst>
          <pc:docMk/>
          <pc:sldMk cId="4268472000" sldId="445"/>
        </pc:sldMkLst>
        <pc:spChg chg="mod">
          <ac:chgData name="Alec Wells" userId="527ade61401a42c1" providerId="LiveId" clId="{62AB8749-20DC-4B9A-814A-3CE0ACC1E583}" dt="2024-05-11T15:32:44.891" v="658" actId="20577"/>
          <ac:spMkLst>
            <pc:docMk/>
            <pc:sldMk cId="4268472000" sldId="445"/>
            <ac:spMk id="16386" creationId="{C04D9E68-69C9-7ED7-124D-C4171E4C4309}"/>
          </ac:spMkLst>
        </pc:spChg>
        <pc:spChg chg="mod">
          <ac:chgData name="Alec Wells" userId="527ade61401a42c1" providerId="LiveId" clId="{62AB8749-20DC-4B9A-814A-3CE0ACC1E583}" dt="2024-05-12T23:11:25.311" v="1654"/>
          <ac:spMkLst>
            <pc:docMk/>
            <pc:sldMk cId="4268472000" sldId="445"/>
            <ac:spMk id="16387" creationId="{08E0A061-609E-BD92-34BE-0F168694D455}"/>
          </ac:spMkLst>
        </pc:spChg>
        <pc:picChg chg="del">
          <ac:chgData name="Alec Wells" userId="527ade61401a42c1" providerId="LiveId" clId="{62AB8749-20DC-4B9A-814A-3CE0ACC1E583}" dt="2024-05-11T15:26:28.416" v="564" actId="478"/>
          <ac:picMkLst>
            <pc:docMk/>
            <pc:sldMk cId="4268472000" sldId="445"/>
            <ac:picMk id="2" creationId="{C1D83D32-93BD-9F90-B824-4F7B1DB1728B}"/>
          </ac:picMkLst>
        </pc:picChg>
        <pc:picChg chg="add mod">
          <ac:chgData name="Alec Wells" userId="527ade61401a42c1" providerId="LiveId" clId="{62AB8749-20DC-4B9A-814A-3CE0ACC1E583}" dt="2024-05-11T15:26:35.888" v="568" actId="1076"/>
          <ac:picMkLst>
            <pc:docMk/>
            <pc:sldMk cId="4268472000" sldId="445"/>
            <ac:picMk id="3" creationId="{26B00CD0-0CD4-248B-B0EA-A6376D476986}"/>
          </ac:picMkLst>
        </pc:picChg>
      </pc:sldChg>
      <pc:sldChg chg="addSp delSp modSp add mod">
        <pc:chgData name="Alec Wells" userId="527ade61401a42c1" providerId="LiveId" clId="{62AB8749-20DC-4B9A-814A-3CE0ACC1E583}" dt="2024-05-11T15:32:49.333" v="666" actId="20577"/>
        <pc:sldMkLst>
          <pc:docMk/>
          <pc:sldMk cId="1724592001" sldId="446"/>
        </pc:sldMkLst>
        <pc:spChg chg="mod">
          <ac:chgData name="Alec Wells" userId="527ade61401a42c1" providerId="LiveId" clId="{62AB8749-20DC-4B9A-814A-3CE0ACC1E583}" dt="2024-05-11T15:32:49.333" v="666" actId="20577"/>
          <ac:spMkLst>
            <pc:docMk/>
            <pc:sldMk cId="1724592001" sldId="446"/>
            <ac:spMk id="16386" creationId="{C04D9E68-69C9-7ED7-124D-C4171E4C4309}"/>
          </ac:spMkLst>
        </pc:spChg>
        <pc:spChg chg="mod">
          <ac:chgData name="Alec Wells" userId="527ade61401a42c1" providerId="LiveId" clId="{62AB8749-20DC-4B9A-814A-3CE0ACC1E583}" dt="2024-05-11T15:26:50.249" v="577" actId="20577"/>
          <ac:spMkLst>
            <pc:docMk/>
            <pc:sldMk cId="1724592001" sldId="446"/>
            <ac:spMk id="16387" creationId="{08E0A061-609E-BD92-34BE-0F168694D455}"/>
          </ac:spMkLst>
        </pc:spChg>
        <pc:picChg chg="add mod">
          <ac:chgData name="Alec Wells" userId="527ade61401a42c1" providerId="LiveId" clId="{62AB8749-20DC-4B9A-814A-3CE0ACC1E583}" dt="2024-05-11T15:27:19.734" v="585" actId="1076"/>
          <ac:picMkLst>
            <pc:docMk/>
            <pc:sldMk cId="1724592001" sldId="446"/>
            <ac:picMk id="2" creationId="{45E2FAD6-9C63-3DA2-30E3-5FB43D292EAF}"/>
          </ac:picMkLst>
        </pc:picChg>
        <pc:picChg chg="del">
          <ac:chgData name="Alec Wells" userId="527ade61401a42c1" providerId="LiveId" clId="{62AB8749-20DC-4B9A-814A-3CE0ACC1E583}" dt="2024-05-11T15:26:54.563" v="578" actId="478"/>
          <ac:picMkLst>
            <pc:docMk/>
            <pc:sldMk cId="1724592001" sldId="446"/>
            <ac:picMk id="3" creationId="{26B00CD0-0CD4-248B-B0EA-A6376D476986}"/>
          </ac:picMkLst>
        </pc:picChg>
      </pc:sldChg>
      <pc:sldChg chg="addSp delSp modSp add mod">
        <pc:chgData name="Alec Wells" userId="527ade61401a42c1" providerId="LiveId" clId="{62AB8749-20DC-4B9A-814A-3CE0ACC1E583}" dt="2024-05-11T15:32:53.743" v="675" actId="20577"/>
        <pc:sldMkLst>
          <pc:docMk/>
          <pc:sldMk cId="3124795311" sldId="447"/>
        </pc:sldMkLst>
        <pc:spChg chg="mod">
          <ac:chgData name="Alec Wells" userId="527ade61401a42c1" providerId="LiveId" clId="{62AB8749-20DC-4B9A-814A-3CE0ACC1E583}" dt="2024-05-11T15:32:53.743" v="675" actId="20577"/>
          <ac:spMkLst>
            <pc:docMk/>
            <pc:sldMk cId="3124795311" sldId="447"/>
            <ac:spMk id="16386" creationId="{C04D9E68-69C9-7ED7-124D-C4171E4C4309}"/>
          </ac:spMkLst>
        </pc:spChg>
        <pc:spChg chg="mod">
          <ac:chgData name="Alec Wells" userId="527ade61401a42c1" providerId="LiveId" clId="{62AB8749-20DC-4B9A-814A-3CE0ACC1E583}" dt="2024-05-11T15:28:11.366" v="602" actId="404"/>
          <ac:spMkLst>
            <pc:docMk/>
            <pc:sldMk cId="3124795311" sldId="447"/>
            <ac:spMk id="16387" creationId="{08E0A061-609E-BD92-34BE-0F168694D455}"/>
          </ac:spMkLst>
        </pc:spChg>
        <pc:picChg chg="del mod">
          <ac:chgData name="Alec Wells" userId="527ade61401a42c1" providerId="LiveId" clId="{62AB8749-20DC-4B9A-814A-3CE0ACC1E583}" dt="2024-05-11T15:27:49.112" v="592" actId="478"/>
          <ac:picMkLst>
            <pc:docMk/>
            <pc:sldMk cId="3124795311" sldId="447"/>
            <ac:picMk id="2" creationId="{45E2FAD6-9C63-3DA2-30E3-5FB43D292EAF}"/>
          </ac:picMkLst>
        </pc:picChg>
        <pc:picChg chg="add mod">
          <ac:chgData name="Alec Wells" userId="527ade61401a42c1" providerId="LiveId" clId="{62AB8749-20DC-4B9A-814A-3CE0ACC1E583}" dt="2024-05-11T15:28:06.025" v="599" actId="14100"/>
          <ac:picMkLst>
            <pc:docMk/>
            <pc:sldMk cId="3124795311" sldId="447"/>
            <ac:picMk id="3" creationId="{D03EC69F-479E-2B19-224C-ABB868052EF6}"/>
          </ac:picMkLst>
        </pc:picChg>
      </pc:sldChg>
      <pc:sldChg chg="addSp delSp modSp add mod ord">
        <pc:chgData name="Alec Wells" userId="527ade61401a42c1" providerId="LiveId" clId="{62AB8749-20DC-4B9A-814A-3CE0ACC1E583}" dt="2024-05-11T15:33:00.602" v="684" actId="20577"/>
        <pc:sldMkLst>
          <pc:docMk/>
          <pc:sldMk cId="3235914148" sldId="448"/>
        </pc:sldMkLst>
        <pc:spChg chg="mod">
          <ac:chgData name="Alec Wells" userId="527ade61401a42c1" providerId="LiveId" clId="{62AB8749-20DC-4B9A-814A-3CE0ACC1E583}" dt="2024-05-11T15:33:00.602" v="684" actId="20577"/>
          <ac:spMkLst>
            <pc:docMk/>
            <pc:sldMk cId="3235914148" sldId="448"/>
            <ac:spMk id="16386" creationId="{C04D9E68-69C9-7ED7-124D-C4171E4C4309}"/>
          </ac:spMkLst>
        </pc:spChg>
        <pc:spChg chg="mod">
          <ac:chgData name="Alec Wells" userId="527ade61401a42c1" providerId="LiveId" clId="{62AB8749-20DC-4B9A-814A-3CE0ACC1E583}" dt="2024-05-11T15:31:08.970" v="617" actId="403"/>
          <ac:spMkLst>
            <pc:docMk/>
            <pc:sldMk cId="3235914148" sldId="448"/>
            <ac:spMk id="16387" creationId="{08E0A061-609E-BD92-34BE-0F168694D455}"/>
          </ac:spMkLst>
        </pc:spChg>
        <pc:picChg chg="del">
          <ac:chgData name="Alec Wells" userId="527ade61401a42c1" providerId="LiveId" clId="{62AB8749-20DC-4B9A-814A-3CE0ACC1E583}" dt="2024-05-11T15:30:57.103" v="612" actId="478"/>
          <ac:picMkLst>
            <pc:docMk/>
            <pc:sldMk cId="3235914148" sldId="448"/>
            <ac:picMk id="2" creationId="{45E2FAD6-9C63-3DA2-30E3-5FB43D292EAF}"/>
          </ac:picMkLst>
        </pc:picChg>
        <pc:picChg chg="add mod">
          <ac:chgData name="Alec Wells" userId="527ade61401a42c1" providerId="LiveId" clId="{62AB8749-20DC-4B9A-814A-3CE0ACC1E583}" dt="2024-05-11T15:31:03.081" v="615" actId="1076"/>
          <ac:picMkLst>
            <pc:docMk/>
            <pc:sldMk cId="3235914148" sldId="448"/>
            <ac:picMk id="3" creationId="{771220C5-3BFA-A5E0-BD53-B6866FFB29E5}"/>
          </ac:picMkLst>
        </pc:picChg>
      </pc:sldChg>
      <pc:sldChg chg="modSp add del mod">
        <pc:chgData name="Alec Wells" userId="527ade61401a42c1" providerId="LiveId" clId="{62AB8749-20DC-4B9A-814A-3CE0ACC1E583}" dt="2024-05-11T15:30:31.368" v="605" actId="2696"/>
        <pc:sldMkLst>
          <pc:docMk/>
          <pc:sldMk cId="3533153396" sldId="448"/>
        </pc:sldMkLst>
        <pc:spChg chg="mod">
          <ac:chgData name="Alec Wells" userId="527ade61401a42c1" providerId="LiveId" clId="{62AB8749-20DC-4B9A-814A-3CE0ACC1E583}" dt="2024-05-11T15:30:29.009" v="604" actId="6549"/>
          <ac:spMkLst>
            <pc:docMk/>
            <pc:sldMk cId="3533153396" sldId="448"/>
            <ac:spMk id="16387" creationId="{08E0A061-609E-BD92-34BE-0F168694D455}"/>
          </ac:spMkLst>
        </pc:spChg>
      </pc:sldChg>
      <pc:sldChg chg="addSp delSp modSp add mod ord">
        <pc:chgData name="Alec Wells" userId="527ade61401a42c1" providerId="LiveId" clId="{62AB8749-20DC-4B9A-814A-3CE0ACC1E583}" dt="2024-05-11T15:33:08.476" v="697" actId="20577"/>
        <pc:sldMkLst>
          <pc:docMk/>
          <pc:sldMk cId="1932683855" sldId="449"/>
        </pc:sldMkLst>
        <pc:spChg chg="add del">
          <ac:chgData name="Alec Wells" userId="527ade61401a42c1" providerId="LiveId" clId="{62AB8749-20DC-4B9A-814A-3CE0ACC1E583}" dt="2024-05-11T15:31:24.732" v="623" actId="22"/>
          <ac:spMkLst>
            <pc:docMk/>
            <pc:sldMk cId="1932683855" sldId="449"/>
            <ac:spMk id="4" creationId="{F00C3621-588B-C80B-3365-573B45971982}"/>
          </ac:spMkLst>
        </pc:spChg>
        <pc:spChg chg="mod">
          <ac:chgData name="Alec Wells" userId="527ade61401a42c1" providerId="LiveId" clId="{62AB8749-20DC-4B9A-814A-3CE0ACC1E583}" dt="2024-05-11T15:33:08.476" v="697" actId="20577"/>
          <ac:spMkLst>
            <pc:docMk/>
            <pc:sldMk cId="1932683855" sldId="449"/>
            <ac:spMk id="16386" creationId="{C04D9E68-69C9-7ED7-124D-C4171E4C4309}"/>
          </ac:spMkLst>
        </pc:spChg>
        <pc:spChg chg="mod">
          <ac:chgData name="Alec Wells" userId="527ade61401a42c1" providerId="LiveId" clId="{62AB8749-20DC-4B9A-814A-3CE0ACC1E583}" dt="2024-05-11T15:31:45.052" v="630" actId="20577"/>
          <ac:spMkLst>
            <pc:docMk/>
            <pc:sldMk cId="1932683855" sldId="449"/>
            <ac:spMk id="16387" creationId="{08E0A061-609E-BD92-34BE-0F168694D455}"/>
          </ac:spMkLst>
        </pc:spChg>
        <pc:picChg chg="del">
          <ac:chgData name="Alec Wells" userId="527ade61401a42c1" providerId="LiveId" clId="{62AB8749-20DC-4B9A-814A-3CE0ACC1E583}" dt="2024-05-11T15:31:23.232" v="621" actId="478"/>
          <ac:picMkLst>
            <pc:docMk/>
            <pc:sldMk cId="1932683855" sldId="449"/>
            <ac:picMk id="2" creationId="{45E2FAD6-9C63-3DA2-30E3-5FB43D292EAF}"/>
          </ac:picMkLst>
        </pc:picChg>
        <pc:picChg chg="add mod">
          <ac:chgData name="Alec Wells" userId="527ade61401a42c1" providerId="LiveId" clId="{62AB8749-20DC-4B9A-814A-3CE0ACC1E583}" dt="2024-05-11T15:31:47.165" v="632" actId="1076"/>
          <ac:picMkLst>
            <pc:docMk/>
            <pc:sldMk cId="1932683855" sldId="449"/>
            <ac:picMk id="5" creationId="{6998BD40-753B-70E4-34A1-C8FB704B718A}"/>
          </ac:picMkLst>
        </pc:picChg>
      </pc:sldChg>
      <pc:sldChg chg="modSp add mod">
        <pc:chgData name="Alec Wells" userId="527ade61401a42c1" providerId="LiveId" clId="{62AB8749-20DC-4B9A-814A-3CE0ACC1E583}" dt="2024-05-11T15:41:18.023" v="794" actId="20577"/>
        <pc:sldMkLst>
          <pc:docMk/>
          <pc:sldMk cId="610223337" sldId="450"/>
        </pc:sldMkLst>
        <pc:spChg chg="mod">
          <ac:chgData name="Alec Wells" userId="527ade61401a42c1" providerId="LiveId" clId="{62AB8749-20DC-4B9A-814A-3CE0ACC1E583}" dt="2024-05-11T15:32:17.240" v="641" actId="20577"/>
          <ac:spMkLst>
            <pc:docMk/>
            <pc:sldMk cId="610223337" sldId="450"/>
            <ac:spMk id="16386" creationId="{C04D9E68-69C9-7ED7-124D-C4171E4C4309}"/>
          </ac:spMkLst>
        </pc:spChg>
        <pc:spChg chg="mod">
          <ac:chgData name="Alec Wells" userId="527ade61401a42c1" providerId="LiveId" clId="{62AB8749-20DC-4B9A-814A-3CE0ACC1E583}" dt="2024-05-11T15:41:18.023" v="794" actId="20577"/>
          <ac:spMkLst>
            <pc:docMk/>
            <pc:sldMk cId="610223337" sldId="450"/>
            <ac:spMk id="16387" creationId="{08E0A061-609E-BD92-34BE-0F168694D455}"/>
          </ac:spMkLst>
        </pc:spChg>
      </pc:sldChg>
      <pc:sldChg chg="modSp add mod">
        <pc:chgData name="Alec Wells" userId="527ade61401a42c1" providerId="LiveId" clId="{62AB8749-20DC-4B9A-814A-3CE0ACC1E583}" dt="2024-05-11T15:44:19.667" v="984" actId="20577"/>
        <pc:sldMkLst>
          <pc:docMk/>
          <pc:sldMk cId="2414161778" sldId="451"/>
        </pc:sldMkLst>
        <pc:spChg chg="mod">
          <ac:chgData name="Alec Wells" userId="527ade61401a42c1" providerId="LiveId" clId="{62AB8749-20DC-4B9A-814A-3CE0ACC1E583}" dt="2024-05-11T15:41:49.717" v="811" actId="20577"/>
          <ac:spMkLst>
            <pc:docMk/>
            <pc:sldMk cId="2414161778" sldId="451"/>
            <ac:spMk id="16386" creationId="{C04D9E68-69C9-7ED7-124D-C4171E4C4309}"/>
          </ac:spMkLst>
        </pc:spChg>
        <pc:spChg chg="mod">
          <ac:chgData name="Alec Wells" userId="527ade61401a42c1" providerId="LiveId" clId="{62AB8749-20DC-4B9A-814A-3CE0ACC1E583}" dt="2024-05-11T15:44:19.667" v="984" actId="20577"/>
          <ac:spMkLst>
            <pc:docMk/>
            <pc:sldMk cId="2414161778" sldId="451"/>
            <ac:spMk id="16387" creationId="{08E0A061-609E-BD92-34BE-0F168694D455}"/>
          </ac:spMkLst>
        </pc:spChg>
      </pc:sldChg>
      <pc:sldChg chg="modSp add mod ord">
        <pc:chgData name="Alec Wells" userId="527ade61401a42c1" providerId="LiveId" clId="{62AB8749-20DC-4B9A-814A-3CE0ACC1E583}" dt="2024-05-11T15:50:31.516" v="1170" actId="20577"/>
        <pc:sldMkLst>
          <pc:docMk/>
          <pc:sldMk cId="3372238673" sldId="452"/>
        </pc:sldMkLst>
        <pc:spChg chg="mod">
          <ac:chgData name="Alec Wells" userId="527ade61401a42c1" providerId="LiveId" clId="{62AB8749-20DC-4B9A-814A-3CE0ACC1E583}" dt="2024-05-11T15:48:02.877" v="1048" actId="5793"/>
          <ac:spMkLst>
            <pc:docMk/>
            <pc:sldMk cId="3372238673" sldId="452"/>
            <ac:spMk id="16386" creationId="{C04D9E68-69C9-7ED7-124D-C4171E4C4309}"/>
          </ac:spMkLst>
        </pc:spChg>
        <pc:spChg chg="mod">
          <ac:chgData name="Alec Wells" userId="527ade61401a42c1" providerId="LiveId" clId="{62AB8749-20DC-4B9A-814A-3CE0ACC1E583}" dt="2024-05-11T15:50:31.516" v="1170" actId="20577"/>
          <ac:spMkLst>
            <pc:docMk/>
            <pc:sldMk cId="3372238673" sldId="452"/>
            <ac:spMk id="16387" creationId="{08E0A061-609E-BD92-34BE-0F168694D455}"/>
          </ac:spMkLst>
        </pc:spChg>
      </pc:sldChg>
      <pc:sldChg chg="modSp add mod ord">
        <pc:chgData name="Alec Wells" userId="527ade61401a42c1" providerId="LiveId" clId="{62AB8749-20DC-4B9A-814A-3CE0ACC1E583}" dt="2024-05-11T15:45:54.390" v="1008" actId="20577"/>
        <pc:sldMkLst>
          <pc:docMk/>
          <pc:sldMk cId="3857460951" sldId="453"/>
        </pc:sldMkLst>
        <pc:spChg chg="mod">
          <ac:chgData name="Alec Wells" userId="527ade61401a42c1" providerId="LiveId" clId="{62AB8749-20DC-4B9A-814A-3CE0ACC1E583}" dt="2024-05-11T15:45:54.390" v="1008" actId="20577"/>
          <ac:spMkLst>
            <pc:docMk/>
            <pc:sldMk cId="3857460951" sldId="453"/>
            <ac:spMk id="16386" creationId="{C04D9E68-69C9-7ED7-124D-C4171E4C4309}"/>
          </ac:spMkLst>
        </pc:spChg>
        <pc:spChg chg="mod">
          <ac:chgData name="Alec Wells" userId="527ade61401a42c1" providerId="LiveId" clId="{62AB8749-20DC-4B9A-814A-3CE0ACC1E583}" dt="2024-05-11T15:45:47.366" v="1000" actId="33524"/>
          <ac:spMkLst>
            <pc:docMk/>
            <pc:sldMk cId="3857460951" sldId="453"/>
            <ac:spMk id="16387" creationId="{08E0A061-609E-BD92-34BE-0F168694D455}"/>
          </ac:spMkLst>
        </pc:spChg>
      </pc:sldChg>
      <pc:sldChg chg="modSp add mod">
        <pc:chgData name="Alec Wells" userId="527ade61401a42c1" providerId="LiveId" clId="{62AB8749-20DC-4B9A-814A-3CE0ACC1E583}" dt="2024-05-11T15:51:22.232" v="1211" actId="20577"/>
        <pc:sldMkLst>
          <pc:docMk/>
          <pc:sldMk cId="595436864" sldId="454"/>
        </pc:sldMkLst>
        <pc:spChg chg="mod">
          <ac:chgData name="Alec Wells" userId="527ade61401a42c1" providerId="LiveId" clId="{62AB8749-20DC-4B9A-814A-3CE0ACC1E583}" dt="2024-05-11T15:48:06.530" v="1055" actId="20577"/>
          <ac:spMkLst>
            <pc:docMk/>
            <pc:sldMk cId="595436864" sldId="454"/>
            <ac:spMk id="16386" creationId="{C04D9E68-69C9-7ED7-124D-C4171E4C4309}"/>
          </ac:spMkLst>
        </pc:spChg>
        <pc:spChg chg="mod">
          <ac:chgData name="Alec Wells" userId="527ade61401a42c1" providerId="LiveId" clId="{62AB8749-20DC-4B9A-814A-3CE0ACC1E583}" dt="2024-05-11T15:51:22.232" v="1211" actId="20577"/>
          <ac:spMkLst>
            <pc:docMk/>
            <pc:sldMk cId="595436864" sldId="454"/>
            <ac:spMk id="16387" creationId="{08E0A061-609E-BD92-34BE-0F168694D455}"/>
          </ac:spMkLst>
        </pc:spChg>
      </pc:sldChg>
      <pc:sldChg chg="modSp add mod">
        <pc:chgData name="Alec Wells" userId="527ade61401a42c1" providerId="LiveId" clId="{62AB8749-20DC-4B9A-814A-3CE0ACC1E583}" dt="2024-05-11T15:54:46.918" v="1311" actId="255"/>
        <pc:sldMkLst>
          <pc:docMk/>
          <pc:sldMk cId="3386047335" sldId="455"/>
        </pc:sldMkLst>
        <pc:spChg chg="mod">
          <ac:chgData name="Alec Wells" userId="527ade61401a42c1" providerId="LiveId" clId="{62AB8749-20DC-4B9A-814A-3CE0ACC1E583}" dt="2024-05-11T15:52:42.571" v="1237" actId="20577"/>
          <ac:spMkLst>
            <pc:docMk/>
            <pc:sldMk cId="3386047335" sldId="455"/>
            <ac:spMk id="16386" creationId="{C04D9E68-69C9-7ED7-124D-C4171E4C4309}"/>
          </ac:spMkLst>
        </pc:spChg>
        <pc:spChg chg="mod">
          <ac:chgData name="Alec Wells" userId="527ade61401a42c1" providerId="LiveId" clId="{62AB8749-20DC-4B9A-814A-3CE0ACC1E583}" dt="2024-05-11T15:54:46.918" v="1311" actId="255"/>
          <ac:spMkLst>
            <pc:docMk/>
            <pc:sldMk cId="3386047335" sldId="455"/>
            <ac:spMk id="16387" creationId="{08E0A061-609E-BD92-34BE-0F168694D455}"/>
          </ac:spMkLst>
        </pc:spChg>
      </pc:sldChg>
      <pc:sldChg chg="modSp add mod">
        <pc:chgData name="Alec Wells" userId="527ade61401a42c1" providerId="LiveId" clId="{62AB8749-20DC-4B9A-814A-3CE0ACC1E583}" dt="2024-05-11T15:56:22.032" v="1339" actId="20577"/>
        <pc:sldMkLst>
          <pc:docMk/>
          <pc:sldMk cId="3067829723" sldId="456"/>
        </pc:sldMkLst>
        <pc:spChg chg="mod">
          <ac:chgData name="Alec Wells" userId="527ade61401a42c1" providerId="LiveId" clId="{62AB8749-20DC-4B9A-814A-3CE0ACC1E583}" dt="2024-05-11T15:55:52.563" v="1317" actId="20577"/>
          <ac:spMkLst>
            <pc:docMk/>
            <pc:sldMk cId="3067829723" sldId="456"/>
            <ac:spMk id="16386" creationId="{C04D9E68-69C9-7ED7-124D-C4171E4C4309}"/>
          </ac:spMkLst>
        </pc:spChg>
        <pc:spChg chg="mod">
          <ac:chgData name="Alec Wells" userId="527ade61401a42c1" providerId="LiveId" clId="{62AB8749-20DC-4B9A-814A-3CE0ACC1E583}" dt="2024-05-11T15:56:22.032" v="1339" actId="20577"/>
          <ac:spMkLst>
            <pc:docMk/>
            <pc:sldMk cId="3067829723" sldId="456"/>
            <ac:spMk id="16387" creationId="{08E0A061-609E-BD92-34BE-0F168694D455}"/>
          </ac:spMkLst>
        </pc:spChg>
      </pc:sldChg>
      <pc:sldChg chg="modSp add mod">
        <pc:chgData name="Alec Wells" userId="527ade61401a42c1" providerId="LiveId" clId="{62AB8749-20DC-4B9A-814A-3CE0ACC1E583}" dt="2024-05-11T15:57:38.490" v="1392" actId="255"/>
        <pc:sldMkLst>
          <pc:docMk/>
          <pc:sldMk cId="3701746971" sldId="457"/>
        </pc:sldMkLst>
        <pc:spChg chg="mod">
          <ac:chgData name="Alec Wells" userId="527ade61401a42c1" providerId="LiveId" clId="{62AB8749-20DC-4B9A-814A-3CE0ACC1E583}" dt="2024-05-11T15:57:38.490" v="1392" actId="255"/>
          <ac:spMkLst>
            <pc:docMk/>
            <pc:sldMk cId="3701746971" sldId="457"/>
            <ac:spMk id="16387" creationId="{08E0A061-609E-BD92-34BE-0F168694D455}"/>
          </ac:spMkLst>
        </pc:spChg>
      </pc:sldChg>
      <pc:sldChg chg="modSp add mod">
        <pc:chgData name="Alec Wells" userId="527ade61401a42c1" providerId="LiveId" clId="{62AB8749-20DC-4B9A-814A-3CE0ACC1E583}" dt="2024-05-11T16:03:05.253" v="1645" actId="404"/>
        <pc:sldMkLst>
          <pc:docMk/>
          <pc:sldMk cId="1235631553" sldId="458"/>
        </pc:sldMkLst>
        <pc:spChg chg="mod">
          <ac:chgData name="Alec Wells" userId="527ade61401a42c1" providerId="LiveId" clId="{62AB8749-20DC-4B9A-814A-3CE0ACC1E583}" dt="2024-05-11T15:58:23.687" v="1402" actId="20577"/>
          <ac:spMkLst>
            <pc:docMk/>
            <pc:sldMk cId="1235631553" sldId="458"/>
            <ac:spMk id="16386" creationId="{C04D9E68-69C9-7ED7-124D-C4171E4C4309}"/>
          </ac:spMkLst>
        </pc:spChg>
        <pc:spChg chg="mod">
          <ac:chgData name="Alec Wells" userId="527ade61401a42c1" providerId="LiveId" clId="{62AB8749-20DC-4B9A-814A-3CE0ACC1E583}" dt="2024-05-11T16:03:05.253" v="1645" actId="404"/>
          <ac:spMkLst>
            <pc:docMk/>
            <pc:sldMk cId="1235631553" sldId="458"/>
            <ac:spMk id="16387" creationId="{08E0A061-609E-BD92-34BE-0F168694D455}"/>
          </ac:spMkLst>
        </pc:spChg>
      </pc:sldChg>
      <pc:sldChg chg="modSp add del mod">
        <pc:chgData name="Alec Wells" userId="527ade61401a42c1" providerId="LiveId" clId="{62AB8749-20DC-4B9A-814A-3CE0ACC1E583}" dt="2024-05-11T15:59:27.166" v="1427" actId="2890"/>
        <pc:sldMkLst>
          <pc:docMk/>
          <pc:sldMk cId="244510198" sldId="459"/>
        </pc:sldMkLst>
        <pc:spChg chg="mod">
          <ac:chgData name="Alec Wells" userId="527ade61401a42c1" providerId="LiveId" clId="{62AB8749-20DC-4B9A-814A-3CE0ACC1E583}" dt="2024-05-11T15:59:26.572" v="1426"/>
          <ac:spMkLst>
            <pc:docMk/>
            <pc:sldMk cId="244510198" sldId="459"/>
            <ac:spMk id="16387" creationId="{08E0A061-609E-BD92-34BE-0F168694D455}"/>
          </ac:spMkLst>
        </pc:spChg>
      </pc:sldChg>
      <pc:sldChg chg="modSp add mod">
        <pc:chgData name="Alec Wells" userId="527ade61401a42c1" providerId="LiveId" clId="{62AB8749-20DC-4B9A-814A-3CE0ACC1E583}" dt="2024-05-11T16:01:35.593" v="1568" actId="33524"/>
        <pc:sldMkLst>
          <pc:docMk/>
          <pc:sldMk cId="2452022139" sldId="459"/>
        </pc:sldMkLst>
        <pc:spChg chg="mod">
          <ac:chgData name="Alec Wells" userId="527ade61401a42c1" providerId="LiveId" clId="{62AB8749-20DC-4B9A-814A-3CE0ACC1E583}" dt="2024-05-11T16:01:35.593" v="1568" actId="33524"/>
          <ac:spMkLst>
            <pc:docMk/>
            <pc:sldMk cId="2452022139" sldId="459"/>
            <ac:spMk id="16387" creationId="{08E0A061-609E-BD92-34BE-0F168694D455}"/>
          </ac:spMkLst>
        </pc:spChg>
      </pc:sldChg>
      <pc:sldChg chg="modSp add mod">
        <pc:chgData name="Alec Wells" userId="527ade61401a42c1" providerId="LiveId" clId="{62AB8749-20DC-4B9A-814A-3CE0ACC1E583}" dt="2024-05-11T16:02:56.298" v="1642" actId="20577"/>
        <pc:sldMkLst>
          <pc:docMk/>
          <pc:sldMk cId="2100094215" sldId="460"/>
        </pc:sldMkLst>
        <pc:spChg chg="mod">
          <ac:chgData name="Alec Wells" userId="527ade61401a42c1" providerId="LiveId" clId="{62AB8749-20DC-4B9A-814A-3CE0ACC1E583}" dt="2024-05-11T16:02:56.298" v="1642" actId="20577"/>
          <ac:spMkLst>
            <pc:docMk/>
            <pc:sldMk cId="2100094215" sldId="460"/>
            <ac:spMk id="16387" creationId="{08E0A061-609E-BD92-34BE-0F168694D455}"/>
          </ac:spMkLst>
        </pc:spChg>
      </pc:sldChg>
    </pc:docChg>
  </pc:docChgLst>
  <pc:docChgLst>
    <pc:chgData name="Alec Wells" userId="527ade61401a42c1" providerId="LiveId" clId="{D52D0D70-4803-4A6F-A5B4-3B38490C3762}"/>
    <pc:docChg chg="undo custSel addSld delSld modSld sldOrd">
      <pc:chgData name="Alec Wells" userId="527ade61401a42c1" providerId="LiveId" clId="{D52D0D70-4803-4A6F-A5B4-3B38490C3762}" dt="2024-04-28T23:02:52.006" v="1830" actId="20577"/>
      <pc:docMkLst>
        <pc:docMk/>
      </pc:docMkLst>
      <pc:sldChg chg="del">
        <pc:chgData name="Alec Wells" userId="527ade61401a42c1" providerId="LiveId" clId="{D52D0D70-4803-4A6F-A5B4-3B38490C3762}" dt="2024-04-28T00:45:10.340" v="0" actId="2696"/>
        <pc:sldMkLst>
          <pc:docMk/>
          <pc:sldMk cId="600549790" sldId="389"/>
        </pc:sldMkLst>
      </pc:sldChg>
      <pc:sldChg chg="del">
        <pc:chgData name="Alec Wells" userId="527ade61401a42c1" providerId="LiveId" clId="{D52D0D70-4803-4A6F-A5B4-3B38490C3762}" dt="2024-04-28T22:53:48.431" v="1409" actId="2696"/>
        <pc:sldMkLst>
          <pc:docMk/>
          <pc:sldMk cId="664756992" sldId="414"/>
        </pc:sldMkLst>
      </pc:sldChg>
      <pc:sldChg chg="del">
        <pc:chgData name="Alec Wells" userId="527ade61401a42c1" providerId="LiveId" clId="{D52D0D70-4803-4A6F-A5B4-3B38490C3762}" dt="2024-04-28T22:54:09.385" v="1410" actId="2696"/>
        <pc:sldMkLst>
          <pc:docMk/>
          <pc:sldMk cId="4088795343" sldId="415"/>
        </pc:sldMkLst>
      </pc:sldChg>
      <pc:sldChg chg="del">
        <pc:chgData name="Alec Wells" userId="527ade61401a42c1" providerId="LiveId" clId="{D52D0D70-4803-4A6F-A5B4-3B38490C3762}" dt="2024-04-28T22:54:09.385" v="1410" actId="2696"/>
        <pc:sldMkLst>
          <pc:docMk/>
          <pc:sldMk cId="3977538255" sldId="416"/>
        </pc:sldMkLst>
      </pc:sldChg>
      <pc:sldChg chg="del">
        <pc:chgData name="Alec Wells" userId="527ade61401a42c1" providerId="LiveId" clId="{D52D0D70-4803-4A6F-A5B4-3B38490C3762}" dt="2024-04-28T00:45:21.663" v="1" actId="2696"/>
        <pc:sldMkLst>
          <pc:docMk/>
          <pc:sldMk cId="4146870476" sldId="417"/>
        </pc:sldMkLst>
      </pc:sldChg>
      <pc:sldChg chg="del">
        <pc:chgData name="Alec Wells" userId="527ade61401a42c1" providerId="LiveId" clId="{D52D0D70-4803-4A6F-A5B4-3B38490C3762}" dt="2024-04-28T00:45:21.663" v="1" actId="2696"/>
        <pc:sldMkLst>
          <pc:docMk/>
          <pc:sldMk cId="1051858429" sldId="418"/>
        </pc:sldMkLst>
      </pc:sldChg>
      <pc:sldChg chg="del">
        <pc:chgData name="Alec Wells" userId="527ade61401a42c1" providerId="LiveId" clId="{D52D0D70-4803-4A6F-A5B4-3B38490C3762}" dt="2024-04-28T00:45:21.663" v="1" actId="2696"/>
        <pc:sldMkLst>
          <pc:docMk/>
          <pc:sldMk cId="2020906278" sldId="419"/>
        </pc:sldMkLst>
      </pc:sldChg>
      <pc:sldChg chg="del">
        <pc:chgData name="Alec Wells" userId="527ade61401a42c1" providerId="LiveId" clId="{D52D0D70-4803-4A6F-A5B4-3B38490C3762}" dt="2024-04-28T00:45:21.663" v="1" actId="2696"/>
        <pc:sldMkLst>
          <pc:docMk/>
          <pc:sldMk cId="1672891509" sldId="420"/>
        </pc:sldMkLst>
      </pc:sldChg>
      <pc:sldChg chg="del">
        <pc:chgData name="Alec Wells" userId="527ade61401a42c1" providerId="LiveId" clId="{D52D0D70-4803-4A6F-A5B4-3B38490C3762}" dt="2024-04-28T00:45:21.663" v="1" actId="2696"/>
        <pc:sldMkLst>
          <pc:docMk/>
          <pc:sldMk cId="3506820679" sldId="421"/>
        </pc:sldMkLst>
      </pc:sldChg>
      <pc:sldChg chg="del">
        <pc:chgData name="Alec Wells" userId="527ade61401a42c1" providerId="LiveId" clId="{D52D0D70-4803-4A6F-A5B4-3B38490C3762}" dt="2024-04-28T00:45:21.663" v="1" actId="2696"/>
        <pc:sldMkLst>
          <pc:docMk/>
          <pc:sldMk cId="3970405597" sldId="422"/>
        </pc:sldMkLst>
      </pc:sldChg>
      <pc:sldChg chg="del">
        <pc:chgData name="Alec Wells" userId="527ade61401a42c1" providerId="LiveId" clId="{D52D0D70-4803-4A6F-A5B4-3B38490C3762}" dt="2024-04-28T00:45:21.663" v="1" actId="2696"/>
        <pc:sldMkLst>
          <pc:docMk/>
          <pc:sldMk cId="1834463300" sldId="423"/>
        </pc:sldMkLst>
      </pc:sldChg>
      <pc:sldChg chg="modSp mod">
        <pc:chgData name="Alec Wells" userId="527ade61401a42c1" providerId="LiveId" clId="{D52D0D70-4803-4A6F-A5B4-3B38490C3762}" dt="2024-04-28T22:55:00.186" v="1445" actId="20577"/>
        <pc:sldMkLst>
          <pc:docMk/>
          <pc:sldMk cId="805628920" sldId="424"/>
        </pc:sldMkLst>
        <pc:spChg chg="mod">
          <ac:chgData name="Alec Wells" userId="527ade61401a42c1" providerId="LiveId" clId="{D52D0D70-4803-4A6F-A5B4-3B38490C3762}" dt="2024-04-28T22:55:00.186" v="1445" actId="20577"/>
          <ac:spMkLst>
            <pc:docMk/>
            <pc:sldMk cId="805628920" sldId="424"/>
            <ac:spMk id="16387" creationId="{08E0A061-609E-BD92-34BE-0F168694D455}"/>
          </ac:spMkLst>
        </pc:spChg>
      </pc:sldChg>
      <pc:sldChg chg="modSp mod ord">
        <pc:chgData name="Alec Wells" userId="527ade61401a42c1" providerId="LiveId" clId="{D52D0D70-4803-4A6F-A5B4-3B38490C3762}" dt="2024-04-28T22:44:44.354" v="1110" actId="113"/>
        <pc:sldMkLst>
          <pc:docMk/>
          <pc:sldMk cId="4145237576" sldId="426"/>
        </pc:sldMkLst>
        <pc:spChg chg="mod">
          <ac:chgData name="Alec Wells" userId="527ade61401a42c1" providerId="LiveId" clId="{D52D0D70-4803-4A6F-A5B4-3B38490C3762}" dt="2024-04-28T22:44:44.354" v="1110" actId="113"/>
          <ac:spMkLst>
            <pc:docMk/>
            <pc:sldMk cId="4145237576" sldId="426"/>
            <ac:spMk id="16387" creationId="{08E0A061-609E-BD92-34BE-0F168694D455}"/>
          </ac:spMkLst>
        </pc:spChg>
      </pc:sldChg>
      <pc:sldChg chg="addSp modSp mod">
        <pc:chgData name="Alec Wells" userId="527ade61401a42c1" providerId="LiveId" clId="{D52D0D70-4803-4A6F-A5B4-3B38490C3762}" dt="2024-04-28T22:55:49.331" v="1639" actId="20577"/>
        <pc:sldMkLst>
          <pc:docMk/>
          <pc:sldMk cId="905372666" sldId="427"/>
        </pc:sldMkLst>
        <pc:spChg chg="add mod">
          <ac:chgData name="Alec Wells" userId="527ade61401a42c1" providerId="LiveId" clId="{D52D0D70-4803-4A6F-A5B4-3B38490C3762}" dt="2024-04-28T22:55:49.331" v="1639" actId="20577"/>
          <ac:spMkLst>
            <pc:docMk/>
            <pc:sldMk cId="905372666" sldId="427"/>
            <ac:spMk id="2" creationId="{3E736383-13FB-525D-3895-C20FAE45026C}"/>
          </ac:spMkLst>
        </pc:spChg>
        <pc:picChg chg="mod">
          <ac:chgData name="Alec Wells" userId="527ade61401a42c1" providerId="LiveId" clId="{D52D0D70-4803-4A6F-A5B4-3B38490C3762}" dt="2024-04-28T22:55:47.705" v="1637" actId="1076"/>
          <ac:picMkLst>
            <pc:docMk/>
            <pc:sldMk cId="905372666" sldId="427"/>
            <ac:picMk id="4" creationId="{0E89E810-5994-10C4-943D-38DBBBEB1984}"/>
          </ac:picMkLst>
        </pc:picChg>
      </pc:sldChg>
      <pc:sldChg chg="del">
        <pc:chgData name="Alec Wells" userId="527ade61401a42c1" providerId="LiveId" clId="{D52D0D70-4803-4A6F-A5B4-3B38490C3762}" dt="2024-04-28T00:45:10.340" v="0" actId="2696"/>
        <pc:sldMkLst>
          <pc:docMk/>
          <pc:sldMk cId="3888313811" sldId="428"/>
        </pc:sldMkLst>
      </pc:sldChg>
      <pc:sldChg chg="modSp mod">
        <pc:chgData name="Alec Wells" userId="527ade61401a42c1" providerId="LiveId" clId="{D52D0D70-4803-4A6F-A5B4-3B38490C3762}" dt="2024-04-28T22:53:01.398" v="1384" actId="20577"/>
        <pc:sldMkLst>
          <pc:docMk/>
          <pc:sldMk cId="4207956026" sldId="438"/>
        </pc:sldMkLst>
        <pc:spChg chg="mod">
          <ac:chgData name="Alec Wells" userId="527ade61401a42c1" providerId="LiveId" clId="{D52D0D70-4803-4A6F-A5B4-3B38490C3762}" dt="2024-04-28T22:53:01.398" v="1384" actId="20577"/>
          <ac:spMkLst>
            <pc:docMk/>
            <pc:sldMk cId="4207956026" sldId="438"/>
            <ac:spMk id="16386" creationId="{C04D9E68-69C9-7ED7-124D-C4171E4C4309}"/>
          </ac:spMkLst>
        </pc:spChg>
        <pc:spChg chg="mod">
          <ac:chgData name="Alec Wells" userId="527ade61401a42c1" providerId="LiveId" clId="{D52D0D70-4803-4A6F-A5B4-3B38490C3762}" dt="2024-04-28T22:50:38.220" v="1279" actId="207"/>
          <ac:spMkLst>
            <pc:docMk/>
            <pc:sldMk cId="4207956026" sldId="438"/>
            <ac:spMk id="16387" creationId="{08E0A061-609E-BD92-34BE-0F168694D455}"/>
          </ac:spMkLst>
        </pc:spChg>
      </pc:sldChg>
      <pc:sldChg chg="modSp mod">
        <pc:chgData name="Alec Wells" userId="527ade61401a42c1" providerId="LiveId" clId="{D52D0D70-4803-4A6F-A5B4-3B38490C3762}" dt="2024-04-28T23:01:58.493" v="1769" actId="20577"/>
        <pc:sldMkLst>
          <pc:docMk/>
          <pc:sldMk cId="883744059" sldId="439"/>
        </pc:sldMkLst>
        <pc:spChg chg="mod">
          <ac:chgData name="Alec Wells" userId="527ade61401a42c1" providerId="LiveId" clId="{D52D0D70-4803-4A6F-A5B4-3B38490C3762}" dt="2024-04-28T22:53:05.796" v="1389" actId="20577"/>
          <ac:spMkLst>
            <pc:docMk/>
            <pc:sldMk cId="883744059" sldId="439"/>
            <ac:spMk id="16386" creationId="{C04D9E68-69C9-7ED7-124D-C4171E4C4309}"/>
          </ac:spMkLst>
        </pc:spChg>
        <pc:spChg chg="mod">
          <ac:chgData name="Alec Wells" userId="527ade61401a42c1" providerId="LiveId" clId="{D52D0D70-4803-4A6F-A5B4-3B38490C3762}" dt="2024-04-28T23:01:58.493" v="1769" actId="20577"/>
          <ac:spMkLst>
            <pc:docMk/>
            <pc:sldMk cId="883744059" sldId="439"/>
            <ac:spMk id="16387" creationId="{08E0A061-609E-BD92-34BE-0F168694D455}"/>
          </ac:spMkLst>
        </pc:spChg>
      </pc:sldChg>
      <pc:sldChg chg="modSp add del mod">
        <pc:chgData name="Alec Wells" userId="527ade61401a42c1" providerId="LiveId" clId="{D52D0D70-4803-4A6F-A5B4-3B38490C3762}" dt="2024-04-28T22:50:18.651" v="1249" actId="2890"/>
        <pc:sldMkLst>
          <pc:docMk/>
          <pc:sldMk cId="2668613869" sldId="440"/>
        </pc:sldMkLst>
        <pc:spChg chg="mod">
          <ac:chgData name="Alec Wells" userId="527ade61401a42c1" providerId="LiveId" clId="{D52D0D70-4803-4A6F-A5B4-3B38490C3762}" dt="2024-04-28T22:50:18.310" v="1248"/>
          <ac:spMkLst>
            <pc:docMk/>
            <pc:sldMk cId="2668613869" sldId="440"/>
            <ac:spMk id="16387" creationId="{08E0A061-609E-BD92-34BE-0F168694D455}"/>
          </ac:spMkLst>
        </pc:spChg>
      </pc:sldChg>
      <pc:sldChg chg="modSp add mod ord">
        <pc:chgData name="Alec Wells" userId="527ade61401a42c1" providerId="LiveId" clId="{D52D0D70-4803-4A6F-A5B4-3B38490C3762}" dt="2024-04-28T23:01:34.347" v="1767" actId="207"/>
        <pc:sldMkLst>
          <pc:docMk/>
          <pc:sldMk cId="3417014182" sldId="440"/>
        </pc:sldMkLst>
        <pc:spChg chg="mod">
          <ac:chgData name="Alec Wells" userId="527ade61401a42c1" providerId="LiveId" clId="{D52D0D70-4803-4A6F-A5B4-3B38490C3762}" dt="2024-04-28T23:00:18.879" v="1657" actId="20577"/>
          <ac:spMkLst>
            <pc:docMk/>
            <pc:sldMk cId="3417014182" sldId="440"/>
            <ac:spMk id="16386" creationId="{C04D9E68-69C9-7ED7-124D-C4171E4C4309}"/>
          </ac:spMkLst>
        </pc:spChg>
        <pc:spChg chg="mod">
          <ac:chgData name="Alec Wells" userId="527ade61401a42c1" providerId="LiveId" clId="{D52D0D70-4803-4A6F-A5B4-3B38490C3762}" dt="2024-04-28T23:01:34.347" v="1767" actId="207"/>
          <ac:spMkLst>
            <pc:docMk/>
            <pc:sldMk cId="3417014182" sldId="440"/>
            <ac:spMk id="16387" creationId="{08E0A061-609E-BD92-34BE-0F168694D455}"/>
          </ac:spMkLst>
        </pc:spChg>
      </pc:sldChg>
      <pc:sldChg chg="modSp add mod ord replId">
        <pc:chgData name="Alec Wells" userId="527ade61401a42c1" providerId="LiveId" clId="{D52D0D70-4803-4A6F-A5B4-3B38490C3762}" dt="2024-04-28T23:02:52.006" v="1830" actId="20577"/>
        <pc:sldMkLst>
          <pc:docMk/>
          <pc:sldMk cId="2648361200" sldId="441"/>
        </pc:sldMkLst>
        <pc:spChg chg="mod">
          <ac:chgData name="Alec Wells" userId="527ade61401a42c1" providerId="LiveId" clId="{D52D0D70-4803-4A6F-A5B4-3B38490C3762}" dt="2024-04-28T23:00:12.267" v="1649" actId="20577"/>
          <ac:spMkLst>
            <pc:docMk/>
            <pc:sldMk cId="2648361200" sldId="441"/>
            <ac:spMk id="16386" creationId="{C04D9E68-69C9-7ED7-124D-C4171E4C4309}"/>
          </ac:spMkLst>
        </pc:spChg>
        <pc:spChg chg="mod">
          <ac:chgData name="Alec Wells" userId="527ade61401a42c1" providerId="LiveId" clId="{D52D0D70-4803-4A6F-A5B4-3B38490C3762}" dt="2024-04-28T23:02:52.006" v="1830" actId="20577"/>
          <ac:spMkLst>
            <pc:docMk/>
            <pc:sldMk cId="2648361200" sldId="441"/>
            <ac:spMk id="16387" creationId="{08E0A061-609E-BD92-34BE-0F168694D455}"/>
          </ac:spMkLst>
        </pc:spChg>
      </pc:sldChg>
    </pc:docChg>
  </pc:docChgLst>
  <pc:docChgLst>
    <pc:chgData name="Alec Wells" userId="527ade61401a42c1" providerId="LiveId" clId="{BB4D02F2-976C-4D9D-A05A-C643C65CFA1B}"/>
    <pc:docChg chg="undo custSel addSld delSld modSld sldOrd">
      <pc:chgData name="Alec Wells" userId="527ade61401a42c1" providerId="LiveId" clId="{BB4D02F2-976C-4D9D-A05A-C643C65CFA1B}" dt="2024-04-21T23:13:51.020" v="3280" actId="20577"/>
      <pc:docMkLst>
        <pc:docMk/>
      </pc:docMkLst>
      <pc:sldChg chg="modSp del mod ord">
        <pc:chgData name="Alec Wells" userId="527ade61401a42c1" providerId="LiveId" clId="{BB4D02F2-976C-4D9D-A05A-C643C65CFA1B}" dt="2024-04-21T23:13:51.020" v="3280" actId="20577"/>
        <pc:sldMkLst>
          <pc:docMk/>
          <pc:sldMk cId="0" sldId="316"/>
        </pc:sldMkLst>
        <pc:spChg chg="mod">
          <ac:chgData name="Alec Wells" userId="527ade61401a42c1" providerId="LiveId" clId="{BB4D02F2-976C-4D9D-A05A-C643C65CFA1B}" dt="2024-04-21T23:13:51.020" v="3280" actId="20577"/>
          <ac:spMkLst>
            <pc:docMk/>
            <pc:sldMk cId="0" sldId="316"/>
            <ac:spMk id="28675" creationId="{59967F90-AC6E-E533-0567-1BC35A047667}"/>
          </ac:spMkLst>
        </pc:spChg>
      </pc:sldChg>
      <pc:sldChg chg="del">
        <pc:chgData name="Alec Wells" userId="527ade61401a42c1" providerId="LiveId" clId="{BB4D02F2-976C-4D9D-A05A-C643C65CFA1B}" dt="2024-04-20T01:08:08.233" v="3235" actId="2696"/>
        <pc:sldMkLst>
          <pc:docMk/>
          <pc:sldMk cId="3982036518" sldId="369"/>
        </pc:sldMkLst>
      </pc:sldChg>
      <pc:sldChg chg="del">
        <pc:chgData name="Alec Wells" userId="527ade61401a42c1" providerId="LiveId" clId="{BB4D02F2-976C-4D9D-A05A-C643C65CFA1B}" dt="2024-04-20T01:08:08.233" v="3235" actId="2696"/>
        <pc:sldMkLst>
          <pc:docMk/>
          <pc:sldMk cId="3327726480" sldId="394"/>
        </pc:sldMkLst>
      </pc:sldChg>
      <pc:sldChg chg="modSp mod">
        <pc:chgData name="Alec Wells" userId="527ade61401a42c1" providerId="LiveId" clId="{BB4D02F2-976C-4D9D-A05A-C643C65CFA1B}" dt="2024-04-20T00:25:38.446" v="31" actId="20577"/>
        <pc:sldMkLst>
          <pc:docMk/>
          <pc:sldMk cId="519448138" sldId="395"/>
        </pc:sldMkLst>
        <pc:spChg chg="mod">
          <ac:chgData name="Alec Wells" userId="527ade61401a42c1" providerId="LiveId" clId="{BB4D02F2-976C-4D9D-A05A-C643C65CFA1B}" dt="2024-04-20T00:25:38.446" v="31" actId="20577"/>
          <ac:spMkLst>
            <pc:docMk/>
            <pc:sldMk cId="519448138" sldId="395"/>
            <ac:spMk id="16387" creationId="{08E0A061-609E-BD92-34BE-0F168694D455}"/>
          </ac:spMkLst>
        </pc:spChg>
      </pc:sldChg>
      <pc:sldChg chg="del">
        <pc:chgData name="Alec Wells" userId="527ade61401a42c1" providerId="LiveId" clId="{BB4D02F2-976C-4D9D-A05A-C643C65CFA1B}" dt="2024-04-20T01:08:08.233" v="3235" actId="2696"/>
        <pc:sldMkLst>
          <pc:docMk/>
          <pc:sldMk cId="1529837396" sldId="397"/>
        </pc:sldMkLst>
      </pc:sldChg>
      <pc:sldChg chg="del">
        <pc:chgData name="Alec Wells" userId="527ade61401a42c1" providerId="LiveId" clId="{BB4D02F2-976C-4D9D-A05A-C643C65CFA1B}" dt="2024-04-20T01:08:08.233" v="3235" actId="2696"/>
        <pc:sldMkLst>
          <pc:docMk/>
          <pc:sldMk cId="1951583056" sldId="398"/>
        </pc:sldMkLst>
      </pc:sldChg>
      <pc:sldChg chg="del">
        <pc:chgData name="Alec Wells" userId="527ade61401a42c1" providerId="LiveId" clId="{BB4D02F2-976C-4D9D-A05A-C643C65CFA1B}" dt="2024-04-20T01:08:08.233" v="3235" actId="2696"/>
        <pc:sldMkLst>
          <pc:docMk/>
          <pc:sldMk cId="4253991661" sldId="399"/>
        </pc:sldMkLst>
      </pc:sldChg>
      <pc:sldChg chg="del">
        <pc:chgData name="Alec Wells" userId="527ade61401a42c1" providerId="LiveId" clId="{BB4D02F2-976C-4D9D-A05A-C643C65CFA1B}" dt="2024-04-20T01:08:08.233" v="3235" actId="2696"/>
        <pc:sldMkLst>
          <pc:docMk/>
          <pc:sldMk cId="1148687523" sldId="400"/>
        </pc:sldMkLst>
      </pc:sldChg>
      <pc:sldChg chg="del">
        <pc:chgData name="Alec Wells" userId="527ade61401a42c1" providerId="LiveId" clId="{BB4D02F2-976C-4D9D-A05A-C643C65CFA1B}" dt="2024-04-20T01:08:08.233" v="3235" actId="2696"/>
        <pc:sldMkLst>
          <pc:docMk/>
          <pc:sldMk cId="2936764483" sldId="401"/>
        </pc:sldMkLst>
      </pc:sldChg>
      <pc:sldChg chg="del">
        <pc:chgData name="Alec Wells" userId="527ade61401a42c1" providerId="LiveId" clId="{BB4D02F2-976C-4D9D-A05A-C643C65CFA1B}" dt="2024-04-20T01:08:08.233" v="3235" actId="2696"/>
        <pc:sldMkLst>
          <pc:docMk/>
          <pc:sldMk cId="680387633" sldId="402"/>
        </pc:sldMkLst>
      </pc:sldChg>
      <pc:sldChg chg="del">
        <pc:chgData name="Alec Wells" userId="527ade61401a42c1" providerId="LiveId" clId="{BB4D02F2-976C-4D9D-A05A-C643C65CFA1B}" dt="2024-04-20T01:08:08.233" v="3235" actId="2696"/>
        <pc:sldMkLst>
          <pc:docMk/>
          <pc:sldMk cId="2456234841" sldId="403"/>
        </pc:sldMkLst>
      </pc:sldChg>
      <pc:sldChg chg="del">
        <pc:chgData name="Alec Wells" userId="527ade61401a42c1" providerId="LiveId" clId="{BB4D02F2-976C-4D9D-A05A-C643C65CFA1B}" dt="2024-04-20T01:08:08.233" v="3235" actId="2696"/>
        <pc:sldMkLst>
          <pc:docMk/>
          <pc:sldMk cId="3232160031" sldId="405"/>
        </pc:sldMkLst>
      </pc:sldChg>
      <pc:sldChg chg="del">
        <pc:chgData name="Alec Wells" userId="527ade61401a42c1" providerId="LiveId" clId="{BB4D02F2-976C-4D9D-A05A-C643C65CFA1B}" dt="2024-04-20T01:08:08.233" v="3235" actId="2696"/>
        <pc:sldMkLst>
          <pc:docMk/>
          <pc:sldMk cId="1589019224" sldId="406"/>
        </pc:sldMkLst>
      </pc:sldChg>
      <pc:sldChg chg="del">
        <pc:chgData name="Alec Wells" userId="527ade61401a42c1" providerId="LiveId" clId="{BB4D02F2-976C-4D9D-A05A-C643C65CFA1B}" dt="2024-04-20T01:08:08.233" v="3235" actId="2696"/>
        <pc:sldMkLst>
          <pc:docMk/>
          <pc:sldMk cId="1179073541" sldId="407"/>
        </pc:sldMkLst>
      </pc:sldChg>
      <pc:sldChg chg="del">
        <pc:chgData name="Alec Wells" userId="527ade61401a42c1" providerId="LiveId" clId="{BB4D02F2-976C-4D9D-A05A-C643C65CFA1B}" dt="2024-04-20T01:08:08.233" v="3235" actId="2696"/>
        <pc:sldMkLst>
          <pc:docMk/>
          <pc:sldMk cId="1487207069" sldId="408"/>
        </pc:sldMkLst>
      </pc:sldChg>
      <pc:sldChg chg="del">
        <pc:chgData name="Alec Wells" userId="527ade61401a42c1" providerId="LiveId" clId="{BB4D02F2-976C-4D9D-A05A-C643C65CFA1B}" dt="2024-04-20T01:08:08.233" v="3235" actId="2696"/>
        <pc:sldMkLst>
          <pc:docMk/>
          <pc:sldMk cId="4169782949" sldId="409"/>
        </pc:sldMkLst>
      </pc:sldChg>
      <pc:sldChg chg="del">
        <pc:chgData name="Alec Wells" userId="527ade61401a42c1" providerId="LiveId" clId="{BB4D02F2-976C-4D9D-A05A-C643C65CFA1B}" dt="2024-04-20T01:08:08.233" v="3235" actId="2696"/>
        <pc:sldMkLst>
          <pc:docMk/>
          <pc:sldMk cId="3691213625" sldId="410"/>
        </pc:sldMkLst>
      </pc:sldChg>
      <pc:sldChg chg="del">
        <pc:chgData name="Alec Wells" userId="527ade61401a42c1" providerId="LiveId" clId="{BB4D02F2-976C-4D9D-A05A-C643C65CFA1B}" dt="2024-04-20T01:08:08.233" v="3235" actId="2696"/>
        <pc:sldMkLst>
          <pc:docMk/>
          <pc:sldMk cId="612104524" sldId="411"/>
        </pc:sldMkLst>
      </pc:sldChg>
      <pc:sldChg chg="del">
        <pc:chgData name="Alec Wells" userId="527ade61401a42c1" providerId="LiveId" clId="{BB4D02F2-976C-4D9D-A05A-C643C65CFA1B}" dt="2024-04-20T01:08:08.233" v="3235" actId="2696"/>
        <pc:sldMkLst>
          <pc:docMk/>
          <pc:sldMk cId="3191501712" sldId="412"/>
        </pc:sldMkLst>
      </pc:sldChg>
      <pc:sldChg chg="modSp mod">
        <pc:chgData name="Alec Wells" userId="527ade61401a42c1" providerId="LiveId" clId="{BB4D02F2-976C-4D9D-A05A-C643C65CFA1B}" dt="2024-04-20T00:32:50.473" v="220" actId="20577"/>
        <pc:sldMkLst>
          <pc:docMk/>
          <pc:sldMk cId="664756992" sldId="414"/>
        </pc:sldMkLst>
        <pc:spChg chg="mod">
          <ac:chgData name="Alec Wells" userId="527ade61401a42c1" providerId="LiveId" clId="{BB4D02F2-976C-4D9D-A05A-C643C65CFA1B}" dt="2024-04-20T00:32:50.473" v="220" actId="20577"/>
          <ac:spMkLst>
            <pc:docMk/>
            <pc:sldMk cId="664756992" sldId="414"/>
            <ac:spMk id="16387" creationId="{08E0A061-609E-BD92-34BE-0F168694D455}"/>
          </ac:spMkLst>
        </pc:spChg>
      </pc:sldChg>
      <pc:sldChg chg="modSp add mod">
        <pc:chgData name="Alec Wells" userId="527ade61401a42c1" providerId="LiveId" clId="{BB4D02F2-976C-4D9D-A05A-C643C65CFA1B}" dt="2024-04-20T00:32:52.805" v="221" actId="20577"/>
        <pc:sldMkLst>
          <pc:docMk/>
          <pc:sldMk cId="4088795343" sldId="415"/>
        </pc:sldMkLst>
        <pc:spChg chg="mod">
          <ac:chgData name="Alec Wells" userId="527ade61401a42c1" providerId="LiveId" clId="{BB4D02F2-976C-4D9D-A05A-C643C65CFA1B}" dt="2024-04-20T00:30:25.917" v="54" actId="20577"/>
          <ac:spMkLst>
            <pc:docMk/>
            <pc:sldMk cId="4088795343" sldId="415"/>
            <ac:spMk id="16386" creationId="{C04D9E68-69C9-7ED7-124D-C4171E4C4309}"/>
          </ac:spMkLst>
        </pc:spChg>
        <pc:spChg chg="mod">
          <ac:chgData name="Alec Wells" userId="527ade61401a42c1" providerId="LiveId" clId="{BB4D02F2-976C-4D9D-A05A-C643C65CFA1B}" dt="2024-04-20T00:32:52.805" v="221" actId="20577"/>
          <ac:spMkLst>
            <pc:docMk/>
            <pc:sldMk cId="4088795343" sldId="415"/>
            <ac:spMk id="16387" creationId="{08E0A061-609E-BD92-34BE-0F168694D455}"/>
          </ac:spMkLst>
        </pc:spChg>
      </pc:sldChg>
      <pc:sldChg chg="modSp add mod">
        <pc:chgData name="Alec Wells" userId="527ade61401a42c1" providerId="LiveId" clId="{BB4D02F2-976C-4D9D-A05A-C643C65CFA1B}" dt="2024-04-20T01:09:48.094" v="3273" actId="20577"/>
        <pc:sldMkLst>
          <pc:docMk/>
          <pc:sldMk cId="3977538255" sldId="416"/>
        </pc:sldMkLst>
        <pc:spChg chg="mod">
          <ac:chgData name="Alec Wells" userId="527ade61401a42c1" providerId="LiveId" clId="{BB4D02F2-976C-4D9D-A05A-C643C65CFA1B}" dt="2024-04-20T00:32:26.156" v="214" actId="20577"/>
          <ac:spMkLst>
            <pc:docMk/>
            <pc:sldMk cId="3977538255" sldId="416"/>
            <ac:spMk id="16386" creationId="{C04D9E68-69C9-7ED7-124D-C4171E4C4309}"/>
          </ac:spMkLst>
        </pc:spChg>
        <pc:spChg chg="mod">
          <ac:chgData name="Alec Wells" userId="527ade61401a42c1" providerId="LiveId" clId="{BB4D02F2-976C-4D9D-A05A-C643C65CFA1B}" dt="2024-04-20T01:09:48.094" v="3273" actId="20577"/>
          <ac:spMkLst>
            <pc:docMk/>
            <pc:sldMk cId="3977538255" sldId="416"/>
            <ac:spMk id="16387" creationId="{08E0A061-609E-BD92-34BE-0F168694D455}"/>
          </ac:spMkLst>
        </pc:spChg>
      </pc:sldChg>
      <pc:sldChg chg="modSp add mod">
        <pc:chgData name="Alec Wells" userId="527ade61401a42c1" providerId="LiveId" clId="{BB4D02F2-976C-4D9D-A05A-C643C65CFA1B}" dt="2024-04-20T00:46:55.264" v="1306" actId="20577"/>
        <pc:sldMkLst>
          <pc:docMk/>
          <pc:sldMk cId="4146870476" sldId="417"/>
        </pc:sldMkLst>
        <pc:spChg chg="mod">
          <ac:chgData name="Alec Wells" userId="527ade61401a42c1" providerId="LiveId" clId="{BB4D02F2-976C-4D9D-A05A-C643C65CFA1B}" dt="2024-04-20T00:38:33.010" v="519" actId="20577"/>
          <ac:spMkLst>
            <pc:docMk/>
            <pc:sldMk cId="4146870476" sldId="417"/>
            <ac:spMk id="16386" creationId="{C04D9E68-69C9-7ED7-124D-C4171E4C4309}"/>
          </ac:spMkLst>
        </pc:spChg>
        <pc:spChg chg="mod">
          <ac:chgData name="Alec Wells" userId="527ade61401a42c1" providerId="LiveId" clId="{BB4D02F2-976C-4D9D-A05A-C643C65CFA1B}" dt="2024-04-20T00:46:55.264" v="1306" actId="20577"/>
          <ac:spMkLst>
            <pc:docMk/>
            <pc:sldMk cId="4146870476" sldId="417"/>
            <ac:spMk id="16387" creationId="{08E0A061-609E-BD92-34BE-0F168694D455}"/>
          </ac:spMkLst>
        </pc:spChg>
      </pc:sldChg>
      <pc:sldChg chg="modSp add mod">
        <pc:chgData name="Alec Wells" userId="527ade61401a42c1" providerId="LiveId" clId="{BB4D02F2-976C-4D9D-A05A-C643C65CFA1B}" dt="2024-04-20T00:51:09.733" v="2198" actId="20577"/>
        <pc:sldMkLst>
          <pc:docMk/>
          <pc:sldMk cId="1051858429" sldId="418"/>
        </pc:sldMkLst>
        <pc:spChg chg="mod">
          <ac:chgData name="Alec Wells" userId="527ade61401a42c1" providerId="LiveId" clId="{BB4D02F2-976C-4D9D-A05A-C643C65CFA1B}" dt="2024-04-20T00:47:20.921" v="1342" actId="20577"/>
          <ac:spMkLst>
            <pc:docMk/>
            <pc:sldMk cId="1051858429" sldId="418"/>
            <ac:spMk id="16386" creationId="{C04D9E68-69C9-7ED7-124D-C4171E4C4309}"/>
          </ac:spMkLst>
        </pc:spChg>
        <pc:spChg chg="mod">
          <ac:chgData name="Alec Wells" userId="527ade61401a42c1" providerId="LiveId" clId="{BB4D02F2-976C-4D9D-A05A-C643C65CFA1B}" dt="2024-04-20T00:51:09.733" v="2198" actId="20577"/>
          <ac:spMkLst>
            <pc:docMk/>
            <pc:sldMk cId="1051858429" sldId="418"/>
            <ac:spMk id="16387" creationId="{08E0A061-609E-BD92-34BE-0F168694D455}"/>
          </ac:spMkLst>
        </pc:spChg>
      </pc:sldChg>
      <pc:sldChg chg="modSp add mod">
        <pc:chgData name="Alec Wells" userId="527ade61401a42c1" providerId="LiveId" clId="{BB4D02F2-976C-4D9D-A05A-C643C65CFA1B}" dt="2024-04-20T01:01:36.794" v="2785" actId="20577"/>
        <pc:sldMkLst>
          <pc:docMk/>
          <pc:sldMk cId="2020906278" sldId="419"/>
        </pc:sldMkLst>
        <pc:spChg chg="mod">
          <ac:chgData name="Alec Wells" userId="527ade61401a42c1" providerId="LiveId" clId="{BB4D02F2-976C-4D9D-A05A-C643C65CFA1B}" dt="2024-04-20T00:55:30.794" v="2216" actId="20577"/>
          <ac:spMkLst>
            <pc:docMk/>
            <pc:sldMk cId="2020906278" sldId="419"/>
            <ac:spMk id="16386" creationId="{C04D9E68-69C9-7ED7-124D-C4171E4C4309}"/>
          </ac:spMkLst>
        </pc:spChg>
        <pc:spChg chg="mod">
          <ac:chgData name="Alec Wells" userId="527ade61401a42c1" providerId="LiveId" clId="{BB4D02F2-976C-4D9D-A05A-C643C65CFA1B}" dt="2024-04-20T01:01:36.794" v="2785" actId="20577"/>
          <ac:spMkLst>
            <pc:docMk/>
            <pc:sldMk cId="2020906278" sldId="419"/>
            <ac:spMk id="16387" creationId="{08E0A061-609E-BD92-34BE-0F168694D455}"/>
          </ac:spMkLst>
        </pc:spChg>
      </pc:sldChg>
      <pc:sldChg chg="modSp add mod">
        <pc:chgData name="Alec Wells" userId="527ade61401a42c1" providerId="LiveId" clId="{BB4D02F2-976C-4D9D-A05A-C643C65CFA1B}" dt="2024-04-20T01:03:13.182" v="3033" actId="20577"/>
        <pc:sldMkLst>
          <pc:docMk/>
          <pc:sldMk cId="1672891509" sldId="420"/>
        </pc:sldMkLst>
        <pc:spChg chg="mod">
          <ac:chgData name="Alec Wells" userId="527ade61401a42c1" providerId="LiveId" clId="{BB4D02F2-976C-4D9D-A05A-C643C65CFA1B}" dt="2024-04-20T01:03:13.182" v="3033" actId="20577"/>
          <ac:spMkLst>
            <pc:docMk/>
            <pc:sldMk cId="1672891509" sldId="420"/>
            <ac:spMk id="16387" creationId="{08E0A061-609E-BD92-34BE-0F168694D455}"/>
          </ac:spMkLst>
        </pc:spChg>
      </pc:sldChg>
      <pc:sldChg chg="add">
        <pc:chgData name="Alec Wells" userId="527ade61401a42c1" providerId="LiveId" clId="{BB4D02F2-976C-4D9D-A05A-C643C65CFA1B}" dt="2024-04-20T01:03:15.722" v="3034" actId="2890"/>
        <pc:sldMkLst>
          <pc:docMk/>
          <pc:sldMk cId="3506820679" sldId="421"/>
        </pc:sldMkLst>
      </pc:sldChg>
      <pc:sldChg chg="modSp add mod">
        <pc:chgData name="Alec Wells" userId="527ade61401a42c1" providerId="LiveId" clId="{BB4D02F2-976C-4D9D-A05A-C643C65CFA1B}" dt="2024-04-20T01:04:52.394" v="3058" actId="113"/>
        <pc:sldMkLst>
          <pc:docMk/>
          <pc:sldMk cId="3970405597" sldId="422"/>
        </pc:sldMkLst>
        <pc:spChg chg="mod">
          <ac:chgData name="Alec Wells" userId="527ade61401a42c1" providerId="LiveId" clId="{BB4D02F2-976C-4D9D-A05A-C643C65CFA1B}" dt="2024-04-20T01:03:38.906" v="3042" actId="20577"/>
          <ac:spMkLst>
            <pc:docMk/>
            <pc:sldMk cId="3970405597" sldId="422"/>
            <ac:spMk id="16386" creationId="{C04D9E68-69C9-7ED7-124D-C4171E4C4309}"/>
          </ac:spMkLst>
        </pc:spChg>
        <pc:spChg chg="mod">
          <ac:chgData name="Alec Wells" userId="527ade61401a42c1" providerId="LiveId" clId="{BB4D02F2-976C-4D9D-A05A-C643C65CFA1B}" dt="2024-04-20T01:04:52.394" v="3058" actId="113"/>
          <ac:spMkLst>
            <pc:docMk/>
            <pc:sldMk cId="3970405597" sldId="422"/>
            <ac:spMk id="16387" creationId="{08E0A061-609E-BD92-34BE-0F168694D455}"/>
          </ac:spMkLst>
        </pc:spChg>
      </pc:sldChg>
      <pc:sldChg chg="modSp add mod">
        <pc:chgData name="Alec Wells" userId="527ade61401a42c1" providerId="LiveId" clId="{BB4D02F2-976C-4D9D-A05A-C643C65CFA1B}" dt="2024-04-20T01:07:50.921" v="3234" actId="20577"/>
        <pc:sldMkLst>
          <pc:docMk/>
          <pc:sldMk cId="1834463300" sldId="423"/>
        </pc:sldMkLst>
        <pc:spChg chg="mod">
          <ac:chgData name="Alec Wells" userId="527ade61401a42c1" providerId="LiveId" clId="{BB4D02F2-976C-4D9D-A05A-C643C65CFA1B}" dt="2024-04-20T01:05:13.352" v="3067" actId="20577"/>
          <ac:spMkLst>
            <pc:docMk/>
            <pc:sldMk cId="1834463300" sldId="423"/>
            <ac:spMk id="16386" creationId="{C04D9E68-69C9-7ED7-124D-C4171E4C4309}"/>
          </ac:spMkLst>
        </pc:spChg>
        <pc:spChg chg="mod">
          <ac:chgData name="Alec Wells" userId="527ade61401a42c1" providerId="LiveId" clId="{BB4D02F2-976C-4D9D-A05A-C643C65CFA1B}" dt="2024-04-20T01:07:50.921" v="3234" actId="20577"/>
          <ac:spMkLst>
            <pc:docMk/>
            <pc:sldMk cId="1834463300" sldId="423"/>
            <ac:spMk id="16387" creationId="{08E0A061-609E-BD92-34BE-0F168694D455}"/>
          </ac:spMkLst>
        </pc:spChg>
      </pc:sldChg>
    </pc:docChg>
  </pc:docChgLst>
  <pc:docChgLst>
    <pc:chgData name="Alec Wells" userId="527ade61401a42c1" providerId="LiveId" clId="{A64A5962-7ECB-4F16-903B-E4BF98D12B84}"/>
    <pc:docChg chg="undo custSel addSld delSld modSld sldOrd">
      <pc:chgData name="Alec Wells" userId="527ade61401a42c1" providerId="LiveId" clId="{A64A5962-7ECB-4F16-903B-E4BF98D12B84}" dt="2024-04-14T23:31:47.960" v="2760" actId="20577"/>
      <pc:docMkLst>
        <pc:docMk/>
      </pc:docMkLst>
      <pc:sldChg chg="modSp mod">
        <pc:chgData name="Alec Wells" userId="527ade61401a42c1" providerId="LiveId" clId="{A64A5962-7ECB-4F16-903B-E4BF98D12B84}" dt="2024-04-05T00:27:33.927" v="11" actId="20577"/>
        <pc:sldMkLst>
          <pc:docMk/>
          <pc:sldMk cId="0" sldId="256"/>
        </pc:sldMkLst>
        <pc:spChg chg="mod">
          <ac:chgData name="Alec Wells" userId="527ade61401a42c1" providerId="LiveId" clId="{A64A5962-7ECB-4F16-903B-E4BF98D12B84}" dt="2024-04-05T00:27:29.464" v="7" actId="20577"/>
          <ac:spMkLst>
            <pc:docMk/>
            <pc:sldMk cId="0" sldId="256"/>
            <ac:spMk id="2050" creationId="{CBD22B11-C1DB-B6A6-2EEE-0A845FB70593}"/>
          </ac:spMkLst>
        </pc:spChg>
        <pc:spChg chg="mod">
          <ac:chgData name="Alec Wells" userId="527ade61401a42c1" providerId="LiveId" clId="{A64A5962-7ECB-4F16-903B-E4BF98D12B84}" dt="2024-04-05T00:27:33.927" v="11" actId="20577"/>
          <ac:spMkLst>
            <pc:docMk/>
            <pc:sldMk cId="0" sldId="256"/>
            <ac:spMk id="3075" creationId="{DA12F9B4-B776-2DD3-BE3B-4F6AF00DB9ED}"/>
          </ac:spMkLst>
        </pc:spChg>
      </pc:sldChg>
      <pc:sldChg chg="modSp mod">
        <pc:chgData name="Alec Wells" userId="527ade61401a42c1" providerId="LiveId" clId="{A64A5962-7ECB-4F16-903B-E4BF98D12B84}" dt="2024-04-13T15:59:14.227" v="2099" actId="20577"/>
        <pc:sldMkLst>
          <pc:docMk/>
          <pc:sldMk cId="0" sldId="316"/>
        </pc:sldMkLst>
        <pc:spChg chg="mod">
          <ac:chgData name="Alec Wells" userId="527ade61401a42c1" providerId="LiveId" clId="{A64A5962-7ECB-4F16-903B-E4BF98D12B84}" dt="2024-04-13T15:59:14.227" v="2099" actId="20577"/>
          <ac:spMkLst>
            <pc:docMk/>
            <pc:sldMk cId="0" sldId="316"/>
            <ac:spMk id="28675" creationId="{59967F90-AC6E-E533-0567-1BC35A047667}"/>
          </ac:spMkLst>
        </pc:spChg>
      </pc:sldChg>
      <pc:sldChg chg="del ord">
        <pc:chgData name="Alec Wells" userId="527ade61401a42c1" providerId="LiveId" clId="{A64A5962-7ECB-4F16-903B-E4BF98D12B84}" dt="2024-04-11T00:08:56.957" v="1524" actId="2696"/>
        <pc:sldMkLst>
          <pc:docMk/>
          <pc:sldMk cId="2823282474" sldId="319"/>
        </pc:sldMkLst>
      </pc:sldChg>
      <pc:sldChg chg="del">
        <pc:chgData name="Alec Wells" userId="527ade61401a42c1" providerId="LiveId" clId="{A64A5962-7ECB-4F16-903B-E4BF98D12B84}" dt="2024-04-11T00:10:32.825" v="1527" actId="2696"/>
        <pc:sldMkLst>
          <pc:docMk/>
          <pc:sldMk cId="3805411026" sldId="368"/>
        </pc:sldMkLst>
      </pc:sldChg>
      <pc:sldChg chg="ord">
        <pc:chgData name="Alec Wells" userId="527ade61401a42c1" providerId="LiveId" clId="{A64A5962-7ECB-4F16-903B-E4BF98D12B84}" dt="2024-04-11T00:08:51.882" v="1523"/>
        <pc:sldMkLst>
          <pc:docMk/>
          <pc:sldMk cId="3982036518" sldId="369"/>
        </pc:sldMkLst>
      </pc:sldChg>
      <pc:sldChg chg="del">
        <pc:chgData name="Alec Wells" userId="527ade61401a42c1" providerId="LiveId" clId="{A64A5962-7ECB-4F16-903B-E4BF98D12B84}" dt="2024-04-05T00:28:56.961" v="12" actId="2696"/>
        <pc:sldMkLst>
          <pc:docMk/>
          <pc:sldMk cId="2600614731" sldId="374"/>
        </pc:sldMkLst>
      </pc:sldChg>
      <pc:sldChg chg="del">
        <pc:chgData name="Alec Wells" userId="527ade61401a42c1" providerId="LiveId" clId="{A64A5962-7ECB-4F16-903B-E4BF98D12B84}" dt="2024-04-11T00:10:32.825" v="1527" actId="2696"/>
        <pc:sldMkLst>
          <pc:docMk/>
          <pc:sldMk cId="2774362858" sldId="378"/>
        </pc:sldMkLst>
      </pc:sldChg>
      <pc:sldChg chg="del">
        <pc:chgData name="Alec Wells" userId="527ade61401a42c1" providerId="LiveId" clId="{A64A5962-7ECB-4F16-903B-E4BF98D12B84}" dt="2024-04-11T00:10:32.825" v="1527" actId="2696"/>
        <pc:sldMkLst>
          <pc:docMk/>
          <pc:sldMk cId="1212216574" sldId="384"/>
        </pc:sldMkLst>
      </pc:sldChg>
      <pc:sldChg chg="del">
        <pc:chgData name="Alec Wells" userId="527ade61401a42c1" providerId="LiveId" clId="{A64A5962-7ECB-4F16-903B-E4BF98D12B84}" dt="2024-04-11T00:10:32.825" v="1527" actId="2696"/>
        <pc:sldMkLst>
          <pc:docMk/>
          <pc:sldMk cId="2006472392" sldId="385"/>
        </pc:sldMkLst>
      </pc:sldChg>
      <pc:sldChg chg="modSp mod">
        <pc:chgData name="Alec Wells" userId="527ade61401a42c1" providerId="LiveId" clId="{A64A5962-7ECB-4F16-903B-E4BF98D12B84}" dt="2024-04-05T00:34:40.055" v="193" actId="313"/>
        <pc:sldMkLst>
          <pc:docMk/>
          <pc:sldMk cId="2003818056" sldId="386"/>
        </pc:sldMkLst>
        <pc:spChg chg="mod">
          <ac:chgData name="Alec Wells" userId="527ade61401a42c1" providerId="LiveId" clId="{A64A5962-7ECB-4F16-903B-E4BF98D12B84}" dt="2024-04-05T00:32:33.570" v="19" actId="20577"/>
          <ac:spMkLst>
            <pc:docMk/>
            <pc:sldMk cId="2003818056" sldId="386"/>
            <ac:spMk id="16386" creationId="{C04D9E68-69C9-7ED7-124D-C4171E4C4309}"/>
          </ac:spMkLst>
        </pc:spChg>
        <pc:spChg chg="mod">
          <ac:chgData name="Alec Wells" userId="527ade61401a42c1" providerId="LiveId" clId="{A64A5962-7ECB-4F16-903B-E4BF98D12B84}" dt="2024-04-05T00:34:40.055" v="193" actId="313"/>
          <ac:spMkLst>
            <pc:docMk/>
            <pc:sldMk cId="2003818056" sldId="386"/>
            <ac:spMk id="16387" creationId="{08E0A061-609E-BD92-34BE-0F168694D455}"/>
          </ac:spMkLst>
        </pc:spChg>
      </pc:sldChg>
      <pc:sldChg chg="del">
        <pc:chgData name="Alec Wells" userId="527ade61401a42c1" providerId="LiveId" clId="{A64A5962-7ECB-4F16-903B-E4BF98D12B84}" dt="2024-04-11T00:10:32.825" v="1527" actId="2696"/>
        <pc:sldMkLst>
          <pc:docMk/>
          <pc:sldMk cId="4274320194" sldId="387"/>
        </pc:sldMkLst>
      </pc:sldChg>
      <pc:sldChg chg="del">
        <pc:chgData name="Alec Wells" userId="527ade61401a42c1" providerId="LiveId" clId="{A64A5962-7ECB-4F16-903B-E4BF98D12B84}" dt="2024-04-11T00:10:32.825" v="1527" actId="2696"/>
        <pc:sldMkLst>
          <pc:docMk/>
          <pc:sldMk cId="1588919607" sldId="388"/>
        </pc:sldMkLst>
      </pc:sldChg>
      <pc:sldChg chg="del">
        <pc:chgData name="Alec Wells" userId="527ade61401a42c1" providerId="LiveId" clId="{A64A5962-7ECB-4F16-903B-E4BF98D12B84}" dt="2024-04-11T00:10:32.825" v="1527" actId="2696"/>
        <pc:sldMkLst>
          <pc:docMk/>
          <pc:sldMk cId="600549790" sldId="389"/>
        </pc:sldMkLst>
      </pc:sldChg>
      <pc:sldChg chg="del">
        <pc:chgData name="Alec Wells" userId="527ade61401a42c1" providerId="LiveId" clId="{A64A5962-7ECB-4F16-903B-E4BF98D12B84}" dt="2024-04-11T00:10:32.825" v="1527" actId="2696"/>
        <pc:sldMkLst>
          <pc:docMk/>
          <pc:sldMk cId="2904929709" sldId="390"/>
        </pc:sldMkLst>
      </pc:sldChg>
      <pc:sldChg chg="del">
        <pc:chgData name="Alec Wells" userId="527ade61401a42c1" providerId="LiveId" clId="{A64A5962-7ECB-4F16-903B-E4BF98D12B84}" dt="2024-04-11T00:10:32.825" v="1527" actId="2696"/>
        <pc:sldMkLst>
          <pc:docMk/>
          <pc:sldMk cId="59799092" sldId="391"/>
        </pc:sldMkLst>
      </pc:sldChg>
      <pc:sldChg chg="del">
        <pc:chgData name="Alec Wells" userId="527ade61401a42c1" providerId="LiveId" clId="{A64A5962-7ECB-4F16-903B-E4BF98D12B84}" dt="2024-04-11T00:10:32.825" v="1527" actId="2696"/>
        <pc:sldMkLst>
          <pc:docMk/>
          <pc:sldMk cId="1748355833" sldId="392"/>
        </pc:sldMkLst>
      </pc:sldChg>
      <pc:sldChg chg="modSp add mod">
        <pc:chgData name="Alec Wells" userId="527ade61401a42c1" providerId="LiveId" clId="{A64A5962-7ECB-4F16-903B-E4BF98D12B84}" dt="2024-04-14T23:22:08.462" v="2101" actId="113"/>
        <pc:sldMkLst>
          <pc:docMk/>
          <pc:sldMk cId="3939555691" sldId="393"/>
        </pc:sldMkLst>
        <pc:spChg chg="mod">
          <ac:chgData name="Alec Wells" userId="527ade61401a42c1" providerId="LiveId" clId="{A64A5962-7ECB-4F16-903B-E4BF98D12B84}" dt="2024-04-05T00:34:51.106" v="203" actId="20577"/>
          <ac:spMkLst>
            <pc:docMk/>
            <pc:sldMk cId="3939555691" sldId="393"/>
            <ac:spMk id="16386" creationId="{C04D9E68-69C9-7ED7-124D-C4171E4C4309}"/>
          </ac:spMkLst>
        </pc:spChg>
        <pc:spChg chg="mod">
          <ac:chgData name="Alec Wells" userId="527ade61401a42c1" providerId="LiveId" clId="{A64A5962-7ECB-4F16-903B-E4BF98D12B84}" dt="2024-04-14T23:22:08.462" v="2101" actId="113"/>
          <ac:spMkLst>
            <pc:docMk/>
            <pc:sldMk cId="3939555691" sldId="393"/>
            <ac:spMk id="16387" creationId="{08E0A061-609E-BD92-34BE-0F168694D455}"/>
          </ac:spMkLst>
        </pc:spChg>
      </pc:sldChg>
      <pc:sldChg chg="modSp add mod">
        <pc:chgData name="Alec Wells" userId="527ade61401a42c1" providerId="LiveId" clId="{A64A5962-7ECB-4F16-903B-E4BF98D12B84}" dt="2024-04-05T00:38:42.605" v="444" actId="20577"/>
        <pc:sldMkLst>
          <pc:docMk/>
          <pc:sldMk cId="3327726480" sldId="394"/>
        </pc:sldMkLst>
        <pc:spChg chg="mod">
          <ac:chgData name="Alec Wells" userId="527ade61401a42c1" providerId="LiveId" clId="{A64A5962-7ECB-4F16-903B-E4BF98D12B84}" dt="2024-04-05T00:37:22.832" v="316"/>
          <ac:spMkLst>
            <pc:docMk/>
            <pc:sldMk cId="3327726480" sldId="394"/>
            <ac:spMk id="16386" creationId="{C04D9E68-69C9-7ED7-124D-C4171E4C4309}"/>
          </ac:spMkLst>
        </pc:spChg>
        <pc:spChg chg="mod">
          <ac:chgData name="Alec Wells" userId="527ade61401a42c1" providerId="LiveId" clId="{A64A5962-7ECB-4F16-903B-E4BF98D12B84}" dt="2024-04-05T00:38:42.605" v="444" actId="20577"/>
          <ac:spMkLst>
            <pc:docMk/>
            <pc:sldMk cId="3327726480" sldId="394"/>
            <ac:spMk id="16387" creationId="{08E0A061-609E-BD92-34BE-0F168694D455}"/>
          </ac:spMkLst>
        </pc:spChg>
      </pc:sldChg>
      <pc:sldChg chg="modSp add mod ord">
        <pc:chgData name="Alec Wells" userId="527ade61401a42c1" providerId="LiveId" clId="{A64A5962-7ECB-4F16-903B-E4BF98D12B84}" dt="2024-04-05T00:37:14.176" v="315"/>
        <pc:sldMkLst>
          <pc:docMk/>
          <pc:sldMk cId="519448138" sldId="395"/>
        </pc:sldMkLst>
        <pc:spChg chg="mod">
          <ac:chgData name="Alec Wells" userId="527ade61401a42c1" providerId="LiveId" clId="{A64A5962-7ECB-4F16-903B-E4BF98D12B84}" dt="2024-04-05T00:37:09.235" v="313" actId="20577"/>
          <ac:spMkLst>
            <pc:docMk/>
            <pc:sldMk cId="519448138" sldId="395"/>
            <ac:spMk id="16386" creationId="{C04D9E68-69C9-7ED7-124D-C4171E4C4309}"/>
          </ac:spMkLst>
        </pc:spChg>
      </pc:sldChg>
      <pc:sldChg chg="add del">
        <pc:chgData name="Alec Wells" userId="527ade61401a42c1" providerId="LiveId" clId="{A64A5962-7ECB-4F16-903B-E4BF98D12B84}" dt="2024-04-11T00:00:22.562" v="1262" actId="2696"/>
        <pc:sldMkLst>
          <pc:docMk/>
          <pc:sldMk cId="1847067895" sldId="396"/>
        </pc:sldMkLst>
      </pc:sldChg>
      <pc:sldChg chg="modSp add mod">
        <pc:chgData name="Alec Wells" userId="527ade61401a42c1" providerId="LiveId" clId="{A64A5962-7ECB-4F16-903B-E4BF98D12B84}" dt="2024-04-06T00:37:02.685" v="702" actId="20577"/>
        <pc:sldMkLst>
          <pc:docMk/>
          <pc:sldMk cId="1529837396" sldId="397"/>
        </pc:sldMkLst>
        <pc:spChg chg="mod">
          <ac:chgData name="Alec Wells" userId="527ade61401a42c1" providerId="LiveId" clId="{A64A5962-7ECB-4F16-903B-E4BF98D12B84}" dt="2024-04-06T00:37:02.685" v="702" actId="20577"/>
          <ac:spMkLst>
            <pc:docMk/>
            <pc:sldMk cId="1529837396" sldId="397"/>
            <ac:spMk id="16386" creationId="{C04D9E68-69C9-7ED7-124D-C4171E4C4309}"/>
          </ac:spMkLst>
        </pc:spChg>
        <pc:spChg chg="mod">
          <ac:chgData name="Alec Wells" userId="527ade61401a42c1" providerId="LiveId" clId="{A64A5962-7ECB-4F16-903B-E4BF98D12B84}" dt="2024-04-06T00:36:41.373" v="689" actId="20577"/>
          <ac:spMkLst>
            <pc:docMk/>
            <pc:sldMk cId="1529837396" sldId="397"/>
            <ac:spMk id="16387" creationId="{08E0A061-609E-BD92-34BE-0F168694D455}"/>
          </ac:spMkLst>
        </pc:spChg>
      </pc:sldChg>
      <pc:sldChg chg="modSp add mod">
        <pc:chgData name="Alec Wells" userId="527ade61401a42c1" providerId="LiveId" clId="{A64A5962-7ECB-4F16-903B-E4BF98D12B84}" dt="2024-04-06T00:41:28.887" v="736" actId="20577"/>
        <pc:sldMkLst>
          <pc:docMk/>
          <pc:sldMk cId="1951583056" sldId="398"/>
        </pc:sldMkLst>
        <pc:spChg chg="mod">
          <ac:chgData name="Alec Wells" userId="527ade61401a42c1" providerId="LiveId" clId="{A64A5962-7ECB-4F16-903B-E4BF98D12B84}" dt="2024-04-06T00:37:13.280" v="704" actId="20577"/>
          <ac:spMkLst>
            <pc:docMk/>
            <pc:sldMk cId="1951583056" sldId="398"/>
            <ac:spMk id="16386" creationId="{C04D9E68-69C9-7ED7-124D-C4171E4C4309}"/>
          </ac:spMkLst>
        </pc:spChg>
        <pc:spChg chg="mod">
          <ac:chgData name="Alec Wells" userId="527ade61401a42c1" providerId="LiveId" clId="{A64A5962-7ECB-4F16-903B-E4BF98D12B84}" dt="2024-04-06T00:41:28.887" v="736" actId="20577"/>
          <ac:spMkLst>
            <pc:docMk/>
            <pc:sldMk cId="1951583056" sldId="398"/>
            <ac:spMk id="16387" creationId="{08E0A061-609E-BD92-34BE-0F168694D455}"/>
          </ac:spMkLst>
        </pc:spChg>
      </pc:sldChg>
      <pc:sldChg chg="modSp add mod">
        <pc:chgData name="Alec Wells" userId="527ade61401a42c1" providerId="LiveId" clId="{A64A5962-7ECB-4F16-903B-E4BF98D12B84}" dt="2024-04-06T01:18:48.824" v="1117" actId="20577"/>
        <pc:sldMkLst>
          <pc:docMk/>
          <pc:sldMk cId="4253991661" sldId="399"/>
        </pc:sldMkLst>
        <pc:spChg chg="mod">
          <ac:chgData name="Alec Wells" userId="527ade61401a42c1" providerId="LiveId" clId="{A64A5962-7ECB-4F16-903B-E4BF98D12B84}" dt="2024-04-06T01:18:48.824" v="1117" actId="20577"/>
          <ac:spMkLst>
            <pc:docMk/>
            <pc:sldMk cId="4253991661" sldId="399"/>
            <ac:spMk id="16387" creationId="{08E0A061-609E-BD92-34BE-0F168694D455}"/>
          </ac:spMkLst>
        </pc:spChg>
      </pc:sldChg>
      <pc:sldChg chg="modSp add mod">
        <pc:chgData name="Alec Wells" userId="527ade61401a42c1" providerId="LiveId" clId="{A64A5962-7ECB-4F16-903B-E4BF98D12B84}" dt="2024-04-14T23:30:35.248" v="2729" actId="20577"/>
        <pc:sldMkLst>
          <pc:docMk/>
          <pc:sldMk cId="1148687523" sldId="400"/>
        </pc:sldMkLst>
        <pc:spChg chg="mod">
          <ac:chgData name="Alec Wells" userId="527ade61401a42c1" providerId="LiveId" clId="{A64A5962-7ECB-4F16-903B-E4BF98D12B84}" dt="2024-04-14T23:30:35.248" v="2729" actId="20577"/>
          <ac:spMkLst>
            <pc:docMk/>
            <pc:sldMk cId="1148687523" sldId="400"/>
            <ac:spMk id="16386" creationId="{C04D9E68-69C9-7ED7-124D-C4171E4C4309}"/>
          </ac:spMkLst>
        </pc:spChg>
        <pc:spChg chg="mod">
          <ac:chgData name="Alec Wells" userId="527ade61401a42c1" providerId="LiveId" clId="{A64A5962-7ECB-4F16-903B-E4BF98D12B84}" dt="2024-04-06T00:44:23.654" v="931" actId="20577"/>
          <ac:spMkLst>
            <pc:docMk/>
            <pc:sldMk cId="1148687523" sldId="400"/>
            <ac:spMk id="16387" creationId="{08E0A061-609E-BD92-34BE-0F168694D455}"/>
          </ac:spMkLst>
        </pc:spChg>
      </pc:sldChg>
      <pc:sldChg chg="modSp add mod">
        <pc:chgData name="Alec Wells" userId="527ade61401a42c1" providerId="LiveId" clId="{A64A5962-7ECB-4F16-903B-E4BF98D12B84}" dt="2024-04-14T23:30:40.601" v="2738" actId="20577"/>
        <pc:sldMkLst>
          <pc:docMk/>
          <pc:sldMk cId="2936764483" sldId="401"/>
        </pc:sldMkLst>
        <pc:spChg chg="mod">
          <ac:chgData name="Alec Wells" userId="527ade61401a42c1" providerId="LiveId" clId="{A64A5962-7ECB-4F16-903B-E4BF98D12B84}" dt="2024-04-14T23:30:40.601" v="2738" actId="20577"/>
          <ac:spMkLst>
            <pc:docMk/>
            <pc:sldMk cId="2936764483" sldId="401"/>
            <ac:spMk id="16386" creationId="{C04D9E68-69C9-7ED7-124D-C4171E4C4309}"/>
          </ac:spMkLst>
        </pc:spChg>
        <pc:spChg chg="mod">
          <ac:chgData name="Alec Wells" userId="527ade61401a42c1" providerId="LiveId" clId="{A64A5962-7ECB-4F16-903B-E4BF98D12B84}" dt="2024-04-06T00:46:32.438" v="1077" actId="20577"/>
          <ac:spMkLst>
            <pc:docMk/>
            <pc:sldMk cId="2936764483" sldId="401"/>
            <ac:spMk id="16387" creationId="{08E0A061-609E-BD92-34BE-0F168694D455}"/>
          </ac:spMkLst>
        </pc:spChg>
      </pc:sldChg>
      <pc:sldChg chg="modSp add mod ord">
        <pc:chgData name="Alec Wells" userId="527ade61401a42c1" providerId="LiveId" clId="{A64A5962-7ECB-4F16-903B-E4BF98D12B84}" dt="2024-04-11T00:10:16.412" v="1526"/>
        <pc:sldMkLst>
          <pc:docMk/>
          <pc:sldMk cId="680387633" sldId="402"/>
        </pc:sldMkLst>
        <pc:spChg chg="mod">
          <ac:chgData name="Alec Wells" userId="527ade61401a42c1" providerId="LiveId" clId="{A64A5962-7ECB-4F16-903B-E4BF98D12B84}" dt="2024-04-11T00:08:12.600" v="1517" actId="20577"/>
          <ac:spMkLst>
            <pc:docMk/>
            <pc:sldMk cId="680387633" sldId="402"/>
            <ac:spMk id="16386" creationId="{C04D9E68-69C9-7ED7-124D-C4171E4C4309}"/>
          </ac:spMkLst>
        </pc:spChg>
        <pc:spChg chg="mod">
          <ac:chgData name="Alec Wells" userId="527ade61401a42c1" providerId="LiveId" clId="{A64A5962-7ECB-4F16-903B-E4BF98D12B84}" dt="2024-04-06T00:56:35.119" v="1116" actId="255"/>
          <ac:spMkLst>
            <pc:docMk/>
            <pc:sldMk cId="680387633" sldId="402"/>
            <ac:spMk id="16387" creationId="{08E0A061-609E-BD92-34BE-0F168694D455}"/>
          </ac:spMkLst>
        </pc:spChg>
      </pc:sldChg>
      <pc:sldChg chg="modSp add del mod">
        <pc:chgData name="Alec Wells" userId="527ade61401a42c1" providerId="LiveId" clId="{A64A5962-7ECB-4F16-903B-E4BF98D12B84}" dt="2024-04-06T00:55:58.400" v="1082" actId="2696"/>
        <pc:sldMkLst>
          <pc:docMk/>
          <pc:sldMk cId="2988346156" sldId="402"/>
        </pc:sldMkLst>
        <pc:spChg chg="mod">
          <ac:chgData name="Alec Wells" userId="527ade61401a42c1" providerId="LiveId" clId="{A64A5962-7ECB-4F16-903B-E4BF98D12B84}" dt="2024-04-06T00:55:53.200" v="1079" actId="20577"/>
          <ac:spMkLst>
            <pc:docMk/>
            <pc:sldMk cId="2988346156" sldId="402"/>
            <ac:spMk id="16386" creationId="{C04D9E68-69C9-7ED7-124D-C4171E4C4309}"/>
          </ac:spMkLst>
        </pc:spChg>
        <pc:spChg chg="mod">
          <ac:chgData name="Alec Wells" userId="527ade61401a42c1" providerId="LiveId" clId="{A64A5962-7ECB-4F16-903B-E4BF98D12B84}" dt="2024-04-06T00:55:55.844" v="1081" actId="1076"/>
          <ac:spMkLst>
            <pc:docMk/>
            <pc:sldMk cId="2988346156" sldId="402"/>
            <ac:spMk id="16387" creationId="{08E0A061-609E-BD92-34BE-0F168694D455}"/>
          </ac:spMkLst>
        </pc:spChg>
      </pc:sldChg>
      <pc:sldChg chg="modSp add mod ord">
        <pc:chgData name="Alec Wells" userId="527ade61401a42c1" providerId="LiveId" clId="{A64A5962-7ECB-4F16-903B-E4BF98D12B84}" dt="2024-04-14T23:29:56.738" v="2704" actId="20577"/>
        <pc:sldMkLst>
          <pc:docMk/>
          <pc:sldMk cId="2456234841" sldId="403"/>
        </pc:sldMkLst>
        <pc:spChg chg="mod">
          <ac:chgData name="Alec Wells" userId="527ade61401a42c1" providerId="LiveId" clId="{A64A5962-7ECB-4F16-903B-E4BF98D12B84}" dt="2024-04-06T01:19:14.002" v="1133" actId="20577"/>
          <ac:spMkLst>
            <pc:docMk/>
            <pc:sldMk cId="2456234841" sldId="403"/>
            <ac:spMk id="16386" creationId="{C04D9E68-69C9-7ED7-124D-C4171E4C4309}"/>
          </ac:spMkLst>
        </pc:spChg>
        <pc:spChg chg="mod">
          <ac:chgData name="Alec Wells" userId="527ade61401a42c1" providerId="LiveId" clId="{A64A5962-7ECB-4F16-903B-E4BF98D12B84}" dt="2024-04-14T23:29:56.738" v="2704" actId="20577"/>
          <ac:spMkLst>
            <pc:docMk/>
            <pc:sldMk cId="2456234841" sldId="403"/>
            <ac:spMk id="16387" creationId="{08E0A061-609E-BD92-34BE-0F168694D455}"/>
          </ac:spMkLst>
        </pc:spChg>
      </pc:sldChg>
      <pc:sldChg chg="modSp add del mod">
        <pc:chgData name="Alec Wells" userId="527ade61401a42c1" providerId="LiveId" clId="{A64A5962-7ECB-4F16-903B-E4BF98D12B84}" dt="2024-04-14T23:31:19.644" v="2740" actId="2696"/>
        <pc:sldMkLst>
          <pc:docMk/>
          <pc:sldMk cId="3137857236" sldId="404"/>
        </pc:sldMkLst>
        <pc:spChg chg="mod">
          <ac:chgData name="Alec Wells" userId="527ade61401a42c1" providerId="LiveId" clId="{A64A5962-7ECB-4F16-903B-E4BF98D12B84}" dt="2024-04-11T00:10:47.403" v="1530" actId="20577"/>
          <ac:spMkLst>
            <pc:docMk/>
            <pc:sldMk cId="3137857236" sldId="404"/>
            <ac:spMk id="16386" creationId="{C04D9E68-69C9-7ED7-124D-C4171E4C4309}"/>
          </ac:spMkLst>
        </pc:spChg>
        <pc:spChg chg="mod">
          <ac:chgData name="Alec Wells" userId="527ade61401a42c1" providerId="LiveId" clId="{A64A5962-7ECB-4F16-903B-E4BF98D12B84}" dt="2024-04-14T23:31:16.916" v="2739" actId="21"/>
          <ac:spMkLst>
            <pc:docMk/>
            <pc:sldMk cId="3137857236" sldId="404"/>
            <ac:spMk id="16387" creationId="{08E0A061-609E-BD92-34BE-0F168694D455}"/>
          </ac:spMkLst>
        </pc:spChg>
      </pc:sldChg>
      <pc:sldChg chg="modSp add mod">
        <pc:chgData name="Alec Wells" userId="527ade61401a42c1" providerId="LiveId" clId="{A64A5962-7ECB-4F16-903B-E4BF98D12B84}" dt="2024-04-14T23:31:47.960" v="2760" actId="20577"/>
        <pc:sldMkLst>
          <pc:docMk/>
          <pc:sldMk cId="3232160031" sldId="405"/>
        </pc:sldMkLst>
        <pc:spChg chg="mod">
          <ac:chgData name="Alec Wells" userId="527ade61401a42c1" providerId="LiveId" clId="{A64A5962-7ECB-4F16-903B-E4BF98D12B84}" dt="2024-04-14T23:31:47.960" v="2760" actId="20577"/>
          <ac:spMkLst>
            <pc:docMk/>
            <pc:sldMk cId="3232160031" sldId="405"/>
            <ac:spMk id="16387" creationId="{08E0A061-609E-BD92-34BE-0F168694D455}"/>
          </ac:spMkLst>
        </pc:spChg>
      </pc:sldChg>
      <pc:sldChg chg="modSp add mod">
        <pc:chgData name="Alec Wells" userId="527ade61401a42c1" providerId="LiveId" clId="{A64A5962-7ECB-4F16-903B-E4BF98D12B84}" dt="2024-04-11T00:15:39.802" v="1705" actId="20577"/>
        <pc:sldMkLst>
          <pc:docMk/>
          <pc:sldMk cId="1589019224" sldId="406"/>
        </pc:sldMkLst>
        <pc:spChg chg="mod">
          <ac:chgData name="Alec Wells" userId="527ade61401a42c1" providerId="LiveId" clId="{A64A5962-7ECB-4F16-903B-E4BF98D12B84}" dt="2024-04-11T00:15:39.802" v="1705" actId="20577"/>
          <ac:spMkLst>
            <pc:docMk/>
            <pc:sldMk cId="1589019224" sldId="406"/>
            <ac:spMk id="16387" creationId="{08E0A061-609E-BD92-34BE-0F168694D455}"/>
          </ac:spMkLst>
        </pc:spChg>
      </pc:sldChg>
      <pc:sldChg chg="modSp add mod">
        <pc:chgData name="Alec Wells" userId="527ade61401a42c1" providerId="LiveId" clId="{A64A5962-7ECB-4F16-903B-E4BF98D12B84}" dt="2024-04-11T00:14:17.923" v="1703"/>
        <pc:sldMkLst>
          <pc:docMk/>
          <pc:sldMk cId="1179073541" sldId="407"/>
        </pc:sldMkLst>
        <pc:spChg chg="mod">
          <ac:chgData name="Alec Wells" userId="527ade61401a42c1" providerId="LiveId" clId="{A64A5962-7ECB-4F16-903B-E4BF98D12B84}" dt="2024-04-11T00:14:17.923" v="1703"/>
          <ac:spMkLst>
            <pc:docMk/>
            <pc:sldMk cId="1179073541" sldId="407"/>
            <ac:spMk id="16387" creationId="{08E0A061-609E-BD92-34BE-0F168694D455}"/>
          </ac:spMkLst>
        </pc:spChg>
      </pc:sldChg>
      <pc:sldChg chg="modSp add mod">
        <pc:chgData name="Alec Wells" userId="527ade61401a42c1" providerId="LiveId" clId="{A64A5962-7ECB-4F16-903B-E4BF98D12B84}" dt="2024-04-11T00:16:52.539" v="1859" actId="20577"/>
        <pc:sldMkLst>
          <pc:docMk/>
          <pc:sldMk cId="1487207069" sldId="408"/>
        </pc:sldMkLst>
        <pc:spChg chg="mod">
          <ac:chgData name="Alec Wells" userId="527ade61401a42c1" providerId="LiveId" clId="{A64A5962-7ECB-4F16-903B-E4BF98D12B84}" dt="2024-04-11T00:16:52.539" v="1859" actId="20577"/>
          <ac:spMkLst>
            <pc:docMk/>
            <pc:sldMk cId="1487207069" sldId="408"/>
            <ac:spMk id="16387" creationId="{08E0A061-609E-BD92-34BE-0F168694D455}"/>
          </ac:spMkLst>
        </pc:spChg>
      </pc:sldChg>
      <pc:sldChg chg="modSp add mod">
        <pc:chgData name="Alec Wells" userId="527ade61401a42c1" providerId="LiveId" clId="{A64A5962-7ECB-4F16-903B-E4BF98D12B84}" dt="2024-04-11T00:17:45.935" v="1890" actId="20577"/>
        <pc:sldMkLst>
          <pc:docMk/>
          <pc:sldMk cId="4169782949" sldId="409"/>
        </pc:sldMkLst>
        <pc:spChg chg="mod">
          <ac:chgData name="Alec Wells" userId="527ade61401a42c1" providerId="LiveId" clId="{A64A5962-7ECB-4F16-903B-E4BF98D12B84}" dt="2024-04-11T00:17:26.432" v="1865"/>
          <ac:spMkLst>
            <pc:docMk/>
            <pc:sldMk cId="4169782949" sldId="409"/>
            <ac:spMk id="16386" creationId="{C04D9E68-69C9-7ED7-124D-C4171E4C4309}"/>
          </ac:spMkLst>
        </pc:spChg>
        <pc:spChg chg="mod">
          <ac:chgData name="Alec Wells" userId="527ade61401a42c1" providerId="LiveId" clId="{A64A5962-7ECB-4F16-903B-E4BF98D12B84}" dt="2024-04-11T00:17:45.935" v="1890" actId="20577"/>
          <ac:spMkLst>
            <pc:docMk/>
            <pc:sldMk cId="4169782949" sldId="409"/>
            <ac:spMk id="16387" creationId="{08E0A061-609E-BD92-34BE-0F168694D455}"/>
          </ac:spMkLst>
        </pc:spChg>
      </pc:sldChg>
      <pc:sldChg chg="modSp add mod">
        <pc:chgData name="Alec Wells" userId="527ade61401a42c1" providerId="LiveId" clId="{A64A5962-7ECB-4F16-903B-E4BF98D12B84}" dt="2024-04-11T00:21:18.248" v="2093" actId="20577"/>
        <pc:sldMkLst>
          <pc:docMk/>
          <pc:sldMk cId="3691213625" sldId="410"/>
        </pc:sldMkLst>
        <pc:spChg chg="mod">
          <ac:chgData name="Alec Wells" userId="527ade61401a42c1" providerId="LiveId" clId="{A64A5962-7ECB-4F16-903B-E4BF98D12B84}" dt="2024-04-11T00:18:06.463" v="1895"/>
          <ac:spMkLst>
            <pc:docMk/>
            <pc:sldMk cId="3691213625" sldId="410"/>
            <ac:spMk id="16386" creationId="{C04D9E68-69C9-7ED7-124D-C4171E4C4309}"/>
          </ac:spMkLst>
        </pc:spChg>
        <pc:spChg chg="mod">
          <ac:chgData name="Alec Wells" userId="527ade61401a42c1" providerId="LiveId" clId="{A64A5962-7ECB-4F16-903B-E4BF98D12B84}" dt="2024-04-11T00:21:18.248" v="2093" actId="20577"/>
          <ac:spMkLst>
            <pc:docMk/>
            <pc:sldMk cId="3691213625" sldId="410"/>
            <ac:spMk id="16387" creationId="{08E0A061-609E-BD92-34BE-0F168694D455}"/>
          </ac:spMkLst>
        </pc:spChg>
      </pc:sldChg>
      <pc:sldChg chg="modSp add mod">
        <pc:chgData name="Alec Wells" userId="527ade61401a42c1" providerId="LiveId" clId="{A64A5962-7ECB-4F16-903B-E4BF98D12B84}" dt="2024-04-11T00:21:25.242" v="2094" actId="20577"/>
        <pc:sldMkLst>
          <pc:docMk/>
          <pc:sldMk cId="612104524" sldId="411"/>
        </pc:sldMkLst>
        <pc:spChg chg="mod">
          <ac:chgData name="Alec Wells" userId="527ade61401a42c1" providerId="LiveId" clId="{A64A5962-7ECB-4F16-903B-E4BF98D12B84}" dt="2024-04-11T00:19:54.391" v="2025" actId="20577"/>
          <ac:spMkLst>
            <pc:docMk/>
            <pc:sldMk cId="612104524" sldId="411"/>
            <ac:spMk id="16386" creationId="{C04D9E68-69C9-7ED7-124D-C4171E4C4309}"/>
          </ac:spMkLst>
        </pc:spChg>
        <pc:spChg chg="mod">
          <ac:chgData name="Alec Wells" userId="527ade61401a42c1" providerId="LiveId" clId="{A64A5962-7ECB-4F16-903B-E4BF98D12B84}" dt="2024-04-11T00:21:25.242" v="2094" actId="20577"/>
          <ac:spMkLst>
            <pc:docMk/>
            <pc:sldMk cId="612104524" sldId="411"/>
            <ac:spMk id="16387" creationId="{08E0A061-609E-BD92-34BE-0F168694D455}"/>
          </ac:spMkLst>
        </pc:spChg>
      </pc:sldChg>
      <pc:sldChg chg="modSp add mod">
        <pc:chgData name="Alec Wells" userId="527ade61401a42c1" providerId="LiveId" clId="{A64A5962-7ECB-4F16-903B-E4BF98D12B84}" dt="2024-04-14T23:29:22.086" v="2703" actId="20577"/>
        <pc:sldMkLst>
          <pc:docMk/>
          <pc:sldMk cId="3191501712" sldId="412"/>
        </pc:sldMkLst>
        <pc:spChg chg="mod">
          <ac:chgData name="Alec Wells" userId="527ade61401a42c1" providerId="LiveId" clId="{A64A5962-7ECB-4F16-903B-E4BF98D12B84}" dt="2024-04-14T23:29:22.086" v="2703" actId="20577"/>
          <ac:spMkLst>
            <pc:docMk/>
            <pc:sldMk cId="3191501712" sldId="412"/>
            <ac:spMk id="16387" creationId="{08E0A061-609E-BD92-34BE-0F168694D455}"/>
          </ac:spMkLst>
        </pc:spChg>
      </pc:sldChg>
    </pc:docChg>
  </pc:docChgLst>
  <pc:docChgLst>
    <pc:chgData name="Alec Wells" userId="527ade61401a42c1" providerId="LiveId" clId="{A9E98584-689C-455A-8111-3536E25BB2F6}"/>
    <pc:docChg chg="undo custSel addSld delSld modSld sldOrd">
      <pc:chgData name="Alec Wells" userId="527ade61401a42c1" providerId="LiveId" clId="{A9E98584-689C-455A-8111-3536E25BB2F6}" dt="2024-04-04T00:48:29.448" v="3650" actId="20577"/>
      <pc:docMkLst>
        <pc:docMk/>
      </pc:docMkLst>
      <pc:sldChg chg="modSp mod">
        <pc:chgData name="Alec Wells" userId="527ade61401a42c1" providerId="LiveId" clId="{A9E98584-689C-455A-8111-3536E25BB2F6}" dt="2024-04-04T00:48:29.448" v="3650" actId="20577"/>
        <pc:sldMkLst>
          <pc:docMk/>
          <pc:sldMk cId="0" sldId="256"/>
        </pc:sldMkLst>
        <pc:spChg chg="mod">
          <ac:chgData name="Alec Wells" userId="527ade61401a42c1" providerId="LiveId" clId="{A9E98584-689C-455A-8111-3536E25BB2F6}" dt="2024-04-04T00:48:29.448" v="3650" actId="20577"/>
          <ac:spMkLst>
            <pc:docMk/>
            <pc:sldMk cId="0" sldId="256"/>
            <ac:spMk id="2050" creationId="{CBD22B11-C1DB-B6A6-2EEE-0A845FB70593}"/>
          </ac:spMkLst>
        </pc:spChg>
        <pc:spChg chg="mod">
          <ac:chgData name="Alec Wells" userId="527ade61401a42c1" providerId="LiveId" clId="{A9E98584-689C-455A-8111-3536E25BB2F6}" dt="2024-03-31T00:18:52.660" v="3" actId="20577"/>
          <ac:spMkLst>
            <pc:docMk/>
            <pc:sldMk cId="0" sldId="256"/>
            <ac:spMk id="3075" creationId="{DA12F9B4-B776-2DD3-BE3B-4F6AF00DB9ED}"/>
          </ac:spMkLst>
        </pc:spChg>
      </pc:sldChg>
      <pc:sldChg chg="del">
        <pc:chgData name="Alec Wells" userId="527ade61401a42c1" providerId="LiveId" clId="{A9E98584-689C-455A-8111-3536E25BB2F6}" dt="2024-04-04T00:47:38.797" v="3640" actId="2696"/>
        <pc:sldMkLst>
          <pc:docMk/>
          <pc:sldMk cId="0" sldId="280"/>
        </pc:sldMkLst>
      </pc:sldChg>
      <pc:sldChg chg="modSp mod">
        <pc:chgData name="Alec Wells" userId="527ade61401a42c1" providerId="LiveId" clId="{A9E98584-689C-455A-8111-3536E25BB2F6}" dt="2024-03-31T00:19:48.618" v="52" actId="20577"/>
        <pc:sldMkLst>
          <pc:docMk/>
          <pc:sldMk cId="2823282474" sldId="319"/>
        </pc:sldMkLst>
        <pc:spChg chg="mod">
          <ac:chgData name="Alec Wells" userId="527ade61401a42c1" providerId="LiveId" clId="{A9E98584-689C-455A-8111-3536E25BB2F6}" dt="2024-03-31T00:18:58.353" v="9" actId="20577"/>
          <ac:spMkLst>
            <pc:docMk/>
            <pc:sldMk cId="2823282474" sldId="319"/>
            <ac:spMk id="5122" creationId="{03008CAA-58BB-9816-3370-99195DD15434}"/>
          </ac:spMkLst>
        </pc:spChg>
        <pc:spChg chg="mod">
          <ac:chgData name="Alec Wells" userId="527ade61401a42c1" providerId="LiveId" clId="{A9E98584-689C-455A-8111-3536E25BB2F6}" dt="2024-03-31T00:19:48.618" v="52" actId="20577"/>
          <ac:spMkLst>
            <pc:docMk/>
            <pc:sldMk cId="2823282474" sldId="319"/>
            <ac:spMk id="5123" creationId="{1372D5BC-0841-7191-D4A0-4C1202001BCC}"/>
          </ac:spMkLst>
        </pc:spChg>
      </pc:sldChg>
      <pc:sldChg chg="del">
        <pc:chgData name="Alec Wells" userId="527ade61401a42c1" providerId="LiveId" clId="{A9E98584-689C-455A-8111-3536E25BB2F6}" dt="2024-04-04T00:47:38.797" v="3640" actId="2696"/>
        <pc:sldMkLst>
          <pc:docMk/>
          <pc:sldMk cId="110807449" sldId="349"/>
        </pc:sldMkLst>
      </pc:sldChg>
      <pc:sldChg chg="del">
        <pc:chgData name="Alec Wells" userId="527ade61401a42c1" providerId="LiveId" clId="{A9E98584-689C-455A-8111-3536E25BB2F6}" dt="2024-04-04T00:47:38.797" v="3640" actId="2696"/>
        <pc:sldMkLst>
          <pc:docMk/>
          <pc:sldMk cId="49530787" sldId="350"/>
        </pc:sldMkLst>
      </pc:sldChg>
      <pc:sldChg chg="del">
        <pc:chgData name="Alec Wells" userId="527ade61401a42c1" providerId="LiveId" clId="{A9E98584-689C-455A-8111-3536E25BB2F6}" dt="2024-04-04T00:47:38.797" v="3640" actId="2696"/>
        <pc:sldMkLst>
          <pc:docMk/>
          <pc:sldMk cId="1746413386" sldId="352"/>
        </pc:sldMkLst>
      </pc:sldChg>
      <pc:sldChg chg="modSp del mod">
        <pc:chgData name="Alec Wells" userId="527ade61401a42c1" providerId="LiveId" clId="{A9E98584-689C-455A-8111-3536E25BB2F6}" dt="2024-04-02T00:46:50.972" v="2080" actId="2696"/>
        <pc:sldMkLst>
          <pc:docMk/>
          <pc:sldMk cId="3374849251" sldId="354"/>
        </pc:sldMkLst>
        <pc:spChg chg="mod">
          <ac:chgData name="Alec Wells" userId="527ade61401a42c1" providerId="LiveId" clId="{A9E98584-689C-455A-8111-3536E25BB2F6}" dt="2024-04-02T00:46:47.379" v="2079" actId="20577"/>
          <ac:spMkLst>
            <pc:docMk/>
            <pc:sldMk cId="3374849251" sldId="354"/>
            <ac:spMk id="5122" creationId="{57AF4AD4-BC7B-DD4E-D35E-52BDF77B85E3}"/>
          </ac:spMkLst>
        </pc:spChg>
      </pc:sldChg>
      <pc:sldChg chg="modSp mod">
        <pc:chgData name="Alec Wells" userId="527ade61401a42c1" providerId="LiveId" clId="{A9E98584-689C-455A-8111-3536E25BB2F6}" dt="2024-04-02T00:44:16.170" v="2034" actId="207"/>
        <pc:sldMkLst>
          <pc:docMk/>
          <pc:sldMk cId="3805411026" sldId="368"/>
        </pc:sldMkLst>
        <pc:spChg chg="mod">
          <ac:chgData name="Alec Wells" userId="527ade61401a42c1" providerId="LiveId" clId="{A9E98584-689C-455A-8111-3536E25BB2F6}" dt="2024-03-31T00:26:07.549" v="382" actId="20577"/>
          <ac:spMkLst>
            <pc:docMk/>
            <pc:sldMk cId="3805411026" sldId="368"/>
            <ac:spMk id="5122" creationId="{03008CAA-58BB-9816-3370-99195DD15434}"/>
          </ac:spMkLst>
        </pc:spChg>
        <pc:spChg chg="mod">
          <ac:chgData name="Alec Wells" userId="527ade61401a42c1" providerId="LiveId" clId="{A9E98584-689C-455A-8111-3536E25BB2F6}" dt="2024-04-02T00:44:16.170" v="2034" actId="207"/>
          <ac:spMkLst>
            <pc:docMk/>
            <pc:sldMk cId="3805411026" sldId="368"/>
            <ac:spMk id="5123" creationId="{1372D5BC-0841-7191-D4A0-4C1202001BCC}"/>
          </ac:spMkLst>
        </pc:spChg>
      </pc:sldChg>
      <pc:sldChg chg="ord">
        <pc:chgData name="Alec Wells" userId="527ade61401a42c1" providerId="LiveId" clId="{A9E98584-689C-455A-8111-3536E25BB2F6}" dt="2024-03-31T00:23:58.881" v="264"/>
        <pc:sldMkLst>
          <pc:docMk/>
          <pc:sldMk cId="3982036518" sldId="369"/>
        </pc:sldMkLst>
      </pc:sldChg>
      <pc:sldChg chg="del">
        <pc:chgData name="Alec Wells" userId="527ade61401a42c1" providerId="LiveId" clId="{A9E98584-689C-455A-8111-3536E25BB2F6}" dt="2024-04-04T00:47:38.797" v="3640" actId="2696"/>
        <pc:sldMkLst>
          <pc:docMk/>
          <pc:sldMk cId="83212731" sldId="371"/>
        </pc:sldMkLst>
      </pc:sldChg>
      <pc:sldChg chg="del">
        <pc:chgData name="Alec Wells" userId="527ade61401a42c1" providerId="LiveId" clId="{A9E98584-689C-455A-8111-3536E25BB2F6}" dt="2024-04-04T00:47:38.797" v="3640" actId="2696"/>
        <pc:sldMkLst>
          <pc:docMk/>
          <pc:sldMk cId="3178569890" sldId="373"/>
        </pc:sldMkLst>
      </pc:sldChg>
      <pc:sldChg chg="modSp mod ord">
        <pc:chgData name="Alec Wells" userId="527ade61401a42c1" providerId="LiveId" clId="{A9E98584-689C-455A-8111-3536E25BB2F6}" dt="2024-03-31T00:23:56.192" v="262"/>
        <pc:sldMkLst>
          <pc:docMk/>
          <pc:sldMk cId="2600614731" sldId="374"/>
        </pc:sldMkLst>
        <pc:spChg chg="mod">
          <ac:chgData name="Alec Wells" userId="527ade61401a42c1" providerId="LiveId" clId="{A9E98584-689C-455A-8111-3536E25BB2F6}" dt="2024-03-31T00:23:51.966" v="260" actId="20577"/>
          <ac:spMkLst>
            <pc:docMk/>
            <pc:sldMk cId="2600614731" sldId="374"/>
            <ac:spMk id="16386" creationId="{C04D9E68-69C9-7ED7-124D-C4171E4C4309}"/>
          </ac:spMkLst>
        </pc:spChg>
        <pc:spChg chg="mod">
          <ac:chgData name="Alec Wells" userId="527ade61401a42c1" providerId="LiveId" clId="{A9E98584-689C-455A-8111-3536E25BB2F6}" dt="2024-03-31T00:23:35.648" v="248" actId="5793"/>
          <ac:spMkLst>
            <pc:docMk/>
            <pc:sldMk cId="2600614731" sldId="374"/>
            <ac:spMk id="16387" creationId="{08E0A061-609E-BD92-34BE-0F168694D455}"/>
          </ac:spMkLst>
        </pc:spChg>
      </pc:sldChg>
      <pc:sldChg chg="del">
        <pc:chgData name="Alec Wells" userId="527ade61401a42c1" providerId="LiveId" clId="{A9E98584-689C-455A-8111-3536E25BB2F6}" dt="2024-04-04T00:47:38.797" v="3640" actId="2696"/>
        <pc:sldMkLst>
          <pc:docMk/>
          <pc:sldMk cId="3493309931" sldId="375"/>
        </pc:sldMkLst>
      </pc:sldChg>
      <pc:sldChg chg="del">
        <pc:chgData name="Alec Wells" userId="527ade61401a42c1" providerId="LiveId" clId="{A9E98584-689C-455A-8111-3536E25BB2F6}" dt="2024-04-04T00:47:38.797" v="3640" actId="2696"/>
        <pc:sldMkLst>
          <pc:docMk/>
          <pc:sldMk cId="428630207" sldId="376"/>
        </pc:sldMkLst>
      </pc:sldChg>
      <pc:sldChg chg="del">
        <pc:chgData name="Alec Wells" userId="527ade61401a42c1" providerId="LiveId" clId="{A9E98584-689C-455A-8111-3536E25BB2F6}" dt="2024-04-04T00:47:38.797" v="3640" actId="2696"/>
        <pc:sldMkLst>
          <pc:docMk/>
          <pc:sldMk cId="3095627477" sldId="377"/>
        </pc:sldMkLst>
      </pc:sldChg>
      <pc:sldChg chg="modSp mod">
        <pc:chgData name="Alec Wells" userId="527ade61401a42c1" providerId="LiveId" clId="{A9E98584-689C-455A-8111-3536E25BB2F6}" dt="2024-04-03T00:24:16.445" v="2143" actId="20578"/>
        <pc:sldMkLst>
          <pc:docMk/>
          <pc:sldMk cId="2774362858" sldId="378"/>
        </pc:sldMkLst>
        <pc:spChg chg="mod">
          <ac:chgData name="Alec Wells" userId="527ade61401a42c1" providerId="LiveId" clId="{A9E98584-689C-455A-8111-3536E25BB2F6}" dt="2024-04-02T00:38:56.918" v="1454" actId="20577"/>
          <ac:spMkLst>
            <pc:docMk/>
            <pc:sldMk cId="2774362858" sldId="378"/>
            <ac:spMk id="5122" creationId="{57AF4AD4-BC7B-DD4E-D35E-52BDF77B85E3}"/>
          </ac:spMkLst>
        </pc:spChg>
        <pc:spChg chg="mod">
          <ac:chgData name="Alec Wells" userId="527ade61401a42c1" providerId="LiveId" clId="{A9E98584-689C-455A-8111-3536E25BB2F6}" dt="2024-04-03T00:24:16.445" v="2143" actId="20578"/>
          <ac:spMkLst>
            <pc:docMk/>
            <pc:sldMk cId="2774362858" sldId="378"/>
            <ac:spMk id="5123" creationId="{365B6720-18E1-F23B-07F7-0F262BFCBA87}"/>
          </ac:spMkLst>
        </pc:spChg>
      </pc:sldChg>
      <pc:sldChg chg="del">
        <pc:chgData name="Alec Wells" userId="527ade61401a42c1" providerId="LiveId" clId="{A9E98584-689C-455A-8111-3536E25BB2F6}" dt="2024-04-04T00:47:38.797" v="3640" actId="2696"/>
        <pc:sldMkLst>
          <pc:docMk/>
          <pc:sldMk cId="1127671632" sldId="379"/>
        </pc:sldMkLst>
      </pc:sldChg>
      <pc:sldChg chg="del">
        <pc:chgData name="Alec Wells" userId="527ade61401a42c1" providerId="LiveId" clId="{A9E98584-689C-455A-8111-3536E25BB2F6}" dt="2024-04-04T00:47:38.797" v="3640" actId="2696"/>
        <pc:sldMkLst>
          <pc:docMk/>
          <pc:sldMk cId="4080425950" sldId="380"/>
        </pc:sldMkLst>
      </pc:sldChg>
      <pc:sldChg chg="del">
        <pc:chgData name="Alec Wells" userId="527ade61401a42c1" providerId="LiveId" clId="{A9E98584-689C-455A-8111-3536E25BB2F6}" dt="2024-04-04T00:47:38.797" v="3640" actId="2696"/>
        <pc:sldMkLst>
          <pc:docMk/>
          <pc:sldMk cId="2315007373" sldId="381"/>
        </pc:sldMkLst>
      </pc:sldChg>
      <pc:sldChg chg="del">
        <pc:chgData name="Alec Wells" userId="527ade61401a42c1" providerId="LiveId" clId="{A9E98584-689C-455A-8111-3536E25BB2F6}" dt="2024-04-04T00:47:38.797" v="3640" actId="2696"/>
        <pc:sldMkLst>
          <pc:docMk/>
          <pc:sldMk cId="2125734906" sldId="382"/>
        </pc:sldMkLst>
      </pc:sldChg>
      <pc:sldChg chg="del">
        <pc:chgData name="Alec Wells" userId="527ade61401a42c1" providerId="LiveId" clId="{A9E98584-689C-455A-8111-3536E25BB2F6}" dt="2024-04-04T00:47:38.797" v="3640" actId="2696"/>
        <pc:sldMkLst>
          <pc:docMk/>
          <pc:sldMk cId="1568801087" sldId="383"/>
        </pc:sldMkLst>
      </pc:sldChg>
      <pc:sldChg chg="modSp add mod">
        <pc:chgData name="Alec Wells" userId="527ade61401a42c1" providerId="LiveId" clId="{A9E98584-689C-455A-8111-3536E25BB2F6}" dt="2024-04-02T00:37:02.284" v="1355" actId="403"/>
        <pc:sldMkLst>
          <pc:docMk/>
          <pc:sldMk cId="1212216574" sldId="384"/>
        </pc:sldMkLst>
        <pc:spChg chg="mod">
          <ac:chgData name="Alec Wells" userId="527ade61401a42c1" providerId="LiveId" clId="{A9E98584-689C-455A-8111-3536E25BB2F6}" dt="2024-04-02T00:37:02.284" v="1355" actId="403"/>
          <ac:spMkLst>
            <pc:docMk/>
            <pc:sldMk cId="1212216574" sldId="384"/>
            <ac:spMk id="5123" creationId="{1372D5BC-0841-7191-D4A0-4C1202001BCC}"/>
          </ac:spMkLst>
        </pc:spChg>
      </pc:sldChg>
      <pc:sldChg chg="modSp add mod">
        <pc:chgData name="Alec Wells" userId="527ade61401a42c1" providerId="LiveId" clId="{A9E98584-689C-455A-8111-3536E25BB2F6}" dt="2024-04-02T00:37:35.059" v="1434" actId="20577"/>
        <pc:sldMkLst>
          <pc:docMk/>
          <pc:sldMk cId="2006472392" sldId="385"/>
        </pc:sldMkLst>
        <pc:spChg chg="mod">
          <ac:chgData name="Alec Wells" userId="527ade61401a42c1" providerId="LiveId" clId="{A9E98584-689C-455A-8111-3536E25BB2F6}" dt="2024-04-02T00:32:12.433" v="686" actId="20577"/>
          <ac:spMkLst>
            <pc:docMk/>
            <pc:sldMk cId="2006472392" sldId="385"/>
            <ac:spMk id="5122" creationId="{03008CAA-58BB-9816-3370-99195DD15434}"/>
          </ac:spMkLst>
        </pc:spChg>
        <pc:spChg chg="mod">
          <ac:chgData name="Alec Wells" userId="527ade61401a42c1" providerId="LiveId" clId="{A9E98584-689C-455A-8111-3536E25BB2F6}" dt="2024-04-02T00:37:35.059" v="1434" actId="20577"/>
          <ac:spMkLst>
            <pc:docMk/>
            <pc:sldMk cId="2006472392" sldId="385"/>
            <ac:spMk id="5123" creationId="{1372D5BC-0841-7191-D4A0-4C1202001BCC}"/>
          </ac:spMkLst>
        </pc:spChg>
      </pc:sldChg>
      <pc:sldChg chg="modSp add mod">
        <pc:chgData name="Alec Wells" userId="527ade61401a42c1" providerId="LiveId" clId="{A9E98584-689C-455A-8111-3536E25BB2F6}" dt="2024-04-02T00:36:47.683" v="1353" actId="20577"/>
        <pc:sldMkLst>
          <pc:docMk/>
          <pc:sldMk cId="2003818056" sldId="386"/>
        </pc:sldMkLst>
        <pc:spChg chg="mod">
          <ac:chgData name="Alec Wells" userId="527ade61401a42c1" providerId="LiveId" clId="{A9E98584-689C-455A-8111-3536E25BB2F6}" dt="2024-04-02T00:34:22.436" v="780" actId="20577"/>
          <ac:spMkLst>
            <pc:docMk/>
            <pc:sldMk cId="2003818056" sldId="386"/>
            <ac:spMk id="16386" creationId="{C04D9E68-69C9-7ED7-124D-C4171E4C4309}"/>
          </ac:spMkLst>
        </pc:spChg>
        <pc:spChg chg="mod">
          <ac:chgData name="Alec Wells" userId="527ade61401a42c1" providerId="LiveId" clId="{A9E98584-689C-455A-8111-3536E25BB2F6}" dt="2024-04-02T00:36:47.683" v="1353" actId="20577"/>
          <ac:spMkLst>
            <pc:docMk/>
            <pc:sldMk cId="2003818056" sldId="386"/>
            <ac:spMk id="16387" creationId="{08E0A061-609E-BD92-34BE-0F168694D455}"/>
          </ac:spMkLst>
        </pc:spChg>
      </pc:sldChg>
      <pc:sldChg chg="modSp add del mod">
        <pc:chgData name="Alec Wells" userId="527ade61401a42c1" providerId="LiveId" clId="{A9E98584-689C-455A-8111-3536E25BB2F6}" dt="2024-04-02T00:45:49.971" v="2069" actId="2696"/>
        <pc:sldMkLst>
          <pc:docMk/>
          <pc:sldMk cId="3684914875" sldId="387"/>
        </pc:sldMkLst>
        <pc:spChg chg="mod">
          <ac:chgData name="Alec Wells" userId="527ade61401a42c1" providerId="LiveId" clId="{A9E98584-689C-455A-8111-3536E25BB2F6}" dt="2024-04-02T00:45:46.697" v="2068" actId="5793"/>
          <ac:spMkLst>
            <pc:docMk/>
            <pc:sldMk cId="3684914875" sldId="387"/>
            <ac:spMk id="5123" creationId="{365B6720-18E1-F23B-07F7-0F262BFCBA87}"/>
          </ac:spMkLst>
        </pc:spChg>
      </pc:sldChg>
      <pc:sldChg chg="modSp add mod">
        <pc:chgData name="Alec Wells" userId="527ade61401a42c1" providerId="LiveId" clId="{A9E98584-689C-455A-8111-3536E25BB2F6}" dt="2024-04-03T00:39:13.329" v="3050" actId="20577"/>
        <pc:sldMkLst>
          <pc:docMk/>
          <pc:sldMk cId="4274320194" sldId="387"/>
        </pc:sldMkLst>
        <pc:spChg chg="mod">
          <ac:chgData name="Alec Wells" userId="527ade61401a42c1" providerId="LiveId" clId="{A9E98584-689C-455A-8111-3536E25BB2F6}" dt="2024-04-02T00:46:56.252" v="2090" actId="20577"/>
          <ac:spMkLst>
            <pc:docMk/>
            <pc:sldMk cId="4274320194" sldId="387"/>
            <ac:spMk id="5122" creationId="{57AF4AD4-BC7B-DD4E-D35E-52BDF77B85E3}"/>
          </ac:spMkLst>
        </pc:spChg>
        <pc:spChg chg="mod">
          <ac:chgData name="Alec Wells" userId="527ade61401a42c1" providerId="LiveId" clId="{A9E98584-689C-455A-8111-3536E25BB2F6}" dt="2024-04-03T00:39:13.329" v="3050" actId="20577"/>
          <ac:spMkLst>
            <pc:docMk/>
            <pc:sldMk cId="4274320194" sldId="387"/>
            <ac:spMk id="5123" creationId="{365B6720-18E1-F23B-07F7-0F262BFCBA87}"/>
          </ac:spMkLst>
        </pc:spChg>
      </pc:sldChg>
      <pc:sldChg chg="modSp add mod">
        <pc:chgData name="Alec Wells" userId="527ade61401a42c1" providerId="LiveId" clId="{A9E98584-689C-455A-8111-3536E25BB2F6}" dt="2024-04-03T00:42:02.690" v="3090" actId="20577"/>
        <pc:sldMkLst>
          <pc:docMk/>
          <pc:sldMk cId="1588919607" sldId="388"/>
        </pc:sldMkLst>
        <pc:spChg chg="mod">
          <ac:chgData name="Alec Wells" userId="527ade61401a42c1" providerId="LiveId" clId="{A9E98584-689C-455A-8111-3536E25BB2F6}" dt="2024-04-03T00:28:59.249" v="2235" actId="20577"/>
          <ac:spMkLst>
            <pc:docMk/>
            <pc:sldMk cId="1588919607" sldId="388"/>
            <ac:spMk id="5122" creationId="{57AF4AD4-BC7B-DD4E-D35E-52BDF77B85E3}"/>
          </ac:spMkLst>
        </pc:spChg>
        <pc:spChg chg="mod">
          <ac:chgData name="Alec Wells" userId="527ade61401a42c1" providerId="LiveId" clId="{A9E98584-689C-455A-8111-3536E25BB2F6}" dt="2024-04-03T00:42:02.690" v="3090" actId="20577"/>
          <ac:spMkLst>
            <pc:docMk/>
            <pc:sldMk cId="1588919607" sldId="388"/>
            <ac:spMk id="5123" creationId="{365B6720-18E1-F23B-07F7-0F262BFCBA87}"/>
          </ac:spMkLst>
        </pc:spChg>
      </pc:sldChg>
      <pc:sldChg chg="modSp add mod">
        <pc:chgData name="Alec Wells" userId="527ade61401a42c1" providerId="LiveId" clId="{A9E98584-689C-455A-8111-3536E25BB2F6}" dt="2024-04-03T00:38:25.403" v="2995" actId="20577"/>
        <pc:sldMkLst>
          <pc:docMk/>
          <pc:sldMk cId="600549790" sldId="389"/>
        </pc:sldMkLst>
        <pc:spChg chg="mod">
          <ac:chgData name="Alec Wells" userId="527ade61401a42c1" providerId="LiveId" clId="{A9E98584-689C-455A-8111-3536E25BB2F6}" dt="2024-04-03T00:38:25.403" v="2995" actId="20577"/>
          <ac:spMkLst>
            <pc:docMk/>
            <pc:sldMk cId="600549790" sldId="389"/>
            <ac:spMk id="5123" creationId="{365B6720-18E1-F23B-07F7-0F262BFCBA87}"/>
          </ac:spMkLst>
        </pc:spChg>
      </pc:sldChg>
      <pc:sldChg chg="modSp add mod ord">
        <pc:chgData name="Alec Wells" userId="527ade61401a42c1" providerId="LiveId" clId="{A9E98584-689C-455A-8111-3536E25BB2F6}" dt="2024-04-03T00:44:12.266" v="3289" actId="20577"/>
        <pc:sldMkLst>
          <pc:docMk/>
          <pc:sldMk cId="2904929709" sldId="390"/>
        </pc:sldMkLst>
        <pc:spChg chg="mod">
          <ac:chgData name="Alec Wells" userId="527ade61401a42c1" providerId="LiveId" clId="{A9E98584-689C-455A-8111-3536E25BB2F6}" dt="2024-04-03T00:44:12.266" v="3289" actId="20577"/>
          <ac:spMkLst>
            <pc:docMk/>
            <pc:sldMk cId="2904929709" sldId="390"/>
            <ac:spMk id="5123" creationId="{365B6720-18E1-F23B-07F7-0F262BFCBA87}"/>
          </ac:spMkLst>
        </pc:spChg>
      </pc:sldChg>
      <pc:sldChg chg="modSp add mod ord">
        <pc:chgData name="Alec Wells" userId="527ade61401a42c1" providerId="LiveId" clId="{A9E98584-689C-455A-8111-3536E25BB2F6}" dt="2024-04-03T00:46:04.286" v="3376" actId="1036"/>
        <pc:sldMkLst>
          <pc:docMk/>
          <pc:sldMk cId="59799092" sldId="391"/>
        </pc:sldMkLst>
        <pc:spChg chg="mod">
          <ac:chgData name="Alec Wells" userId="527ade61401a42c1" providerId="LiveId" clId="{A9E98584-689C-455A-8111-3536E25BB2F6}" dt="2024-04-03T00:46:04.286" v="3376" actId="1036"/>
          <ac:spMkLst>
            <pc:docMk/>
            <pc:sldMk cId="59799092" sldId="391"/>
            <ac:spMk id="5123" creationId="{365B6720-18E1-F23B-07F7-0F262BFCBA87}"/>
          </ac:spMkLst>
        </pc:spChg>
      </pc:sldChg>
      <pc:sldChg chg="modSp add mod">
        <pc:chgData name="Alec Wells" userId="527ade61401a42c1" providerId="LiveId" clId="{A9E98584-689C-455A-8111-3536E25BB2F6}" dt="2024-04-04T00:47:16.515" v="3639" actId="20577"/>
        <pc:sldMkLst>
          <pc:docMk/>
          <pc:sldMk cId="1748355833" sldId="392"/>
        </pc:sldMkLst>
        <pc:spChg chg="mod">
          <ac:chgData name="Alec Wells" userId="527ade61401a42c1" providerId="LiveId" clId="{A9E98584-689C-455A-8111-3536E25BB2F6}" dt="2024-04-04T00:47:16.515" v="3639" actId="20577"/>
          <ac:spMkLst>
            <pc:docMk/>
            <pc:sldMk cId="1748355833" sldId="392"/>
            <ac:spMk id="5122" creationId="{03008CAA-58BB-9816-3370-99195DD15434}"/>
          </ac:spMkLst>
        </pc:spChg>
        <pc:spChg chg="mod">
          <ac:chgData name="Alec Wells" userId="527ade61401a42c1" providerId="LiveId" clId="{A9E98584-689C-455A-8111-3536E25BB2F6}" dt="2024-04-04T00:47:13.271" v="3630" actId="20577"/>
          <ac:spMkLst>
            <pc:docMk/>
            <pc:sldMk cId="1748355833" sldId="392"/>
            <ac:spMk id="5123" creationId="{1372D5BC-0841-7191-D4A0-4C1202001BCC}"/>
          </ac:spMkLst>
        </pc:spChg>
      </pc:sldChg>
    </pc:docChg>
  </pc:docChgLst>
  <pc:docChgLst>
    <pc:chgData name="Alec Wells" userId="527ade61401a42c1" providerId="LiveId" clId="{C7BBFF10-0E0B-4437-B677-BD2CA36F4949}"/>
    <pc:docChg chg="custSel addSld modSld sldOrd">
      <pc:chgData name="Alec Wells" userId="527ade61401a42c1" providerId="LiveId" clId="{C7BBFF10-0E0B-4437-B677-BD2CA36F4949}" dt="2024-03-04T00:01:17.985" v="890" actId="20577"/>
      <pc:docMkLst>
        <pc:docMk/>
      </pc:docMkLst>
      <pc:sldChg chg="modSp mod">
        <pc:chgData name="Alec Wells" userId="527ade61401a42c1" providerId="LiveId" clId="{C7BBFF10-0E0B-4437-B677-BD2CA36F4949}" dt="2024-03-03T23:48:57.330" v="885" actId="403"/>
        <pc:sldMkLst>
          <pc:docMk/>
          <pc:sldMk cId="3207795901" sldId="321"/>
        </pc:sldMkLst>
        <pc:spChg chg="mod">
          <ac:chgData name="Alec Wells" userId="527ade61401a42c1" providerId="LiveId" clId="{C7BBFF10-0E0B-4437-B677-BD2CA36F4949}" dt="2024-03-03T23:48:57.330" v="885" actId="403"/>
          <ac:spMkLst>
            <pc:docMk/>
            <pc:sldMk cId="3207795901" sldId="321"/>
            <ac:spMk id="5123" creationId="{381CB796-D834-D21F-B872-FD7C60DFEC7A}"/>
          </ac:spMkLst>
        </pc:spChg>
      </pc:sldChg>
      <pc:sldChg chg="modSp mod">
        <pc:chgData name="Alec Wells" userId="527ade61401a42c1" providerId="LiveId" clId="{C7BBFF10-0E0B-4437-B677-BD2CA36F4949}" dt="2024-03-03T23:59:52.233" v="887" actId="20577"/>
        <pc:sldMkLst>
          <pc:docMk/>
          <pc:sldMk cId="3493719763" sldId="348"/>
        </pc:sldMkLst>
        <pc:spChg chg="mod">
          <ac:chgData name="Alec Wells" userId="527ade61401a42c1" providerId="LiveId" clId="{C7BBFF10-0E0B-4437-B677-BD2CA36F4949}" dt="2024-03-03T23:59:52.233" v="887" actId="20577"/>
          <ac:spMkLst>
            <pc:docMk/>
            <pc:sldMk cId="3493719763" sldId="348"/>
            <ac:spMk id="16387" creationId="{AE55AA3C-9876-C4AE-1999-7DF0F24255B2}"/>
          </ac:spMkLst>
        </pc:spChg>
      </pc:sldChg>
      <pc:sldChg chg="modSp mod">
        <pc:chgData name="Alec Wells" userId="527ade61401a42c1" providerId="LiveId" clId="{C7BBFF10-0E0B-4437-B677-BD2CA36F4949}" dt="2024-03-03T23:55:09.357" v="886" actId="20577"/>
        <pc:sldMkLst>
          <pc:docMk/>
          <pc:sldMk cId="587010487" sldId="358"/>
        </pc:sldMkLst>
        <pc:spChg chg="mod">
          <ac:chgData name="Alec Wells" userId="527ade61401a42c1" providerId="LiveId" clId="{C7BBFF10-0E0B-4437-B677-BD2CA36F4949}" dt="2024-03-03T23:55:09.357" v="886" actId="20577"/>
          <ac:spMkLst>
            <pc:docMk/>
            <pc:sldMk cId="587010487" sldId="358"/>
            <ac:spMk id="9219" creationId="{AFBFF55A-A9FE-FCFA-6018-709590391234}"/>
          </ac:spMkLst>
        </pc:spChg>
      </pc:sldChg>
      <pc:sldChg chg="modSp mod">
        <pc:chgData name="Alec Wells" userId="527ade61401a42c1" providerId="LiveId" clId="{C7BBFF10-0E0B-4437-B677-BD2CA36F4949}" dt="2024-03-04T00:00:40.468" v="888" actId="403"/>
        <pc:sldMkLst>
          <pc:docMk/>
          <pc:sldMk cId="1540216628" sldId="359"/>
        </pc:sldMkLst>
        <pc:spChg chg="mod">
          <ac:chgData name="Alec Wells" userId="527ade61401a42c1" providerId="LiveId" clId="{C7BBFF10-0E0B-4437-B677-BD2CA36F4949}" dt="2024-03-04T00:00:40.468" v="888" actId="403"/>
          <ac:spMkLst>
            <pc:docMk/>
            <pc:sldMk cId="1540216628" sldId="359"/>
            <ac:spMk id="2" creationId="{D60014A9-FF3C-EEAC-E4B5-C3F61D6E6809}"/>
          </ac:spMkLst>
        </pc:spChg>
      </pc:sldChg>
      <pc:sldChg chg="modSp mod">
        <pc:chgData name="Alec Wells" userId="527ade61401a42c1" providerId="LiveId" clId="{C7BBFF10-0E0B-4437-B677-BD2CA36F4949}" dt="2024-03-04T00:01:17.985" v="890" actId="20577"/>
        <pc:sldMkLst>
          <pc:docMk/>
          <pc:sldMk cId="1629402692" sldId="360"/>
        </pc:sldMkLst>
        <pc:spChg chg="mod">
          <ac:chgData name="Alec Wells" userId="527ade61401a42c1" providerId="LiveId" clId="{C7BBFF10-0E0B-4437-B677-BD2CA36F4949}" dt="2024-03-04T00:01:17.985" v="890" actId="20577"/>
          <ac:spMkLst>
            <pc:docMk/>
            <pc:sldMk cId="1629402692" sldId="360"/>
            <ac:spMk id="2" creationId="{B8DB393A-3416-0442-977C-1C417F0AFAC0}"/>
          </ac:spMkLst>
        </pc:spChg>
      </pc:sldChg>
      <pc:sldChg chg="modSp mod">
        <pc:chgData name="Alec Wells" userId="527ade61401a42c1" providerId="LiveId" clId="{C7BBFF10-0E0B-4437-B677-BD2CA36F4949}" dt="2024-03-03T23:14:16.482" v="58" actId="404"/>
        <pc:sldMkLst>
          <pc:docMk/>
          <pc:sldMk cId="82340334" sldId="362"/>
        </pc:sldMkLst>
        <pc:spChg chg="mod">
          <ac:chgData name="Alec Wells" userId="527ade61401a42c1" providerId="LiveId" clId="{C7BBFF10-0E0B-4437-B677-BD2CA36F4949}" dt="2024-03-03T23:14:16.482" v="58" actId="404"/>
          <ac:spMkLst>
            <pc:docMk/>
            <pc:sldMk cId="82340334" sldId="362"/>
            <ac:spMk id="2" creationId="{5D273B96-CC3F-BD1B-5D4E-8F0BB4FC36F0}"/>
          </ac:spMkLst>
        </pc:spChg>
      </pc:sldChg>
      <pc:sldChg chg="modSp mod">
        <pc:chgData name="Alec Wells" userId="527ade61401a42c1" providerId="LiveId" clId="{C7BBFF10-0E0B-4437-B677-BD2CA36F4949}" dt="2024-03-03T23:19:59.115" v="400" actId="404"/>
        <pc:sldMkLst>
          <pc:docMk/>
          <pc:sldMk cId="473473277" sldId="363"/>
        </pc:sldMkLst>
        <pc:spChg chg="mod">
          <ac:chgData name="Alec Wells" userId="527ade61401a42c1" providerId="LiveId" clId="{C7BBFF10-0E0B-4437-B677-BD2CA36F4949}" dt="2024-03-03T23:19:59.115" v="400" actId="404"/>
          <ac:spMkLst>
            <pc:docMk/>
            <pc:sldMk cId="473473277" sldId="363"/>
            <ac:spMk id="2" creationId="{2876EB33-78D0-9609-E783-7386BA06A611}"/>
          </ac:spMkLst>
        </pc:spChg>
      </pc:sldChg>
      <pc:sldChg chg="modSp add mod ord">
        <pc:chgData name="Alec Wells" userId="527ade61401a42c1" providerId="LiveId" clId="{C7BBFF10-0E0B-4437-B677-BD2CA36F4949}" dt="2024-03-03T23:28:36.070" v="884" actId="20577"/>
        <pc:sldMkLst>
          <pc:docMk/>
          <pc:sldMk cId="2043993520" sldId="364"/>
        </pc:sldMkLst>
        <pc:spChg chg="mod">
          <ac:chgData name="Alec Wells" userId="527ade61401a42c1" providerId="LiveId" clId="{C7BBFF10-0E0B-4437-B677-BD2CA36F4949}" dt="2024-03-03T23:28:36.070" v="884" actId="20577"/>
          <ac:spMkLst>
            <pc:docMk/>
            <pc:sldMk cId="2043993520" sldId="364"/>
            <ac:spMk id="2" creationId="{746FCFF2-E602-F799-CB11-E13309B0968D}"/>
          </ac:spMkLst>
        </pc:spChg>
      </pc:sldChg>
      <pc:sldChg chg="modSp add mod">
        <pc:chgData name="Alec Wells" userId="527ade61401a42c1" providerId="LiveId" clId="{C7BBFF10-0E0B-4437-B677-BD2CA36F4949}" dt="2024-03-03T23:23:26.447" v="514" actId="20577"/>
        <pc:sldMkLst>
          <pc:docMk/>
          <pc:sldMk cId="2165264343" sldId="365"/>
        </pc:sldMkLst>
        <pc:spChg chg="mod">
          <ac:chgData name="Alec Wells" userId="527ade61401a42c1" providerId="LiveId" clId="{C7BBFF10-0E0B-4437-B677-BD2CA36F4949}" dt="2024-03-03T23:23:26.447" v="514" actId="20577"/>
          <ac:spMkLst>
            <pc:docMk/>
            <pc:sldMk cId="2165264343" sldId="365"/>
            <ac:spMk id="2" creationId="{E038B1FF-07A9-A19A-64CF-E9234E0E8B95}"/>
          </ac:spMkLst>
        </pc:spChg>
      </pc:sldChg>
      <pc:sldChg chg="modSp add mod">
        <pc:chgData name="Alec Wells" userId="527ade61401a42c1" providerId="LiveId" clId="{C7BBFF10-0E0B-4437-B677-BD2CA36F4949}" dt="2024-03-03T23:24:19.424" v="648" actId="20577"/>
        <pc:sldMkLst>
          <pc:docMk/>
          <pc:sldMk cId="3286551196" sldId="366"/>
        </pc:sldMkLst>
        <pc:spChg chg="mod">
          <ac:chgData name="Alec Wells" userId="527ade61401a42c1" providerId="LiveId" clId="{C7BBFF10-0E0B-4437-B677-BD2CA36F4949}" dt="2024-03-03T23:24:19.424" v="648" actId="20577"/>
          <ac:spMkLst>
            <pc:docMk/>
            <pc:sldMk cId="3286551196" sldId="366"/>
            <ac:spMk id="2" creationId="{6C6BE878-7C2F-0AD1-DBD1-C5CEA6E50D7A}"/>
          </ac:spMkLst>
        </pc:spChg>
      </pc:sldChg>
      <pc:sldChg chg="modSp add mod">
        <pc:chgData name="Alec Wells" userId="527ade61401a42c1" providerId="LiveId" clId="{C7BBFF10-0E0B-4437-B677-BD2CA36F4949}" dt="2024-03-03T23:26:32.687" v="863" actId="20577"/>
        <pc:sldMkLst>
          <pc:docMk/>
          <pc:sldMk cId="251505049" sldId="367"/>
        </pc:sldMkLst>
        <pc:spChg chg="mod">
          <ac:chgData name="Alec Wells" userId="527ade61401a42c1" providerId="LiveId" clId="{C7BBFF10-0E0B-4437-B677-BD2CA36F4949}" dt="2024-03-03T23:26:32.687" v="863" actId="20577"/>
          <ac:spMkLst>
            <pc:docMk/>
            <pc:sldMk cId="251505049" sldId="367"/>
            <ac:spMk id="2" creationId="{0D7C5E95-90A3-A357-2CE0-AB0B458B53C7}"/>
          </ac:spMkLst>
        </pc:spChg>
      </pc:sldChg>
    </pc:docChg>
  </pc:docChgLst>
  <pc:docChgLst>
    <pc:chgData name="Alec Wells" userId="527ade61401a42c1" providerId="LiveId" clId="{AD0DF8F6-AF04-4C85-9181-8ECC256CFED2}"/>
    <pc:docChg chg="undo custSel addSld delSld modSld sldOrd">
      <pc:chgData name="Alec Wells" userId="527ade61401a42c1" providerId="LiveId" clId="{AD0DF8F6-AF04-4C85-9181-8ECC256CFED2}" dt="2024-03-09T17:24:52.117" v="6867" actId="20577"/>
      <pc:docMkLst>
        <pc:docMk/>
      </pc:docMkLst>
      <pc:sldChg chg="modSp mod">
        <pc:chgData name="Alec Wells" userId="527ade61401a42c1" providerId="LiveId" clId="{AD0DF8F6-AF04-4C85-9181-8ECC256CFED2}" dt="2024-03-08T00:54:27.170" v="9" actId="20577"/>
        <pc:sldMkLst>
          <pc:docMk/>
          <pc:sldMk cId="0" sldId="256"/>
        </pc:sldMkLst>
        <pc:spChg chg="mod">
          <ac:chgData name="Alec Wells" userId="527ade61401a42c1" providerId="LiveId" clId="{AD0DF8F6-AF04-4C85-9181-8ECC256CFED2}" dt="2024-03-08T00:54:27.170" v="9" actId="20577"/>
          <ac:spMkLst>
            <pc:docMk/>
            <pc:sldMk cId="0" sldId="256"/>
            <ac:spMk id="2050" creationId="{CBD22B11-C1DB-B6A6-2EEE-0A845FB70593}"/>
          </ac:spMkLst>
        </pc:spChg>
        <pc:spChg chg="mod">
          <ac:chgData name="Alec Wells" userId="527ade61401a42c1" providerId="LiveId" clId="{AD0DF8F6-AF04-4C85-9181-8ECC256CFED2}" dt="2024-03-08T00:54:21.380" v="5" actId="20577"/>
          <ac:spMkLst>
            <pc:docMk/>
            <pc:sldMk cId="0" sldId="256"/>
            <ac:spMk id="3075" creationId="{DA12F9B4-B776-2DD3-BE3B-4F6AF00DB9ED}"/>
          </ac:spMkLst>
        </pc:spChg>
      </pc:sldChg>
      <pc:sldChg chg="add del">
        <pc:chgData name="Alec Wells" userId="527ade61401a42c1" providerId="LiveId" clId="{AD0DF8F6-AF04-4C85-9181-8ECC256CFED2}" dt="2024-03-09T16:58:00.086" v="5164" actId="2696"/>
        <pc:sldMkLst>
          <pc:docMk/>
          <pc:sldMk cId="0" sldId="280"/>
        </pc:sldMkLst>
      </pc:sldChg>
      <pc:sldChg chg="del">
        <pc:chgData name="Alec Wells" userId="527ade61401a42c1" providerId="LiveId" clId="{AD0DF8F6-AF04-4C85-9181-8ECC256CFED2}" dt="2024-03-09T13:23:08.719" v="4227" actId="2696"/>
        <pc:sldMkLst>
          <pc:docMk/>
          <pc:sldMk cId="0" sldId="288"/>
        </pc:sldMkLst>
      </pc:sldChg>
      <pc:sldChg chg="modSp mod">
        <pc:chgData name="Alec Wells" userId="527ade61401a42c1" providerId="LiveId" clId="{AD0DF8F6-AF04-4C85-9181-8ECC256CFED2}" dt="2024-03-09T16:27:11.854" v="4563" actId="20577"/>
        <pc:sldMkLst>
          <pc:docMk/>
          <pc:sldMk cId="2823282474" sldId="319"/>
        </pc:sldMkLst>
        <pc:spChg chg="mod">
          <ac:chgData name="Alec Wells" userId="527ade61401a42c1" providerId="LiveId" clId="{AD0DF8F6-AF04-4C85-9181-8ECC256CFED2}" dt="2024-03-08T00:54:33.482" v="13" actId="20577"/>
          <ac:spMkLst>
            <pc:docMk/>
            <pc:sldMk cId="2823282474" sldId="319"/>
            <ac:spMk id="5122" creationId="{03008CAA-58BB-9816-3370-99195DD15434}"/>
          </ac:spMkLst>
        </pc:spChg>
        <pc:spChg chg="mod">
          <ac:chgData name="Alec Wells" userId="527ade61401a42c1" providerId="LiveId" clId="{AD0DF8F6-AF04-4C85-9181-8ECC256CFED2}" dt="2024-03-09T16:27:11.854" v="4563" actId="20577"/>
          <ac:spMkLst>
            <pc:docMk/>
            <pc:sldMk cId="2823282474" sldId="319"/>
            <ac:spMk id="5123" creationId="{1372D5BC-0841-7191-D4A0-4C1202001BCC}"/>
          </ac:spMkLst>
        </pc:spChg>
      </pc:sldChg>
      <pc:sldChg chg="modSp del mod">
        <pc:chgData name="Alec Wells" userId="527ade61401a42c1" providerId="LiveId" clId="{AD0DF8F6-AF04-4C85-9181-8ECC256CFED2}" dt="2024-03-08T01:13:18.792" v="1811" actId="2696"/>
        <pc:sldMkLst>
          <pc:docMk/>
          <pc:sldMk cId="4058445389" sldId="320"/>
        </pc:sldMkLst>
        <pc:spChg chg="mod">
          <ac:chgData name="Alec Wells" userId="527ade61401a42c1" providerId="LiveId" clId="{AD0DF8F6-AF04-4C85-9181-8ECC256CFED2}" dt="2024-03-08T01:13:11.823" v="1808" actId="20577"/>
          <ac:spMkLst>
            <pc:docMk/>
            <pc:sldMk cId="4058445389" sldId="320"/>
            <ac:spMk id="5122" creationId="{CD504D0F-EA23-1C0C-536A-83011BE5839E}"/>
          </ac:spMkLst>
        </pc:spChg>
      </pc:sldChg>
      <pc:sldChg chg="del">
        <pc:chgData name="Alec Wells" userId="527ade61401a42c1" providerId="LiveId" clId="{AD0DF8F6-AF04-4C85-9181-8ECC256CFED2}" dt="2024-03-09T13:23:08.719" v="4227" actId="2696"/>
        <pc:sldMkLst>
          <pc:docMk/>
          <pc:sldMk cId="3207795901" sldId="321"/>
        </pc:sldMkLst>
      </pc:sldChg>
      <pc:sldChg chg="add del">
        <pc:chgData name="Alec Wells" userId="527ade61401a42c1" providerId="LiveId" clId="{AD0DF8F6-AF04-4C85-9181-8ECC256CFED2}" dt="2024-03-09T16:58:04.973" v="5167" actId="2696"/>
        <pc:sldMkLst>
          <pc:docMk/>
          <pc:sldMk cId="3268456659" sldId="323"/>
        </pc:sldMkLst>
      </pc:sldChg>
      <pc:sldChg chg="add del">
        <pc:chgData name="Alec Wells" userId="527ade61401a42c1" providerId="LiveId" clId="{AD0DF8F6-AF04-4C85-9181-8ECC256CFED2}" dt="2024-03-09T16:58:17.320" v="5168" actId="2696"/>
        <pc:sldMkLst>
          <pc:docMk/>
          <pc:sldMk cId="3493719763" sldId="348"/>
        </pc:sldMkLst>
      </pc:sldChg>
      <pc:sldChg chg="ord">
        <pc:chgData name="Alec Wells" userId="527ade61401a42c1" providerId="LiveId" clId="{AD0DF8F6-AF04-4C85-9181-8ECC256CFED2}" dt="2024-03-09T16:57:58.977" v="5162" actId="20578"/>
        <pc:sldMkLst>
          <pc:docMk/>
          <pc:sldMk cId="110807449" sldId="349"/>
        </pc:sldMkLst>
      </pc:sldChg>
      <pc:sldChg chg="modSp mod">
        <pc:chgData name="Alec Wells" userId="527ade61401a42c1" providerId="LiveId" clId="{AD0DF8F6-AF04-4C85-9181-8ECC256CFED2}" dt="2024-03-09T16:35:11.100" v="4613" actId="20577"/>
        <pc:sldMkLst>
          <pc:docMk/>
          <pc:sldMk cId="49530787" sldId="350"/>
        </pc:sldMkLst>
        <pc:spChg chg="mod">
          <ac:chgData name="Alec Wells" userId="527ade61401a42c1" providerId="LiveId" clId="{AD0DF8F6-AF04-4C85-9181-8ECC256CFED2}" dt="2024-03-08T01:13:09.446" v="1807" actId="20577"/>
          <ac:spMkLst>
            <pc:docMk/>
            <pc:sldMk cId="49530787" sldId="350"/>
            <ac:spMk id="16386" creationId="{C04D9E68-69C9-7ED7-124D-C4171E4C4309}"/>
          </ac:spMkLst>
        </pc:spChg>
        <pc:spChg chg="mod">
          <ac:chgData name="Alec Wells" userId="527ade61401a42c1" providerId="LiveId" clId="{AD0DF8F6-AF04-4C85-9181-8ECC256CFED2}" dt="2024-03-09T16:35:11.100" v="4613" actId="20577"/>
          <ac:spMkLst>
            <pc:docMk/>
            <pc:sldMk cId="49530787" sldId="350"/>
            <ac:spMk id="16387" creationId="{08E0A061-609E-BD92-34BE-0F168694D455}"/>
          </ac:spMkLst>
        </pc:spChg>
      </pc:sldChg>
      <pc:sldChg chg="add del">
        <pc:chgData name="Alec Wells" userId="527ade61401a42c1" providerId="LiveId" clId="{AD0DF8F6-AF04-4C85-9181-8ECC256CFED2}" dt="2024-03-09T16:58:00.392" v="5165" actId="2696"/>
        <pc:sldMkLst>
          <pc:docMk/>
          <pc:sldMk cId="1746413386" sldId="352"/>
        </pc:sldMkLst>
      </pc:sldChg>
      <pc:sldChg chg="add del">
        <pc:chgData name="Alec Wells" userId="527ade61401a42c1" providerId="LiveId" clId="{AD0DF8F6-AF04-4C85-9181-8ECC256CFED2}" dt="2024-03-09T16:58:17.320" v="5168" actId="2696"/>
        <pc:sldMkLst>
          <pc:docMk/>
          <pc:sldMk cId="3762269615" sldId="353"/>
        </pc:sldMkLst>
      </pc:sldChg>
      <pc:sldChg chg="modSp mod">
        <pc:chgData name="Alec Wells" userId="527ade61401a42c1" providerId="LiveId" clId="{AD0DF8F6-AF04-4C85-9181-8ECC256CFED2}" dt="2024-03-09T16:25:58.468" v="4513" actId="113"/>
        <pc:sldMkLst>
          <pc:docMk/>
          <pc:sldMk cId="3374849251" sldId="354"/>
        </pc:sldMkLst>
        <pc:spChg chg="mod">
          <ac:chgData name="Alec Wells" userId="527ade61401a42c1" providerId="LiveId" clId="{AD0DF8F6-AF04-4C85-9181-8ECC256CFED2}" dt="2024-03-08T01:06:02.707" v="1212" actId="20577"/>
          <ac:spMkLst>
            <pc:docMk/>
            <pc:sldMk cId="3374849251" sldId="354"/>
            <ac:spMk id="5122" creationId="{57AF4AD4-BC7B-DD4E-D35E-52BDF77B85E3}"/>
          </ac:spMkLst>
        </pc:spChg>
        <pc:spChg chg="mod">
          <ac:chgData name="Alec Wells" userId="527ade61401a42c1" providerId="LiveId" clId="{AD0DF8F6-AF04-4C85-9181-8ECC256CFED2}" dt="2024-03-09T16:25:58.468" v="4513" actId="113"/>
          <ac:spMkLst>
            <pc:docMk/>
            <pc:sldMk cId="3374849251" sldId="354"/>
            <ac:spMk id="5123" creationId="{365B6720-18E1-F23B-07F7-0F262BFCBA87}"/>
          </ac:spMkLst>
        </pc:spChg>
      </pc:sldChg>
      <pc:sldChg chg="del">
        <pc:chgData name="Alec Wells" userId="527ade61401a42c1" providerId="LiveId" clId="{AD0DF8F6-AF04-4C85-9181-8ECC256CFED2}" dt="2024-03-09T16:57:02.777" v="5155" actId="2696"/>
        <pc:sldMkLst>
          <pc:docMk/>
          <pc:sldMk cId="4241106793" sldId="355"/>
        </pc:sldMkLst>
      </pc:sldChg>
      <pc:sldChg chg="add del">
        <pc:chgData name="Alec Wells" userId="527ade61401a42c1" providerId="LiveId" clId="{AD0DF8F6-AF04-4C85-9181-8ECC256CFED2}" dt="2024-03-09T16:58:04.973" v="5167" actId="2696"/>
        <pc:sldMkLst>
          <pc:docMk/>
          <pc:sldMk cId="2362606726" sldId="356"/>
        </pc:sldMkLst>
      </pc:sldChg>
      <pc:sldChg chg="add del">
        <pc:chgData name="Alec Wells" userId="527ade61401a42c1" providerId="LiveId" clId="{AD0DF8F6-AF04-4C85-9181-8ECC256CFED2}" dt="2024-03-09T16:58:04.973" v="5167" actId="2696"/>
        <pc:sldMkLst>
          <pc:docMk/>
          <pc:sldMk cId="2039970856" sldId="357"/>
        </pc:sldMkLst>
      </pc:sldChg>
      <pc:sldChg chg="add del">
        <pc:chgData name="Alec Wells" userId="527ade61401a42c1" providerId="LiveId" clId="{AD0DF8F6-AF04-4C85-9181-8ECC256CFED2}" dt="2024-03-09T16:58:04.973" v="5167" actId="2696"/>
        <pc:sldMkLst>
          <pc:docMk/>
          <pc:sldMk cId="587010487" sldId="358"/>
        </pc:sldMkLst>
      </pc:sldChg>
      <pc:sldChg chg="add del">
        <pc:chgData name="Alec Wells" userId="527ade61401a42c1" providerId="LiveId" clId="{AD0DF8F6-AF04-4C85-9181-8ECC256CFED2}" dt="2024-03-09T16:58:17.320" v="5168" actId="2696"/>
        <pc:sldMkLst>
          <pc:docMk/>
          <pc:sldMk cId="1540216628" sldId="359"/>
        </pc:sldMkLst>
      </pc:sldChg>
      <pc:sldChg chg="add del">
        <pc:chgData name="Alec Wells" userId="527ade61401a42c1" providerId="LiveId" clId="{AD0DF8F6-AF04-4C85-9181-8ECC256CFED2}" dt="2024-03-09T16:58:17.320" v="5168" actId="2696"/>
        <pc:sldMkLst>
          <pc:docMk/>
          <pc:sldMk cId="1629402692" sldId="360"/>
        </pc:sldMkLst>
      </pc:sldChg>
      <pc:sldChg chg="add del">
        <pc:chgData name="Alec Wells" userId="527ade61401a42c1" providerId="LiveId" clId="{AD0DF8F6-AF04-4C85-9181-8ECC256CFED2}" dt="2024-03-09T16:58:17.320" v="5168" actId="2696"/>
        <pc:sldMkLst>
          <pc:docMk/>
          <pc:sldMk cId="1464846336" sldId="361"/>
        </pc:sldMkLst>
      </pc:sldChg>
      <pc:sldChg chg="add del">
        <pc:chgData name="Alec Wells" userId="527ade61401a42c1" providerId="LiveId" clId="{AD0DF8F6-AF04-4C85-9181-8ECC256CFED2}" dt="2024-03-09T16:58:17.320" v="5168" actId="2696"/>
        <pc:sldMkLst>
          <pc:docMk/>
          <pc:sldMk cId="82340334" sldId="362"/>
        </pc:sldMkLst>
      </pc:sldChg>
      <pc:sldChg chg="add del">
        <pc:chgData name="Alec Wells" userId="527ade61401a42c1" providerId="LiveId" clId="{AD0DF8F6-AF04-4C85-9181-8ECC256CFED2}" dt="2024-03-09T16:58:17.320" v="5168" actId="2696"/>
        <pc:sldMkLst>
          <pc:docMk/>
          <pc:sldMk cId="473473277" sldId="363"/>
        </pc:sldMkLst>
      </pc:sldChg>
      <pc:sldChg chg="add del">
        <pc:chgData name="Alec Wells" userId="527ade61401a42c1" providerId="LiveId" clId="{AD0DF8F6-AF04-4C85-9181-8ECC256CFED2}" dt="2024-03-09T16:58:17.320" v="5168" actId="2696"/>
        <pc:sldMkLst>
          <pc:docMk/>
          <pc:sldMk cId="2043993520" sldId="364"/>
        </pc:sldMkLst>
      </pc:sldChg>
      <pc:sldChg chg="add del">
        <pc:chgData name="Alec Wells" userId="527ade61401a42c1" providerId="LiveId" clId="{AD0DF8F6-AF04-4C85-9181-8ECC256CFED2}" dt="2024-03-09T16:58:17.320" v="5168" actId="2696"/>
        <pc:sldMkLst>
          <pc:docMk/>
          <pc:sldMk cId="2165264343" sldId="365"/>
        </pc:sldMkLst>
      </pc:sldChg>
      <pc:sldChg chg="add del">
        <pc:chgData name="Alec Wells" userId="527ade61401a42c1" providerId="LiveId" clId="{AD0DF8F6-AF04-4C85-9181-8ECC256CFED2}" dt="2024-03-09T16:58:17.320" v="5168" actId="2696"/>
        <pc:sldMkLst>
          <pc:docMk/>
          <pc:sldMk cId="3286551196" sldId="366"/>
        </pc:sldMkLst>
      </pc:sldChg>
      <pc:sldChg chg="add del">
        <pc:chgData name="Alec Wells" userId="527ade61401a42c1" providerId="LiveId" clId="{AD0DF8F6-AF04-4C85-9181-8ECC256CFED2}" dt="2024-03-09T16:58:17.320" v="5168" actId="2696"/>
        <pc:sldMkLst>
          <pc:docMk/>
          <pc:sldMk cId="251505049" sldId="367"/>
        </pc:sldMkLst>
      </pc:sldChg>
      <pc:sldChg chg="modSp add mod">
        <pc:chgData name="Alec Wells" userId="527ade61401a42c1" providerId="LiveId" clId="{AD0DF8F6-AF04-4C85-9181-8ECC256CFED2}" dt="2024-03-09T16:29:17.123" v="4564" actId="20577"/>
        <pc:sldMkLst>
          <pc:docMk/>
          <pc:sldMk cId="3805411026" sldId="368"/>
        </pc:sldMkLst>
        <pc:spChg chg="mod">
          <ac:chgData name="Alec Wells" userId="527ade61401a42c1" providerId="LiveId" clId="{AD0DF8F6-AF04-4C85-9181-8ECC256CFED2}" dt="2024-03-08T01:00:11.894" v="467" actId="20577"/>
          <ac:spMkLst>
            <pc:docMk/>
            <pc:sldMk cId="3805411026" sldId="368"/>
            <ac:spMk id="5122" creationId="{03008CAA-58BB-9816-3370-99195DD15434}"/>
          </ac:spMkLst>
        </pc:spChg>
        <pc:spChg chg="mod">
          <ac:chgData name="Alec Wells" userId="527ade61401a42c1" providerId="LiveId" clId="{AD0DF8F6-AF04-4C85-9181-8ECC256CFED2}" dt="2024-03-09T16:29:17.123" v="4564" actId="20577"/>
          <ac:spMkLst>
            <pc:docMk/>
            <pc:sldMk cId="3805411026" sldId="368"/>
            <ac:spMk id="5123" creationId="{1372D5BC-0841-7191-D4A0-4C1202001BCC}"/>
          </ac:spMkLst>
        </pc:spChg>
      </pc:sldChg>
      <pc:sldChg chg="addSp modSp add mod setBg">
        <pc:chgData name="Alec Wells" userId="527ade61401a42c1" providerId="LiveId" clId="{AD0DF8F6-AF04-4C85-9181-8ECC256CFED2}" dt="2024-03-08T01:11:16.278" v="1789" actId="20577"/>
        <pc:sldMkLst>
          <pc:docMk/>
          <pc:sldMk cId="3982036518" sldId="369"/>
        </pc:sldMkLst>
        <pc:spChg chg="add">
          <ac:chgData name="Alec Wells" userId="527ade61401a42c1" providerId="LiveId" clId="{AD0DF8F6-AF04-4C85-9181-8ECC256CFED2}" dt="2024-03-08T01:10:46.427" v="1767"/>
          <ac:spMkLst>
            <pc:docMk/>
            <pc:sldMk cId="3982036518" sldId="369"/>
            <ac:spMk id="2" creationId="{E7C31C76-5233-FF57-A95E-C894524BC256}"/>
          </ac:spMkLst>
        </pc:spChg>
        <pc:spChg chg="mod">
          <ac:chgData name="Alec Wells" userId="527ade61401a42c1" providerId="LiveId" clId="{AD0DF8F6-AF04-4C85-9181-8ECC256CFED2}" dt="2024-03-08T01:10:39.757" v="1766" actId="20577"/>
          <ac:spMkLst>
            <pc:docMk/>
            <pc:sldMk cId="3982036518" sldId="369"/>
            <ac:spMk id="5122" creationId="{57AF4AD4-BC7B-DD4E-D35E-52BDF77B85E3}"/>
          </ac:spMkLst>
        </pc:spChg>
        <pc:spChg chg="mod">
          <ac:chgData name="Alec Wells" userId="527ade61401a42c1" providerId="LiveId" clId="{AD0DF8F6-AF04-4C85-9181-8ECC256CFED2}" dt="2024-03-08T01:11:16.278" v="1789" actId="20577"/>
          <ac:spMkLst>
            <pc:docMk/>
            <pc:sldMk cId="3982036518" sldId="369"/>
            <ac:spMk id="5123" creationId="{365B6720-18E1-F23B-07F7-0F262BFCBA87}"/>
          </ac:spMkLst>
        </pc:spChg>
      </pc:sldChg>
      <pc:sldChg chg="modSp add del mod">
        <pc:chgData name="Alec Wells" userId="527ade61401a42c1" providerId="LiveId" clId="{AD0DF8F6-AF04-4C85-9181-8ECC256CFED2}" dt="2024-03-09T01:13:00.600" v="3382" actId="2696"/>
        <pc:sldMkLst>
          <pc:docMk/>
          <pc:sldMk cId="1439159269" sldId="370"/>
        </pc:sldMkLst>
        <pc:spChg chg="mod">
          <ac:chgData name="Alec Wells" userId="527ade61401a42c1" providerId="LiveId" clId="{AD0DF8F6-AF04-4C85-9181-8ECC256CFED2}" dt="2024-03-08T01:13:31.249" v="1839" actId="20577"/>
          <ac:spMkLst>
            <pc:docMk/>
            <pc:sldMk cId="1439159269" sldId="370"/>
            <ac:spMk id="16386" creationId="{C04D9E68-69C9-7ED7-124D-C4171E4C4309}"/>
          </ac:spMkLst>
        </pc:spChg>
      </pc:sldChg>
      <pc:sldChg chg="add del">
        <pc:chgData name="Alec Wells" userId="527ade61401a42c1" providerId="LiveId" clId="{AD0DF8F6-AF04-4C85-9181-8ECC256CFED2}" dt="2024-03-08T01:13:16.882" v="1810" actId="2696"/>
        <pc:sldMkLst>
          <pc:docMk/>
          <pc:sldMk cId="4108759623" sldId="370"/>
        </pc:sldMkLst>
      </pc:sldChg>
      <pc:sldChg chg="modSp add mod ord">
        <pc:chgData name="Alec Wells" userId="527ade61401a42c1" providerId="LiveId" clId="{AD0DF8F6-AF04-4C85-9181-8ECC256CFED2}" dt="2024-03-09T16:42:04.095" v="4838" actId="20577"/>
        <pc:sldMkLst>
          <pc:docMk/>
          <pc:sldMk cId="83212731" sldId="371"/>
        </pc:sldMkLst>
        <pc:spChg chg="mod">
          <ac:chgData name="Alec Wells" userId="527ade61401a42c1" providerId="LiveId" clId="{AD0DF8F6-AF04-4C85-9181-8ECC256CFED2}" dt="2024-03-08T01:13:38.909" v="1854" actId="20577"/>
          <ac:spMkLst>
            <pc:docMk/>
            <pc:sldMk cId="83212731" sldId="371"/>
            <ac:spMk id="16386" creationId="{C04D9E68-69C9-7ED7-124D-C4171E4C4309}"/>
          </ac:spMkLst>
        </pc:spChg>
        <pc:spChg chg="mod">
          <ac:chgData name="Alec Wells" userId="527ade61401a42c1" providerId="LiveId" clId="{AD0DF8F6-AF04-4C85-9181-8ECC256CFED2}" dt="2024-03-09T16:42:04.095" v="4838" actId="20577"/>
          <ac:spMkLst>
            <pc:docMk/>
            <pc:sldMk cId="83212731" sldId="371"/>
            <ac:spMk id="16387" creationId="{08E0A061-609E-BD92-34BE-0F168694D455}"/>
          </ac:spMkLst>
        </pc:spChg>
      </pc:sldChg>
      <pc:sldChg chg="modSp add del mod">
        <pc:chgData name="Alec Wells" userId="527ade61401a42c1" providerId="LiveId" clId="{AD0DF8F6-AF04-4C85-9181-8ECC256CFED2}" dt="2024-03-09T01:28:18.196" v="3994" actId="2696"/>
        <pc:sldMkLst>
          <pc:docMk/>
          <pc:sldMk cId="1244599910" sldId="372"/>
        </pc:sldMkLst>
        <pc:spChg chg="mod">
          <ac:chgData name="Alec Wells" userId="527ade61401a42c1" providerId="LiveId" clId="{AD0DF8F6-AF04-4C85-9181-8ECC256CFED2}" dt="2024-03-08T01:13:46.739" v="1866" actId="20577"/>
          <ac:spMkLst>
            <pc:docMk/>
            <pc:sldMk cId="1244599910" sldId="372"/>
            <ac:spMk id="16386" creationId="{C04D9E68-69C9-7ED7-124D-C4171E4C4309}"/>
          </ac:spMkLst>
        </pc:spChg>
      </pc:sldChg>
      <pc:sldChg chg="addSp modSp add mod ord setBg">
        <pc:chgData name="Alec Wells" userId="527ade61401a42c1" providerId="LiveId" clId="{AD0DF8F6-AF04-4C85-9181-8ECC256CFED2}" dt="2024-03-09T17:18:01.704" v="6155" actId="20577"/>
        <pc:sldMkLst>
          <pc:docMk/>
          <pc:sldMk cId="3178569890" sldId="373"/>
        </pc:sldMkLst>
        <pc:spChg chg="add">
          <ac:chgData name="Alec Wells" userId="527ade61401a42c1" providerId="LiveId" clId="{AD0DF8F6-AF04-4C85-9181-8ECC256CFED2}" dt="2024-03-09T17:02:37.533" v="5676"/>
          <ac:spMkLst>
            <pc:docMk/>
            <pc:sldMk cId="3178569890" sldId="373"/>
            <ac:spMk id="2" creationId="{6FA6ACE3-E839-3E9D-1005-4974953CFAEE}"/>
          </ac:spMkLst>
        </pc:spChg>
        <pc:spChg chg="mod">
          <ac:chgData name="Alec Wells" userId="527ade61401a42c1" providerId="LiveId" clId="{AD0DF8F6-AF04-4C85-9181-8ECC256CFED2}" dt="2024-03-09T17:17:38.079" v="6143" actId="20577"/>
          <ac:spMkLst>
            <pc:docMk/>
            <pc:sldMk cId="3178569890" sldId="373"/>
            <ac:spMk id="16386" creationId="{C04D9E68-69C9-7ED7-124D-C4171E4C4309}"/>
          </ac:spMkLst>
        </pc:spChg>
        <pc:spChg chg="mod">
          <ac:chgData name="Alec Wells" userId="527ade61401a42c1" providerId="LiveId" clId="{AD0DF8F6-AF04-4C85-9181-8ECC256CFED2}" dt="2024-03-09T17:18:01.704" v="6155" actId="20577"/>
          <ac:spMkLst>
            <pc:docMk/>
            <pc:sldMk cId="3178569890" sldId="373"/>
            <ac:spMk id="16387" creationId="{08E0A061-609E-BD92-34BE-0F168694D455}"/>
          </ac:spMkLst>
        </pc:spChg>
      </pc:sldChg>
      <pc:sldChg chg="modSp add mod">
        <pc:chgData name="Alec Wells" userId="527ade61401a42c1" providerId="LiveId" clId="{AD0DF8F6-AF04-4C85-9181-8ECC256CFED2}" dt="2024-03-09T17:24:52.117" v="6867" actId="20577"/>
        <pc:sldMkLst>
          <pc:docMk/>
          <pc:sldMk cId="2600614731" sldId="374"/>
        </pc:sldMkLst>
        <pc:spChg chg="mod">
          <ac:chgData name="Alec Wells" userId="527ade61401a42c1" providerId="LiveId" clId="{AD0DF8F6-AF04-4C85-9181-8ECC256CFED2}" dt="2024-03-09T17:24:52.117" v="6867" actId="20577"/>
          <ac:spMkLst>
            <pc:docMk/>
            <pc:sldMk cId="2600614731" sldId="374"/>
            <ac:spMk id="16387" creationId="{08E0A061-609E-BD92-34BE-0F168694D455}"/>
          </ac:spMkLst>
        </pc:spChg>
      </pc:sldChg>
      <pc:sldChg chg="modSp add mod ord">
        <pc:chgData name="Alec Wells" userId="527ade61401a42c1" providerId="LiveId" clId="{AD0DF8F6-AF04-4C85-9181-8ECC256CFED2}" dt="2024-03-09T16:52:36.115" v="5148" actId="5793"/>
        <pc:sldMkLst>
          <pc:docMk/>
          <pc:sldMk cId="3493309931" sldId="375"/>
        </pc:sldMkLst>
        <pc:spChg chg="mod">
          <ac:chgData name="Alec Wells" userId="527ade61401a42c1" providerId="LiveId" clId="{AD0DF8F6-AF04-4C85-9181-8ECC256CFED2}" dt="2024-03-09T01:12:56.118" v="3381" actId="20577"/>
          <ac:spMkLst>
            <pc:docMk/>
            <pc:sldMk cId="3493309931" sldId="375"/>
            <ac:spMk id="16386" creationId="{C04D9E68-69C9-7ED7-124D-C4171E4C4309}"/>
          </ac:spMkLst>
        </pc:spChg>
        <pc:spChg chg="mod">
          <ac:chgData name="Alec Wells" userId="527ade61401a42c1" providerId="LiveId" clId="{AD0DF8F6-AF04-4C85-9181-8ECC256CFED2}" dt="2024-03-09T16:52:36.115" v="5148" actId="5793"/>
          <ac:spMkLst>
            <pc:docMk/>
            <pc:sldMk cId="3493309931" sldId="375"/>
            <ac:spMk id="16387" creationId="{08E0A061-609E-BD92-34BE-0F168694D455}"/>
          </ac:spMkLst>
        </pc:spChg>
      </pc:sldChg>
      <pc:sldChg chg="modSp add mod ord">
        <pc:chgData name="Alec Wells" userId="527ade61401a42c1" providerId="LiveId" clId="{AD0DF8F6-AF04-4C85-9181-8ECC256CFED2}" dt="2024-03-09T16:49:27.287" v="5055"/>
        <pc:sldMkLst>
          <pc:docMk/>
          <pc:sldMk cId="428630207" sldId="376"/>
        </pc:sldMkLst>
        <pc:spChg chg="mod">
          <ac:chgData name="Alec Wells" userId="527ade61401a42c1" providerId="LiveId" clId="{AD0DF8F6-AF04-4C85-9181-8ECC256CFED2}" dt="2024-03-09T01:18:38.728" v="3985" actId="20577"/>
          <ac:spMkLst>
            <pc:docMk/>
            <pc:sldMk cId="428630207" sldId="376"/>
            <ac:spMk id="16387" creationId="{08E0A061-609E-BD92-34BE-0F168694D455}"/>
          </ac:spMkLst>
        </pc:spChg>
      </pc:sldChg>
      <pc:sldChg chg="modSp add mod ord">
        <pc:chgData name="Alec Wells" userId="527ade61401a42c1" providerId="LiveId" clId="{AD0DF8F6-AF04-4C85-9181-8ECC256CFED2}" dt="2024-03-09T16:56:04.105" v="5154" actId="20577"/>
        <pc:sldMkLst>
          <pc:docMk/>
          <pc:sldMk cId="3095627477" sldId="377"/>
        </pc:sldMkLst>
        <pc:spChg chg="mod">
          <ac:chgData name="Alec Wells" userId="527ade61401a42c1" providerId="LiveId" clId="{AD0DF8F6-AF04-4C85-9181-8ECC256CFED2}" dt="2024-03-09T01:28:14.809" v="3993" actId="20577"/>
          <ac:spMkLst>
            <pc:docMk/>
            <pc:sldMk cId="3095627477" sldId="377"/>
            <ac:spMk id="16386" creationId="{C04D9E68-69C9-7ED7-124D-C4171E4C4309}"/>
          </ac:spMkLst>
        </pc:spChg>
        <pc:spChg chg="mod">
          <ac:chgData name="Alec Wells" userId="527ade61401a42c1" providerId="LiveId" clId="{AD0DF8F6-AF04-4C85-9181-8ECC256CFED2}" dt="2024-03-09T16:56:04.105" v="5154" actId="20577"/>
          <ac:spMkLst>
            <pc:docMk/>
            <pc:sldMk cId="3095627477" sldId="377"/>
            <ac:spMk id="16387" creationId="{08E0A061-609E-BD92-34BE-0F168694D455}"/>
          </ac:spMkLst>
        </pc:spChg>
      </pc:sldChg>
      <pc:sldChg chg="modSp add mod ord">
        <pc:chgData name="Alec Wells" userId="527ade61401a42c1" providerId="LiveId" clId="{AD0DF8F6-AF04-4C85-9181-8ECC256CFED2}" dt="2024-03-09T16:24:22.985" v="4238"/>
        <pc:sldMkLst>
          <pc:docMk/>
          <pc:sldMk cId="2774362858" sldId="378"/>
        </pc:sldMkLst>
        <pc:spChg chg="mod">
          <ac:chgData name="Alec Wells" userId="527ade61401a42c1" providerId="LiveId" clId="{AD0DF8F6-AF04-4C85-9181-8ECC256CFED2}" dt="2024-03-09T16:24:17.782" v="4234" actId="20577"/>
          <ac:spMkLst>
            <pc:docMk/>
            <pc:sldMk cId="2774362858" sldId="378"/>
            <ac:spMk id="5123" creationId="{365B6720-18E1-F23B-07F7-0F262BFCBA87}"/>
          </ac:spMkLst>
        </pc:spChg>
      </pc:sldChg>
      <pc:sldChg chg="modSp add mod">
        <pc:chgData name="Alec Wells" userId="527ade61401a42c1" providerId="LiveId" clId="{AD0DF8F6-AF04-4C85-9181-8ECC256CFED2}" dt="2024-03-09T16:54:48.097" v="5151" actId="20577"/>
        <pc:sldMkLst>
          <pc:docMk/>
          <pc:sldMk cId="1127671632" sldId="379"/>
        </pc:sldMkLst>
        <pc:spChg chg="mod">
          <ac:chgData name="Alec Wells" userId="527ade61401a42c1" providerId="LiveId" clId="{AD0DF8F6-AF04-4C85-9181-8ECC256CFED2}" dt="2024-03-09T16:48:18.440" v="5047" actId="20577"/>
          <ac:spMkLst>
            <pc:docMk/>
            <pc:sldMk cId="1127671632" sldId="379"/>
            <ac:spMk id="16386" creationId="{C04D9E68-69C9-7ED7-124D-C4171E4C4309}"/>
          </ac:spMkLst>
        </pc:spChg>
        <pc:spChg chg="mod">
          <ac:chgData name="Alec Wells" userId="527ade61401a42c1" providerId="LiveId" clId="{AD0DF8F6-AF04-4C85-9181-8ECC256CFED2}" dt="2024-03-09T16:54:48.097" v="5151" actId="20577"/>
          <ac:spMkLst>
            <pc:docMk/>
            <pc:sldMk cId="1127671632" sldId="379"/>
            <ac:spMk id="16387" creationId="{08E0A061-609E-BD92-34BE-0F168694D455}"/>
          </ac:spMkLst>
        </pc:spChg>
      </pc:sldChg>
      <pc:sldChg chg="modSp add mod">
        <pc:chgData name="Alec Wells" userId="527ade61401a42c1" providerId="LiveId" clId="{AD0DF8F6-AF04-4C85-9181-8ECC256CFED2}" dt="2024-03-09T16:48:24.905" v="5050" actId="20577"/>
        <pc:sldMkLst>
          <pc:docMk/>
          <pc:sldMk cId="4080425950" sldId="380"/>
        </pc:sldMkLst>
        <pc:spChg chg="mod">
          <ac:chgData name="Alec Wells" userId="527ade61401a42c1" providerId="LiveId" clId="{AD0DF8F6-AF04-4C85-9181-8ECC256CFED2}" dt="2024-03-09T16:48:14.759" v="5046" actId="20577"/>
          <ac:spMkLst>
            <pc:docMk/>
            <pc:sldMk cId="4080425950" sldId="380"/>
            <ac:spMk id="16386" creationId="{C04D9E68-69C9-7ED7-124D-C4171E4C4309}"/>
          </ac:spMkLst>
        </pc:spChg>
        <pc:spChg chg="mod">
          <ac:chgData name="Alec Wells" userId="527ade61401a42c1" providerId="LiveId" clId="{AD0DF8F6-AF04-4C85-9181-8ECC256CFED2}" dt="2024-03-09T16:48:24.905" v="5050" actId="20577"/>
          <ac:spMkLst>
            <pc:docMk/>
            <pc:sldMk cId="4080425950" sldId="380"/>
            <ac:spMk id="16387" creationId="{08E0A061-609E-BD92-34BE-0F168694D455}"/>
          </ac:spMkLst>
        </pc:spChg>
      </pc:sldChg>
      <pc:sldChg chg="addSp modSp add mod setBg">
        <pc:chgData name="Alec Wells" userId="527ade61401a42c1" providerId="LiveId" clId="{AD0DF8F6-AF04-4C85-9181-8ECC256CFED2}" dt="2024-03-09T17:10:26.012" v="5830" actId="20577"/>
        <pc:sldMkLst>
          <pc:docMk/>
          <pc:sldMk cId="2315007373" sldId="381"/>
        </pc:sldMkLst>
        <pc:spChg chg="add">
          <ac:chgData name="Alec Wells" userId="527ade61401a42c1" providerId="LiveId" clId="{AD0DF8F6-AF04-4C85-9181-8ECC256CFED2}" dt="2024-03-09T17:05:26.550" v="5737"/>
          <ac:spMkLst>
            <pc:docMk/>
            <pc:sldMk cId="2315007373" sldId="381"/>
            <ac:spMk id="2" creationId="{77C19DA2-38FB-9C76-BB5B-1D6C860C930C}"/>
          </ac:spMkLst>
        </pc:spChg>
        <pc:spChg chg="mod">
          <ac:chgData name="Alec Wells" userId="527ade61401a42c1" providerId="LiveId" clId="{AD0DF8F6-AF04-4C85-9181-8ECC256CFED2}" dt="2024-03-09T17:10:26.012" v="5830" actId="20577"/>
          <ac:spMkLst>
            <pc:docMk/>
            <pc:sldMk cId="2315007373" sldId="381"/>
            <ac:spMk id="16387" creationId="{08E0A061-609E-BD92-34BE-0F168694D455}"/>
          </ac:spMkLst>
        </pc:spChg>
      </pc:sldChg>
      <pc:sldChg chg="modSp add mod">
        <pc:chgData name="Alec Wells" userId="527ade61401a42c1" providerId="LiveId" clId="{AD0DF8F6-AF04-4C85-9181-8ECC256CFED2}" dt="2024-03-09T17:14:27.688" v="6094" actId="20577"/>
        <pc:sldMkLst>
          <pc:docMk/>
          <pc:sldMk cId="2125734906" sldId="382"/>
        </pc:sldMkLst>
        <pc:spChg chg="mod">
          <ac:chgData name="Alec Wells" userId="527ade61401a42c1" providerId="LiveId" clId="{AD0DF8F6-AF04-4C85-9181-8ECC256CFED2}" dt="2024-03-09T17:08:15.199" v="5755" actId="20577"/>
          <ac:spMkLst>
            <pc:docMk/>
            <pc:sldMk cId="2125734906" sldId="382"/>
            <ac:spMk id="16386" creationId="{C04D9E68-69C9-7ED7-124D-C4171E4C4309}"/>
          </ac:spMkLst>
        </pc:spChg>
        <pc:spChg chg="mod">
          <ac:chgData name="Alec Wells" userId="527ade61401a42c1" providerId="LiveId" clId="{AD0DF8F6-AF04-4C85-9181-8ECC256CFED2}" dt="2024-03-09T17:14:27.688" v="6094" actId="20577"/>
          <ac:spMkLst>
            <pc:docMk/>
            <pc:sldMk cId="2125734906" sldId="382"/>
            <ac:spMk id="16387" creationId="{08E0A061-609E-BD92-34BE-0F168694D455}"/>
          </ac:spMkLst>
        </pc:spChg>
      </pc:sldChg>
      <pc:sldChg chg="modSp add mod ord">
        <pc:chgData name="Alec Wells" userId="527ade61401a42c1" providerId="LiveId" clId="{AD0DF8F6-AF04-4C85-9181-8ECC256CFED2}" dt="2024-03-09T17:23:59.048" v="6815" actId="20577"/>
        <pc:sldMkLst>
          <pc:docMk/>
          <pc:sldMk cId="1568801087" sldId="383"/>
        </pc:sldMkLst>
        <pc:spChg chg="mod">
          <ac:chgData name="Alec Wells" userId="527ade61401a42c1" providerId="LiveId" clId="{AD0DF8F6-AF04-4C85-9181-8ECC256CFED2}" dt="2024-03-09T17:23:48.823" v="6808" actId="2711"/>
          <ac:spMkLst>
            <pc:docMk/>
            <pc:sldMk cId="1568801087" sldId="383"/>
            <ac:spMk id="16386" creationId="{C04D9E68-69C9-7ED7-124D-C4171E4C4309}"/>
          </ac:spMkLst>
        </pc:spChg>
        <pc:spChg chg="mod">
          <ac:chgData name="Alec Wells" userId="527ade61401a42c1" providerId="LiveId" clId="{AD0DF8F6-AF04-4C85-9181-8ECC256CFED2}" dt="2024-03-09T17:23:59.048" v="6815" actId="20577"/>
          <ac:spMkLst>
            <pc:docMk/>
            <pc:sldMk cId="1568801087" sldId="383"/>
            <ac:spMk id="16387" creationId="{08E0A061-609E-BD92-34BE-0F168694D45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C43917-5DA0-DECF-FF69-2A40A360DAC3}"/>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3" name="Date Placeholder 2">
            <a:extLst>
              <a:ext uri="{FF2B5EF4-FFF2-40B4-BE49-F238E27FC236}">
                <a16:creationId xmlns:a16="http://schemas.microsoft.com/office/drawing/2014/main" id="{F17651BE-CB62-1C46-2D82-5CE8C878F164}"/>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F8F6FD23-3D60-4451-A465-FCB20600655D}" type="datetimeFigureOut">
              <a:rPr lang="en-GB" altLang="en-US"/>
              <a:pPr>
                <a:defRPr/>
              </a:pPr>
              <a:t>13/05/2024</a:t>
            </a:fld>
            <a:endParaRPr lang="en-GB" altLang="en-US"/>
          </a:p>
        </p:txBody>
      </p:sp>
      <p:sp>
        <p:nvSpPr>
          <p:cNvPr id="4" name="Slide Image Placeholder 3">
            <a:extLst>
              <a:ext uri="{FF2B5EF4-FFF2-40B4-BE49-F238E27FC236}">
                <a16:creationId xmlns:a16="http://schemas.microsoft.com/office/drawing/2014/main" id="{6EB60F19-1FDC-AE14-9F7A-B626270BC290}"/>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DF6E3879-375D-FC9C-BF07-9901CCEEF48F}"/>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endParaRPr lang="en-GB" altLang="en-US" noProof="0"/>
          </a:p>
        </p:txBody>
      </p:sp>
      <p:sp>
        <p:nvSpPr>
          <p:cNvPr id="6" name="Footer Placeholder 5">
            <a:extLst>
              <a:ext uri="{FF2B5EF4-FFF2-40B4-BE49-F238E27FC236}">
                <a16:creationId xmlns:a16="http://schemas.microsoft.com/office/drawing/2014/main" id="{1F2C8949-BF00-F811-963F-ECEB0B12FDB7}"/>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7" name="Slide Number Placeholder 6">
            <a:extLst>
              <a:ext uri="{FF2B5EF4-FFF2-40B4-BE49-F238E27FC236}">
                <a16:creationId xmlns:a16="http://schemas.microsoft.com/office/drawing/2014/main" id="{FAA25848-9C49-2CA4-2EC3-282A591EAB7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A21F885-8204-4DD9-BC7B-9FC74636C35C}"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71BBAFB-C6ED-4820-7CC8-4B2299CB328A}"/>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3D9B34F-007A-4505-C473-7A739958F29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1077DD2-9ABA-4339-C4A0-71FC7FAFE27B}"/>
              </a:ext>
            </a:extLst>
          </p:cNvPr>
          <p:cNvSpPr>
            <a:spLocks noGrp="1"/>
          </p:cNvSpPr>
          <p:nvPr>
            <p:ph type="sldNum" sz="quarter" idx="12"/>
          </p:nvPr>
        </p:nvSpPr>
        <p:spPr/>
        <p:txBody>
          <a:bodyPr/>
          <a:lstStyle>
            <a:lvl1pPr>
              <a:defRPr/>
            </a:lvl1pPr>
          </a:lstStyle>
          <a:p>
            <a:pPr>
              <a:defRPr/>
            </a:pPr>
            <a:fld id="{30BE0E50-4C41-4C5F-A6E6-AC7BF62D1857}" type="slidenum">
              <a:rPr lang="en-GB" altLang="en-US"/>
              <a:pPr>
                <a:defRPr/>
              </a:pPr>
              <a:t>‹#›</a:t>
            </a:fld>
            <a:endParaRPr lang="en-GB" altLang="en-US"/>
          </a:p>
        </p:txBody>
      </p:sp>
    </p:spTree>
    <p:extLst>
      <p:ext uri="{BB962C8B-B14F-4D97-AF65-F5344CB8AC3E}">
        <p14:creationId xmlns:p14="http://schemas.microsoft.com/office/powerpoint/2010/main" val="988784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DD4698-C369-2023-91B9-BF198125B4E0}"/>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64A1741-3F88-8162-B004-697E368D38A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D36B3B1-73CB-EC00-EED5-0EEA39969896}"/>
              </a:ext>
            </a:extLst>
          </p:cNvPr>
          <p:cNvSpPr>
            <a:spLocks noGrp="1"/>
          </p:cNvSpPr>
          <p:nvPr>
            <p:ph type="sldNum" sz="quarter" idx="12"/>
          </p:nvPr>
        </p:nvSpPr>
        <p:spPr/>
        <p:txBody>
          <a:bodyPr/>
          <a:lstStyle>
            <a:lvl1pPr>
              <a:defRPr/>
            </a:lvl1pPr>
          </a:lstStyle>
          <a:p>
            <a:pPr>
              <a:defRPr/>
            </a:pPr>
            <a:fld id="{7C25BD3A-794A-4E96-98D9-29C2B056AD7D}" type="slidenum">
              <a:rPr lang="en-GB" altLang="en-US"/>
              <a:pPr>
                <a:defRPr/>
              </a:pPr>
              <a:t>‹#›</a:t>
            </a:fld>
            <a:endParaRPr lang="en-GB" altLang="en-US"/>
          </a:p>
        </p:txBody>
      </p:sp>
    </p:spTree>
    <p:extLst>
      <p:ext uri="{BB962C8B-B14F-4D97-AF65-F5344CB8AC3E}">
        <p14:creationId xmlns:p14="http://schemas.microsoft.com/office/powerpoint/2010/main" val="2626168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23E6FFD-939A-BD45-E1E8-529438FC79A5}"/>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9543CDE-922C-2344-660F-03C06D117A4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74466662-5449-E588-4330-3A244FF5A028}"/>
              </a:ext>
            </a:extLst>
          </p:cNvPr>
          <p:cNvSpPr>
            <a:spLocks noGrp="1"/>
          </p:cNvSpPr>
          <p:nvPr>
            <p:ph type="sldNum" sz="quarter" idx="12"/>
          </p:nvPr>
        </p:nvSpPr>
        <p:spPr/>
        <p:txBody>
          <a:bodyPr/>
          <a:lstStyle>
            <a:lvl1pPr>
              <a:defRPr/>
            </a:lvl1pPr>
          </a:lstStyle>
          <a:p>
            <a:pPr>
              <a:defRPr/>
            </a:pPr>
            <a:fld id="{81108A3C-4472-4BAF-A76A-4F4F697D913A}" type="slidenum">
              <a:rPr lang="en-GB" altLang="en-US"/>
              <a:pPr>
                <a:defRPr/>
              </a:pPr>
              <a:t>‹#›</a:t>
            </a:fld>
            <a:endParaRPr lang="en-GB" altLang="en-US"/>
          </a:p>
        </p:txBody>
      </p:sp>
    </p:spTree>
    <p:extLst>
      <p:ext uri="{BB962C8B-B14F-4D97-AF65-F5344CB8AC3E}">
        <p14:creationId xmlns:p14="http://schemas.microsoft.com/office/powerpoint/2010/main" val="3700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3F96180A-360A-28AC-BC5B-A14C3263B81D}"/>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E1FAE49A-406E-6125-F6F8-1D8F79C8F15D}"/>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C1914FC4-FB85-D5D5-FABA-19F789F72D39}"/>
              </a:ext>
            </a:extLst>
          </p:cNvPr>
          <p:cNvSpPr>
            <a:spLocks noGrp="1"/>
          </p:cNvSpPr>
          <p:nvPr>
            <p:ph type="sldNum" sz="quarter" idx="12"/>
          </p:nvPr>
        </p:nvSpPr>
        <p:spPr/>
        <p:txBody>
          <a:bodyPr/>
          <a:lstStyle>
            <a:lvl1pPr>
              <a:defRPr/>
            </a:lvl1pPr>
          </a:lstStyle>
          <a:p>
            <a:pPr>
              <a:defRPr/>
            </a:pPr>
            <a:fld id="{B188C25F-8E11-4064-AE56-034BE9F0A5EF}" type="slidenum">
              <a:rPr lang="en-GB" altLang="en-US"/>
              <a:pPr>
                <a:defRPr/>
              </a:pPr>
              <a:t>‹#›</a:t>
            </a:fld>
            <a:endParaRPr lang="en-GB" altLang="en-US"/>
          </a:p>
        </p:txBody>
      </p:sp>
    </p:spTree>
    <p:extLst>
      <p:ext uri="{BB962C8B-B14F-4D97-AF65-F5344CB8AC3E}">
        <p14:creationId xmlns:p14="http://schemas.microsoft.com/office/powerpoint/2010/main" val="2378618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EC118F79-0C6B-8A0F-452A-293937782353}"/>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8DAC1512-3CFA-9ED4-6912-E83D46A6A0F5}"/>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9F6B54D7-BD1B-60A9-EE0C-E6240E295A93}"/>
              </a:ext>
            </a:extLst>
          </p:cNvPr>
          <p:cNvSpPr>
            <a:spLocks noGrp="1"/>
          </p:cNvSpPr>
          <p:nvPr>
            <p:ph type="sldNum" sz="quarter" idx="12"/>
          </p:nvPr>
        </p:nvSpPr>
        <p:spPr/>
        <p:txBody>
          <a:bodyPr/>
          <a:lstStyle>
            <a:lvl1pPr>
              <a:defRPr/>
            </a:lvl1pPr>
          </a:lstStyle>
          <a:p>
            <a:pPr>
              <a:defRPr/>
            </a:pPr>
            <a:fld id="{A05C60ED-42C1-4545-9468-EB382124E435}" type="slidenum">
              <a:rPr lang="en-GB" altLang="en-US"/>
              <a:pPr>
                <a:defRPr/>
              </a:pPr>
              <a:t>‹#›</a:t>
            </a:fld>
            <a:endParaRPr lang="en-GB" altLang="en-US"/>
          </a:p>
        </p:txBody>
      </p:sp>
    </p:spTree>
    <p:extLst>
      <p:ext uri="{BB962C8B-B14F-4D97-AF65-F5344CB8AC3E}">
        <p14:creationId xmlns:p14="http://schemas.microsoft.com/office/powerpoint/2010/main" val="294900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47A73B05-6FFC-20AB-88CD-C36C2814B604}"/>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7D173DA2-E0C4-C94C-1189-0B6927EA5F0E}"/>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F9F8BBCA-AB2F-A0B1-0591-4896EDB6C3E6}"/>
              </a:ext>
            </a:extLst>
          </p:cNvPr>
          <p:cNvSpPr>
            <a:spLocks noGrp="1"/>
          </p:cNvSpPr>
          <p:nvPr>
            <p:ph type="sldNum" sz="quarter" idx="12"/>
          </p:nvPr>
        </p:nvSpPr>
        <p:spPr/>
        <p:txBody>
          <a:bodyPr/>
          <a:lstStyle>
            <a:lvl1pPr>
              <a:defRPr/>
            </a:lvl1pPr>
          </a:lstStyle>
          <a:p>
            <a:pPr>
              <a:defRPr/>
            </a:pPr>
            <a:fld id="{D5A3FA38-719B-4553-BB70-BC9B5BFEE365}" type="slidenum">
              <a:rPr lang="en-GB" altLang="en-US"/>
              <a:pPr>
                <a:defRPr/>
              </a:pPr>
              <a:t>‹#›</a:t>
            </a:fld>
            <a:endParaRPr lang="en-GB" altLang="en-US"/>
          </a:p>
        </p:txBody>
      </p:sp>
    </p:spTree>
    <p:extLst>
      <p:ext uri="{BB962C8B-B14F-4D97-AF65-F5344CB8AC3E}">
        <p14:creationId xmlns:p14="http://schemas.microsoft.com/office/powerpoint/2010/main" val="128071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E38D44-9016-3653-11C1-D7EED8428C20}"/>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4">
            <a:extLst>
              <a:ext uri="{FF2B5EF4-FFF2-40B4-BE49-F238E27FC236}">
                <a16:creationId xmlns:a16="http://schemas.microsoft.com/office/drawing/2014/main" id="{59221E15-45F9-4641-B1AD-217C36677594}"/>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080A2E8F-4061-8E93-340C-1D20852C28D5}"/>
              </a:ext>
            </a:extLst>
          </p:cNvPr>
          <p:cNvSpPr>
            <a:spLocks noGrp="1"/>
          </p:cNvSpPr>
          <p:nvPr>
            <p:ph type="sldNum" sz="quarter" idx="12"/>
          </p:nvPr>
        </p:nvSpPr>
        <p:spPr/>
        <p:txBody>
          <a:bodyPr/>
          <a:lstStyle>
            <a:lvl1pPr>
              <a:defRPr/>
            </a:lvl1pPr>
          </a:lstStyle>
          <a:p>
            <a:pPr>
              <a:defRPr/>
            </a:pPr>
            <a:fld id="{330F20B5-584E-4376-A04B-5421FA31DE32}" type="slidenum">
              <a:rPr lang="en-GB" altLang="en-US"/>
              <a:pPr>
                <a:defRPr/>
              </a:pPr>
              <a:t>‹#›</a:t>
            </a:fld>
            <a:endParaRPr lang="en-GB" altLang="en-US"/>
          </a:p>
        </p:txBody>
      </p:sp>
    </p:spTree>
    <p:extLst>
      <p:ext uri="{BB962C8B-B14F-4D97-AF65-F5344CB8AC3E}">
        <p14:creationId xmlns:p14="http://schemas.microsoft.com/office/powerpoint/2010/main" val="3789468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308620D2-93DB-34AF-586C-192F933C1D75}"/>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690FA0B-7904-A676-6163-FD77398C1346}"/>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F1176326-CFAA-29F9-92E3-DCEB4670CBEE}"/>
              </a:ext>
            </a:extLst>
          </p:cNvPr>
          <p:cNvSpPr>
            <a:spLocks noGrp="1"/>
          </p:cNvSpPr>
          <p:nvPr>
            <p:ph type="sldNum" sz="quarter" idx="12"/>
          </p:nvPr>
        </p:nvSpPr>
        <p:spPr/>
        <p:txBody>
          <a:bodyPr/>
          <a:lstStyle>
            <a:lvl1pPr>
              <a:defRPr/>
            </a:lvl1pPr>
          </a:lstStyle>
          <a:p>
            <a:pPr>
              <a:defRPr/>
            </a:pPr>
            <a:fld id="{66C705C3-B364-4629-A107-E36FCF12B0FC}" type="slidenum">
              <a:rPr lang="en-GB" altLang="en-US"/>
              <a:pPr>
                <a:defRPr/>
              </a:pPr>
              <a:t>‹#›</a:t>
            </a:fld>
            <a:endParaRPr lang="en-GB" altLang="en-US"/>
          </a:p>
        </p:txBody>
      </p:sp>
    </p:spTree>
    <p:extLst>
      <p:ext uri="{BB962C8B-B14F-4D97-AF65-F5344CB8AC3E}">
        <p14:creationId xmlns:p14="http://schemas.microsoft.com/office/powerpoint/2010/main" val="426352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44D5AA8B-B01E-46F3-C62F-FCE7D9A569F1}"/>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08E1609F-5AA5-80F4-30D0-DBCE5236971F}"/>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2FA5CEA0-E675-CDA8-9359-23A3EAA6C721}"/>
              </a:ext>
            </a:extLst>
          </p:cNvPr>
          <p:cNvSpPr>
            <a:spLocks noGrp="1"/>
          </p:cNvSpPr>
          <p:nvPr>
            <p:ph type="sldNum" sz="quarter" idx="12"/>
          </p:nvPr>
        </p:nvSpPr>
        <p:spPr/>
        <p:txBody>
          <a:bodyPr/>
          <a:lstStyle>
            <a:lvl1pPr>
              <a:defRPr/>
            </a:lvl1pPr>
          </a:lstStyle>
          <a:p>
            <a:pPr>
              <a:defRPr/>
            </a:pPr>
            <a:fld id="{2D24EF56-4ACE-450F-A7DD-8E4C428E809A}" type="slidenum">
              <a:rPr lang="en-GB" altLang="en-US"/>
              <a:pPr>
                <a:defRPr/>
              </a:pPr>
              <a:t>‹#›</a:t>
            </a:fld>
            <a:endParaRPr lang="en-GB" altLang="en-US"/>
          </a:p>
        </p:txBody>
      </p:sp>
    </p:spTree>
    <p:extLst>
      <p:ext uri="{BB962C8B-B14F-4D97-AF65-F5344CB8AC3E}">
        <p14:creationId xmlns:p14="http://schemas.microsoft.com/office/powerpoint/2010/main" val="154020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82C65B-8123-09AD-C768-EFA9AA22FD9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5275FD1B-7CD8-996E-2C11-932D1F4DBF4E}"/>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45440A63-02C6-C3BE-37F9-0CD17051AB2C}"/>
              </a:ext>
            </a:extLst>
          </p:cNvPr>
          <p:cNvSpPr>
            <a:spLocks noGrp="1"/>
          </p:cNvSpPr>
          <p:nvPr>
            <p:ph type="sldNum" sz="quarter" idx="12"/>
          </p:nvPr>
        </p:nvSpPr>
        <p:spPr/>
        <p:txBody>
          <a:bodyPr/>
          <a:lstStyle>
            <a:lvl1pPr>
              <a:defRPr/>
            </a:lvl1pPr>
          </a:lstStyle>
          <a:p>
            <a:pPr>
              <a:defRPr/>
            </a:pPr>
            <a:fld id="{960B4257-4EAD-4B33-9187-8B0607F59988}" type="slidenum">
              <a:rPr lang="en-GB" altLang="en-US"/>
              <a:pPr>
                <a:defRPr/>
              </a:pPr>
              <a:t>‹#›</a:t>
            </a:fld>
            <a:endParaRPr lang="en-GB" altLang="en-US"/>
          </a:p>
        </p:txBody>
      </p:sp>
    </p:spTree>
    <p:extLst>
      <p:ext uri="{BB962C8B-B14F-4D97-AF65-F5344CB8AC3E}">
        <p14:creationId xmlns:p14="http://schemas.microsoft.com/office/powerpoint/2010/main" val="300163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38E955-62F5-DD4E-EE52-7755BC98615D}"/>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423F677-8E04-4AF5-7A8F-62E869B9A7D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AF51409A-F1AF-841D-E371-7B283311DB8C}"/>
              </a:ext>
            </a:extLst>
          </p:cNvPr>
          <p:cNvSpPr>
            <a:spLocks noGrp="1"/>
          </p:cNvSpPr>
          <p:nvPr>
            <p:ph type="sldNum" sz="quarter" idx="12"/>
          </p:nvPr>
        </p:nvSpPr>
        <p:spPr/>
        <p:txBody>
          <a:bodyPr/>
          <a:lstStyle>
            <a:lvl1pPr>
              <a:defRPr/>
            </a:lvl1pPr>
          </a:lstStyle>
          <a:p>
            <a:pPr>
              <a:defRPr/>
            </a:pPr>
            <a:fld id="{23E30639-9610-4849-A845-B7AFDD53177D}" type="slidenum">
              <a:rPr lang="en-GB" altLang="en-US"/>
              <a:pPr>
                <a:defRPr/>
              </a:pPr>
              <a:t>‹#›</a:t>
            </a:fld>
            <a:endParaRPr lang="en-GB" altLang="en-US"/>
          </a:p>
        </p:txBody>
      </p:sp>
    </p:spTree>
    <p:extLst>
      <p:ext uri="{BB962C8B-B14F-4D97-AF65-F5344CB8AC3E}">
        <p14:creationId xmlns:p14="http://schemas.microsoft.com/office/powerpoint/2010/main" val="343728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A64DF63-3DD7-821E-54F3-A943D67D81F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D262D890-8658-5D37-F511-34DD99DB7A1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7CEDFAD4-83EC-8E6C-126A-4165CC02B610}"/>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Arial" charset="0"/>
              </a:defRPr>
            </a:lvl1pPr>
          </a:lstStyle>
          <a:p>
            <a:pPr>
              <a:defRPr/>
            </a:pPr>
            <a:endParaRPr lang="en-US" altLang="en-US"/>
          </a:p>
        </p:txBody>
      </p:sp>
      <p:sp>
        <p:nvSpPr>
          <p:cNvPr id="5" name="Footer Placeholder 4">
            <a:extLst>
              <a:ext uri="{FF2B5EF4-FFF2-40B4-BE49-F238E27FC236}">
                <a16:creationId xmlns:a16="http://schemas.microsoft.com/office/drawing/2014/main" id="{3E18FCFC-4EA7-3C10-D20A-1EB4D26558EC}"/>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Arial" charset="0"/>
              </a:defRPr>
            </a:lvl1pPr>
          </a:lstStyle>
          <a:p>
            <a:pPr>
              <a:defRPr/>
            </a:pPr>
            <a:endParaRPr lang="en-US" altLang="en-US"/>
          </a:p>
        </p:txBody>
      </p:sp>
      <p:sp>
        <p:nvSpPr>
          <p:cNvPr id="6" name="Slide Number Placeholder 5">
            <a:extLst>
              <a:ext uri="{FF2B5EF4-FFF2-40B4-BE49-F238E27FC236}">
                <a16:creationId xmlns:a16="http://schemas.microsoft.com/office/drawing/2014/main" id="{DD2AD705-2A07-18FC-AAED-DB92C7D6C8A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49CF8B0-F3D1-4896-8BDE-4D5FE3D569F5}"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MS PGothic" pitchFamily="34" charset="-128"/>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www.w3schools.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BD22B11-C1DB-B6A6-2EEE-0A845FB70593}"/>
              </a:ext>
            </a:extLst>
          </p:cNvPr>
          <p:cNvSpPr>
            <a:spLocks noGrp="1" noChangeArrowheads="1"/>
          </p:cNvSpPr>
          <p:nvPr>
            <p:ph type="ctrTitle"/>
          </p:nvPr>
        </p:nvSpPr>
        <p:spPr>
          <a:xfrm>
            <a:off x="647700" y="2133600"/>
            <a:ext cx="7848600" cy="1470025"/>
          </a:xfrm>
        </p:spPr>
        <p:txBody>
          <a:bodyPr rtlCol="0">
            <a:normAutofit/>
          </a:bodyPr>
          <a:lstStyle/>
          <a:p>
            <a:pPr eaLnBrk="1" fontAlgn="auto" hangingPunct="1">
              <a:spcAft>
                <a:spcPts val="0"/>
              </a:spcAft>
              <a:defRPr/>
            </a:pPr>
            <a:r>
              <a:rPr lang="en-GB" dirty="0">
                <a:ea typeface="+mj-ea"/>
                <a:cs typeface="+mj-cs"/>
              </a:rPr>
              <a:t>COM4012M – JSON</a:t>
            </a:r>
          </a:p>
        </p:txBody>
      </p:sp>
      <p:sp>
        <p:nvSpPr>
          <p:cNvPr id="3075" name="Rectangle 3">
            <a:extLst>
              <a:ext uri="{FF2B5EF4-FFF2-40B4-BE49-F238E27FC236}">
                <a16:creationId xmlns:a16="http://schemas.microsoft.com/office/drawing/2014/main" id="{DA12F9B4-B776-2DD3-BE3B-4F6AF00DB9ED}"/>
              </a:ext>
            </a:extLst>
          </p:cNvPr>
          <p:cNvSpPr>
            <a:spLocks noGrp="1"/>
          </p:cNvSpPr>
          <p:nvPr>
            <p:ph type="subTitle" idx="1"/>
          </p:nvPr>
        </p:nvSpPr>
        <p:spPr/>
        <p:txBody>
          <a:bodyPr/>
          <a:lstStyle/>
          <a:p>
            <a:pPr eaLnBrk="1" hangingPunct="1">
              <a:buFont typeface="Wingdings" panose="05000000000000000000" pitchFamily="2" charset="2"/>
              <a:buNone/>
            </a:pPr>
            <a:r>
              <a:rPr lang="en-GB" altLang="en-US" dirty="0">
                <a:solidFill>
                  <a:srgbClr val="898989"/>
                </a:solidFill>
                <a:latin typeface="+mj-lt"/>
              </a:rPr>
              <a:t>Week 11 Lab Session 11</a:t>
            </a:r>
          </a:p>
          <a:p>
            <a:pPr eaLnBrk="1" hangingPunct="1">
              <a:buFont typeface="Wingdings" panose="05000000000000000000" pitchFamily="2" charset="2"/>
              <a:buNone/>
            </a:pPr>
            <a:endParaRPr lang="en-GB" altLang="en-US" dirty="0">
              <a:solidFill>
                <a:srgbClr val="898989"/>
              </a:solidFill>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JSON stands for </a:t>
            </a:r>
            <a:r>
              <a:rPr lang="en-GB" altLang="en-US" sz="2400" b="1" dirty="0">
                <a:latin typeface="+mj-lt"/>
              </a:rPr>
              <a:t>J</a:t>
            </a:r>
            <a:r>
              <a:rPr lang="en-GB" altLang="en-US" sz="2400" dirty="0">
                <a:latin typeface="+mj-lt"/>
              </a:rPr>
              <a:t>ava</a:t>
            </a:r>
            <a:r>
              <a:rPr lang="en-GB" altLang="en-US" sz="2400" b="1" dirty="0">
                <a:latin typeface="+mj-lt"/>
              </a:rPr>
              <a:t>S</a:t>
            </a:r>
            <a:r>
              <a:rPr lang="en-GB" altLang="en-US" sz="2400" dirty="0">
                <a:latin typeface="+mj-lt"/>
              </a:rPr>
              <a:t>cript </a:t>
            </a:r>
            <a:r>
              <a:rPr lang="en-GB" altLang="en-US" sz="2400" b="1" dirty="0">
                <a:latin typeface="+mj-lt"/>
              </a:rPr>
              <a:t>O</a:t>
            </a:r>
            <a:r>
              <a:rPr lang="en-GB" altLang="en-US" sz="2400" dirty="0">
                <a:latin typeface="+mj-lt"/>
              </a:rPr>
              <a:t>bject </a:t>
            </a:r>
            <a:r>
              <a:rPr lang="en-GB" altLang="en-US" sz="2400" b="1" dirty="0">
                <a:latin typeface="+mj-lt"/>
              </a:rPr>
              <a:t>N</a:t>
            </a:r>
            <a:r>
              <a:rPr lang="en-GB" altLang="en-US" sz="2400" dirty="0">
                <a:latin typeface="+mj-lt"/>
              </a:rPr>
              <a:t>otation</a:t>
            </a:r>
          </a:p>
          <a:p>
            <a:pPr marL="0" indent="0" eaLnBrk="1" hangingPunct="1">
              <a:buNone/>
            </a:pPr>
            <a:endParaRPr lang="en-GB" altLang="en-US" sz="2400" dirty="0">
              <a:latin typeface="+mj-lt"/>
            </a:endParaRPr>
          </a:p>
          <a:p>
            <a:pPr eaLnBrk="1" hangingPunct="1"/>
            <a:r>
              <a:rPr lang="en-GB" altLang="en-US" sz="2400" dirty="0">
                <a:latin typeface="+mj-lt"/>
              </a:rPr>
              <a:t>JSON is "self-describing" so it is easy to read, write and understand for humans as it is a text format that is completely language independent, but still uses conventions of other programming languages. </a:t>
            </a:r>
          </a:p>
          <a:p>
            <a:pPr eaLnBrk="1" hangingPunct="1"/>
            <a:endParaRPr lang="en-GB" altLang="en-US" sz="2400" dirty="0">
              <a:latin typeface="+mj-lt"/>
            </a:endParaRPr>
          </a:p>
          <a:p>
            <a:pPr eaLnBrk="1" hangingPunct="1"/>
            <a:r>
              <a:rPr lang="en-GB" altLang="en-US" sz="2400" dirty="0">
                <a:latin typeface="+mj-lt"/>
              </a:rPr>
              <a:t>JSON is a lightweight data-interchange format for storing and transporting data, which makes it an ideal data-interchange language.</a:t>
            </a:r>
          </a:p>
          <a:p>
            <a:pPr eaLnBrk="1" hangingPunct="1"/>
            <a:endParaRPr lang="en-GB" altLang="en-US" sz="2400" dirty="0">
              <a:latin typeface="+mj-lt"/>
            </a:endParaRPr>
          </a:p>
          <a:p>
            <a:pPr eaLnBrk="1" hangingPunct="1"/>
            <a:r>
              <a:rPr lang="en-GB" altLang="en-US" sz="2400" dirty="0">
                <a:latin typeface="+mj-lt"/>
              </a:rPr>
              <a:t>It is often used when data is sent from a server to a web page.</a:t>
            </a:r>
          </a:p>
          <a:p>
            <a:pPr eaLnBrk="1" hangingPunct="1"/>
            <a:endParaRPr lang="en-GB" altLang="en-US" sz="2400" dirty="0">
              <a:latin typeface="+mj-lt"/>
            </a:endParaRPr>
          </a:p>
        </p:txBody>
      </p:sp>
    </p:spTree>
    <p:extLst>
      <p:ext uri="{BB962C8B-B14F-4D97-AF65-F5344CB8AC3E}">
        <p14:creationId xmlns:p14="http://schemas.microsoft.com/office/powerpoint/2010/main" val="2003818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JSON is built on two structures:</a:t>
            </a:r>
          </a:p>
          <a:p>
            <a:pPr eaLnBrk="1" hangingPunct="1"/>
            <a:endParaRPr lang="en-GB" altLang="en-US" sz="2400" dirty="0">
              <a:latin typeface="+mj-lt"/>
            </a:endParaRPr>
          </a:p>
          <a:p>
            <a:pPr eaLnBrk="1" hangingPunct="1"/>
            <a:r>
              <a:rPr lang="en-GB" altLang="en-US" sz="2400" dirty="0">
                <a:latin typeface="+mj-lt"/>
              </a:rPr>
              <a:t>A collection of name/value pairs. In various languages, this is realized as an object, record, struct, dictionary, hash table, keyed list, or associative array.</a:t>
            </a:r>
          </a:p>
          <a:p>
            <a:pPr eaLnBrk="1" hangingPunct="1"/>
            <a:endParaRPr lang="en-GB" altLang="en-US" sz="2400" dirty="0">
              <a:latin typeface="+mj-lt"/>
            </a:endParaRPr>
          </a:p>
          <a:p>
            <a:pPr eaLnBrk="1" hangingPunct="1"/>
            <a:r>
              <a:rPr lang="en-GB" altLang="en-US" sz="2400" dirty="0">
                <a:latin typeface="+mj-lt"/>
              </a:rPr>
              <a:t>An ordered list of values. In most languages, this is realized as an array, vector, list, or sequence.</a:t>
            </a:r>
          </a:p>
          <a:p>
            <a:pPr eaLnBrk="1" hangingPunct="1"/>
            <a:endParaRPr lang="en-GB" altLang="en-US" sz="2400" dirty="0">
              <a:latin typeface="+mj-lt"/>
            </a:endParaRPr>
          </a:p>
        </p:txBody>
      </p:sp>
    </p:spTree>
    <p:extLst>
      <p:ext uri="{BB962C8B-B14F-4D97-AF65-F5344CB8AC3E}">
        <p14:creationId xmlns:p14="http://schemas.microsoft.com/office/powerpoint/2010/main" val="3742935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Example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This example is a JSON string:</a:t>
            </a:r>
          </a:p>
          <a:p>
            <a:pPr eaLnBrk="1" hangingPunct="1"/>
            <a:endParaRPr lang="en-GB" altLang="en-US" sz="2400" dirty="0">
              <a:latin typeface="+mj-lt"/>
            </a:endParaRPr>
          </a:p>
          <a:p>
            <a:pPr eaLnBrk="1" hangingPunct="1"/>
            <a:r>
              <a:rPr lang="en-GB" altLang="en-US" sz="2400" dirty="0">
                <a:latin typeface="+mj-lt"/>
              </a:rPr>
              <a:t>'{"</a:t>
            </a:r>
            <a:r>
              <a:rPr lang="en-GB" altLang="en-US" sz="2400" dirty="0" err="1">
                <a:latin typeface="+mj-lt"/>
              </a:rPr>
              <a:t>name":"John</a:t>
            </a:r>
            <a:r>
              <a:rPr lang="en-GB" altLang="en-US" sz="2400" dirty="0">
                <a:latin typeface="+mj-lt"/>
              </a:rPr>
              <a:t>", "age":30, "</a:t>
            </a:r>
            <a:r>
              <a:rPr lang="en-GB" altLang="en-US" sz="2400" dirty="0" err="1">
                <a:latin typeface="+mj-lt"/>
              </a:rPr>
              <a:t>car":null</a:t>
            </a:r>
            <a:r>
              <a:rPr lang="en-GB" altLang="en-US" sz="2400" dirty="0">
                <a:latin typeface="+mj-lt"/>
              </a:rPr>
              <a:t>}’</a:t>
            </a:r>
          </a:p>
          <a:p>
            <a:pPr eaLnBrk="1" hangingPunct="1"/>
            <a:endParaRPr lang="en-GB" altLang="en-US" sz="2400" dirty="0">
              <a:latin typeface="+mj-lt"/>
            </a:endParaRPr>
          </a:p>
          <a:p>
            <a:pPr eaLnBrk="1" hangingPunct="1"/>
            <a:r>
              <a:rPr lang="en-GB" altLang="en-US" sz="2400" dirty="0">
                <a:latin typeface="+mj-lt"/>
              </a:rPr>
              <a:t>It defines an object with 3 properties:</a:t>
            </a:r>
          </a:p>
          <a:p>
            <a:pPr lvl="1" eaLnBrk="1" hangingPunct="1"/>
            <a:r>
              <a:rPr lang="en-GB" altLang="en-US" sz="2000" dirty="0">
                <a:latin typeface="+mj-lt"/>
              </a:rPr>
              <a:t>name</a:t>
            </a:r>
          </a:p>
          <a:p>
            <a:pPr lvl="1" eaLnBrk="1" hangingPunct="1"/>
            <a:r>
              <a:rPr lang="en-GB" altLang="en-US" sz="2000" dirty="0">
                <a:latin typeface="+mj-lt"/>
              </a:rPr>
              <a:t>age</a:t>
            </a:r>
          </a:p>
          <a:p>
            <a:pPr lvl="1" eaLnBrk="1" hangingPunct="1"/>
            <a:r>
              <a:rPr lang="en-GB" altLang="en-US" sz="2000" dirty="0">
                <a:latin typeface="+mj-lt"/>
              </a:rPr>
              <a:t>car</a:t>
            </a:r>
          </a:p>
          <a:p>
            <a:pPr lvl="1" eaLnBrk="1" hangingPunct="1"/>
            <a:endParaRPr lang="en-GB" altLang="en-US" sz="2000" dirty="0">
              <a:latin typeface="+mj-lt"/>
            </a:endParaRPr>
          </a:p>
          <a:p>
            <a:pPr eaLnBrk="1" hangingPunct="1"/>
            <a:r>
              <a:rPr lang="en-GB" altLang="en-US" sz="2400" dirty="0">
                <a:latin typeface="+mj-lt"/>
              </a:rPr>
              <a:t>Each property is also given a value, which if you parse the JSON string you can access the object like so:</a:t>
            </a:r>
          </a:p>
          <a:p>
            <a:pPr lvl="1" eaLnBrk="1" hangingPunct="1"/>
            <a:r>
              <a:rPr lang="en-GB" altLang="en-US" sz="2000" dirty="0">
                <a:latin typeface="+mj-lt"/>
              </a:rPr>
              <a:t>let </a:t>
            </a:r>
            <a:r>
              <a:rPr lang="en-GB" altLang="en-US" sz="2000" dirty="0" err="1">
                <a:latin typeface="+mj-lt"/>
              </a:rPr>
              <a:t>personName</a:t>
            </a:r>
            <a:r>
              <a:rPr lang="en-GB" altLang="en-US" sz="2000" dirty="0">
                <a:latin typeface="+mj-lt"/>
              </a:rPr>
              <a:t> = obj.name;</a:t>
            </a:r>
          </a:p>
        </p:txBody>
      </p:sp>
    </p:spTree>
    <p:extLst>
      <p:ext uri="{BB962C8B-B14F-4D97-AF65-F5344CB8AC3E}">
        <p14:creationId xmlns:p14="http://schemas.microsoft.com/office/powerpoint/2010/main" val="736759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Why Use JSON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When you want to transfer data from one computer to another or from one program to another, then both ends have to agree on a format for that data. JSON is just one possible way to store the data as a text file. Others include XML, CSV,  and plain text.</a:t>
            </a:r>
          </a:p>
          <a:p>
            <a:pPr eaLnBrk="1" hangingPunct="1"/>
            <a:endParaRPr lang="en-GB" altLang="en-US" sz="2400" dirty="0">
              <a:latin typeface="+mj-lt"/>
            </a:endParaRPr>
          </a:p>
          <a:p>
            <a:pPr eaLnBrk="1" hangingPunct="1"/>
            <a:r>
              <a:rPr lang="en-GB" altLang="en-US" sz="2400" dirty="0">
                <a:latin typeface="+mj-lt"/>
              </a:rPr>
              <a:t>The JSON format specifically is syntactically similar to the code for creating JavaScript objects. Because of this, a JavaScript program can easily convert JSON data into JavaScript objects.</a:t>
            </a:r>
          </a:p>
        </p:txBody>
      </p:sp>
    </p:spTree>
    <p:extLst>
      <p:ext uri="{BB962C8B-B14F-4D97-AF65-F5344CB8AC3E}">
        <p14:creationId xmlns:p14="http://schemas.microsoft.com/office/powerpoint/2010/main" val="610223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vs XML</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1828800"/>
          </a:xfrm>
        </p:spPr>
        <p:txBody>
          <a:bodyPr/>
          <a:lstStyle/>
          <a:p>
            <a:pPr eaLnBrk="1" hangingPunct="1"/>
            <a:r>
              <a:rPr lang="en-GB" altLang="en-US" sz="1800" dirty="0">
                <a:latin typeface="+mj-lt"/>
              </a:rPr>
              <a:t>JSON Version</a:t>
            </a:r>
          </a:p>
          <a:p>
            <a:pPr marL="0" indent="0" eaLnBrk="1" hangingPunct="1">
              <a:buNone/>
            </a:pPr>
            <a:r>
              <a:rPr lang="en-GB" altLang="en-US" sz="1400" dirty="0">
                <a:latin typeface="+mj-lt"/>
              </a:rPr>
              <a:t>	{"employees":[</a:t>
            </a:r>
          </a:p>
          <a:p>
            <a:pPr marL="0" indent="0" eaLnBrk="1" hangingPunct="1">
              <a:buNone/>
            </a:pPr>
            <a:r>
              <a:rPr lang="en-GB" altLang="en-US" sz="1400" dirty="0">
                <a:latin typeface="+mj-lt"/>
              </a:rPr>
              <a:t>	   { "</a:t>
            </a:r>
            <a:r>
              <a:rPr lang="en-GB" altLang="en-US" sz="1400" dirty="0" err="1">
                <a:latin typeface="+mj-lt"/>
              </a:rPr>
              <a:t>firstName</a:t>
            </a:r>
            <a:r>
              <a:rPr lang="en-GB" altLang="en-US" sz="1400" dirty="0">
                <a:latin typeface="+mj-lt"/>
              </a:rPr>
              <a:t>":"John", "</a:t>
            </a:r>
            <a:r>
              <a:rPr lang="en-GB" altLang="en-US" sz="1400" dirty="0" err="1">
                <a:latin typeface="+mj-lt"/>
              </a:rPr>
              <a:t>lastName</a:t>
            </a:r>
            <a:r>
              <a:rPr lang="en-GB" altLang="en-US" sz="1400" dirty="0">
                <a:latin typeface="+mj-lt"/>
              </a:rPr>
              <a:t>":"Doe" },</a:t>
            </a:r>
          </a:p>
          <a:p>
            <a:pPr marL="0" indent="0" eaLnBrk="1" hangingPunct="1">
              <a:buNone/>
            </a:pPr>
            <a:r>
              <a:rPr lang="en-GB" altLang="en-US" sz="1400" dirty="0">
                <a:latin typeface="+mj-lt"/>
              </a:rPr>
              <a:t>	   { "</a:t>
            </a:r>
            <a:r>
              <a:rPr lang="en-GB" altLang="en-US" sz="1400" dirty="0" err="1">
                <a:latin typeface="+mj-lt"/>
              </a:rPr>
              <a:t>firstName</a:t>
            </a:r>
            <a:r>
              <a:rPr lang="en-GB" altLang="en-US" sz="1400" dirty="0">
                <a:latin typeface="+mj-lt"/>
              </a:rPr>
              <a:t>":"Anna", "</a:t>
            </a:r>
            <a:r>
              <a:rPr lang="en-GB" altLang="en-US" sz="1400" dirty="0" err="1">
                <a:latin typeface="+mj-lt"/>
              </a:rPr>
              <a:t>lastName</a:t>
            </a:r>
            <a:r>
              <a:rPr lang="en-GB" altLang="en-US" sz="1400" dirty="0">
                <a:latin typeface="+mj-lt"/>
              </a:rPr>
              <a:t>":"Smith" },</a:t>
            </a:r>
          </a:p>
          <a:p>
            <a:pPr marL="0" indent="0" eaLnBrk="1" hangingPunct="1">
              <a:buNone/>
            </a:pPr>
            <a:r>
              <a:rPr lang="en-GB" altLang="en-US" sz="1400" dirty="0">
                <a:latin typeface="+mj-lt"/>
              </a:rPr>
              <a:t>	   { "</a:t>
            </a:r>
            <a:r>
              <a:rPr lang="en-GB" altLang="en-US" sz="1400" dirty="0" err="1">
                <a:latin typeface="+mj-lt"/>
              </a:rPr>
              <a:t>firstName</a:t>
            </a:r>
            <a:r>
              <a:rPr lang="en-GB" altLang="en-US" sz="1400" dirty="0">
                <a:latin typeface="+mj-lt"/>
              </a:rPr>
              <a:t>":"Peter", "</a:t>
            </a:r>
            <a:r>
              <a:rPr lang="en-GB" altLang="en-US" sz="1400" dirty="0" err="1">
                <a:latin typeface="+mj-lt"/>
              </a:rPr>
              <a:t>lastName</a:t>
            </a:r>
            <a:r>
              <a:rPr lang="en-GB" altLang="en-US" sz="1400" dirty="0">
                <a:latin typeface="+mj-lt"/>
              </a:rPr>
              <a:t>":"Jones" }</a:t>
            </a:r>
          </a:p>
          <a:p>
            <a:pPr marL="0" indent="0" eaLnBrk="1" hangingPunct="1">
              <a:buNone/>
            </a:pPr>
            <a:r>
              <a:rPr lang="en-GB" altLang="en-US" sz="1400" dirty="0">
                <a:latin typeface="+mj-lt"/>
              </a:rPr>
              <a:t>	]}</a:t>
            </a:r>
          </a:p>
          <a:p>
            <a:pPr marL="0" indent="0" eaLnBrk="1" hangingPunct="1">
              <a:buNone/>
            </a:pPr>
            <a:endParaRPr lang="en-GB" altLang="en-US" sz="1400" dirty="0">
              <a:latin typeface="+mj-lt"/>
            </a:endParaRPr>
          </a:p>
          <a:p>
            <a:pPr eaLnBrk="1" hangingPunct="1"/>
            <a:r>
              <a:rPr lang="en-GB" altLang="en-US" sz="1800" dirty="0">
                <a:latin typeface="+mj-lt"/>
              </a:rPr>
              <a:t>XML Version</a:t>
            </a:r>
          </a:p>
          <a:p>
            <a:pPr marL="0" indent="0" eaLnBrk="1" hangingPunct="1">
              <a:buNone/>
            </a:pPr>
            <a:r>
              <a:rPr lang="en-GB" altLang="en-US" sz="1400" dirty="0">
                <a:latin typeface="+mj-lt"/>
              </a:rPr>
              <a:t>	&lt;employees&gt;</a:t>
            </a:r>
          </a:p>
          <a:p>
            <a:pPr marL="0" indent="0" eaLnBrk="1" hangingPunct="1">
              <a:buNone/>
            </a:pPr>
            <a:r>
              <a:rPr lang="en-GB" altLang="en-US" sz="1400" dirty="0">
                <a:latin typeface="+mj-lt"/>
              </a:rPr>
              <a:t>	   &lt;employee&gt;</a:t>
            </a:r>
          </a:p>
          <a:p>
            <a:pPr marL="0" indent="0" eaLnBrk="1" hangingPunct="1">
              <a:buNone/>
            </a:pPr>
            <a:r>
              <a:rPr lang="en-GB" altLang="en-US" sz="1400" dirty="0">
                <a:latin typeface="+mj-lt"/>
              </a:rPr>
              <a:t>	      &lt;</a:t>
            </a:r>
            <a:r>
              <a:rPr lang="en-GB" altLang="en-US" sz="1400" dirty="0" err="1">
                <a:latin typeface="+mj-lt"/>
              </a:rPr>
              <a:t>firstName</a:t>
            </a:r>
            <a:r>
              <a:rPr lang="en-GB" altLang="en-US" sz="1400" dirty="0">
                <a:latin typeface="+mj-lt"/>
              </a:rPr>
              <a:t>&gt;John&lt;/</a:t>
            </a:r>
            <a:r>
              <a:rPr lang="en-GB" altLang="en-US" sz="1400" dirty="0" err="1">
                <a:latin typeface="+mj-lt"/>
              </a:rPr>
              <a:t>firstName</a:t>
            </a:r>
            <a:r>
              <a:rPr lang="en-GB" altLang="en-US" sz="1400" dirty="0">
                <a:latin typeface="+mj-lt"/>
              </a:rPr>
              <a:t>&gt; &lt;</a:t>
            </a:r>
            <a:r>
              <a:rPr lang="en-GB" altLang="en-US" sz="1400" dirty="0" err="1">
                <a:latin typeface="+mj-lt"/>
              </a:rPr>
              <a:t>lastName</a:t>
            </a:r>
            <a:r>
              <a:rPr lang="en-GB" altLang="en-US" sz="1400" dirty="0">
                <a:latin typeface="+mj-lt"/>
              </a:rPr>
              <a:t>&gt;Doe&lt;/</a:t>
            </a:r>
            <a:r>
              <a:rPr lang="en-GB" altLang="en-US" sz="1400" dirty="0" err="1">
                <a:latin typeface="+mj-lt"/>
              </a:rPr>
              <a:t>lastName</a:t>
            </a:r>
            <a:r>
              <a:rPr lang="en-GB" altLang="en-US" sz="1400" dirty="0">
                <a:latin typeface="+mj-lt"/>
              </a:rPr>
              <a:t>&gt;</a:t>
            </a:r>
          </a:p>
          <a:p>
            <a:pPr marL="0" indent="0" eaLnBrk="1" hangingPunct="1">
              <a:buNone/>
            </a:pPr>
            <a:r>
              <a:rPr lang="en-GB" altLang="en-US" sz="1400" dirty="0">
                <a:latin typeface="+mj-lt"/>
              </a:rPr>
              <a:t>	   &lt;/employee&gt;</a:t>
            </a:r>
          </a:p>
          <a:p>
            <a:pPr marL="0" indent="0" eaLnBrk="1" hangingPunct="1">
              <a:buNone/>
            </a:pPr>
            <a:r>
              <a:rPr lang="en-GB" altLang="en-US" sz="1400" dirty="0">
                <a:latin typeface="+mj-lt"/>
              </a:rPr>
              <a:t>	   &lt;employee&gt;</a:t>
            </a:r>
          </a:p>
          <a:p>
            <a:pPr marL="0" indent="0" eaLnBrk="1" hangingPunct="1">
              <a:buNone/>
            </a:pPr>
            <a:r>
              <a:rPr lang="en-GB" altLang="en-US" sz="1400" dirty="0">
                <a:latin typeface="+mj-lt"/>
              </a:rPr>
              <a:t>	      &lt;</a:t>
            </a:r>
            <a:r>
              <a:rPr lang="en-GB" altLang="en-US" sz="1400" dirty="0" err="1">
                <a:latin typeface="+mj-lt"/>
              </a:rPr>
              <a:t>firstName</a:t>
            </a:r>
            <a:r>
              <a:rPr lang="en-GB" altLang="en-US" sz="1400" dirty="0">
                <a:latin typeface="+mj-lt"/>
              </a:rPr>
              <a:t>&gt;Anna&lt;/</a:t>
            </a:r>
            <a:r>
              <a:rPr lang="en-GB" altLang="en-US" sz="1400" dirty="0" err="1">
                <a:latin typeface="+mj-lt"/>
              </a:rPr>
              <a:t>firstName</a:t>
            </a:r>
            <a:r>
              <a:rPr lang="en-GB" altLang="en-US" sz="1400" dirty="0">
                <a:latin typeface="+mj-lt"/>
              </a:rPr>
              <a:t>&gt; &lt;</a:t>
            </a:r>
            <a:r>
              <a:rPr lang="en-GB" altLang="en-US" sz="1400" dirty="0" err="1">
                <a:latin typeface="+mj-lt"/>
              </a:rPr>
              <a:t>lastName</a:t>
            </a:r>
            <a:r>
              <a:rPr lang="en-GB" altLang="en-US" sz="1400" dirty="0">
                <a:latin typeface="+mj-lt"/>
              </a:rPr>
              <a:t>&gt;Smith&lt;/</a:t>
            </a:r>
            <a:r>
              <a:rPr lang="en-GB" altLang="en-US" sz="1400" dirty="0" err="1">
                <a:latin typeface="+mj-lt"/>
              </a:rPr>
              <a:t>lastName</a:t>
            </a:r>
            <a:r>
              <a:rPr lang="en-GB" altLang="en-US" sz="1400" dirty="0">
                <a:latin typeface="+mj-lt"/>
              </a:rPr>
              <a:t>&gt;</a:t>
            </a:r>
          </a:p>
          <a:p>
            <a:pPr marL="0" indent="0" eaLnBrk="1" hangingPunct="1">
              <a:buNone/>
            </a:pPr>
            <a:r>
              <a:rPr lang="en-GB" altLang="en-US" sz="1400" dirty="0">
                <a:latin typeface="+mj-lt"/>
              </a:rPr>
              <a:t>	   &lt;/employee&gt;</a:t>
            </a:r>
          </a:p>
          <a:p>
            <a:pPr marL="0" indent="0" eaLnBrk="1" hangingPunct="1">
              <a:buNone/>
            </a:pPr>
            <a:r>
              <a:rPr lang="en-GB" altLang="en-US" sz="1400" dirty="0">
                <a:latin typeface="+mj-lt"/>
              </a:rPr>
              <a:t>	   &lt;employee&gt;</a:t>
            </a:r>
          </a:p>
          <a:p>
            <a:pPr marL="0" indent="0" eaLnBrk="1" hangingPunct="1">
              <a:buNone/>
            </a:pPr>
            <a:r>
              <a:rPr lang="en-GB" altLang="en-US" sz="1400" dirty="0">
                <a:latin typeface="+mj-lt"/>
              </a:rPr>
              <a:t>	      &lt;</a:t>
            </a:r>
            <a:r>
              <a:rPr lang="en-GB" altLang="en-US" sz="1400" dirty="0" err="1">
                <a:latin typeface="+mj-lt"/>
              </a:rPr>
              <a:t>firstName</a:t>
            </a:r>
            <a:r>
              <a:rPr lang="en-GB" altLang="en-US" sz="1400" dirty="0">
                <a:latin typeface="+mj-lt"/>
              </a:rPr>
              <a:t>&gt;Peter&lt;/</a:t>
            </a:r>
            <a:r>
              <a:rPr lang="en-GB" altLang="en-US" sz="1400" dirty="0" err="1">
                <a:latin typeface="+mj-lt"/>
              </a:rPr>
              <a:t>firstName</a:t>
            </a:r>
            <a:r>
              <a:rPr lang="en-GB" altLang="en-US" sz="1400" dirty="0">
                <a:latin typeface="+mj-lt"/>
              </a:rPr>
              <a:t>&gt; &lt;</a:t>
            </a:r>
            <a:r>
              <a:rPr lang="en-GB" altLang="en-US" sz="1400" dirty="0" err="1">
                <a:latin typeface="+mj-lt"/>
              </a:rPr>
              <a:t>lastName</a:t>
            </a:r>
            <a:r>
              <a:rPr lang="en-GB" altLang="en-US" sz="1400" dirty="0">
                <a:latin typeface="+mj-lt"/>
              </a:rPr>
              <a:t>&gt;Jones&lt;/</a:t>
            </a:r>
            <a:r>
              <a:rPr lang="en-GB" altLang="en-US" sz="1400" dirty="0" err="1">
                <a:latin typeface="+mj-lt"/>
              </a:rPr>
              <a:t>lastName</a:t>
            </a:r>
            <a:r>
              <a:rPr lang="en-GB" altLang="en-US" sz="1400" dirty="0">
                <a:latin typeface="+mj-lt"/>
              </a:rPr>
              <a:t>&gt;</a:t>
            </a:r>
          </a:p>
          <a:p>
            <a:pPr marL="0" indent="0" eaLnBrk="1" hangingPunct="1">
              <a:buNone/>
            </a:pPr>
            <a:r>
              <a:rPr lang="en-GB" altLang="en-US" sz="1400" dirty="0">
                <a:latin typeface="+mj-lt"/>
              </a:rPr>
              <a:t>	   &lt;/employee&gt;</a:t>
            </a:r>
          </a:p>
          <a:p>
            <a:pPr marL="0" indent="0" eaLnBrk="1" hangingPunct="1">
              <a:buNone/>
            </a:pPr>
            <a:r>
              <a:rPr lang="en-GB" altLang="en-US" sz="1400" dirty="0">
                <a:latin typeface="+mj-lt"/>
              </a:rPr>
              <a:t>	&lt;/employees&gt;</a:t>
            </a:r>
          </a:p>
        </p:txBody>
      </p:sp>
    </p:spTree>
    <p:extLst>
      <p:ext uri="{BB962C8B-B14F-4D97-AF65-F5344CB8AC3E}">
        <p14:creationId xmlns:p14="http://schemas.microsoft.com/office/powerpoint/2010/main" val="2414161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vs XML</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JSON is Like XML Because</a:t>
            </a:r>
          </a:p>
          <a:p>
            <a:pPr lvl="1" eaLnBrk="1" hangingPunct="1"/>
            <a:r>
              <a:rPr lang="en-GB" altLang="en-US" sz="2000" dirty="0">
                <a:latin typeface="+mj-lt"/>
              </a:rPr>
              <a:t>Both JSON and XML are "self-describing" (human readable)</a:t>
            </a:r>
          </a:p>
          <a:p>
            <a:pPr lvl="1" eaLnBrk="1" hangingPunct="1"/>
            <a:r>
              <a:rPr lang="en-GB" altLang="en-US" sz="2000" dirty="0">
                <a:latin typeface="+mj-lt"/>
              </a:rPr>
              <a:t>Both JSON and XML are hierarchical (values within values)</a:t>
            </a:r>
          </a:p>
          <a:p>
            <a:pPr lvl="1" eaLnBrk="1" hangingPunct="1"/>
            <a:r>
              <a:rPr lang="en-GB" altLang="en-US" sz="2000" dirty="0">
                <a:latin typeface="+mj-lt"/>
              </a:rPr>
              <a:t>Both JSON and XML can be parsed and used by lots of programming languages</a:t>
            </a:r>
          </a:p>
          <a:p>
            <a:pPr lvl="1" eaLnBrk="1" hangingPunct="1"/>
            <a:r>
              <a:rPr lang="en-GB" altLang="en-US" sz="2000" dirty="0">
                <a:latin typeface="+mj-lt"/>
              </a:rPr>
              <a:t>Both JSON and XML can be fetched with an </a:t>
            </a:r>
            <a:r>
              <a:rPr lang="en-GB" altLang="en-US" sz="2000" dirty="0" err="1">
                <a:latin typeface="+mj-lt"/>
              </a:rPr>
              <a:t>XMLHttpRequest</a:t>
            </a:r>
            <a:endParaRPr lang="en-GB" altLang="en-US" sz="2000" dirty="0">
              <a:latin typeface="+mj-lt"/>
            </a:endParaRPr>
          </a:p>
          <a:p>
            <a:pPr lvl="1" eaLnBrk="1" hangingPunct="1"/>
            <a:endParaRPr lang="en-GB" altLang="en-US" sz="2000" dirty="0">
              <a:latin typeface="+mj-lt"/>
            </a:endParaRPr>
          </a:p>
          <a:p>
            <a:pPr eaLnBrk="1" hangingPunct="1"/>
            <a:r>
              <a:rPr lang="en-GB" altLang="en-US" sz="2400" dirty="0">
                <a:latin typeface="+mj-lt"/>
              </a:rPr>
              <a:t>JSON is Unlike XML Because</a:t>
            </a:r>
          </a:p>
          <a:p>
            <a:pPr lvl="1" eaLnBrk="1" hangingPunct="1"/>
            <a:r>
              <a:rPr lang="en-GB" altLang="en-US" sz="2000" dirty="0">
                <a:latin typeface="+mj-lt"/>
              </a:rPr>
              <a:t>JSON doesn't use end tag</a:t>
            </a:r>
          </a:p>
          <a:p>
            <a:pPr lvl="1" eaLnBrk="1" hangingPunct="1"/>
            <a:r>
              <a:rPr lang="en-GB" altLang="en-US" sz="2000" dirty="0">
                <a:latin typeface="+mj-lt"/>
              </a:rPr>
              <a:t>JSON is shorter</a:t>
            </a:r>
          </a:p>
          <a:p>
            <a:pPr lvl="1" eaLnBrk="1" hangingPunct="1"/>
            <a:r>
              <a:rPr lang="en-GB" altLang="en-US" sz="2000" dirty="0">
                <a:latin typeface="+mj-lt"/>
              </a:rPr>
              <a:t>JSON is quicker to read and write</a:t>
            </a:r>
          </a:p>
          <a:p>
            <a:pPr lvl="1" eaLnBrk="1" hangingPunct="1"/>
            <a:r>
              <a:rPr lang="en-GB" altLang="en-US" sz="2000" dirty="0">
                <a:latin typeface="+mj-lt"/>
              </a:rPr>
              <a:t>JSON can use arrays</a:t>
            </a:r>
          </a:p>
        </p:txBody>
      </p:sp>
    </p:spTree>
    <p:extLst>
      <p:ext uri="{BB962C8B-B14F-4D97-AF65-F5344CB8AC3E}">
        <p14:creationId xmlns:p14="http://schemas.microsoft.com/office/powerpoint/2010/main" val="3857460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Forms - Object</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JSON can take on several forms. The first of which was an object.</a:t>
            </a:r>
          </a:p>
          <a:p>
            <a:pPr eaLnBrk="1" hangingPunct="1"/>
            <a:r>
              <a:rPr lang="en-GB" altLang="en-US" sz="2000" dirty="0">
                <a:latin typeface="+mj-lt"/>
              </a:rPr>
              <a:t>An </a:t>
            </a:r>
            <a:r>
              <a:rPr lang="en-GB" altLang="en-US" sz="2000" b="1" dirty="0">
                <a:latin typeface="+mj-lt"/>
              </a:rPr>
              <a:t>object</a:t>
            </a:r>
            <a:r>
              <a:rPr lang="en-GB" altLang="en-US" sz="2000" dirty="0">
                <a:latin typeface="+mj-lt"/>
              </a:rPr>
              <a:t> is an unordered set of name/value pairs. An object begins with {left brace and ends with }right brace. Each name is followed by :colon and the name/value pairs are separated by ,comma.</a:t>
            </a:r>
          </a:p>
          <a:p>
            <a:pPr eaLnBrk="1" hangingPunct="1"/>
            <a:r>
              <a:rPr lang="en-GB" altLang="en-US" sz="2000" dirty="0">
                <a:latin typeface="+mj-lt"/>
              </a:rPr>
              <a:t>{"</a:t>
            </a:r>
            <a:r>
              <a:rPr lang="en-GB" altLang="en-US" sz="2000" dirty="0" err="1">
                <a:latin typeface="+mj-lt"/>
              </a:rPr>
              <a:t>name":"John</a:t>
            </a:r>
            <a:r>
              <a:rPr lang="en-GB" altLang="en-US" sz="2000" dirty="0">
                <a:latin typeface="+mj-lt"/>
              </a:rPr>
              <a:t>", "age":30, "</a:t>
            </a:r>
            <a:r>
              <a:rPr lang="en-GB" altLang="en-US" sz="2000" dirty="0" err="1">
                <a:latin typeface="+mj-lt"/>
              </a:rPr>
              <a:t>car":null</a:t>
            </a:r>
            <a:r>
              <a:rPr lang="en-GB" altLang="en-US" sz="2000" dirty="0">
                <a:latin typeface="+mj-lt"/>
              </a:rPr>
              <a:t>}</a:t>
            </a:r>
          </a:p>
        </p:txBody>
      </p:sp>
      <p:pic>
        <p:nvPicPr>
          <p:cNvPr id="2" name="Picture 1">
            <a:extLst>
              <a:ext uri="{FF2B5EF4-FFF2-40B4-BE49-F238E27FC236}">
                <a16:creationId xmlns:a16="http://schemas.microsoft.com/office/drawing/2014/main" id="{C1D83D32-93BD-9F90-B824-4F7B1DB1728B}"/>
              </a:ext>
            </a:extLst>
          </p:cNvPr>
          <p:cNvPicPr>
            <a:picLocks noChangeAspect="1"/>
          </p:cNvPicPr>
          <p:nvPr/>
        </p:nvPicPr>
        <p:blipFill>
          <a:blip r:embed="rId2"/>
          <a:stretch>
            <a:fillRect/>
          </a:stretch>
        </p:blipFill>
        <p:spPr>
          <a:xfrm>
            <a:off x="946271" y="3352800"/>
            <a:ext cx="7251458" cy="3382962"/>
          </a:xfrm>
          <a:prstGeom prst="rect">
            <a:avLst/>
          </a:prstGeom>
        </p:spPr>
      </p:pic>
    </p:spTree>
    <p:extLst>
      <p:ext uri="{BB962C8B-B14F-4D97-AF65-F5344CB8AC3E}">
        <p14:creationId xmlns:p14="http://schemas.microsoft.com/office/powerpoint/2010/main" val="1257005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Forms - Array</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An </a:t>
            </a:r>
            <a:r>
              <a:rPr lang="en-GB" altLang="en-US" sz="2000" b="1" dirty="0">
                <a:latin typeface="+mj-lt"/>
              </a:rPr>
              <a:t>array</a:t>
            </a:r>
            <a:r>
              <a:rPr lang="en-GB" altLang="en-US" sz="2000" dirty="0">
                <a:latin typeface="+mj-lt"/>
              </a:rPr>
              <a:t> is an ordered collection of values. An array begins with [left bracket and ends with ]right bracket. Values are separated by ,comma.</a:t>
            </a:r>
          </a:p>
          <a:p>
            <a:pPr eaLnBrk="1" hangingPunct="1"/>
            <a:r>
              <a:rPr lang="en-GB" altLang="en-US" sz="2000" dirty="0" err="1">
                <a:latin typeface="+mj-lt"/>
              </a:rPr>
              <a:t>const</a:t>
            </a:r>
            <a:r>
              <a:rPr lang="en-GB" altLang="en-US" sz="2000" dirty="0">
                <a:latin typeface="+mj-lt"/>
              </a:rPr>
              <a:t> cars = ["Saab", "Volvo", "BMW"];</a:t>
            </a:r>
          </a:p>
        </p:txBody>
      </p:sp>
      <p:pic>
        <p:nvPicPr>
          <p:cNvPr id="3" name="Picture 2">
            <a:extLst>
              <a:ext uri="{FF2B5EF4-FFF2-40B4-BE49-F238E27FC236}">
                <a16:creationId xmlns:a16="http://schemas.microsoft.com/office/drawing/2014/main" id="{26B00CD0-0CD4-248B-B0EA-A6376D476986}"/>
              </a:ext>
            </a:extLst>
          </p:cNvPr>
          <p:cNvPicPr>
            <a:picLocks noChangeAspect="1"/>
          </p:cNvPicPr>
          <p:nvPr/>
        </p:nvPicPr>
        <p:blipFill>
          <a:blip r:embed="rId2"/>
          <a:stretch>
            <a:fillRect/>
          </a:stretch>
        </p:blipFill>
        <p:spPr>
          <a:xfrm>
            <a:off x="609600" y="3058580"/>
            <a:ext cx="7924800" cy="2066401"/>
          </a:xfrm>
          <a:prstGeom prst="rect">
            <a:avLst/>
          </a:prstGeom>
        </p:spPr>
      </p:pic>
    </p:spTree>
    <p:extLst>
      <p:ext uri="{BB962C8B-B14F-4D97-AF65-F5344CB8AC3E}">
        <p14:creationId xmlns:p14="http://schemas.microsoft.com/office/powerpoint/2010/main" val="4268472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Forms - Value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A </a:t>
            </a:r>
            <a:r>
              <a:rPr lang="en-GB" altLang="en-US" sz="2000" b="1" dirty="0">
                <a:latin typeface="+mj-lt"/>
              </a:rPr>
              <a:t>value</a:t>
            </a:r>
            <a:r>
              <a:rPr lang="en-GB" altLang="en-US" sz="2000" dirty="0">
                <a:latin typeface="+mj-lt"/>
              </a:rPr>
              <a:t> can be a string in double quotes, or a number, or true or false or null, or an object or an array. These structures can be nested.</a:t>
            </a:r>
          </a:p>
        </p:txBody>
      </p:sp>
      <p:pic>
        <p:nvPicPr>
          <p:cNvPr id="2" name="Picture 1">
            <a:extLst>
              <a:ext uri="{FF2B5EF4-FFF2-40B4-BE49-F238E27FC236}">
                <a16:creationId xmlns:a16="http://schemas.microsoft.com/office/drawing/2014/main" id="{45E2FAD6-9C63-3DA2-30E3-5FB43D292EAF}"/>
              </a:ext>
            </a:extLst>
          </p:cNvPr>
          <p:cNvPicPr>
            <a:picLocks noChangeAspect="1"/>
          </p:cNvPicPr>
          <p:nvPr/>
        </p:nvPicPr>
        <p:blipFill>
          <a:blip r:embed="rId2"/>
          <a:stretch>
            <a:fillRect/>
          </a:stretch>
        </p:blipFill>
        <p:spPr>
          <a:xfrm>
            <a:off x="1066800" y="2307477"/>
            <a:ext cx="6330788" cy="4458447"/>
          </a:xfrm>
          <a:prstGeom prst="rect">
            <a:avLst/>
          </a:prstGeom>
        </p:spPr>
      </p:pic>
    </p:spTree>
    <p:extLst>
      <p:ext uri="{BB962C8B-B14F-4D97-AF65-F5344CB8AC3E}">
        <p14:creationId xmlns:p14="http://schemas.microsoft.com/office/powerpoint/2010/main" val="1724592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Forms - String</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3429000" cy="4983162"/>
          </a:xfrm>
        </p:spPr>
        <p:txBody>
          <a:bodyPr/>
          <a:lstStyle/>
          <a:p>
            <a:pPr eaLnBrk="1" hangingPunct="1"/>
            <a:r>
              <a:rPr lang="en-GB" altLang="en-US" sz="2400" dirty="0">
                <a:latin typeface="+mj-lt"/>
              </a:rPr>
              <a:t>A </a:t>
            </a:r>
            <a:r>
              <a:rPr lang="en-GB" altLang="en-US" sz="2400" b="1" dirty="0">
                <a:latin typeface="+mj-lt"/>
              </a:rPr>
              <a:t>string</a:t>
            </a:r>
            <a:r>
              <a:rPr lang="en-GB" altLang="en-US" sz="2400" dirty="0">
                <a:latin typeface="+mj-lt"/>
              </a:rPr>
              <a:t> is a sequence of zero or more Unicode characters, wrapped in double quotes, using backslash escapes. A character is represented as a single character string. A string is very much like a C or Java string.</a:t>
            </a:r>
          </a:p>
        </p:txBody>
      </p:sp>
      <p:pic>
        <p:nvPicPr>
          <p:cNvPr id="3" name="Picture 2">
            <a:extLst>
              <a:ext uri="{FF2B5EF4-FFF2-40B4-BE49-F238E27FC236}">
                <a16:creationId xmlns:a16="http://schemas.microsoft.com/office/drawing/2014/main" id="{D03EC69F-479E-2B19-224C-ABB868052EF6}"/>
              </a:ext>
            </a:extLst>
          </p:cNvPr>
          <p:cNvPicPr>
            <a:picLocks noChangeAspect="1"/>
          </p:cNvPicPr>
          <p:nvPr/>
        </p:nvPicPr>
        <p:blipFill>
          <a:blip r:embed="rId2"/>
          <a:stretch>
            <a:fillRect/>
          </a:stretch>
        </p:blipFill>
        <p:spPr>
          <a:xfrm>
            <a:off x="4267200" y="1474602"/>
            <a:ext cx="4304950" cy="5108760"/>
          </a:xfrm>
          <a:prstGeom prst="rect">
            <a:avLst/>
          </a:prstGeom>
        </p:spPr>
      </p:pic>
    </p:spTree>
    <p:extLst>
      <p:ext uri="{BB962C8B-B14F-4D97-AF65-F5344CB8AC3E}">
        <p14:creationId xmlns:p14="http://schemas.microsoft.com/office/powerpoint/2010/main" val="3124795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Forms - Number</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2895600" cy="4983162"/>
          </a:xfrm>
        </p:spPr>
        <p:txBody>
          <a:bodyPr/>
          <a:lstStyle/>
          <a:p>
            <a:pPr eaLnBrk="1" hangingPunct="1"/>
            <a:r>
              <a:rPr lang="en-GB" altLang="en-US" sz="2400" dirty="0">
                <a:latin typeface="+mj-lt"/>
              </a:rPr>
              <a:t>A </a:t>
            </a:r>
            <a:r>
              <a:rPr lang="en-GB" altLang="en-US" sz="2400" b="1" dirty="0">
                <a:latin typeface="+mj-lt"/>
              </a:rPr>
              <a:t>number</a:t>
            </a:r>
            <a:r>
              <a:rPr lang="en-GB" altLang="en-US" sz="2400" dirty="0">
                <a:latin typeface="+mj-lt"/>
              </a:rPr>
              <a:t> is very much like a C or Java number, except that the octal and hexadecimal formats are not used.</a:t>
            </a:r>
          </a:p>
        </p:txBody>
      </p:sp>
      <p:pic>
        <p:nvPicPr>
          <p:cNvPr id="3" name="Picture 2">
            <a:extLst>
              <a:ext uri="{FF2B5EF4-FFF2-40B4-BE49-F238E27FC236}">
                <a16:creationId xmlns:a16="http://schemas.microsoft.com/office/drawing/2014/main" id="{771220C5-3BFA-A5E0-BD53-B6866FFB29E5}"/>
              </a:ext>
            </a:extLst>
          </p:cNvPr>
          <p:cNvPicPr>
            <a:picLocks noChangeAspect="1"/>
          </p:cNvPicPr>
          <p:nvPr/>
        </p:nvPicPr>
        <p:blipFill>
          <a:blip r:embed="rId2"/>
          <a:stretch>
            <a:fillRect/>
          </a:stretch>
        </p:blipFill>
        <p:spPr>
          <a:xfrm>
            <a:off x="3733800" y="1584121"/>
            <a:ext cx="4587573" cy="5134784"/>
          </a:xfrm>
          <a:prstGeom prst="rect">
            <a:avLst/>
          </a:prstGeom>
        </p:spPr>
      </p:pic>
    </p:spTree>
    <p:extLst>
      <p:ext uri="{BB962C8B-B14F-4D97-AF65-F5344CB8AC3E}">
        <p14:creationId xmlns:p14="http://schemas.microsoft.com/office/powerpoint/2010/main" val="3235914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Forms - Whitespace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b="1" dirty="0">
                <a:latin typeface="+mj-lt"/>
              </a:rPr>
              <a:t>Whitespace</a:t>
            </a:r>
            <a:r>
              <a:rPr lang="en-GB" altLang="en-US" sz="2000" dirty="0">
                <a:latin typeface="+mj-lt"/>
              </a:rPr>
              <a:t> can be inserted between any pair of tokens. Excepting a few encoding details, that completely describes the language.</a:t>
            </a:r>
          </a:p>
        </p:txBody>
      </p:sp>
      <p:pic>
        <p:nvPicPr>
          <p:cNvPr id="5" name="Picture 4">
            <a:extLst>
              <a:ext uri="{FF2B5EF4-FFF2-40B4-BE49-F238E27FC236}">
                <a16:creationId xmlns:a16="http://schemas.microsoft.com/office/drawing/2014/main" id="{6998BD40-753B-70E4-34A1-C8FB704B718A}"/>
              </a:ext>
            </a:extLst>
          </p:cNvPr>
          <p:cNvPicPr>
            <a:picLocks noChangeAspect="1"/>
          </p:cNvPicPr>
          <p:nvPr/>
        </p:nvPicPr>
        <p:blipFill>
          <a:blip r:embed="rId2"/>
          <a:stretch>
            <a:fillRect/>
          </a:stretch>
        </p:blipFill>
        <p:spPr>
          <a:xfrm>
            <a:off x="990600" y="2438400"/>
            <a:ext cx="7162800" cy="3712022"/>
          </a:xfrm>
          <a:prstGeom prst="rect">
            <a:avLst/>
          </a:prstGeom>
        </p:spPr>
      </p:pic>
    </p:spTree>
    <p:extLst>
      <p:ext uri="{BB962C8B-B14F-4D97-AF65-F5344CB8AC3E}">
        <p14:creationId xmlns:p14="http://schemas.microsoft.com/office/powerpoint/2010/main" val="1932683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 Receiving JSON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A common use of JSON is to exchange data to/from a web server. When </a:t>
            </a:r>
            <a:r>
              <a:rPr lang="en-GB" altLang="en-US" sz="2000" b="1" dirty="0">
                <a:latin typeface="+mj-lt"/>
              </a:rPr>
              <a:t>receiving</a:t>
            </a:r>
            <a:r>
              <a:rPr lang="en-GB" altLang="en-US" sz="2000" dirty="0">
                <a:latin typeface="+mj-lt"/>
              </a:rPr>
              <a:t> data from a web server, the data is always a string.</a:t>
            </a:r>
          </a:p>
          <a:p>
            <a:pPr eaLnBrk="1" hangingPunct="1"/>
            <a:endParaRPr lang="en-GB" altLang="en-US" sz="2000" dirty="0">
              <a:latin typeface="+mj-lt"/>
            </a:endParaRPr>
          </a:p>
          <a:p>
            <a:pPr eaLnBrk="1" hangingPunct="1"/>
            <a:r>
              <a:rPr lang="en-GB" altLang="en-US" sz="2000" dirty="0">
                <a:latin typeface="+mj-lt"/>
              </a:rPr>
              <a:t>Imagine we received this text from a web server:</a:t>
            </a:r>
          </a:p>
          <a:p>
            <a:pPr lvl="1" eaLnBrk="1" hangingPunct="1"/>
            <a:r>
              <a:rPr lang="en-GB" altLang="en-US" sz="1800" dirty="0">
                <a:latin typeface="+mj-lt"/>
              </a:rPr>
              <a:t>'{"</a:t>
            </a:r>
            <a:r>
              <a:rPr lang="en-GB" altLang="en-US" sz="1800" dirty="0" err="1">
                <a:latin typeface="+mj-lt"/>
              </a:rPr>
              <a:t>name":"John</a:t>
            </a:r>
            <a:r>
              <a:rPr lang="en-GB" altLang="en-US" sz="1800" dirty="0">
                <a:latin typeface="+mj-lt"/>
              </a:rPr>
              <a:t>", "age":30, "</a:t>
            </a:r>
            <a:r>
              <a:rPr lang="en-GB" altLang="en-US" sz="1800" dirty="0" err="1">
                <a:latin typeface="+mj-lt"/>
              </a:rPr>
              <a:t>city":"New</a:t>
            </a:r>
            <a:r>
              <a:rPr lang="en-GB" altLang="en-US" sz="1800" dirty="0">
                <a:latin typeface="+mj-lt"/>
              </a:rPr>
              <a:t> York"}’</a:t>
            </a:r>
          </a:p>
          <a:p>
            <a:pPr lvl="1" eaLnBrk="1" hangingPunct="1"/>
            <a:endParaRPr lang="en-GB" altLang="en-US" sz="1800" dirty="0">
              <a:latin typeface="+mj-lt"/>
            </a:endParaRPr>
          </a:p>
          <a:p>
            <a:pPr eaLnBrk="1" hangingPunct="1"/>
            <a:r>
              <a:rPr lang="en-GB" altLang="en-US" sz="2000" dirty="0">
                <a:latin typeface="+mj-lt"/>
              </a:rPr>
              <a:t>Use the JavaScript function </a:t>
            </a:r>
            <a:r>
              <a:rPr lang="en-GB" altLang="en-US" sz="2000" dirty="0" err="1">
                <a:latin typeface="+mj-lt"/>
              </a:rPr>
              <a:t>JSON.parse</a:t>
            </a:r>
            <a:r>
              <a:rPr lang="en-GB" altLang="en-US" sz="2000" dirty="0">
                <a:latin typeface="+mj-lt"/>
              </a:rPr>
              <a:t>() to convert text into a JavaScript object:</a:t>
            </a:r>
          </a:p>
          <a:p>
            <a:pPr lvl="1" eaLnBrk="1" hangingPunct="1"/>
            <a:r>
              <a:rPr lang="en-GB" altLang="en-US" sz="1800" dirty="0" err="1">
                <a:latin typeface="+mj-lt"/>
              </a:rPr>
              <a:t>const</a:t>
            </a:r>
            <a:r>
              <a:rPr lang="en-GB" altLang="en-US" sz="1800" dirty="0">
                <a:latin typeface="+mj-lt"/>
              </a:rPr>
              <a:t> </a:t>
            </a:r>
            <a:r>
              <a:rPr lang="en-GB" altLang="en-US" sz="1800" dirty="0" err="1">
                <a:latin typeface="+mj-lt"/>
              </a:rPr>
              <a:t>obj</a:t>
            </a:r>
            <a:r>
              <a:rPr lang="en-GB" altLang="en-US" sz="1800" dirty="0">
                <a:latin typeface="+mj-lt"/>
              </a:rPr>
              <a:t> = </a:t>
            </a:r>
            <a:r>
              <a:rPr lang="en-GB" altLang="en-US" sz="1800" dirty="0" err="1">
                <a:latin typeface="+mj-lt"/>
              </a:rPr>
              <a:t>JSON.parse</a:t>
            </a:r>
            <a:r>
              <a:rPr lang="en-GB" altLang="en-US" sz="1800" dirty="0">
                <a:latin typeface="+mj-lt"/>
              </a:rPr>
              <a:t>('{"</a:t>
            </a:r>
            <a:r>
              <a:rPr lang="en-GB" altLang="en-US" sz="1800" dirty="0" err="1">
                <a:latin typeface="+mj-lt"/>
              </a:rPr>
              <a:t>name":"John</a:t>
            </a:r>
            <a:r>
              <a:rPr lang="en-GB" altLang="en-US" sz="1800" dirty="0">
                <a:latin typeface="+mj-lt"/>
              </a:rPr>
              <a:t>", "age":30, "</a:t>
            </a:r>
            <a:r>
              <a:rPr lang="en-GB" altLang="en-US" sz="1800" dirty="0" err="1">
                <a:latin typeface="+mj-lt"/>
              </a:rPr>
              <a:t>city":"New</a:t>
            </a:r>
            <a:r>
              <a:rPr lang="en-GB" altLang="en-US" sz="1800" dirty="0">
                <a:latin typeface="+mj-lt"/>
              </a:rPr>
              <a:t> York"}’);</a:t>
            </a:r>
          </a:p>
          <a:p>
            <a:pPr lvl="1" eaLnBrk="1" hangingPunct="1"/>
            <a:endParaRPr lang="en-GB" altLang="en-US" sz="1800" dirty="0">
              <a:latin typeface="+mj-lt"/>
            </a:endParaRPr>
          </a:p>
          <a:p>
            <a:pPr eaLnBrk="1" hangingPunct="1"/>
            <a:r>
              <a:rPr lang="en-GB" altLang="en-US" sz="2000" dirty="0">
                <a:latin typeface="+mj-lt"/>
              </a:rPr>
              <a:t>You can then use it on your page like so:</a:t>
            </a:r>
          </a:p>
          <a:p>
            <a:pPr lvl="1" eaLnBrk="1" hangingPunct="1"/>
            <a:r>
              <a:rPr lang="en-GB" altLang="en-US" sz="1800" dirty="0">
                <a:latin typeface="+mj-lt"/>
              </a:rPr>
              <a:t>&lt;script&gt;</a:t>
            </a:r>
          </a:p>
          <a:p>
            <a:pPr lvl="1" eaLnBrk="1" hangingPunct="1"/>
            <a:r>
              <a:rPr lang="en-GB" altLang="en-US" sz="1800" dirty="0" err="1">
                <a:latin typeface="+mj-lt"/>
              </a:rPr>
              <a:t>document.getElementById</a:t>
            </a:r>
            <a:r>
              <a:rPr lang="en-GB" altLang="en-US" sz="1800" dirty="0">
                <a:latin typeface="+mj-lt"/>
              </a:rPr>
              <a:t>("demo").</a:t>
            </a:r>
            <a:r>
              <a:rPr lang="en-GB" altLang="en-US" sz="1800" dirty="0" err="1">
                <a:latin typeface="+mj-lt"/>
              </a:rPr>
              <a:t>innerHTML</a:t>
            </a:r>
            <a:r>
              <a:rPr lang="en-GB" altLang="en-US" sz="1800" dirty="0">
                <a:latin typeface="+mj-lt"/>
              </a:rPr>
              <a:t> = obj.name;</a:t>
            </a:r>
          </a:p>
          <a:p>
            <a:pPr lvl="1" eaLnBrk="1" hangingPunct="1"/>
            <a:r>
              <a:rPr lang="en-GB" altLang="en-US" sz="1800" dirty="0">
                <a:latin typeface="+mj-lt"/>
              </a:rPr>
              <a:t>&lt;/script&gt;</a:t>
            </a:r>
          </a:p>
          <a:p>
            <a:pPr lvl="1" eaLnBrk="1" hangingPunct="1"/>
            <a:endParaRPr lang="en-GB" altLang="en-US" sz="2000" dirty="0">
              <a:latin typeface="+mj-lt"/>
            </a:endParaRPr>
          </a:p>
        </p:txBody>
      </p:sp>
    </p:spTree>
    <p:extLst>
      <p:ext uri="{BB962C8B-B14F-4D97-AF65-F5344CB8AC3E}">
        <p14:creationId xmlns:p14="http://schemas.microsoft.com/office/powerpoint/2010/main" val="3372238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Sending JSON</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A common use of JSON is to exchange data to/from a web server. When </a:t>
            </a:r>
            <a:r>
              <a:rPr lang="en-GB" altLang="en-US" sz="2000" b="1" dirty="0">
                <a:latin typeface="+mj-lt"/>
              </a:rPr>
              <a:t>sending</a:t>
            </a:r>
            <a:r>
              <a:rPr lang="en-GB" altLang="en-US" sz="2000" dirty="0">
                <a:latin typeface="+mj-lt"/>
              </a:rPr>
              <a:t> data from a web server, the data is also always a string.</a:t>
            </a:r>
          </a:p>
          <a:p>
            <a:pPr eaLnBrk="1" hangingPunct="1"/>
            <a:endParaRPr lang="en-GB" altLang="en-US" sz="2000" dirty="0">
              <a:latin typeface="+mj-lt"/>
            </a:endParaRPr>
          </a:p>
          <a:p>
            <a:pPr eaLnBrk="1" hangingPunct="1"/>
            <a:r>
              <a:rPr lang="en-GB" altLang="en-US" sz="2000" dirty="0">
                <a:latin typeface="+mj-lt"/>
              </a:rPr>
              <a:t>Imagine we have this object in JavaScript:</a:t>
            </a:r>
          </a:p>
          <a:p>
            <a:pPr lvl="1" eaLnBrk="1" hangingPunct="1"/>
            <a:r>
              <a:rPr lang="en-GB" altLang="en-US" sz="1800" dirty="0" err="1">
                <a:latin typeface="+mj-lt"/>
              </a:rPr>
              <a:t>const</a:t>
            </a:r>
            <a:r>
              <a:rPr lang="en-GB" altLang="en-US" sz="1800" dirty="0">
                <a:latin typeface="+mj-lt"/>
              </a:rPr>
              <a:t> </a:t>
            </a:r>
            <a:r>
              <a:rPr lang="en-GB" altLang="en-US" sz="1800" dirty="0" err="1">
                <a:latin typeface="+mj-lt"/>
              </a:rPr>
              <a:t>obj</a:t>
            </a:r>
            <a:r>
              <a:rPr lang="en-GB" altLang="en-US" sz="1800" dirty="0">
                <a:latin typeface="+mj-lt"/>
              </a:rPr>
              <a:t> = {name: "John", age: 30, city: "New York"};</a:t>
            </a:r>
          </a:p>
          <a:p>
            <a:pPr lvl="1" eaLnBrk="1" hangingPunct="1"/>
            <a:endParaRPr lang="en-GB" altLang="en-US" sz="1400" dirty="0">
              <a:latin typeface="+mj-lt"/>
            </a:endParaRPr>
          </a:p>
          <a:p>
            <a:pPr eaLnBrk="1" hangingPunct="1"/>
            <a:r>
              <a:rPr lang="en-GB" altLang="en-US" sz="2000" dirty="0">
                <a:latin typeface="+mj-lt"/>
              </a:rPr>
              <a:t>Use the JavaScript function </a:t>
            </a:r>
            <a:r>
              <a:rPr lang="en-GB" altLang="en-US" sz="2000" dirty="0" err="1">
                <a:latin typeface="+mj-lt"/>
              </a:rPr>
              <a:t>JSON.stringify</a:t>
            </a:r>
            <a:r>
              <a:rPr lang="en-GB" altLang="en-US" sz="2000" dirty="0">
                <a:latin typeface="+mj-lt"/>
              </a:rPr>
              <a:t>() to convert it into a string:</a:t>
            </a:r>
          </a:p>
          <a:p>
            <a:pPr lvl="1" eaLnBrk="1" hangingPunct="1"/>
            <a:r>
              <a:rPr lang="en-GB" altLang="en-US" sz="1800" dirty="0" err="1">
                <a:latin typeface="+mj-lt"/>
              </a:rPr>
              <a:t>const</a:t>
            </a:r>
            <a:r>
              <a:rPr lang="en-GB" altLang="en-US" sz="1800" dirty="0">
                <a:latin typeface="+mj-lt"/>
              </a:rPr>
              <a:t> </a:t>
            </a:r>
            <a:r>
              <a:rPr lang="en-GB" altLang="en-US" sz="1800" dirty="0" err="1">
                <a:latin typeface="+mj-lt"/>
              </a:rPr>
              <a:t>myJSON</a:t>
            </a:r>
            <a:r>
              <a:rPr lang="en-GB" altLang="en-US" sz="1800" dirty="0">
                <a:latin typeface="+mj-lt"/>
              </a:rPr>
              <a:t> = </a:t>
            </a:r>
            <a:r>
              <a:rPr lang="en-GB" altLang="en-US" sz="1800" dirty="0" err="1">
                <a:latin typeface="+mj-lt"/>
              </a:rPr>
              <a:t>JSON.stringify</a:t>
            </a:r>
            <a:r>
              <a:rPr lang="en-GB" altLang="en-US" sz="1800" dirty="0">
                <a:latin typeface="+mj-lt"/>
              </a:rPr>
              <a:t>(</a:t>
            </a:r>
            <a:r>
              <a:rPr lang="en-GB" altLang="en-US" sz="1800" dirty="0" err="1">
                <a:latin typeface="+mj-lt"/>
              </a:rPr>
              <a:t>obj</a:t>
            </a:r>
            <a:r>
              <a:rPr lang="en-GB" altLang="en-US" sz="1800" dirty="0">
                <a:latin typeface="+mj-lt"/>
              </a:rPr>
              <a:t>);</a:t>
            </a:r>
          </a:p>
          <a:p>
            <a:pPr eaLnBrk="1" hangingPunct="1"/>
            <a:endParaRPr lang="en-GB" altLang="en-US" sz="2000" dirty="0">
              <a:latin typeface="+mj-lt"/>
            </a:endParaRPr>
          </a:p>
          <a:p>
            <a:pPr eaLnBrk="1" hangingPunct="1"/>
            <a:r>
              <a:rPr lang="en-GB" altLang="en-US" sz="2000" dirty="0">
                <a:latin typeface="+mj-lt"/>
              </a:rPr>
              <a:t>Now that </a:t>
            </a:r>
            <a:r>
              <a:rPr lang="en-GB" altLang="en-US" sz="2000" dirty="0" err="1">
                <a:latin typeface="+mj-lt"/>
              </a:rPr>
              <a:t>myJSON</a:t>
            </a:r>
            <a:r>
              <a:rPr lang="en-GB" altLang="en-US" sz="2000" dirty="0">
                <a:latin typeface="+mj-lt"/>
              </a:rPr>
              <a:t> is a string, it is ready to be sent to a server:</a:t>
            </a:r>
            <a:endParaRPr lang="en-GB" altLang="en-US" sz="1800" dirty="0">
              <a:latin typeface="+mj-lt"/>
            </a:endParaRPr>
          </a:p>
          <a:p>
            <a:pPr lvl="1" eaLnBrk="1" hangingPunct="1"/>
            <a:r>
              <a:rPr lang="en-GB" altLang="en-US" sz="1800" dirty="0" err="1">
                <a:latin typeface="+mj-lt"/>
              </a:rPr>
              <a:t>const</a:t>
            </a:r>
            <a:r>
              <a:rPr lang="en-GB" altLang="en-US" sz="1800" dirty="0">
                <a:latin typeface="+mj-lt"/>
              </a:rPr>
              <a:t> </a:t>
            </a:r>
            <a:r>
              <a:rPr lang="en-GB" altLang="en-US" sz="1800" dirty="0" err="1">
                <a:latin typeface="+mj-lt"/>
              </a:rPr>
              <a:t>obj</a:t>
            </a:r>
            <a:r>
              <a:rPr lang="en-GB" altLang="en-US" sz="1800" dirty="0">
                <a:latin typeface="+mj-lt"/>
              </a:rPr>
              <a:t> = {name: "John", age: 30, city: "New York"};</a:t>
            </a:r>
          </a:p>
          <a:p>
            <a:pPr lvl="1" eaLnBrk="1" hangingPunct="1"/>
            <a:r>
              <a:rPr lang="en-GB" altLang="en-US" sz="1800" dirty="0" err="1">
                <a:latin typeface="+mj-lt"/>
              </a:rPr>
              <a:t>const</a:t>
            </a:r>
            <a:r>
              <a:rPr lang="en-GB" altLang="en-US" sz="1800" dirty="0">
                <a:latin typeface="+mj-lt"/>
              </a:rPr>
              <a:t> </a:t>
            </a:r>
            <a:r>
              <a:rPr lang="en-GB" altLang="en-US" sz="1800" dirty="0" err="1">
                <a:latin typeface="+mj-lt"/>
              </a:rPr>
              <a:t>myJSON</a:t>
            </a:r>
            <a:r>
              <a:rPr lang="en-GB" altLang="en-US" sz="1800" dirty="0">
                <a:latin typeface="+mj-lt"/>
              </a:rPr>
              <a:t> = </a:t>
            </a:r>
            <a:r>
              <a:rPr lang="en-GB" altLang="en-US" sz="1800" dirty="0" err="1">
                <a:latin typeface="+mj-lt"/>
              </a:rPr>
              <a:t>JSON.stringify</a:t>
            </a:r>
            <a:r>
              <a:rPr lang="en-GB" altLang="en-US" sz="1800" dirty="0">
                <a:latin typeface="+mj-lt"/>
              </a:rPr>
              <a:t>(</a:t>
            </a:r>
            <a:r>
              <a:rPr lang="en-GB" altLang="en-US" sz="1800" dirty="0" err="1">
                <a:latin typeface="+mj-lt"/>
              </a:rPr>
              <a:t>obj</a:t>
            </a:r>
            <a:r>
              <a:rPr lang="en-GB" altLang="en-US" sz="1800" dirty="0">
                <a:latin typeface="+mj-lt"/>
              </a:rPr>
              <a:t>);</a:t>
            </a:r>
          </a:p>
          <a:p>
            <a:pPr marL="457200" lvl="1" indent="0" eaLnBrk="1" hangingPunct="1">
              <a:buNone/>
            </a:pPr>
            <a:endParaRPr lang="en-GB" altLang="en-US" sz="1800" dirty="0">
              <a:latin typeface="+mj-lt"/>
            </a:endParaRPr>
          </a:p>
        </p:txBody>
      </p:sp>
    </p:spTree>
    <p:extLst>
      <p:ext uri="{BB962C8B-B14F-4D97-AF65-F5344CB8AC3E}">
        <p14:creationId xmlns:p14="http://schemas.microsoft.com/office/powerpoint/2010/main" val="595436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with a Server</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You can request JSON from the server by using an AJAX request. As long as the response from the server is written in JSON format, you can parse the string into a JavaScript object.</a:t>
            </a:r>
          </a:p>
          <a:p>
            <a:pPr eaLnBrk="1" hangingPunct="1"/>
            <a:endParaRPr lang="en-GB" altLang="en-US" sz="2000" dirty="0">
              <a:latin typeface="+mj-lt"/>
            </a:endParaRPr>
          </a:p>
          <a:p>
            <a:pPr eaLnBrk="1" hangingPunct="1"/>
            <a:r>
              <a:rPr lang="en-GB" altLang="en-US" sz="2000" dirty="0">
                <a:latin typeface="+mj-lt"/>
              </a:rPr>
              <a:t>Use the </a:t>
            </a:r>
            <a:r>
              <a:rPr lang="en-GB" altLang="en-US" sz="2000" dirty="0" err="1">
                <a:latin typeface="+mj-lt"/>
              </a:rPr>
              <a:t>XMLHttpRequest</a:t>
            </a:r>
            <a:r>
              <a:rPr lang="en-GB" altLang="en-US" sz="2000" dirty="0">
                <a:latin typeface="+mj-lt"/>
              </a:rPr>
              <a:t> to get data from the server:</a:t>
            </a:r>
          </a:p>
          <a:p>
            <a:pPr lvl="1" eaLnBrk="1" hangingPunct="1"/>
            <a:r>
              <a:rPr lang="en-GB" altLang="en-US" sz="1800" dirty="0" err="1">
                <a:latin typeface="+mj-lt"/>
              </a:rPr>
              <a:t>const</a:t>
            </a:r>
            <a:r>
              <a:rPr lang="en-GB" altLang="en-US" sz="1800" dirty="0">
                <a:latin typeface="+mj-lt"/>
              </a:rPr>
              <a:t> </a:t>
            </a:r>
            <a:r>
              <a:rPr lang="en-GB" altLang="en-US" sz="1800" dirty="0" err="1">
                <a:latin typeface="+mj-lt"/>
              </a:rPr>
              <a:t>xmlhttp</a:t>
            </a:r>
            <a:r>
              <a:rPr lang="en-GB" altLang="en-US" sz="1800" dirty="0">
                <a:latin typeface="+mj-lt"/>
              </a:rPr>
              <a:t> = new </a:t>
            </a:r>
            <a:r>
              <a:rPr lang="en-GB" altLang="en-US" sz="1800" dirty="0" err="1">
                <a:latin typeface="+mj-lt"/>
              </a:rPr>
              <a:t>XMLHttpRequest</a:t>
            </a:r>
            <a:r>
              <a:rPr lang="en-GB" altLang="en-US" sz="1800" dirty="0">
                <a:latin typeface="+mj-lt"/>
              </a:rPr>
              <a:t>();</a:t>
            </a:r>
          </a:p>
          <a:p>
            <a:pPr lvl="1" eaLnBrk="1" hangingPunct="1"/>
            <a:r>
              <a:rPr lang="en-GB" altLang="en-US" sz="1800" dirty="0" err="1">
                <a:latin typeface="+mj-lt"/>
              </a:rPr>
              <a:t>xmlhttp.onload</a:t>
            </a:r>
            <a:r>
              <a:rPr lang="en-GB" altLang="en-US" sz="1800" dirty="0">
                <a:latin typeface="+mj-lt"/>
              </a:rPr>
              <a:t> = function() {</a:t>
            </a:r>
          </a:p>
          <a:p>
            <a:pPr lvl="1" eaLnBrk="1" hangingPunct="1"/>
            <a:r>
              <a:rPr lang="en-GB" altLang="en-US" sz="1800" dirty="0">
                <a:latin typeface="+mj-lt"/>
              </a:rPr>
              <a:t> </a:t>
            </a:r>
            <a:r>
              <a:rPr lang="en-GB" altLang="en-US" sz="1800" dirty="0" err="1">
                <a:latin typeface="+mj-lt"/>
              </a:rPr>
              <a:t>const</a:t>
            </a:r>
            <a:r>
              <a:rPr lang="en-GB" altLang="en-US" sz="1800" dirty="0">
                <a:latin typeface="+mj-lt"/>
              </a:rPr>
              <a:t> </a:t>
            </a:r>
            <a:r>
              <a:rPr lang="en-GB" altLang="en-US" sz="1800" dirty="0" err="1">
                <a:latin typeface="+mj-lt"/>
              </a:rPr>
              <a:t>myObj</a:t>
            </a:r>
            <a:r>
              <a:rPr lang="en-GB" altLang="en-US" sz="1800" dirty="0">
                <a:latin typeface="+mj-lt"/>
              </a:rPr>
              <a:t> = </a:t>
            </a:r>
            <a:r>
              <a:rPr lang="en-GB" altLang="en-US" sz="1800" dirty="0" err="1">
                <a:latin typeface="+mj-lt"/>
              </a:rPr>
              <a:t>JSON.parse</a:t>
            </a:r>
            <a:r>
              <a:rPr lang="en-GB" altLang="en-US" sz="1800" dirty="0">
                <a:latin typeface="+mj-lt"/>
              </a:rPr>
              <a:t>(</a:t>
            </a:r>
            <a:r>
              <a:rPr lang="en-GB" altLang="en-US" sz="1800" dirty="0" err="1">
                <a:latin typeface="+mj-lt"/>
              </a:rPr>
              <a:t>this.responseText</a:t>
            </a:r>
            <a:r>
              <a:rPr lang="en-GB" altLang="en-US" sz="1800" dirty="0">
                <a:latin typeface="+mj-lt"/>
              </a:rPr>
              <a:t>);</a:t>
            </a:r>
          </a:p>
          <a:p>
            <a:pPr lvl="1" eaLnBrk="1" hangingPunct="1"/>
            <a:r>
              <a:rPr lang="en-GB" altLang="en-US" sz="1800" dirty="0" err="1">
                <a:latin typeface="+mj-lt"/>
              </a:rPr>
              <a:t>document.getElementById</a:t>
            </a:r>
            <a:r>
              <a:rPr lang="en-GB" altLang="en-US" sz="1800" dirty="0">
                <a:latin typeface="+mj-lt"/>
              </a:rPr>
              <a:t>("demo").</a:t>
            </a:r>
            <a:r>
              <a:rPr lang="en-GB" altLang="en-US" sz="1800" dirty="0" err="1">
                <a:latin typeface="+mj-lt"/>
              </a:rPr>
              <a:t>innerHTML</a:t>
            </a:r>
            <a:r>
              <a:rPr lang="en-GB" altLang="en-US" sz="1800" dirty="0">
                <a:latin typeface="+mj-lt"/>
              </a:rPr>
              <a:t> = myObj.name;</a:t>
            </a:r>
          </a:p>
          <a:p>
            <a:pPr lvl="1" eaLnBrk="1" hangingPunct="1"/>
            <a:r>
              <a:rPr lang="en-GB" altLang="en-US" sz="1800" dirty="0">
                <a:latin typeface="+mj-lt"/>
              </a:rPr>
              <a:t>};</a:t>
            </a:r>
          </a:p>
          <a:p>
            <a:pPr lvl="1" eaLnBrk="1" hangingPunct="1"/>
            <a:r>
              <a:rPr lang="en-GB" altLang="en-US" sz="1800" dirty="0" err="1">
                <a:latin typeface="+mj-lt"/>
              </a:rPr>
              <a:t>xmlhttp.open</a:t>
            </a:r>
            <a:r>
              <a:rPr lang="en-GB" altLang="en-US" sz="1800" dirty="0">
                <a:latin typeface="+mj-lt"/>
              </a:rPr>
              <a:t>("GET", "json_demo.txt");</a:t>
            </a:r>
          </a:p>
          <a:p>
            <a:pPr lvl="1" eaLnBrk="1" hangingPunct="1"/>
            <a:r>
              <a:rPr lang="en-GB" altLang="en-US" sz="1800" dirty="0" err="1">
                <a:latin typeface="+mj-lt"/>
              </a:rPr>
              <a:t>xmlhttp.send</a:t>
            </a:r>
            <a:r>
              <a:rPr lang="en-GB" altLang="en-US" sz="1800" dirty="0">
                <a:latin typeface="+mj-lt"/>
              </a:rPr>
              <a:t>();</a:t>
            </a:r>
          </a:p>
          <a:p>
            <a:pPr eaLnBrk="1" hangingPunct="1"/>
            <a:endParaRPr lang="en-GB" altLang="en-US" sz="2000" dirty="0">
              <a:latin typeface="+mj-lt"/>
            </a:endParaRPr>
          </a:p>
          <a:p>
            <a:pPr lvl="1" eaLnBrk="1" hangingPunct="1"/>
            <a:endParaRPr lang="en-GB" altLang="en-US" sz="1800" dirty="0">
              <a:latin typeface="+mj-lt"/>
            </a:endParaRPr>
          </a:p>
        </p:txBody>
      </p:sp>
    </p:spTree>
    <p:extLst>
      <p:ext uri="{BB962C8B-B14F-4D97-AF65-F5344CB8AC3E}">
        <p14:creationId xmlns:p14="http://schemas.microsoft.com/office/powerpoint/2010/main" val="3386047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with PHP</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Objects in PHP can be converted into JSON by using the PHP function </a:t>
            </a:r>
            <a:r>
              <a:rPr lang="en-GB" altLang="en-US" sz="2000" dirty="0" err="1">
                <a:latin typeface="+mj-lt"/>
              </a:rPr>
              <a:t>json_encode</a:t>
            </a:r>
            <a:r>
              <a:rPr lang="en-GB" altLang="en-US" sz="2000" dirty="0">
                <a:latin typeface="+mj-lt"/>
              </a:rPr>
              <a:t>():</a:t>
            </a:r>
          </a:p>
          <a:p>
            <a:pPr eaLnBrk="1" hangingPunct="1"/>
            <a:endParaRPr lang="en-GB" altLang="en-US" sz="2000" dirty="0">
              <a:latin typeface="+mj-lt"/>
            </a:endParaRPr>
          </a:p>
          <a:p>
            <a:pPr eaLnBrk="1" hangingPunct="1"/>
            <a:r>
              <a:rPr lang="en-GB" altLang="en-US" sz="2000" dirty="0">
                <a:latin typeface="+mj-lt"/>
              </a:rPr>
              <a:t>PHP file:</a:t>
            </a:r>
          </a:p>
          <a:p>
            <a:pPr lvl="1" eaLnBrk="1" hangingPunct="1"/>
            <a:r>
              <a:rPr lang="en-GB" altLang="en-US" sz="2000" dirty="0">
                <a:latin typeface="+mj-lt"/>
              </a:rPr>
              <a:t>&lt;?</a:t>
            </a:r>
            <a:r>
              <a:rPr lang="en-GB" altLang="en-US" sz="2000" dirty="0" err="1">
                <a:latin typeface="+mj-lt"/>
              </a:rPr>
              <a:t>php</a:t>
            </a:r>
            <a:endParaRPr lang="en-GB" altLang="en-US" sz="2000" dirty="0">
              <a:latin typeface="+mj-lt"/>
            </a:endParaRPr>
          </a:p>
          <a:p>
            <a:pPr lvl="1" eaLnBrk="1" hangingPunct="1"/>
            <a:r>
              <a:rPr lang="en-GB" altLang="en-US" sz="2000" dirty="0">
                <a:latin typeface="+mj-lt"/>
              </a:rPr>
              <a:t>$</a:t>
            </a:r>
            <a:r>
              <a:rPr lang="en-GB" altLang="en-US" sz="2000" dirty="0" err="1">
                <a:latin typeface="+mj-lt"/>
              </a:rPr>
              <a:t>myObj</a:t>
            </a:r>
            <a:r>
              <a:rPr lang="en-GB" altLang="en-US" sz="2000" dirty="0">
                <a:latin typeface="+mj-lt"/>
              </a:rPr>
              <a:t>-&gt;name = "John";</a:t>
            </a:r>
          </a:p>
          <a:p>
            <a:pPr lvl="1" eaLnBrk="1" hangingPunct="1"/>
            <a:r>
              <a:rPr lang="en-GB" altLang="en-US" sz="2000" dirty="0">
                <a:latin typeface="+mj-lt"/>
              </a:rPr>
              <a:t>$</a:t>
            </a:r>
            <a:r>
              <a:rPr lang="en-GB" altLang="en-US" sz="2000" dirty="0" err="1">
                <a:latin typeface="+mj-lt"/>
              </a:rPr>
              <a:t>myObj</a:t>
            </a:r>
            <a:r>
              <a:rPr lang="en-GB" altLang="en-US" sz="2000" dirty="0">
                <a:latin typeface="+mj-lt"/>
              </a:rPr>
              <a:t>-&gt;age = 30;</a:t>
            </a:r>
          </a:p>
          <a:p>
            <a:pPr lvl="1" eaLnBrk="1" hangingPunct="1"/>
            <a:r>
              <a:rPr lang="en-GB" altLang="en-US" sz="2000" dirty="0">
                <a:latin typeface="+mj-lt"/>
              </a:rPr>
              <a:t>$</a:t>
            </a:r>
            <a:r>
              <a:rPr lang="en-GB" altLang="en-US" sz="2000" dirty="0" err="1">
                <a:latin typeface="+mj-lt"/>
              </a:rPr>
              <a:t>myObj</a:t>
            </a:r>
            <a:r>
              <a:rPr lang="en-GB" altLang="en-US" sz="2000" dirty="0">
                <a:latin typeface="+mj-lt"/>
              </a:rPr>
              <a:t>-&gt;city = "New York";</a:t>
            </a:r>
          </a:p>
          <a:p>
            <a:pPr lvl="1" eaLnBrk="1" hangingPunct="1"/>
            <a:r>
              <a:rPr lang="en-GB" altLang="en-US" sz="2000" dirty="0">
                <a:latin typeface="+mj-lt"/>
              </a:rPr>
              <a:t>$</a:t>
            </a:r>
            <a:r>
              <a:rPr lang="en-GB" altLang="en-US" sz="2000" dirty="0" err="1">
                <a:latin typeface="+mj-lt"/>
              </a:rPr>
              <a:t>myJSON</a:t>
            </a:r>
            <a:r>
              <a:rPr lang="en-GB" altLang="en-US" sz="2000" dirty="0">
                <a:latin typeface="+mj-lt"/>
              </a:rPr>
              <a:t> = </a:t>
            </a:r>
            <a:r>
              <a:rPr lang="en-GB" altLang="en-US" sz="2000" dirty="0" err="1">
                <a:latin typeface="+mj-lt"/>
              </a:rPr>
              <a:t>json_encode</a:t>
            </a:r>
            <a:r>
              <a:rPr lang="en-GB" altLang="en-US" sz="2000" dirty="0">
                <a:latin typeface="+mj-lt"/>
              </a:rPr>
              <a:t>($</a:t>
            </a:r>
            <a:r>
              <a:rPr lang="en-GB" altLang="en-US" sz="2000" dirty="0" err="1">
                <a:latin typeface="+mj-lt"/>
              </a:rPr>
              <a:t>myObj</a:t>
            </a:r>
            <a:r>
              <a:rPr lang="en-GB" altLang="en-US" sz="2000" dirty="0">
                <a:latin typeface="+mj-lt"/>
              </a:rPr>
              <a:t>);</a:t>
            </a:r>
          </a:p>
          <a:p>
            <a:pPr lvl="1" eaLnBrk="1" hangingPunct="1"/>
            <a:r>
              <a:rPr lang="en-GB" altLang="en-US" sz="2000" dirty="0">
                <a:latin typeface="+mj-lt"/>
              </a:rPr>
              <a:t>echo $</a:t>
            </a:r>
            <a:r>
              <a:rPr lang="en-GB" altLang="en-US" sz="2000" dirty="0" err="1">
                <a:latin typeface="+mj-lt"/>
              </a:rPr>
              <a:t>myJSON</a:t>
            </a:r>
            <a:r>
              <a:rPr lang="en-GB" altLang="en-US" sz="2000" dirty="0">
                <a:latin typeface="+mj-lt"/>
              </a:rPr>
              <a:t>;</a:t>
            </a:r>
          </a:p>
          <a:p>
            <a:pPr lvl="1" eaLnBrk="1" hangingPunct="1"/>
            <a:r>
              <a:rPr lang="en-GB" altLang="en-US" sz="2000" dirty="0">
                <a:latin typeface="+mj-lt"/>
              </a:rPr>
              <a:t>?&gt;</a:t>
            </a:r>
          </a:p>
          <a:p>
            <a:pPr lvl="1" eaLnBrk="1" hangingPunct="1"/>
            <a:endParaRPr lang="en-GB" altLang="en-US" sz="1800" dirty="0">
              <a:latin typeface="+mj-lt"/>
            </a:endParaRPr>
          </a:p>
        </p:txBody>
      </p:sp>
    </p:spTree>
    <p:extLst>
      <p:ext uri="{BB962C8B-B14F-4D97-AF65-F5344CB8AC3E}">
        <p14:creationId xmlns:p14="http://schemas.microsoft.com/office/powerpoint/2010/main" val="3067829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with PHP</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Here is a JavaScript on the client, using an AJAX call to request the PHP file from example before:</a:t>
            </a:r>
          </a:p>
          <a:p>
            <a:pPr eaLnBrk="1" hangingPunct="1"/>
            <a:endParaRPr lang="en-GB" altLang="en-US" sz="2000" dirty="0">
              <a:latin typeface="+mj-lt"/>
            </a:endParaRPr>
          </a:p>
          <a:p>
            <a:pPr lvl="1" eaLnBrk="1" hangingPunct="1"/>
            <a:r>
              <a:rPr lang="en-GB" altLang="en-US" sz="2000" dirty="0" err="1">
                <a:latin typeface="+mj-lt"/>
              </a:rPr>
              <a:t>const</a:t>
            </a:r>
            <a:r>
              <a:rPr lang="en-GB" altLang="en-US" sz="2000" dirty="0">
                <a:latin typeface="+mj-lt"/>
              </a:rPr>
              <a:t> </a:t>
            </a:r>
            <a:r>
              <a:rPr lang="en-GB" altLang="en-US" sz="2000" dirty="0" err="1">
                <a:latin typeface="+mj-lt"/>
              </a:rPr>
              <a:t>xmlhttp</a:t>
            </a:r>
            <a:r>
              <a:rPr lang="en-GB" altLang="en-US" sz="2000" dirty="0">
                <a:latin typeface="+mj-lt"/>
              </a:rPr>
              <a:t> = new </a:t>
            </a:r>
            <a:r>
              <a:rPr lang="en-GB" altLang="en-US" sz="2000" dirty="0" err="1">
                <a:latin typeface="+mj-lt"/>
              </a:rPr>
              <a:t>XMLHttpRequest</a:t>
            </a:r>
            <a:r>
              <a:rPr lang="en-GB" altLang="en-US" sz="2000" dirty="0">
                <a:latin typeface="+mj-lt"/>
              </a:rPr>
              <a:t>();</a:t>
            </a:r>
          </a:p>
          <a:p>
            <a:pPr lvl="1" eaLnBrk="1" hangingPunct="1"/>
            <a:r>
              <a:rPr lang="en-GB" altLang="en-US" sz="2000" dirty="0" err="1">
                <a:latin typeface="+mj-lt"/>
              </a:rPr>
              <a:t>xmlhttp.onload</a:t>
            </a:r>
            <a:r>
              <a:rPr lang="en-GB" altLang="en-US" sz="2000" dirty="0">
                <a:latin typeface="+mj-lt"/>
              </a:rPr>
              <a:t> = function() {</a:t>
            </a:r>
          </a:p>
          <a:p>
            <a:pPr lvl="1" eaLnBrk="1" hangingPunct="1"/>
            <a:r>
              <a:rPr lang="en-GB" altLang="en-US" sz="2000" dirty="0" err="1">
                <a:latin typeface="+mj-lt"/>
              </a:rPr>
              <a:t>const</a:t>
            </a:r>
            <a:r>
              <a:rPr lang="en-GB" altLang="en-US" sz="2000" dirty="0">
                <a:latin typeface="+mj-lt"/>
              </a:rPr>
              <a:t> </a:t>
            </a:r>
            <a:r>
              <a:rPr lang="en-GB" altLang="en-US" sz="2000" dirty="0" err="1">
                <a:latin typeface="+mj-lt"/>
              </a:rPr>
              <a:t>myObj</a:t>
            </a:r>
            <a:r>
              <a:rPr lang="en-GB" altLang="en-US" sz="2000" dirty="0">
                <a:latin typeface="+mj-lt"/>
              </a:rPr>
              <a:t> = </a:t>
            </a:r>
            <a:r>
              <a:rPr lang="en-GB" altLang="en-US" sz="2000" dirty="0" err="1">
                <a:latin typeface="+mj-lt"/>
              </a:rPr>
              <a:t>JSON.parse</a:t>
            </a:r>
            <a:r>
              <a:rPr lang="en-GB" altLang="en-US" sz="2000" dirty="0">
                <a:latin typeface="+mj-lt"/>
              </a:rPr>
              <a:t>(</a:t>
            </a:r>
            <a:r>
              <a:rPr lang="en-GB" altLang="en-US" sz="2000" dirty="0" err="1">
                <a:latin typeface="+mj-lt"/>
              </a:rPr>
              <a:t>this.responseText</a:t>
            </a:r>
            <a:r>
              <a:rPr lang="en-GB" altLang="en-US" sz="2000" dirty="0">
                <a:latin typeface="+mj-lt"/>
              </a:rPr>
              <a:t>);</a:t>
            </a:r>
          </a:p>
          <a:p>
            <a:pPr lvl="1" eaLnBrk="1" hangingPunct="1"/>
            <a:r>
              <a:rPr lang="en-GB" altLang="en-US" sz="2000" dirty="0" err="1">
                <a:latin typeface="+mj-lt"/>
              </a:rPr>
              <a:t>document.getElementById</a:t>
            </a:r>
            <a:r>
              <a:rPr lang="en-GB" altLang="en-US" sz="2000" dirty="0">
                <a:latin typeface="+mj-lt"/>
              </a:rPr>
              <a:t>("demo").</a:t>
            </a:r>
            <a:r>
              <a:rPr lang="en-GB" altLang="en-US" sz="2000" dirty="0" err="1">
                <a:latin typeface="+mj-lt"/>
              </a:rPr>
              <a:t>innerHTML</a:t>
            </a:r>
            <a:r>
              <a:rPr lang="en-GB" altLang="en-US" sz="2000" dirty="0">
                <a:latin typeface="+mj-lt"/>
              </a:rPr>
              <a:t> = myObj.name;</a:t>
            </a:r>
          </a:p>
          <a:p>
            <a:pPr lvl="1" eaLnBrk="1" hangingPunct="1"/>
            <a:r>
              <a:rPr lang="en-GB" altLang="en-US" sz="2000" dirty="0">
                <a:latin typeface="+mj-lt"/>
              </a:rPr>
              <a:t>}</a:t>
            </a:r>
          </a:p>
          <a:p>
            <a:pPr lvl="1" eaLnBrk="1" hangingPunct="1"/>
            <a:r>
              <a:rPr lang="en-GB" altLang="en-US" sz="2000" dirty="0" err="1">
                <a:latin typeface="+mj-lt"/>
              </a:rPr>
              <a:t>xmlhttp.open</a:t>
            </a:r>
            <a:r>
              <a:rPr lang="en-GB" altLang="en-US" sz="2000" dirty="0">
                <a:latin typeface="+mj-lt"/>
              </a:rPr>
              <a:t>("GET", "</a:t>
            </a:r>
            <a:r>
              <a:rPr lang="en-GB" altLang="en-US" sz="2000" dirty="0" err="1">
                <a:latin typeface="+mj-lt"/>
              </a:rPr>
              <a:t>demo_file.php</a:t>
            </a:r>
            <a:r>
              <a:rPr lang="en-GB" altLang="en-US" sz="2000" dirty="0">
                <a:latin typeface="+mj-lt"/>
              </a:rPr>
              <a:t>");</a:t>
            </a:r>
          </a:p>
          <a:p>
            <a:pPr lvl="1" eaLnBrk="1" hangingPunct="1"/>
            <a:r>
              <a:rPr lang="en-GB" altLang="en-US" sz="2000" dirty="0" err="1">
                <a:latin typeface="+mj-lt"/>
              </a:rPr>
              <a:t>xmlhttp.send</a:t>
            </a:r>
            <a:r>
              <a:rPr lang="en-GB" altLang="en-US" sz="2000" dirty="0">
                <a:latin typeface="+mj-lt"/>
              </a:rPr>
              <a:t>();</a:t>
            </a:r>
          </a:p>
        </p:txBody>
      </p:sp>
    </p:spTree>
    <p:extLst>
      <p:ext uri="{BB962C8B-B14F-4D97-AF65-F5344CB8AC3E}">
        <p14:creationId xmlns:p14="http://schemas.microsoft.com/office/powerpoint/2010/main" val="3701746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with PHP Database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Imagine you have a database on your server, and you want to send a request to it from the client where you ask for the 10 first rows in a table called "customers".</a:t>
            </a:r>
          </a:p>
          <a:p>
            <a:pPr eaLnBrk="1" hangingPunct="1"/>
            <a:endParaRPr lang="en-GB" altLang="en-US" sz="2400" dirty="0">
              <a:latin typeface="+mj-lt"/>
            </a:endParaRPr>
          </a:p>
          <a:p>
            <a:pPr eaLnBrk="1" hangingPunct="1"/>
            <a:r>
              <a:rPr lang="en-GB" altLang="en-US" sz="2400" dirty="0">
                <a:latin typeface="+mj-lt"/>
              </a:rPr>
              <a:t>On the client, make a JSON object that describes the numbers of rows you want to return.</a:t>
            </a:r>
          </a:p>
          <a:p>
            <a:pPr eaLnBrk="1" hangingPunct="1"/>
            <a:endParaRPr lang="en-GB" altLang="en-US" sz="2400" dirty="0">
              <a:latin typeface="+mj-lt"/>
            </a:endParaRPr>
          </a:p>
          <a:p>
            <a:pPr eaLnBrk="1" hangingPunct="1"/>
            <a:r>
              <a:rPr lang="en-GB" altLang="en-US" sz="2400" dirty="0">
                <a:latin typeface="+mj-lt"/>
              </a:rPr>
              <a:t>Before you send the request to the server, convert the JSON object into a string and send it as a parameter to the </a:t>
            </a:r>
            <a:r>
              <a:rPr lang="en-GB" altLang="en-US" sz="2400" dirty="0" err="1">
                <a:latin typeface="+mj-lt"/>
              </a:rPr>
              <a:t>url</a:t>
            </a:r>
            <a:r>
              <a:rPr lang="en-GB" altLang="en-US" sz="2400" dirty="0">
                <a:latin typeface="+mj-lt"/>
              </a:rPr>
              <a:t> of the PHP page like so:</a:t>
            </a:r>
          </a:p>
        </p:txBody>
      </p:sp>
    </p:spTree>
    <p:extLst>
      <p:ext uri="{BB962C8B-B14F-4D97-AF65-F5344CB8AC3E}">
        <p14:creationId xmlns:p14="http://schemas.microsoft.com/office/powerpoint/2010/main" val="1235631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with PHP Database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Use </a:t>
            </a:r>
            <a:r>
              <a:rPr lang="en-GB" altLang="en-US" sz="2000" dirty="0" err="1">
                <a:latin typeface="+mj-lt"/>
              </a:rPr>
              <a:t>JSON.stringify</a:t>
            </a:r>
            <a:r>
              <a:rPr lang="en-GB" altLang="en-US" sz="2000" dirty="0">
                <a:latin typeface="+mj-lt"/>
              </a:rPr>
              <a:t>() to convert the JavaScript object into JSON:</a:t>
            </a:r>
          </a:p>
          <a:p>
            <a:pPr lvl="1" eaLnBrk="1" hangingPunct="1"/>
            <a:r>
              <a:rPr lang="en-GB" altLang="en-US" sz="1600" dirty="0" err="1">
                <a:latin typeface="+mj-lt"/>
              </a:rPr>
              <a:t>const</a:t>
            </a:r>
            <a:r>
              <a:rPr lang="en-GB" altLang="en-US" sz="1600" dirty="0">
                <a:latin typeface="+mj-lt"/>
              </a:rPr>
              <a:t> limit = {"limit":10};</a:t>
            </a:r>
          </a:p>
          <a:p>
            <a:pPr lvl="1" eaLnBrk="1" hangingPunct="1"/>
            <a:r>
              <a:rPr lang="en-GB" altLang="en-US" sz="1600" dirty="0" err="1">
                <a:latin typeface="+mj-lt"/>
              </a:rPr>
              <a:t>const</a:t>
            </a:r>
            <a:r>
              <a:rPr lang="en-GB" altLang="en-US" sz="1600" dirty="0">
                <a:latin typeface="+mj-lt"/>
              </a:rPr>
              <a:t> </a:t>
            </a:r>
            <a:r>
              <a:rPr lang="en-GB" altLang="en-US" sz="1600" dirty="0" err="1">
                <a:latin typeface="+mj-lt"/>
              </a:rPr>
              <a:t>dbParam</a:t>
            </a:r>
            <a:r>
              <a:rPr lang="en-GB" altLang="en-US" sz="1600" dirty="0">
                <a:latin typeface="+mj-lt"/>
              </a:rPr>
              <a:t> = </a:t>
            </a:r>
            <a:r>
              <a:rPr lang="en-GB" altLang="en-US" sz="1600" dirty="0" err="1">
                <a:latin typeface="+mj-lt"/>
              </a:rPr>
              <a:t>JSON.stringify</a:t>
            </a:r>
            <a:r>
              <a:rPr lang="en-GB" altLang="en-US" sz="1600" dirty="0">
                <a:latin typeface="+mj-lt"/>
              </a:rPr>
              <a:t>(limit);</a:t>
            </a:r>
          </a:p>
          <a:p>
            <a:pPr lvl="1" eaLnBrk="1" hangingPunct="1"/>
            <a:r>
              <a:rPr lang="en-GB" altLang="en-US" sz="1600" dirty="0" err="1">
                <a:latin typeface="+mj-lt"/>
              </a:rPr>
              <a:t>xmlhttp</a:t>
            </a:r>
            <a:r>
              <a:rPr lang="en-GB" altLang="en-US" sz="1600" dirty="0">
                <a:latin typeface="+mj-lt"/>
              </a:rPr>
              <a:t> = new </a:t>
            </a:r>
            <a:r>
              <a:rPr lang="en-GB" altLang="en-US" sz="1600" dirty="0" err="1">
                <a:latin typeface="+mj-lt"/>
              </a:rPr>
              <a:t>XMLHttpRequest</a:t>
            </a:r>
            <a:r>
              <a:rPr lang="en-GB" altLang="en-US" sz="1600" dirty="0">
                <a:latin typeface="+mj-lt"/>
              </a:rPr>
              <a:t>();</a:t>
            </a:r>
          </a:p>
          <a:p>
            <a:pPr lvl="1" eaLnBrk="1" hangingPunct="1"/>
            <a:r>
              <a:rPr lang="en-GB" altLang="en-US" sz="1600" dirty="0" err="1">
                <a:latin typeface="+mj-lt"/>
              </a:rPr>
              <a:t>xmlhttp.onload</a:t>
            </a:r>
            <a:r>
              <a:rPr lang="en-GB" altLang="en-US" sz="1600" dirty="0">
                <a:latin typeface="+mj-lt"/>
              </a:rPr>
              <a:t> = function() {</a:t>
            </a:r>
          </a:p>
          <a:p>
            <a:pPr lvl="1" eaLnBrk="1" hangingPunct="1"/>
            <a:r>
              <a:rPr lang="en-GB" altLang="en-US" sz="1600" dirty="0" err="1">
                <a:latin typeface="+mj-lt"/>
              </a:rPr>
              <a:t>document.getElementById</a:t>
            </a:r>
            <a:r>
              <a:rPr lang="en-GB" altLang="en-US" sz="1600" dirty="0">
                <a:latin typeface="+mj-lt"/>
              </a:rPr>
              <a:t>("demo").</a:t>
            </a:r>
            <a:r>
              <a:rPr lang="en-GB" altLang="en-US" sz="1600" dirty="0" err="1">
                <a:latin typeface="+mj-lt"/>
              </a:rPr>
              <a:t>innerHTML</a:t>
            </a:r>
            <a:r>
              <a:rPr lang="en-GB" altLang="en-US" sz="1600" dirty="0">
                <a:latin typeface="+mj-lt"/>
              </a:rPr>
              <a:t> = </a:t>
            </a:r>
            <a:r>
              <a:rPr lang="en-GB" altLang="en-US" sz="1600" dirty="0" err="1">
                <a:latin typeface="+mj-lt"/>
              </a:rPr>
              <a:t>this.responseText</a:t>
            </a:r>
            <a:r>
              <a:rPr lang="en-GB" altLang="en-US" sz="1600" dirty="0">
                <a:latin typeface="+mj-lt"/>
              </a:rPr>
              <a:t>;</a:t>
            </a:r>
          </a:p>
          <a:p>
            <a:pPr lvl="1" eaLnBrk="1" hangingPunct="1"/>
            <a:r>
              <a:rPr lang="en-GB" altLang="en-US" sz="1600" dirty="0">
                <a:latin typeface="+mj-lt"/>
              </a:rPr>
              <a:t>}</a:t>
            </a:r>
          </a:p>
          <a:p>
            <a:pPr lvl="1" eaLnBrk="1" hangingPunct="1"/>
            <a:r>
              <a:rPr lang="en-GB" altLang="en-US" sz="1600" dirty="0" err="1">
                <a:latin typeface="+mj-lt"/>
              </a:rPr>
              <a:t>xmlhttp.open</a:t>
            </a:r>
            <a:r>
              <a:rPr lang="en-GB" altLang="en-US" sz="1600" dirty="0">
                <a:latin typeface="+mj-lt"/>
              </a:rPr>
              <a:t>("GET","</a:t>
            </a:r>
            <a:r>
              <a:rPr lang="en-GB" altLang="en-US" sz="1600" dirty="0" err="1">
                <a:latin typeface="+mj-lt"/>
              </a:rPr>
              <a:t>json_demo_db.php?x</a:t>
            </a:r>
            <a:r>
              <a:rPr lang="en-GB" altLang="en-US" sz="1600" dirty="0">
                <a:latin typeface="+mj-lt"/>
              </a:rPr>
              <a:t>=" + </a:t>
            </a:r>
            <a:r>
              <a:rPr lang="en-GB" altLang="en-US" sz="1600" dirty="0" err="1">
                <a:latin typeface="+mj-lt"/>
              </a:rPr>
              <a:t>dbParam</a:t>
            </a:r>
            <a:r>
              <a:rPr lang="en-GB" altLang="en-US" sz="1600" dirty="0">
                <a:latin typeface="+mj-lt"/>
              </a:rPr>
              <a:t>);</a:t>
            </a:r>
          </a:p>
          <a:p>
            <a:pPr lvl="1" eaLnBrk="1" hangingPunct="1"/>
            <a:r>
              <a:rPr lang="en-GB" altLang="en-US" sz="1600" dirty="0" err="1">
                <a:latin typeface="+mj-lt"/>
              </a:rPr>
              <a:t>xmlhttp.send</a:t>
            </a:r>
            <a:r>
              <a:rPr lang="en-GB" altLang="en-US" sz="1600" dirty="0">
                <a:latin typeface="+mj-lt"/>
              </a:rPr>
              <a:t>();</a:t>
            </a:r>
          </a:p>
          <a:p>
            <a:pPr eaLnBrk="1" hangingPunct="1"/>
            <a:endParaRPr lang="en-GB" altLang="en-US" sz="2000" dirty="0">
              <a:latin typeface="+mj-lt"/>
            </a:endParaRPr>
          </a:p>
          <a:p>
            <a:pPr marL="457200" indent="-457200" eaLnBrk="1" hangingPunct="1">
              <a:buFont typeface="+mj-lt"/>
              <a:buAutoNum type="arabicPeriod"/>
            </a:pPr>
            <a:r>
              <a:rPr lang="en-GB" altLang="en-US" sz="1800" dirty="0">
                <a:latin typeface="+mj-lt"/>
              </a:rPr>
              <a:t>The above example defines an object containing a "limit" property and value.</a:t>
            </a:r>
          </a:p>
          <a:p>
            <a:pPr marL="457200" indent="-457200" eaLnBrk="1" hangingPunct="1">
              <a:buFont typeface="+mj-lt"/>
              <a:buAutoNum type="arabicPeriod"/>
            </a:pPr>
            <a:r>
              <a:rPr lang="en-GB" altLang="en-US" sz="1800" dirty="0">
                <a:latin typeface="+mj-lt"/>
              </a:rPr>
              <a:t>It then converts the object into a JSON string.</a:t>
            </a:r>
          </a:p>
          <a:p>
            <a:pPr marL="457200" indent="-457200" eaLnBrk="1" hangingPunct="1">
              <a:buFont typeface="+mj-lt"/>
              <a:buAutoNum type="arabicPeriod"/>
            </a:pPr>
            <a:r>
              <a:rPr lang="en-GB" altLang="en-US" sz="1800" dirty="0">
                <a:latin typeface="+mj-lt"/>
              </a:rPr>
              <a:t>It then sends a request to the PHP file, with the JSON string as a parameter.</a:t>
            </a:r>
          </a:p>
          <a:p>
            <a:pPr marL="457200" indent="-457200" eaLnBrk="1" hangingPunct="1">
              <a:buFont typeface="+mj-lt"/>
              <a:buAutoNum type="arabicPeriod"/>
            </a:pPr>
            <a:r>
              <a:rPr lang="en-GB" altLang="en-US" sz="1800" dirty="0">
                <a:latin typeface="+mj-lt"/>
              </a:rPr>
              <a:t>It will wait until the request returns with the result (as JSON).</a:t>
            </a:r>
          </a:p>
          <a:p>
            <a:pPr marL="457200" indent="-457200" eaLnBrk="1" hangingPunct="1">
              <a:buFont typeface="+mj-lt"/>
              <a:buAutoNum type="arabicPeriod"/>
            </a:pPr>
            <a:r>
              <a:rPr lang="en-GB" altLang="en-US" sz="1800" dirty="0">
                <a:latin typeface="+mj-lt"/>
              </a:rPr>
              <a:t>Finally, it displays the result received from the PHP file.</a:t>
            </a:r>
          </a:p>
          <a:p>
            <a:pPr lvl="1" eaLnBrk="1" hangingPunct="1"/>
            <a:endParaRPr lang="en-GB" altLang="en-US" sz="1600" dirty="0">
              <a:latin typeface="+mj-lt"/>
            </a:endParaRPr>
          </a:p>
          <a:p>
            <a:pPr marL="457200" lvl="1" indent="0" eaLnBrk="1" hangingPunct="1">
              <a:buNone/>
            </a:pPr>
            <a:endParaRPr lang="en-GB" altLang="en-US" sz="1600" dirty="0">
              <a:latin typeface="+mj-lt"/>
            </a:endParaRPr>
          </a:p>
        </p:txBody>
      </p:sp>
    </p:spTree>
    <p:extLst>
      <p:ext uri="{BB962C8B-B14F-4D97-AF65-F5344CB8AC3E}">
        <p14:creationId xmlns:p14="http://schemas.microsoft.com/office/powerpoint/2010/main" val="2452022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JSON with PHP Database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Use </a:t>
            </a:r>
            <a:r>
              <a:rPr lang="en-GB" altLang="en-US" sz="2000" dirty="0" err="1">
                <a:latin typeface="+mj-lt"/>
              </a:rPr>
              <a:t>JSON.stringify</a:t>
            </a:r>
            <a:r>
              <a:rPr lang="en-GB" altLang="en-US" sz="2000" dirty="0">
                <a:latin typeface="+mj-lt"/>
              </a:rPr>
              <a:t>() to convert the JavaScript object into JSON:</a:t>
            </a:r>
          </a:p>
          <a:p>
            <a:pPr lvl="1" eaLnBrk="1" hangingPunct="1"/>
            <a:r>
              <a:rPr lang="en-GB" altLang="en-US" sz="1600" dirty="0">
                <a:latin typeface="+mj-lt"/>
              </a:rPr>
              <a:t>&lt;?</a:t>
            </a:r>
            <a:r>
              <a:rPr lang="en-GB" altLang="en-US" sz="1600" dirty="0" err="1">
                <a:latin typeface="+mj-lt"/>
              </a:rPr>
              <a:t>php</a:t>
            </a:r>
            <a:endParaRPr lang="en-GB" altLang="en-US" sz="1600" dirty="0">
              <a:latin typeface="+mj-lt"/>
            </a:endParaRPr>
          </a:p>
          <a:p>
            <a:pPr lvl="1" eaLnBrk="1" hangingPunct="1"/>
            <a:r>
              <a:rPr lang="en-GB" altLang="en-US" sz="1600" dirty="0">
                <a:latin typeface="+mj-lt"/>
              </a:rPr>
              <a:t>header("Content-Type: application/</a:t>
            </a:r>
            <a:r>
              <a:rPr lang="en-GB" altLang="en-US" sz="1600" dirty="0" err="1">
                <a:latin typeface="+mj-lt"/>
              </a:rPr>
              <a:t>json</a:t>
            </a:r>
            <a:r>
              <a:rPr lang="en-GB" altLang="en-US" sz="1600" dirty="0">
                <a:latin typeface="+mj-lt"/>
              </a:rPr>
              <a:t>; charset=UTF-8");</a:t>
            </a:r>
          </a:p>
          <a:p>
            <a:pPr lvl="1" eaLnBrk="1" hangingPunct="1"/>
            <a:r>
              <a:rPr lang="en-GB" altLang="en-US" sz="1600" dirty="0">
                <a:latin typeface="+mj-lt"/>
              </a:rPr>
              <a:t>$</a:t>
            </a:r>
            <a:r>
              <a:rPr lang="en-GB" altLang="en-US" sz="1600" dirty="0" err="1">
                <a:latin typeface="+mj-lt"/>
              </a:rPr>
              <a:t>obj</a:t>
            </a:r>
            <a:r>
              <a:rPr lang="en-GB" altLang="en-US" sz="1600" dirty="0">
                <a:latin typeface="+mj-lt"/>
              </a:rPr>
              <a:t> = </a:t>
            </a:r>
            <a:r>
              <a:rPr lang="en-GB" altLang="en-US" sz="1600" dirty="0" err="1">
                <a:latin typeface="+mj-lt"/>
              </a:rPr>
              <a:t>json_decode</a:t>
            </a:r>
            <a:r>
              <a:rPr lang="en-GB" altLang="en-US" sz="1600" dirty="0">
                <a:latin typeface="+mj-lt"/>
              </a:rPr>
              <a:t>($_GET["x"], false);</a:t>
            </a:r>
            <a:endParaRPr lang="en-GB" altLang="en-US" sz="2000" dirty="0">
              <a:latin typeface="+mj-lt"/>
            </a:endParaRPr>
          </a:p>
          <a:p>
            <a:pPr lvl="1" eaLnBrk="1" hangingPunct="1"/>
            <a:r>
              <a:rPr lang="en-GB" altLang="en-US" sz="1600" dirty="0">
                <a:latin typeface="+mj-lt"/>
              </a:rPr>
              <a:t>$conn = new </a:t>
            </a:r>
            <a:r>
              <a:rPr lang="en-GB" altLang="en-US" sz="1600" dirty="0" err="1">
                <a:latin typeface="+mj-lt"/>
              </a:rPr>
              <a:t>mysqli</a:t>
            </a:r>
            <a:r>
              <a:rPr lang="en-GB" altLang="en-US" sz="1600" dirty="0">
                <a:latin typeface="+mj-lt"/>
              </a:rPr>
              <a:t>("</a:t>
            </a:r>
            <a:r>
              <a:rPr lang="en-GB" altLang="en-US" sz="1600" dirty="0" err="1">
                <a:latin typeface="+mj-lt"/>
              </a:rPr>
              <a:t>myServer</a:t>
            </a:r>
            <a:r>
              <a:rPr lang="en-GB" altLang="en-US" sz="1600" dirty="0">
                <a:latin typeface="+mj-lt"/>
              </a:rPr>
              <a:t>", "</a:t>
            </a:r>
            <a:r>
              <a:rPr lang="en-GB" altLang="en-US" sz="1600" dirty="0" err="1">
                <a:latin typeface="+mj-lt"/>
              </a:rPr>
              <a:t>myUser</a:t>
            </a:r>
            <a:r>
              <a:rPr lang="en-GB" altLang="en-US" sz="1600" dirty="0">
                <a:latin typeface="+mj-lt"/>
              </a:rPr>
              <a:t>", "</a:t>
            </a:r>
            <a:r>
              <a:rPr lang="en-GB" altLang="en-US" sz="1600" dirty="0" err="1">
                <a:latin typeface="+mj-lt"/>
              </a:rPr>
              <a:t>myPassword</a:t>
            </a:r>
            <a:r>
              <a:rPr lang="en-GB" altLang="en-US" sz="1600" dirty="0">
                <a:latin typeface="+mj-lt"/>
              </a:rPr>
              <a:t>", "Northwind");</a:t>
            </a:r>
          </a:p>
          <a:p>
            <a:pPr lvl="1" eaLnBrk="1" hangingPunct="1"/>
            <a:r>
              <a:rPr lang="en-GB" altLang="en-US" sz="1600" dirty="0">
                <a:latin typeface="+mj-lt"/>
              </a:rPr>
              <a:t>$</a:t>
            </a:r>
            <a:r>
              <a:rPr lang="en-GB" altLang="en-US" sz="1600" dirty="0" err="1">
                <a:latin typeface="+mj-lt"/>
              </a:rPr>
              <a:t>stmt</a:t>
            </a:r>
            <a:r>
              <a:rPr lang="en-GB" altLang="en-US" sz="1600" dirty="0">
                <a:latin typeface="+mj-lt"/>
              </a:rPr>
              <a:t> = $conn-&gt;prepare("SELECT name FROM customers LIMIT ?");</a:t>
            </a:r>
          </a:p>
          <a:p>
            <a:pPr lvl="1" eaLnBrk="1" hangingPunct="1"/>
            <a:r>
              <a:rPr lang="en-GB" altLang="en-US" sz="1600" dirty="0">
                <a:latin typeface="+mj-lt"/>
              </a:rPr>
              <a:t>$</a:t>
            </a:r>
            <a:r>
              <a:rPr lang="en-GB" altLang="en-US" sz="1600" dirty="0" err="1">
                <a:latin typeface="+mj-lt"/>
              </a:rPr>
              <a:t>stmt</a:t>
            </a:r>
            <a:r>
              <a:rPr lang="en-GB" altLang="en-US" sz="1600" dirty="0">
                <a:latin typeface="+mj-lt"/>
              </a:rPr>
              <a:t>-&gt;</a:t>
            </a:r>
            <a:r>
              <a:rPr lang="en-GB" altLang="en-US" sz="1600" dirty="0" err="1">
                <a:latin typeface="+mj-lt"/>
              </a:rPr>
              <a:t>bind_param</a:t>
            </a:r>
            <a:r>
              <a:rPr lang="en-GB" altLang="en-US" sz="1600" dirty="0">
                <a:latin typeface="+mj-lt"/>
              </a:rPr>
              <a:t>("s", $</a:t>
            </a:r>
            <a:r>
              <a:rPr lang="en-GB" altLang="en-US" sz="1600" dirty="0" err="1">
                <a:latin typeface="+mj-lt"/>
              </a:rPr>
              <a:t>obj</a:t>
            </a:r>
            <a:r>
              <a:rPr lang="en-GB" altLang="en-US" sz="1600" dirty="0">
                <a:latin typeface="+mj-lt"/>
              </a:rPr>
              <a:t>-&gt;limit);</a:t>
            </a:r>
          </a:p>
          <a:p>
            <a:pPr lvl="1" eaLnBrk="1" hangingPunct="1"/>
            <a:r>
              <a:rPr lang="en-GB" altLang="en-US" sz="1600" dirty="0">
                <a:latin typeface="+mj-lt"/>
              </a:rPr>
              <a:t>$</a:t>
            </a:r>
            <a:r>
              <a:rPr lang="en-GB" altLang="en-US" sz="1600" dirty="0" err="1">
                <a:latin typeface="+mj-lt"/>
              </a:rPr>
              <a:t>stmt</a:t>
            </a:r>
            <a:r>
              <a:rPr lang="en-GB" altLang="en-US" sz="1600" dirty="0">
                <a:latin typeface="+mj-lt"/>
              </a:rPr>
              <a:t>-&gt;execute();</a:t>
            </a:r>
          </a:p>
          <a:p>
            <a:pPr lvl="1" eaLnBrk="1" hangingPunct="1"/>
            <a:r>
              <a:rPr lang="en-GB" altLang="en-US" sz="1600" dirty="0">
                <a:latin typeface="+mj-lt"/>
              </a:rPr>
              <a:t>$result = $</a:t>
            </a:r>
            <a:r>
              <a:rPr lang="en-GB" altLang="en-US" sz="1600" dirty="0" err="1">
                <a:latin typeface="+mj-lt"/>
              </a:rPr>
              <a:t>stmt</a:t>
            </a:r>
            <a:r>
              <a:rPr lang="en-GB" altLang="en-US" sz="1600" dirty="0">
                <a:latin typeface="+mj-lt"/>
              </a:rPr>
              <a:t>-&gt;</a:t>
            </a:r>
            <a:r>
              <a:rPr lang="en-GB" altLang="en-US" sz="1600" dirty="0" err="1">
                <a:latin typeface="+mj-lt"/>
              </a:rPr>
              <a:t>get_result</a:t>
            </a:r>
            <a:r>
              <a:rPr lang="en-GB" altLang="en-US" sz="1600" dirty="0">
                <a:latin typeface="+mj-lt"/>
              </a:rPr>
              <a:t>();</a:t>
            </a:r>
          </a:p>
          <a:p>
            <a:pPr lvl="1" eaLnBrk="1" hangingPunct="1"/>
            <a:r>
              <a:rPr lang="en-GB" altLang="en-US" sz="1600" dirty="0">
                <a:latin typeface="+mj-lt"/>
              </a:rPr>
              <a:t>$</a:t>
            </a:r>
            <a:r>
              <a:rPr lang="en-GB" altLang="en-US" sz="1600" dirty="0" err="1">
                <a:latin typeface="+mj-lt"/>
              </a:rPr>
              <a:t>outp</a:t>
            </a:r>
            <a:r>
              <a:rPr lang="en-GB" altLang="en-US" sz="1600" dirty="0">
                <a:latin typeface="+mj-lt"/>
              </a:rPr>
              <a:t> = $result-&gt;</a:t>
            </a:r>
            <a:r>
              <a:rPr lang="en-GB" altLang="en-US" sz="1600" dirty="0" err="1">
                <a:latin typeface="+mj-lt"/>
              </a:rPr>
              <a:t>fetch_all</a:t>
            </a:r>
            <a:r>
              <a:rPr lang="en-GB" altLang="en-US" sz="1600" dirty="0">
                <a:latin typeface="+mj-lt"/>
              </a:rPr>
              <a:t>(MYSQLI_ASSOC);</a:t>
            </a:r>
            <a:endParaRPr lang="en-GB" altLang="en-US" sz="2000" dirty="0">
              <a:latin typeface="+mj-lt"/>
            </a:endParaRPr>
          </a:p>
          <a:p>
            <a:pPr lvl="1" eaLnBrk="1" hangingPunct="1"/>
            <a:r>
              <a:rPr lang="en-GB" altLang="en-US" sz="1600" dirty="0">
                <a:latin typeface="+mj-lt"/>
              </a:rPr>
              <a:t>echo </a:t>
            </a:r>
            <a:r>
              <a:rPr lang="en-GB" altLang="en-US" sz="1600" dirty="0" err="1">
                <a:latin typeface="+mj-lt"/>
              </a:rPr>
              <a:t>json_encode</a:t>
            </a:r>
            <a:r>
              <a:rPr lang="en-GB" altLang="en-US" sz="1600" dirty="0">
                <a:latin typeface="+mj-lt"/>
              </a:rPr>
              <a:t>($</a:t>
            </a:r>
            <a:r>
              <a:rPr lang="en-GB" altLang="en-US" sz="1600" dirty="0" err="1">
                <a:latin typeface="+mj-lt"/>
              </a:rPr>
              <a:t>outp</a:t>
            </a:r>
            <a:r>
              <a:rPr lang="en-GB" altLang="en-US" sz="1600" dirty="0">
                <a:latin typeface="+mj-lt"/>
              </a:rPr>
              <a:t>);</a:t>
            </a:r>
          </a:p>
          <a:p>
            <a:pPr lvl="1" eaLnBrk="1" hangingPunct="1"/>
            <a:r>
              <a:rPr lang="en-GB" altLang="en-US" sz="1600" dirty="0">
                <a:latin typeface="+mj-lt"/>
              </a:rPr>
              <a:t>?&gt;</a:t>
            </a:r>
          </a:p>
          <a:p>
            <a:pPr lvl="1" eaLnBrk="1" hangingPunct="1"/>
            <a:endParaRPr lang="en-GB" altLang="en-US" sz="1600" dirty="0">
              <a:latin typeface="+mj-lt"/>
            </a:endParaRPr>
          </a:p>
          <a:p>
            <a:pPr marL="457200" indent="-457200" eaLnBrk="1" hangingPunct="1">
              <a:buFont typeface="+mj-lt"/>
              <a:buAutoNum type="arabicPeriod"/>
            </a:pPr>
            <a:r>
              <a:rPr lang="en-GB" altLang="en-US" sz="1800" dirty="0">
                <a:latin typeface="+mj-lt"/>
              </a:rPr>
              <a:t>It first convert the request into an object, using the PHP function </a:t>
            </a:r>
            <a:r>
              <a:rPr lang="en-GB" altLang="en-US" sz="1800" dirty="0" err="1">
                <a:latin typeface="+mj-lt"/>
              </a:rPr>
              <a:t>json_decode</a:t>
            </a:r>
            <a:r>
              <a:rPr lang="en-GB" altLang="en-US" sz="1800" dirty="0">
                <a:latin typeface="+mj-lt"/>
              </a:rPr>
              <a:t>().</a:t>
            </a:r>
          </a:p>
          <a:p>
            <a:pPr marL="457200" indent="-457200" eaLnBrk="1" hangingPunct="1">
              <a:buFont typeface="+mj-lt"/>
              <a:buAutoNum type="arabicPeriod"/>
            </a:pPr>
            <a:r>
              <a:rPr lang="en-GB" altLang="en-US" sz="1800" dirty="0">
                <a:latin typeface="+mj-lt"/>
              </a:rPr>
              <a:t>It then accesses the database and fills an array with the requested data.</a:t>
            </a:r>
          </a:p>
          <a:p>
            <a:pPr marL="457200" indent="-457200" eaLnBrk="1" hangingPunct="1">
              <a:buFont typeface="+mj-lt"/>
              <a:buAutoNum type="arabicPeriod"/>
            </a:pPr>
            <a:r>
              <a:rPr lang="en-GB" altLang="en-US" sz="1800" dirty="0">
                <a:latin typeface="+mj-lt"/>
              </a:rPr>
              <a:t>It then adds the array to an object and returns the object as JSON using the </a:t>
            </a:r>
            <a:r>
              <a:rPr lang="en-GB" altLang="en-US" sz="1800" dirty="0" err="1">
                <a:latin typeface="+mj-lt"/>
              </a:rPr>
              <a:t>json_encode</a:t>
            </a:r>
            <a:r>
              <a:rPr lang="en-GB" altLang="en-US" sz="1800" dirty="0">
                <a:latin typeface="+mj-lt"/>
              </a:rPr>
              <a:t>() function.</a:t>
            </a:r>
            <a:endParaRPr lang="en-GB" altLang="en-US" sz="1600" dirty="0">
              <a:latin typeface="+mj-lt"/>
            </a:endParaRPr>
          </a:p>
          <a:p>
            <a:pPr marL="457200" lvl="1" indent="0" eaLnBrk="1" hangingPunct="1">
              <a:buNone/>
            </a:pPr>
            <a:endParaRPr lang="en-GB" altLang="en-US" sz="1600" dirty="0">
              <a:latin typeface="+mj-lt"/>
            </a:endParaRPr>
          </a:p>
        </p:txBody>
      </p:sp>
    </p:spTree>
    <p:extLst>
      <p:ext uri="{BB962C8B-B14F-4D97-AF65-F5344CB8AC3E}">
        <p14:creationId xmlns:p14="http://schemas.microsoft.com/office/powerpoint/2010/main" val="2100094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jQuery</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jQuery is a JavaScript library designed to simplify HTML DOM tree traversal and manipulation, as well as event handling, CSS animations, and Ajax.</a:t>
            </a:r>
          </a:p>
          <a:p>
            <a:pPr eaLnBrk="1" hangingPunct="1"/>
            <a:endParaRPr lang="en-GB" altLang="en-US" sz="2400" dirty="0">
              <a:latin typeface="+mj-lt"/>
            </a:endParaRPr>
          </a:p>
          <a:p>
            <a:pPr eaLnBrk="1" hangingPunct="1"/>
            <a:r>
              <a:rPr lang="en-GB" altLang="en-US" sz="2400" dirty="0">
                <a:latin typeface="+mj-lt"/>
              </a:rPr>
              <a:t>jQuery, at its core, is a Document Object Model (DOM) manipulation library. The DOM is a tree-structure representation of all the elements of a Web page. jQuery simplifies the syntax for finding, selecting, and manipulating these DOM elements.</a:t>
            </a:r>
          </a:p>
        </p:txBody>
      </p:sp>
    </p:spTree>
    <p:extLst>
      <p:ext uri="{BB962C8B-B14F-4D97-AF65-F5344CB8AC3E}">
        <p14:creationId xmlns:p14="http://schemas.microsoft.com/office/powerpoint/2010/main" val="4555435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jQuery</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The principles of developing with jQuery are:</a:t>
            </a:r>
          </a:p>
          <a:p>
            <a:pPr marL="857250" lvl="1" indent="-457200" eaLnBrk="1" hangingPunct="1">
              <a:buFont typeface="+mj-lt"/>
              <a:buAutoNum type="arabicPeriod"/>
            </a:pPr>
            <a:r>
              <a:rPr lang="en-GB" altLang="en-US" sz="1800" dirty="0">
                <a:latin typeface="+mj-lt"/>
              </a:rPr>
              <a:t>Separation of JavaScript and HTML: The jQuery library provides simple syntax for adding event handlers to the DOM using JavaScript, rather than adding HTML event attributes to call JavaScript functions. Thus, it encourages developers to completely separate JavaScript code from HTML markup.</a:t>
            </a:r>
          </a:p>
          <a:p>
            <a:pPr marL="857250" lvl="1" indent="-457200" eaLnBrk="1" hangingPunct="1">
              <a:buFont typeface="+mj-lt"/>
              <a:buAutoNum type="arabicPeriod"/>
            </a:pPr>
            <a:endParaRPr lang="en-GB" altLang="en-US" sz="1800" dirty="0">
              <a:latin typeface="+mj-lt"/>
            </a:endParaRPr>
          </a:p>
          <a:p>
            <a:pPr marL="857250" lvl="1" indent="-457200" eaLnBrk="1" hangingPunct="1">
              <a:buFont typeface="+mj-lt"/>
              <a:buAutoNum type="arabicPeriod"/>
            </a:pPr>
            <a:r>
              <a:rPr lang="en-GB" altLang="en-US" sz="1800" dirty="0">
                <a:latin typeface="+mj-lt"/>
              </a:rPr>
              <a:t>Brevity and clarity: jQuery promotes brevity and clarity with features like "chainable" functions and shorthand function names.</a:t>
            </a:r>
          </a:p>
          <a:p>
            <a:pPr marL="857250" lvl="1" indent="-457200" eaLnBrk="1" hangingPunct="1">
              <a:buFont typeface="+mj-lt"/>
              <a:buAutoNum type="arabicPeriod"/>
            </a:pPr>
            <a:endParaRPr lang="en-GB" altLang="en-US" sz="1800" dirty="0">
              <a:latin typeface="+mj-lt"/>
            </a:endParaRPr>
          </a:p>
          <a:p>
            <a:pPr marL="857250" lvl="1" indent="-457200" eaLnBrk="1" hangingPunct="1">
              <a:buFont typeface="+mj-lt"/>
              <a:buAutoNum type="arabicPeriod"/>
            </a:pPr>
            <a:r>
              <a:rPr lang="en-GB" altLang="en-US" sz="1800" dirty="0">
                <a:latin typeface="+mj-lt"/>
              </a:rPr>
              <a:t>Elimination of cross-browser incompatibilities: The JavaScript engines of different browsers differ slightly so JavaScript code that works for one browser may not work for another. Like other JavaScript toolkits, jQuery handles all these cross-browser inconsistencies and provides a consistent interface that works across different browsers.</a:t>
            </a:r>
          </a:p>
          <a:p>
            <a:pPr marL="857250" lvl="1" indent="-457200" eaLnBrk="1" hangingPunct="1">
              <a:buFont typeface="+mj-lt"/>
              <a:buAutoNum type="arabicPeriod"/>
            </a:pPr>
            <a:endParaRPr lang="en-GB" altLang="en-US" sz="1800" dirty="0">
              <a:latin typeface="+mj-lt"/>
            </a:endParaRPr>
          </a:p>
          <a:p>
            <a:pPr marL="857250" lvl="1" indent="-457200" eaLnBrk="1" hangingPunct="1">
              <a:buFont typeface="+mj-lt"/>
              <a:buAutoNum type="arabicPeriod"/>
            </a:pPr>
            <a:r>
              <a:rPr lang="en-GB" altLang="en-US" sz="1800" dirty="0">
                <a:latin typeface="+mj-lt"/>
              </a:rPr>
              <a:t>Extensibility: New events, elements, and methods can be easily added and then reused as a plugin.</a:t>
            </a:r>
          </a:p>
        </p:txBody>
      </p:sp>
    </p:spTree>
    <p:extLst>
      <p:ext uri="{BB962C8B-B14F-4D97-AF65-F5344CB8AC3E}">
        <p14:creationId xmlns:p14="http://schemas.microsoft.com/office/powerpoint/2010/main" val="3596744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jQuery</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jQuery takes a lot of common tasks that require many lines of JavaScript code to accomplish and wraps them into methods that you can call with a single line of code.</a:t>
            </a:r>
          </a:p>
          <a:p>
            <a:pPr eaLnBrk="1" hangingPunct="1"/>
            <a:endParaRPr lang="en-GB" altLang="en-US" sz="2400" dirty="0">
              <a:latin typeface="+mj-lt"/>
            </a:endParaRPr>
          </a:p>
          <a:p>
            <a:pPr eaLnBrk="1" hangingPunct="1"/>
            <a:r>
              <a:rPr lang="en-GB" altLang="en-US" sz="2400" dirty="0">
                <a:latin typeface="+mj-lt"/>
              </a:rPr>
              <a:t>The jQuery library contains the following features:</a:t>
            </a:r>
          </a:p>
          <a:p>
            <a:pPr lvl="1" eaLnBrk="1" hangingPunct="1"/>
            <a:r>
              <a:rPr lang="en-GB" altLang="en-US" sz="2000" dirty="0">
                <a:latin typeface="+mj-lt"/>
              </a:rPr>
              <a:t>HTML/DOM manipulation</a:t>
            </a:r>
          </a:p>
          <a:p>
            <a:pPr lvl="1" eaLnBrk="1" hangingPunct="1"/>
            <a:r>
              <a:rPr lang="en-GB" altLang="en-US" sz="2000" dirty="0">
                <a:latin typeface="+mj-lt"/>
              </a:rPr>
              <a:t>CSS manipulation</a:t>
            </a:r>
          </a:p>
          <a:p>
            <a:pPr lvl="1" eaLnBrk="1" hangingPunct="1"/>
            <a:r>
              <a:rPr lang="en-GB" altLang="en-US" sz="2000" dirty="0">
                <a:latin typeface="+mj-lt"/>
              </a:rPr>
              <a:t>HTML event methods</a:t>
            </a:r>
          </a:p>
          <a:p>
            <a:pPr lvl="1" eaLnBrk="1" hangingPunct="1"/>
            <a:r>
              <a:rPr lang="en-GB" altLang="en-US" sz="2000" dirty="0">
                <a:latin typeface="+mj-lt"/>
              </a:rPr>
              <a:t>Effects and animations</a:t>
            </a:r>
          </a:p>
          <a:p>
            <a:pPr lvl="1" eaLnBrk="1" hangingPunct="1"/>
            <a:r>
              <a:rPr lang="en-GB" altLang="en-US" sz="2000" dirty="0">
                <a:latin typeface="+mj-lt"/>
              </a:rPr>
              <a:t>AJAX</a:t>
            </a:r>
          </a:p>
          <a:p>
            <a:pPr lvl="1" eaLnBrk="1" hangingPunct="1"/>
            <a:r>
              <a:rPr lang="en-GB" altLang="en-US" sz="2000" dirty="0">
                <a:latin typeface="+mj-lt"/>
              </a:rPr>
              <a:t>Utilities</a:t>
            </a:r>
          </a:p>
          <a:p>
            <a:pPr marL="0" indent="0" eaLnBrk="1" hangingPunct="1">
              <a:buNone/>
            </a:pPr>
            <a:endParaRPr lang="en-GB" altLang="en-US" sz="2400" dirty="0">
              <a:latin typeface="+mj-lt"/>
            </a:endParaRPr>
          </a:p>
          <a:p>
            <a:pPr marL="0" indent="0" eaLnBrk="1" hangingPunct="1">
              <a:buNone/>
            </a:pPr>
            <a:r>
              <a:rPr lang="en-GB" altLang="en-US" sz="2400" dirty="0">
                <a:latin typeface="+mj-lt"/>
              </a:rPr>
              <a:t>Tip: In addition, jQuery has plugins for almost any task out there.</a:t>
            </a:r>
          </a:p>
        </p:txBody>
      </p:sp>
    </p:spTree>
    <p:extLst>
      <p:ext uri="{BB962C8B-B14F-4D97-AF65-F5344CB8AC3E}">
        <p14:creationId xmlns:p14="http://schemas.microsoft.com/office/powerpoint/2010/main" val="3692354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Downloading jQuery</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There are two versions of jQuery available for downloading:</a:t>
            </a:r>
          </a:p>
          <a:p>
            <a:pPr lvl="1" eaLnBrk="1" hangingPunct="1"/>
            <a:r>
              <a:rPr lang="en-GB" altLang="en-US" sz="2000" b="1" dirty="0">
                <a:latin typeface="+mj-lt"/>
              </a:rPr>
              <a:t>Production</a:t>
            </a:r>
            <a:r>
              <a:rPr lang="en-GB" altLang="en-US" sz="2000" dirty="0">
                <a:latin typeface="+mj-lt"/>
              </a:rPr>
              <a:t> version - this is for your live website because it has been minified and compressed</a:t>
            </a:r>
          </a:p>
          <a:p>
            <a:pPr lvl="1" eaLnBrk="1" hangingPunct="1"/>
            <a:r>
              <a:rPr lang="en-GB" altLang="en-US" sz="2000" b="1" dirty="0">
                <a:latin typeface="+mj-lt"/>
              </a:rPr>
              <a:t>Development</a:t>
            </a:r>
            <a:r>
              <a:rPr lang="en-GB" altLang="en-US" sz="2000" dirty="0">
                <a:latin typeface="+mj-lt"/>
              </a:rPr>
              <a:t> version - this is for testing and development (uncompressed and readable code)</a:t>
            </a:r>
            <a:endParaRPr lang="en-GB" altLang="en-US" sz="2400" dirty="0">
              <a:latin typeface="+mj-lt"/>
            </a:endParaRPr>
          </a:p>
          <a:p>
            <a:pPr lvl="1" eaLnBrk="1" hangingPunct="1"/>
            <a:r>
              <a:rPr lang="en-GB" altLang="en-US" sz="2000" dirty="0">
                <a:latin typeface="+mj-lt"/>
              </a:rPr>
              <a:t>Both can be found on jQuery.com</a:t>
            </a:r>
          </a:p>
          <a:p>
            <a:pPr eaLnBrk="1" hangingPunct="1"/>
            <a:endParaRPr lang="en-GB" altLang="en-US" sz="2400" dirty="0">
              <a:latin typeface="+mj-lt"/>
            </a:endParaRPr>
          </a:p>
          <a:p>
            <a:pPr eaLnBrk="1" hangingPunct="1"/>
            <a:r>
              <a:rPr lang="en-GB" altLang="en-US" sz="2400" dirty="0">
                <a:latin typeface="+mj-lt"/>
              </a:rPr>
              <a:t>The jQuery library is a single JavaScript file, and you reference it with the HTML &lt;script&gt; tag (notice that the &lt;script&gt; tag should be inside the &lt;head&gt; section):</a:t>
            </a:r>
          </a:p>
          <a:p>
            <a:pPr lvl="1" eaLnBrk="1" hangingPunct="1"/>
            <a:r>
              <a:rPr lang="en-GB" altLang="en-US" sz="2000" dirty="0">
                <a:latin typeface="+mj-lt"/>
              </a:rPr>
              <a:t>&lt;head&gt;</a:t>
            </a:r>
          </a:p>
          <a:p>
            <a:pPr lvl="1" eaLnBrk="1" hangingPunct="1"/>
            <a:r>
              <a:rPr lang="en-GB" altLang="en-US" sz="2000" dirty="0">
                <a:latin typeface="+mj-lt"/>
              </a:rPr>
              <a:t>&lt;script </a:t>
            </a:r>
            <a:r>
              <a:rPr lang="en-GB" altLang="en-US" sz="2000" dirty="0" err="1">
                <a:latin typeface="+mj-lt"/>
              </a:rPr>
              <a:t>src</a:t>
            </a:r>
            <a:r>
              <a:rPr lang="en-GB" altLang="en-US" sz="2000" dirty="0">
                <a:latin typeface="+mj-lt"/>
              </a:rPr>
              <a:t>="jquery-3.7.1.min.js"&gt;&lt;/script&gt;</a:t>
            </a:r>
          </a:p>
          <a:p>
            <a:pPr lvl="1" eaLnBrk="1" hangingPunct="1"/>
            <a:r>
              <a:rPr lang="en-GB" altLang="en-US" sz="2000" dirty="0">
                <a:latin typeface="+mj-lt"/>
              </a:rPr>
              <a:t>&lt;/head&gt;</a:t>
            </a:r>
          </a:p>
          <a:p>
            <a:pPr marL="0" indent="0" eaLnBrk="1" hangingPunct="1">
              <a:buNone/>
            </a:pPr>
            <a:endParaRPr lang="en-GB" altLang="en-US" sz="2400" dirty="0">
              <a:latin typeface="+mj-lt"/>
            </a:endParaRPr>
          </a:p>
        </p:txBody>
      </p:sp>
    </p:spTree>
    <p:extLst>
      <p:ext uri="{BB962C8B-B14F-4D97-AF65-F5344CB8AC3E}">
        <p14:creationId xmlns:p14="http://schemas.microsoft.com/office/powerpoint/2010/main" val="509195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Downloading jQuery</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If you don't want to download and host jQuery yourself, you can include it from a CDN (Content Delivery Network).</a:t>
            </a:r>
          </a:p>
          <a:p>
            <a:pPr eaLnBrk="1" hangingPunct="1"/>
            <a:endParaRPr lang="en-GB" altLang="en-US" sz="2400" dirty="0">
              <a:latin typeface="+mj-lt"/>
            </a:endParaRPr>
          </a:p>
          <a:p>
            <a:pPr eaLnBrk="1" hangingPunct="1"/>
            <a:r>
              <a:rPr lang="en-GB" altLang="en-US" sz="2400" dirty="0">
                <a:latin typeface="+mj-lt"/>
              </a:rPr>
              <a:t>Google is an example of someone who host jQuery:</a:t>
            </a:r>
          </a:p>
          <a:p>
            <a:pPr eaLnBrk="1" hangingPunct="1"/>
            <a:endParaRPr lang="en-GB" altLang="en-US" sz="2400" dirty="0">
              <a:latin typeface="+mj-lt"/>
            </a:endParaRPr>
          </a:p>
          <a:p>
            <a:pPr eaLnBrk="1" hangingPunct="1"/>
            <a:r>
              <a:rPr lang="en-GB" altLang="en-US" sz="2400" dirty="0">
                <a:latin typeface="+mj-lt"/>
              </a:rPr>
              <a:t>Google CDN:</a:t>
            </a:r>
          </a:p>
          <a:p>
            <a:pPr lvl="1" eaLnBrk="1" hangingPunct="1"/>
            <a:r>
              <a:rPr lang="en-GB" altLang="en-US" sz="2000" dirty="0">
                <a:latin typeface="+mj-lt"/>
              </a:rPr>
              <a:t>&lt;head&gt;</a:t>
            </a:r>
          </a:p>
          <a:p>
            <a:pPr lvl="1" eaLnBrk="1" hangingPunct="1"/>
            <a:r>
              <a:rPr lang="en-GB" altLang="en-US" sz="2000" dirty="0">
                <a:latin typeface="+mj-lt"/>
              </a:rPr>
              <a:t>&lt;script </a:t>
            </a:r>
            <a:r>
              <a:rPr lang="en-GB" altLang="en-US" sz="2000" dirty="0" err="1">
                <a:latin typeface="+mj-lt"/>
              </a:rPr>
              <a:t>src</a:t>
            </a:r>
            <a:r>
              <a:rPr lang="en-GB" altLang="en-US" sz="2000" dirty="0">
                <a:latin typeface="+mj-lt"/>
              </a:rPr>
              <a:t>="https://ajax.googleapis.com/ajax/libs/</a:t>
            </a:r>
            <a:r>
              <a:rPr lang="en-GB" altLang="en-US" sz="2000" dirty="0" err="1">
                <a:latin typeface="+mj-lt"/>
              </a:rPr>
              <a:t>jquery</a:t>
            </a:r>
            <a:r>
              <a:rPr lang="en-GB" altLang="en-US" sz="2000" dirty="0">
                <a:latin typeface="+mj-lt"/>
              </a:rPr>
              <a:t>/3.7.1/jquery.min.js"&gt;&lt;/script&gt;</a:t>
            </a:r>
          </a:p>
          <a:p>
            <a:pPr lvl="1" eaLnBrk="1" hangingPunct="1"/>
            <a:r>
              <a:rPr lang="en-GB" altLang="en-US" sz="2000" dirty="0">
                <a:latin typeface="+mj-lt"/>
              </a:rPr>
              <a:t>&lt;/head&gt;</a:t>
            </a:r>
          </a:p>
        </p:txBody>
      </p:sp>
    </p:spTree>
    <p:extLst>
      <p:ext uri="{BB962C8B-B14F-4D97-AF65-F5344CB8AC3E}">
        <p14:creationId xmlns:p14="http://schemas.microsoft.com/office/powerpoint/2010/main" val="1177340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jQuery Syntax</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The jQuery syntax is tailor-made for selecting HTML elements and performing some action on the element(s).</a:t>
            </a:r>
          </a:p>
          <a:p>
            <a:pPr eaLnBrk="1" hangingPunct="1"/>
            <a:endParaRPr lang="en-GB" altLang="en-US" sz="2400" dirty="0">
              <a:latin typeface="+mj-lt"/>
            </a:endParaRPr>
          </a:p>
          <a:p>
            <a:pPr eaLnBrk="1" hangingPunct="1"/>
            <a:r>
              <a:rPr lang="en-GB" altLang="en-US" sz="2400" dirty="0">
                <a:latin typeface="+mj-lt"/>
              </a:rPr>
              <a:t>Basic syntax is: $(selector).action()</a:t>
            </a:r>
          </a:p>
          <a:p>
            <a:pPr lvl="1" eaLnBrk="1" hangingPunct="1"/>
            <a:r>
              <a:rPr lang="en-GB" altLang="en-US" sz="2000" dirty="0">
                <a:latin typeface="+mj-lt"/>
              </a:rPr>
              <a:t>A $ sign to define/access jQuery</a:t>
            </a:r>
          </a:p>
          <a:p>
            <a:pPr lvl="1" eaLnBrk="1" hangingPunct="1"/>
            <a:r>
              <a:rPr lang="en-GB" altLang="en-US" sz="2000" dirty="0">
                <a:latin typeface="+mj-lt"/>
              </a:rPr>
              <a:t>A (selector) to "query (or find)" HTML elements</a:t>
            </a:r>
          </a:p>
          <a:p>
            <a:pPr lvl="1" eaLnBrk="1" hangingPunct="1"/>
            <a:r>
              <a:rPr lang="en-GB" altLang="en-US" sz="2000" dirty="0">
                <a:latin typeface="+mj-lt"/>
              </a:rPr>
              <a:t>A jQuery action() to be performed on the element(s)</a:t>
            </a:r>
          </a:p>
          <a:p>
            <a:pPr lvl="1" eaLnBrk="1" hangingPunct="1"/>
            <a:endParaRPr lang="en-GB" altLang="en-US" sz="2000" dirty="0">
              <a:latin typeface="+mj-lt"/>
            </a:endParaRPr>
          </a:p>
          <a:p>
            <a:pPr eaLnBrk="1" hangingPunct="1"/>
            <a:r>
              <a:rPr lang="en-GB" altLang="en-US" sz="2400" dirty="0">
                <a:latin typeface="+mj-lt"/>
              </a:rPr>
              <a:t>Examples:</a:t>
            </a:r>
          </a:p>
          <a:p>
            <a:pPr lvl="1" eaLnBrk="1" hangingPunct="1"/>
            <a:r>
              <a:rPr lang="en-GB" altLang="en-US" sz="2000" dirty="0">
                <a:latin typeface="+mj-lt"/>
              </a:rPr>
              <a:t>$(this).hide() - hides the current element.</a:t>
            </a:r>
          </a:p>
          <a:p>
            <a:pPr lvl="1" eaLnBrk="1" hangingPunct="1"/>
            <a:r>
              <a:rPr lang="en-GB" altLang="en-US" sz="2000" dirty="0">
                <a:latin typeface="+mj-lt"/>
              </a:rPr>
              <a:t>$("p").hide() - hides all &lt;p&gt; elements.</a:t>
            </a:r>
          </a:p>
          <a:p>
            <a:pPr lvl="1" eaLnBrk="1" hangingPunct="1"/>
            <a:r>
              <a:rPr lang="en-GB" altLang="en-US" sz="2000" dirty="0">
                <a:latin typeface="+mj-lt"/>
              </a:rPr>
              <a:t>$(".test").hide() - hides all elements with class="test".</a:t>
            </a:r>
            <a:endParaRPr lang="en-GB" altLang="en-US" sz="2400" dirty="0">
              <a:latin typeface="+mj-lt"/>
            </a:endParaRPr>
          </a:p>
          <a:p>
            <a:pPr lvl="1" eaLnBrk="1" hangingPunct="1"/>
            <a:r>
              <a:rPr lang="en-GB" altLang="en-US" sz="2000" dirty="0">
                <a:latin typeface="+mj-lt"/>
              </a:rPr>
              <a:t>$("#test").hide() - hides the element with id="test".</a:t>
            </a:r>
            <a:endParaRPr lang="en-GB" altLang="en-US" sz="1600" dirty="0">
              <a:latin typeface="+mj-lt"/>
            </a:endParaRPr>
          </a:p>
        </p:txBody>
      </p:sp>
    </p:spTree>
    <p:extLst>
      <p:ext uri="{BB962C8B-B14F-4D97-AF65-F5344CB8AC3E}">
        <p14:creationId xmlns:p14="http://schemas.microsoft.com/office/powerpoint/2010/main" val="638136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jQuery Syntax</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000" dirty="0">
                <a:latin typeface="+mj-lt"/>
              </a:rPr>
              <a:t>To prevent any jQuery code from running before the document is finished loading, it is good practice to wait for the document to be fully loaded. This also allows you to have your JavaScript code before the body of your document, in the head section.</a:t>
            </a:r>
          </a:p>
          <a:p>
            <a:pPr eaLnBrk="1" hangingPunct="1"/>
            <a:endParaRPr lang="en-GB" altLang="en-US" sz="2000" dirty="0">
              <a:latin typeface="+mj-lt"/>
            </a:endParaRPr>
          </a:p>
          <a:p>
            <a:pPr eaLnBrk="1" hangingPunct="1"/>
            <a:r>
              <a:rPr lang="en-GB" altLang="en-US" sz="2000" dirty="0">
                <a:latin typeface="+mj-lt"/>
              </a:rPr>
              <a:t>Here are some examples of actions that can fail if methods are run before the document is fully loaded:</a:t>
            </a:r>
          </a:p>
          <a:p>
            <a:pPr lvl="1" eaLnBrk="1" hangingPunct="1"/>
            <a:r>
              <a:rPr lang="en-GB" altLang="en-US" sz="1800" dirty="0">
                <a:latin typeface="+mj-lt"/>
              </a:rPr>
              <a:t>Trying to hide an element that is not created yet</a:t>
            </a:r>
          </a:p>
          <a:p>
            <a:pPr lvl="1" eaLnBrk="1" hangingPunct="1"/>
            <a:r>
              <a:rPr lang="en-GB" altLang="en-US" sz="1800" dirty="0">
                <a:latin typeface="+mj-lt"/>
              </a:rPr>
              <a:t>Trying to get the size of an image that is not loaded yet</a:t>
            </a:r>
          </a:p>
          <a:p>
            <a:pPr eaLnBrk="1" hangingPunct="1"/>
            <a:endParaRPr lang="en-GB" altLang="en-US" sz="2000" dirty="0">
              <a:latin typeface="+mj-lt"/>
            </a:endParaRPr>
          </a:p>
          <a:p>
            <a:pPr eaLnBrk="1" hangingPunct="1"/>
            <a:r>
              <a:rPr lang="en-GB" altLang="en-US" sz="2000" dirty="0">
                <a:latin typeface="+mj-lt"/>
              </a:rPr>
              <a:t>As such you should nest your jQuery methods inside a document ready event using 1 of the two methods</a:t>
            </a:r>
            <a:endParaRPr lang="en-GB" altLang="en-US" sz="1800" dirty="0">
              <a:latin typeface="+mj-lt"/>
            </a:endParaRPr>
          </a:p>
          <a:p>
            <a:pPr lvl="1" eaLnBrk="1" hangingPunct="1"/>
            <a:r>
              <a:rPr lang="en-GB" altLang="en-US" sz="1800" dirty="0">
                <a:latin typeface="+mj-lt"/>
              </a:rPr>
              <a:t>$(document).ready(function(){   	or use:		$(function(){</a:t>
            </a:r>
          </a:p>
          <a:p>
            <a:pPr lvl="1" eaLnBrk="1" hangingPunct="1"/>
            <a:r>
              <a:rPr lang="en-GB" altLang="en-US" sz="1800" dirty="0">
                <a:latin typeface="+mj-lt"/>
              </a:rPr>
              <a:t>  // jQuery methods go here...</a:t>
            </a:r>
          </a:p>
          <a:p>
            <a:pPr lvl="1" eaLnBrk="1" hangingPunct="1"/>
            <a:r>
              <a:rPr lang="en-GB" altLang="en-US" sz="1800" dirty="0">
                <a:latin typeface="+mj-lt"/>
              </a:rPr>
              <a:t>});</a:t>
            </a:r>
          </a:p>
          <a:p>
            <a:pPr lvl="1" eaLnBrk="1" hangingPunct="1"/>
            <a:endParaRPr lang="en-GB" altLang="en-US" sz="1800" dirty="0">
              <a:latin typeface="+mj-lt"/>
            </a:endParaRPr>
          </a:p>
          <a:p>
            <a:pPr lvl="1" eaLnBrk="1" hangingPunct="1"/>
            <a:endParaRPr lang="en-GB" altLang="en-US" sz="1800" dirty="0">
              <a:latin typeface="+mj-lt"/>
            </a:endParaRPr>
          </a:p>
        </p:txBody>
      </p:sp>
    </p:spTree>
    <p:extLst>
      <p:ext uri="{BB962C8B-B14F-4D97-AF65-F5344CB8AC3E}">
        <p14:creationId xmlns:p14="http://schemas.microsoft.com/office/powerpoint/2010/main" val="1451714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jQuery Example</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The jQuery element selector selects elements based on the element name.</a:t>
            </a:r>
          </a:p>
          <a:p>
            <a:pPr eaLnBrk="1" hangingPunct="1"/>
            <a:endParaRPr lang="en-GB" altLang="en-US" sz="2400" dirty="0">
              <a:latin typeface="+mj-lt"/>
            </a:endParaRPr>
          </a:p>
          <a:p>
            <a:pPr eaLnBrk="1" hangingPunct="1"/>
            <a:r>
              <a:rPr lang="en-GB" altLang="en-US" sz="2400" dirty="0">
                <a:latin typeface="+mj-lt"/>
              </a:rPr>
              <a:t>You can select all &lt;p&gt; elements on a page like this:</a:t>
            </a:r>
          </a:p>
          <a:p>
            <a:pPr lvl="1" eaLnBrk="1" hangingPunct="1"/>
            <a:r>
              <a:rPr lang="en-GB" altLang="en-US" sz="1800" dirty="0">
                <a:latin typeface="+mj-lt"/>
              </a:rPr>
              <a:t>$("p")</a:t>
            </a:r>
            <a:endParaRPr lang="en-GB" altLang="en-US" sz="1600" dirty="0">
              <a:latin typeface="+mj-lt"/>
            </a:endParaRPr>
          </a:p>
          <a:p>
            <a:pPr eaLnBrk="1" hangingPunct="1"/>
            <a:endParaRPr lang="en-GB" altLang="en-US" sz="2400" dirty="0">
              <a:latin typeface="+mj-lt"/>
            </a:endParaRPr>
          </a:p>
          <a:p>
            <a:pPr eaLnBrk="1" hangingPunct="1"/>
            <a:r>
              <a:rPr lang="en-GB" altLang="en-US" sz="2400" dirty="0">
                <a:latin typeface="+mj-lt"/>
              </a:rPr>
              <a:t>Example when a user clicks on a button, all &lt;p&gt; elements will be hidden:</a:t>
            </a:r>
          </a:p>
          <a:p>
            <a:pPr lvl="1" eaLnBrk="1" hangingPunct="1"/>
            <a:r>
              <a:rPr lang="en-GB" altLang="en-US" sz="1800" dirty="0">
                <a:latin typeface="+mj-lt"/>
              </a:rPr>
              <a:t>$(document).ready(function(){</a:t>
            </a:r>
          </a:p>
          <a:p>
            <a:pPr lvl="1" eaLnBrk="1" hangingPunct="1"/>
            <a:r>
              <a:rPr lang="en-GB" altLang="en-US" sz="1800" dirty="0">
                <a:latin typeface="+mj-lt"/>
              </a:rPr>
              <a:t>    $("button").click(function(){</a:t>
            </a:r>
          </a:p>
          <a:p>
            <a:pPr lvl="1" eaLnBrk="1" hangingPunct="1"/>
            <a:r>
              <a:rPr lang="en-GB" altLang="en-US" sz="1800" dirty="0">
                <a:latin typeface="+mj-lt"/>
              </a:rPr>
              <a:t>       $("p").hide();</a:t>
            </a:r>
          </a:p>
          <a:p>
            <a:pPr lvl="1" eaLnBrk="1" hangingPunct="1"/>
            <a:r>
              <a:rPr lang="en-GB" altLang="en-US" sz="1800" dirty="0">
                <a:latin typeface="+mj-lt"/>
              </a:rPr>
              <a:t>    });</a:t>
            </a:r>
          </a:p>
          <a:p>
            <a:pPr lvl="1" eaLnBrk="1" hangingPunct="1"/>
            <a:r>
              <a:rPr lang="en-GB" altLang="en-US" sz="1800" dirty="0">
                <a:latin typeface="+mj-lt"/>
              </a:rPr>
              <a:t>});</a:t>
            </a:r>
          </a:p>
        </p:txBody>
      </p:sp>
    </p:spTree>
    <p:extLst>
      <p:ext uri="{BB962C8B-B14F-4D97-AF65-F5344CB8AC3E}">
        <p14:creationId xmlns:p14="http://schemas.microsoft.com/office/powerpoint/2010/main" val="24506518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mn-lt"/>
              </a:rPr>
              <a:t>jQuery Event Examples</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a:xfrm>
            <a:off x="457200" y="1600200"/>
            <a:ext cx="8229600" cy="4983162"/>
          </a:xfrm>
        </p:spPr>
        <p:txBody>
          <a:bodyPr/>
          <a:lstStyle/>
          <a:p>
            <a:pPr eaLnBrk="1" hangingPunct="1"/>
            <a:r>
              <a:rPr lang="en-GB" altLang="en-US" sz="2400" dirty="0">
                <a:latin typeface="+mj-lt"/>
              </a:rPr>
              <a:t>Click</a:t>
            </a:r>
          </a:p>
          <a:p>
            <a:pPr lvl="1" eaLnBrk="1" hangingPunct="1"/>
            <a:r>
              <a:rPr lang="en-GB" altLang="en-US" sz="1800" dirty="0">
                <a:latin typeface="+mj-lt"/>
              </a:rPr>
              <a:t>$("p").click(function(){</a:t>
            </a:r>
          </a:p>
          <a:p>
            <a:pPr lvl="1" eaLnBrk="1" hangingPunct="1"/>
            <a:r>
              <a:rPr lang="en-GB" altLang="en-US" sz="1800" dirty="0">
                <a:latin typeface="+mj-lt"/>
              </a:rPr>
              <a:t>$(this).hide();</a:t>
            </a:r>
          </a:p>
          <a:p>
            <a:pPr lvl="1" eaLnBrk="1" hangingPunct="1"/>
            <a:r>
              <a:rPr lang="en-GB" altLang="en-US" sz="1800" dirty="0">
                <a:latin typeface="+mj-lt"/>
              </a:rPr>
              <a:t>});</a:t>
            </a:r>
          </a:p>
          <a:p>
            <a:pPr lvl="1" eaLnBrk="1" hangingPunct="1"/>
            <a:endParaRPr lang="en-GB" altLang="en-US" sz="1800" dirty="0">
              <a:latin typeface="+mj-lt"/>
            </a:endParaRPr>
          </a:p>
          <a:p>
            <a:pPr eaLnBrk="1" hangingPunct="1"/>
            <a:r>
              <a:rPr lang="en-GB" altLang="en-US" sz="2400" dirty="0">
                <a:latin typeface="+mj-lt"/>
              </a:rPr>
              <a:t>Hover</a:t>
            </a:r>
          </a:p>
          <a:p>
            <a:pPr lvl="1" eaLnBrk="1" hangingPunct="1"/>
            <a:r>
              <a:rPr lang="en-GB" altLang="en-US" sz="1800" dirty="0">
                <a:latin typeface="+mj-lt"/>
              </a:rPr>
              <a:t>$("#p1").hover(function(){</a:t>
            </a:r>
          </a:p>
          <a:p>
            <a:pPr lvl="1" eaLnBrk="1" hangingPunct="1"/>
            <a:r>
              <a:rPr lang="en-GB" altLang="en-US" sz="1800" dirty="0">
                <a:latin typeface="+mj-lt"/>
              </a:rPr>
              <a:t>  alert("You entered p1!");</a:t>
            </a:r>
          </a:p>
          <a:p>
            <a:pPr lvl="1" eaLnBrk="1" hangingPunct="1"/>
            <a:r>
              <a:rPr lang="en-GB" altLang="en-US" sz="1800" dirty="0">
                <a:latin typeface="+mj-lt"/>
              </a:rPr>
              <a:t>},</a:t>
            </a:r>
          </a:p>
          <a:p>
            <a:pPr lvl="1" eaLnBrk="1" hangingPunct="1"/>
            <a:r>
              <a:rPr lang="en-GB" altLang="en-US" sz="1800" dirty="0">
                <a:latin typeface="+mj-lt"/>
              </a:rPr>
              <a:t>function(){</a:t>
            </a:r>
          </a:p>
          <a:p>
            <a:pPr lvl="1" eaLnBrk="1" hangingPunct="1"/>
            <a:r>
              <a:rPr lang="en-GB" altLang="en-US" sz="1800" dirty="0">
                <a:latin typeface="+mj-lt"/>
              </a:rPr>
              <a:t>  alert("Bye! You now leave p1!");</a:t>
            </a:r>
          </a:p>
          <a:p>
            <a:pPr lvl="1" eaLnBrk="1" hangingPunct="1"/>
            <a:r>
              <a:rPr lang="en-GB" altLang="en-US" sz="1800" dirty="0">
                <a:latin typeface="+mj-lt"/>
              </a:rPr>
              <a:t>});</a:t>
            </a:r>
          </a:p>
        </p:txBody>
      </p:sp>
    </p:spTree>
    <p:extLst>
      <p:ext uri="{BB962C8B-B14F-4D97-AF65-F5344CB8AC3E}">
        <p14:creationId xmlns:p14="http://schemas.microsoft.com/office/powerpoint/2010/main" val="2991042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5A56DE6-4F93-1651-3797-3EB61F286E83}"/>
              </a:ext>
            </a:extLst>
          </p:cNvPr>
          <p:cNvSpPr>
            <a:spLocks noGrp="1"/>
          </p:cNvSpPr>
          <p:nvPr>
            <p:ph type="title"/>
          </p:nvPr>
        </p:nvSpPr>
        <p:spPr/>
        <p:txBody>
          <a:bodyPr/>
          <a:lstStyle/>
          <a:p>
            <a:pPr eaLnBrk="1" hangingPunct="1"/>
            <a:r>
              <a:rPr lang="en-GB" altLang="en-US" dirty="0">
                <a:latin typeface="Arial" panose="020B0604020202020204" pitchFamily="34" charset="0"/>
              </a:rPr>
              <a:t>Sourced</a:t>
            </a:r>
          </a:p>
        </p:txBody>
      </p:sp>
      <p:sp>
        <p:nvSpPr>
          <p:cNvPr id="28675" name="Rectangle 3">
            <a:extLst>
              <a:ext uri="{FF2B5EF4-FFF2-40B4-BE49-F238E27FC236}">
                <a16:creationId xmlns:a16="http://schemas.microsoft.com/office/drawing/2014/main" id="{59967F90-AC6E-E533-0567-1BC35A047667}"/>
              </a:ext>
            </a:extLst>
          </p:cNvPr>
          <p:cNvSpPr>
            <a:spLocks noGrp="1"/>
          </p:cNvSpPr>
          <p:nvPr>
            <p:ph idx="1"/>
          </p:nvPr>
        </p:nvSpPr>
        <p:spPr/>
        <p:txBody>
          <a:bodyPr/>
          <a:lstStyle/>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r>
              <a:rPr lang="en-GB" altLang="en-US" sz="2800" dirty="0">
                <a:latin typeface="Arial" panose="020B0604020202020204" pitchFamily="34" charset="0"/>
                <a:hlinkClick r:id="rId2"/>
              </a:rPr>
              <a:t>https://www.json.org/json-en.html</a:t>
            </a: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r>
              <a:rPr lang="en-GB" altLang="en-US" sz="2800" dirty="0">
                <a:latin typeface="Arial" panose="020B0604020202020204" pitchFamily="34" charset="0"/>
                <a:hlinkClick r:id="rId2"/>
              </a:rPr>
              <a:t>www.w3schools.com</a:t>
            </a:r>
            <a:endParaRPr lang="en-GB" altLang="en-US" sz="280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1158</TotalTime>
  <Words>2579</Words>
  <Application>Microsoft Office PowerPoint</Application>
  <PresentationFormat>On-screen Show (4:3)</PresentationFormat>
  <Paragraphs>275</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Wingdings</vt:lpstr>
      <vt:lpstr>Office Theme</vt:lpstr>
      <vt:lpstr>COM4012M – JSON</vt:lpstr>
      <vt:lpstr>JSON</vt:lpstr>
      <vt:lpstr>JSON</vt:lpstr>
      <vt:lpstr>JSON Example</vt:lpstr>
      <vt:lpstr>Why Use JSON</vt:lpstr>
      <vt:lpstr>JSON vs XML</vt:lpstr>
      <vt:lpstr>JSON vs XML</vt:lpstr>
      <vt:lpstr>JSON Forms - Object</vt:lpstr>
      <vt:lpstr>JSON Forms - Array</vt:lpstr>
      <vt:lpstr>JSON Forms - Value</vt:lpstr>
      <vt:lpstr>JSON Forms - String</vt:lpstr>
      <vt:lpstr>JSON Forms - Number</vt:lpstr>
      <vt:lpstr>JSON Forms - Whitespace</vt:lpstr>
      <vt:lpstr> Receiving JSON</vt:lpstr>
      <vt:lpstr>Sending JSON</vt:lpstr>
      <vt:lpstr>JSON with a Server</vt:lpstr>
      <vt:lpstr>JSON with PHP</vt:lpstr>
      <vt:lpstr>JSON with PHP</vt:lpstr>
      <vt:lpstr>JSON with PHP Database</vt:lpstr>
      <vt:lpstr>JSON with PHP Database</vt:lpstr>
      <vt:lpstr>JSON with PHP Database</vt:lpstr>
      <vt:lpstr>jQuery</vt:lpstr>
      <vt:lpstr>jQuery</vt:lpstr>
      <vt:lpstr>jQuery</vt:lpstr>
      <vt:lpstr>Downloading jQuery</vt:lpstr>
      <vt:lpstr>Downloading jQuery</vt:lpstr>
      <vt:lpstr>jQuery Syntax</vt:lpstr>
      <vt:lpstr>jQuery Syntax</vt:lpstr>
      <vt:lpstr>jQuery Example</vt:lpstr>
      <vt:lpstr>jQuery Event Examples</vt:lpstr>
      <vt:lpstr>Sourced</vt:lpstr>
    </vt:vector>
  </TitlesOfParts>
  <Company>York St John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1IT060 Developing Hypermedia</dc:title>
  <dc:creator>adkins</dc:creator>
  <cp:lastModifiedBy>Alec Wells</cp:lastModifiedBy>
  <cp:revision>88</cp:revision>
  <dcterms:created xsi:type="dcterms:W3CDTF">2004-02-03T17:25:57Z</dcterms:created>
  <dcterms:modified xsi:type="dcterms:W3CDTF">2024-05-12T23:11:33Z</dcterms:modified>
</cp:coreProperties>
</file>