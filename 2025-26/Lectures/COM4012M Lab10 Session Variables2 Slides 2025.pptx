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23"/>
  </p:notesMasterIdLst>
  <p:sldIdLst>
    <p:sldId id="256" r:id="rId2"/>
    <p:sldId id="386" r:id="rId3"/>
    <p:sldId id="395" r:id="rId4"/>
    <p:sldId id="426" r:id="rId5"/>
    <p:sldId id="424" r:id="rId6"/>
    <p:sldId id="427" r:id="rId7"/>
    <p:sldId id="425" r:id="rId8"/>
    <p:sldId id="429" r:id="rId9"/>
    <p:sldId id="430" r:id="rId10"/>
    <p:sldId id="431" r:id="rId11"/>
    <p:sldId id="432" r:id="rId12"/>
    <p:sldId id="433" r:id="rId13"/>
    <p:sldId id="434" r:id="rId14"/>
    <p:sldId id="435" r:id="rId15"/>
    <p:sldId id="436" r:id="rId16"/>
    <p:sldId id="437" r:id="rId17"/>
    <p:sldId id="440" r:id="rId18"/>
    <p:sldId id="441" r:id="rId19"/>
    <p:sldId id="438" r:id="rId20"/>
    <p:sldId id="439" r:id="rId21"/>
    <p:sldId id="316" r:id="rId22"/>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2D0D70-4803-4A6F-A5B4-3B38490C3762}" v="2" dt="2024-04-28T22:55:1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84737" autoAdjust="0"/>
  </p:normalViewPr>
  <p:slideViewPr>
    <p:cSldViewPr>
      <p:cViewPr varScale="1">
        <p:scale>
          <a:sx n="114" d="100"/>
          <a:sy n="114" d="100"/>
        </p:scale>
        <p:origin x="166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Wells" userId="527ade61401a42c1" providerId="LiveId" clId="{D52D0D70-4803-4A6F-A5B4-3B38490C3762}"/>
    <pc:docChg chg="undo custSel addSld delSld modSld sldOrd">
      <pc:chgData name="Alec Wells" userId="527ade61401a42c1" providerId="LiveId" clId="{D52D0D70-4803-4A6F-A5B4-3B38490C3762}" dt="2024-04-28T23:02:52.006" v="1830" actId="20577"/>
      <pc:docMkLst>
        <pc:docMk/>
      </pc:docMkLst>
      <pc:sldChg chg="del">
        <pc:chgData name="Alec Wells" userId="527ade61401a42c1" providerId="LiveId" clId="{D52D0D70-4803-4A6F-A5B4-3B38490C3762}" dt="2024-04-28T00:45:10.340" v="0" actId="2696"/>
        <pc:sldMkLst>
          <pc:docMk/>
          <pc:sldMk cId="600549790" sldId="389"/>
        </pc:sldMkLst>
      </pc:sldChg>
      <pc:sldChg chg="del">
        <pc:chgData name="Alec Wells" userId="527ade61401a42c1" providerId="LiveId" clId="{D52D0D70-4803-4A6F-A5B4-3B38490C3762}" dt="2024-04-28T22:53:48.431" v="1409" actId="2696"/>
        <pc:sldMkLst>
          <pc:docMk/>
          <pc:sldMk cId="664756992" sldId="414"/>
        </pc:sldMkLst>
      </pc:sldChg>
      <pc:sldChg chg="del">
        <pc:chgData name="Alec Wells" userId="527ade61401a42c1" providerId="LiveId" clId="{D52D0D70-4803-4A6F-A5B4-3B38490C3762}" dt="2024-04-28T22:54:09.385" v="1410" actId="2696"/>
        <pc:sldMkLst>
          <pc:docMk/>
          <pc:sldMk cId="4088795343" sldId="415"/>
        </pc:sldMkLst>
      </pc:sldChg>
      <pc:sldChg chg="del">
        <pc:chgData name="Alec Wells" userId="527ade61401a42c1" providerId="LiveId" clId="{D52D0D70-4803-4A6F-A5B4-3B38490C3762}" dt="2024-04-28T22:54:09.385" v="1410" actId="2696"/>
        <pc:sldMkLst>
          <pc:docMk/>
          <pc:sldMk cId="3977538255" sldId="416"/>
        </pc:sldMkLst>
      </pc:sldChg>
      <pc:sldChg chg="del">
        <pc:chgData name="Alec Wells" userId="527ade61401a42c1" providerId="LiveId" clId="{D52D0D70-4803-4A6F-A5B4-3B38490C3762}" dt="2024-04-28T00:45:21.663" v="1" actId="2696"/>
        <pc:sldMkLst>
          <pc:docMk/>
          <pc:sldMk cId="4146870476" sldId="417"/>
        </pc:sldMkLst>
      </pc:sldChg>
      <pc:sldChg chg="del">
        <pc:chgData name="Alec Wells" userId="527ade61401a42c1" providerId="LiveId" clId="{D52D0D70-4803-4A6F-A5B4-3B38490C3762}" dt="2024-04-28T00:45:21.663" v="1" actId="2696"/>
        <pc:sldMkLst>
          <pc:docMk/>
          <pc:sldMk cId="1051858429" sldId="418"/>
        </pc:sldMkLst>
      </pc:sldChg>
      <pc:sldChg chg="del">
        <pc:chgData name="Alec Wells" userId="527ade61401a42c1" providerId="LiveId" clId="{D52D0D70-4803-4A6F-A5B4-3B38490C3762}" dt="2024-04-28T00:45:21.663" v="1" actId="2696"/>
        <pc:sldMkLst>
          <pc:docMk/>
          <pc:sldMk cId="2020906278" sldId="419"/>
        </pc:sldMkLst>
      </pc:sldChg>
      <pc:sldChg chg="del">
        <pc:chgData name="Alec Wells" userId="527ade61401a42c1" providerId="LiveId" clId="{D52D0D70-4803-4A6F-A5B4-3B38490C3762}" dt="2024-04-28T00:45:21.663" v="1" actId="2696"/>
        <pc:sldMkLst>
          <pc:docMk/>
          <pc:sldMk cId="1672891509" sldId="420"/>
        </pc:sldMkLst>
      </pc:sldChg>
      <pc:sldChg chg="del">
        <pc:chgData name="Alec Wells" userId="527ade61401a42c1" providerId="LiveId" clId="{D52D0D70-4803-4A6F-A5B4-3B38490C3762}" dt="2024-04-28T00:45:21.663" v="1" actId="2696"/>
        <pc:sldMkLst>
          <pc:docMk/>
          <pc:sldMk cId="3506820679" sldId="421"/>
        </pc:sldMkLst>
      </pc:sldChg>
      <pc:sldChg chg="del">
        <pc:chgData name="Alec Wells" userId="527ade61401a42c1" providerId="LiveId" clId="{D52D0D70-4803-4A6F-A5B4-3B38490C3762}" dt="2024-04-28T00:45:21.663" v="1" actId="2696"/>
        <pc:sldMkLst>
          <pc:docMk/>
          <pc:sldMk cId="3970405597" sldId="422"/>
        </pc:sldMkLst>
      </pc:sldChg>
      <pc:sldChg chg="del">
        <pc:chgData name="Alec Wells" userId="527ade61401a42c1" providerId="LiveId" clId="{D52D0D70-4803-4A6F-A5B4-3B38490C3762}" dt="2024-04-28T00:45:21.663" v="1" actId="2696"/>
        <pc:sldMkLst>
          <pc:docMk/>
          <pc:sldMk cId="1834463300" sldId="423"/>
        </pc:sldMkLst>
      </pc:sldChg>
      <pc:sldChg chg="modSp mod">
        <pc:chgData name="Alec Wells" userId="527ade61401a42c1" providerId="LiveId" clId="{D52D0D70-4803-4A6F-A5B4-3B38490C3762}" dt="2024-04-28T22:55:00.186" v="1445" actId="20577"/>
        <pc:sldMkLst>
          <pc:docMk/>
          <pc:sldMk cId="805628920" sldId="424"/>
        </pc:sldMkLst>
        <pc:spChg chg="mod">
          <ac:chgData name="Alec Wells" userId="527ade61401a42c1" providerId="LiveId" clId="{D52D0D70-4803-4A6F-A5B4-3B38490C3762}" dt="2024-04-28T22:55:00.186" v="1445" actId="20577"/>
          <ac:spMkLst>
            <pc:docMk/>
            <pc:sldMk cId="805628920" sldId="424"/>
            <ac:spMk id="16387" creationId="{08E0A061-609E-BD92-34BE-0F168694D455}"/>
          </ac:spMkLst>
        </pc:spChg>
      </pc:sldChg>
      <pc:sldChg chg="modSp mod ord">
        <pc:chgData name="Alec Wells" userId="527ade61401a42c1" providerId="LiveId" clId="{D52D0D70-4803-4A6F-A5B4-3B38490C3762}" dt="2024-04-28T22:44:44.354" v="1110" actId="113"/>
        <pc:sldMkLst>
          <pc:docMk/>
          <pc:sldMk cId="4145237576" sldId="426"/>
        </pc:sldMkLst>
        <pc:spChg chg="mod">
          <ac:chgData name="Alec Wells" userId="527ade61401a42c1" providerId="LiveId" clId="{D52D0D70-4803-4A6F-A5B4-3B38490C3762}" dt="2024-04-28T22:44:44.354" v="1110" actId="113"/>
          <ac:spMkLst>
            <pc:docMk/>
            <pc:sldMk cId="4145237576" sldId="426"/>
            <ac:spMk id="16387" creationId="{08E0A061-609E-BD92-34BE-0F168694D455}"/>
          </ac:spMkLst>
        </pc:spChg>
      </pc:sldChg>
      <pc:sldChg chg="addSp modSp mod">
        <pc:chgData name="Alec Wells" userId="527ade61401a42c1" providerId="LiveId" clId="{D52D0D70-4803-4A6F-A5B4-3B38490C3762}" dt="2024-04-28T22:55:49.331" v="1639" actId="20577"/>
        <pc:sldMkLst>
          <pc:docMk/>
          <pc:sldMk cId="905372666" sldId="427"/>
        </pc:sldMkLst>
        <pc:spChg chg="add mod">
          <ac:chgData name="Alec Wells" userId="527ade61401a42c1" providerId="LiveId" clId="{D52D0D70-4803-4A6F-A5B4-3B38490C3762}" dt="2024-04-28T22:55:49.331" v="1639" actId="20577"/>
          <ac:spMkLst>
            <pc:docMk/>
            <pc:sldMk cId="905372666" sldId="427"/>
            <ac:spMk id="2" creationId="{3E736383-13FB-525D-3895-C20FAE45026C}"/>
          </ac:spMkLst>
        </pc:spChg>
        <pc:picChg chg="mod">
          <ac:chgData name="Alec Wells" userId="527ade61401a42c1" providerId="LiveId" clId="{D52D0D70-4803-4A6F-A5B4-3B38490C3762}" dt="2024-04-28T22:55:47.705" v="1637" actId="1076"/>
          <ac:picMkLst>
            <pc:docMk/>
            <pc:sldMk cId="905372666" sldId="427"/>
            <ac:picMk id="4" creationId="{0E89E810-5994-10C4-943D-38DBBBEB1984}"/>
          </ac:picMkLst>
        </pc:picChg>
      </pc:sldChg>
      <pc:sldChg chg="del">
        <pc:chgData name="Alec Wells" userId="527ade61401a42c1" providerId="LiveId" clId="{D52D0D70-4803-4A6F-A5B4-3B38490C3762}" dt="2024-04-28T00:45:10.340" v="0" actId="2696"/>
        <pc:sldMkLst>
          <pc:docMk/>
          <pc:sldMk cId="3888313811" sldId="428"/>
        </pc:sldMkLst>
      </pc:sldChg>
      <pc:sldChg chg="modSp mod">
        <pc:chgData name="Alec Wells" userId="527ade61401a42c1" providerId="LiveId" clId="{D52D0D70-4803-4A6F-A5B4-3B38490C3762}" dt="2024-04-28T22:53:01.398" v="1384" actId="20577"/>
        <pc:sldMkLst>
          <pc:docMk/>
          <pc:sldMk cId="4207956026" sldId="438"/>
        </pc:sldMkLst>
        <pc:spChg chg="mod">
          <ac:chgData name="Alec Wells" userId="527ade61401a42c1" providerId="LiveId" clId="{D52D0D70-4803-4A6F-A5B4-3B38490C3762}" dt="2024-04-28T22:53:01.398" v="1384" actId="20577"/>
          <ac:spMkLst>
            <pc:docMk/>
            <pc:sldMk cId="4207956026" sldId="438"/>
            <ac:spMk id="16386" creationId="{C04D9E68-69C9-7ED7-124D-C4171E4C4309}"/>
          </ac:spMkLst>
        </pc:spChg>
        <pc:spChg chg="mod">
          <ac:chgData name="Alec Wells" userId="527ade61401a42c1" providerId="LiveId" clId="{D52D0D70-4803-4A6F-A5B4-3B38490C3762}" dt="2024-04-28T22:50:38.220" v="1279" actId="207"/>
          <ac:spMkLst>
            <pc:docMk/>
            <pc:sldMk cId="4207956026" sldId="438"/>
            <ac:spMk id="16387" creationId="{08E0A061-609E-BD92-34BE-0F168694D455}"/>
          </ac:spMkLst>
        </pc:spChg>
      </pc:sldChg>
      <pc:sldChg chg="modSp mod">
        <pc:chgData name="Alec Wells" userId="527ade61401a42c1" providerId="LiveId" clId="{D52D0D70-4803-4A6F-A5B4-3B38490C3762}" dt="2024-04-28T23:01:58.493" v="1769" actId="20577"/>
        <pc:sldMkLst>
          <pc:docMk/>
          <pc:sldMk cId="883744059" sldId="439"/>
        </pc:sldMkLst>
        <pc:spChg chg="mod">
          <ac:chgData name="Alec Wells" userId="527ade61401a42c1" providerId="LiveId" clId="{D52D0D70-4803-4A6F-A5B4-3B38490C3762}" dt="2024-04-28T22:53:05.796" v="1389" actId="20577"/>
          <ac:spMkLst>
            <pc:docMk/>
            <pc:sldMk cId="883744059" sldId="439"/>
            <ac:spMk id="16386" creationId="{C04D9E68-69C9-7ED7-124D-C4171E4C4309}"/>
          </ac:spMkLst>
        </pc:spChg>
        <pc:spChg chg="mod">
          <ac:chgData name="Alec Wells" userId="527ade61401a42c1" providerId="LiveId" clId="{D52D0D70-4803-4A6F-A5B4-3B38490C3762}" dt="2024-04-28T23:01:58.493" v="1769" actId="20577"/>
          <ac:spMkLst>
            <pc:docMk/>
            <pc:sldMk cId="883744059" sldId="439"/>
            <ac:spMk id="16387" creationId="{08E0A061-609E-BD92-34BE-0F168694D455}"/>
          </ac:spMkLst>
        </pc:spChg>
      </pc:sldChg>
      <pc:sldChg chg="modSp add del mod">
        <pc:chgData name="Alec Wells" userId="527ade61401a42c1" providerId="LiveId" clId="{D52D0D70-4803-4A6F-A5B4-3B38490C3762}" dt="2024-04-28T22:50:18.651" v="1249" actId="2890"/>
        <pc:sldMkLst>
          <pc:docMk/>
          <pc:sldMk cId="2668613869" sldId="440"/>
        </pc:sldMkLst>
        <pc:spChg chg="mod">
          <ac:chgData name="Alec Wells" userId="527ade61401a42c1" providerId="LiveId" clId="{D52D0D70-4803-4A6F-A5B4-3B38490C3762}" dt="2024-04-28T22:50:18.310" v="1248"/>
          <ac:spMkLst>
            <pc:docMk/>
            <pc:sldMk cId="2668613869" sldId="440"/>
            <ac:spMk id="16387" creationId="{08E0A061-609E-BD92-34BE-0F168694D455}"/>
          </ac:spMkLst>
        </pc:spChg>
      </pc:sldChg>
      <pc:sldChg chg="modSp add mod ord">
        <pc:chgData name="Alec Wells" userId="527ade61401a42c1" providerId="LiveId" clId="{D52D0D70-4803-4A6F-A5B4-3B38490C3762}" dt="2024-04-28T23:01:34.347" v="1767" actId="207"/>
        <pc:sldMkLst>
          <pc:docMk/>
          <pc:sldMk cId="3417014182" sldId="440"/>
        </pc:sldMkLst>
        <pc:spChg chg="mod">
          <ac:chgData name="Alec Wells" userId="527ade61401a42c1" providerId="LiveId" clId="{D52D0D70-4803-4A6F-A5B4-3B38490C3762}" dt="2024-04-28T23:00:18.879" v="1657" actId="20577"/>
          <ac:spMkLst>
            <pc:docMk/>
            <pc:sldMk cId="3417014182" sldId="440"/>
            <ac:spMk id="16386" creationId="{C04D9E68-69C9-7ED7-124D-C4171E4C4309}"/>
          </ac:spMkLst>
        </pc:spChg>
        <pc:spChg chg="mod">
          <ac:chgData name="Alec Wells" userId="527ade61401a42c1" providerId="LiveId" clId="{D52D0D70-4803-4A6F-A5B4-3B38490C3762}" dt="2024-04-28T23:01:34.347" v="1767" actId="207"/>
          <ac:spMkLst>
            <pc:docMk/>
            <pc:sldMk cId="3417014182" sldId="440"/>
            <ac:spMk id="16387" creationId="{08E0A061-609E-BD92-34BE-0F168694D455}"/>
          </ac:spMkLst>
        </pc:spChg>
      </pc:sldChg>
      <pc:sldChg chg="modSp add mod ord replId">
        <pc:chgData name="Alec Wells" userId="527ade61401a42c1" providerId="LiveId" clId="{D52D0D70-4803-4A6F-A5B4-3B38490C3762}" dt="2024-04-28T23:02:52.006" v="1830" actId="20577"/>
        <pc:sldMkLst>
          <pc:docMk/>
          <pc:sldMk cId="2648361200" sldId="441"/>
        </pc:sldMkLst>
        <pc:spChg chg="mod">
          <ac:chgData name="Alec Wells" userId="527ade61401a42c1" providerId="LiveId" clId="{D52D0D70-4803-4A6F-A5B4-3B38490C3762}" dt="2024-04-28T23:00:12.267" v="1649" actId="20577"/>
          <ac:spMkLst>
            <pc:docMk/>
            <pc:sldMk cId="2648361200" sldId="441"/>
            <ac:spMk id="16386" creationId="{C04D9E68-69C9-7ED7-124D-C4171E4C4309}"/>
          </ac:spMkLst>
        </pc:spChg>
        <pc:spChg chg="mod">
          <ac:chgData name="Alec Wells" userId="527ade61401a42c1" providerId="LiveId" clId="{D52D0D70-4803-4A6F-A5B4-3B38490C3762}" dt="2024-04-28T23:02:52.006" v="1830" actId="20577"/>
          <ac:spMkLst>
            <pc:docMk/>
            <pc:sldMk cId="2648361200" sldId="441"/>
            <ac:spMk id="16387" creationId="{08E0A061-609E-BD92-34BE-0F168694D455}"/>
          </ac:spMkLst>
        </pc:spChg>
      </pc:sldChg>
    </pc:docChg>
  </pc:docChgLst>
  <pc:docChgLst>
    <pc:chgData name="Alec Wells" userId="527ade61401a42c1" providerId="LiveId" clId="{BB4D02F2-976C-4D9D-A05A-C643C65CFA1B}"/>
    <pc:docChg chg="undo custSel addSld delSld modSld sldOrd">
      <pc:chgData name="Alec Wells" userId="527ade61401a42c1" providerId="LiveId" clId="{BB4D02F2-976C-4D9D-A05A-C643C65CFA1B}" dt="2024-04-21T23:13:51.020" v="3280" actId="20577"/>
      <pc:docMkLst>
        <pc:docMk/>
      </pc:docMkLst>
      <pc:sldChg chg="modSp del mod ord">
        <pc:chgData name="Alec Wells" userId="527ade61401a42c1" providerId="LiveId" clId="{BB4D02F2-976C-4D9D-A05A-C643C65CFA1B}" dt="2024-04-21T23:13:51.020" v="3280" actId="20577"/>
        <pc:sldMkLst>
          <pc:docMk/>
          <pc:sldMk cId="0" sldId="316"/>
        </pc:sldMkLst>
        <pc:spChg chg="mod">
          <ac:chgData name="Alec Wells" userId="527ade61401a42c1" providerId="LiveId" clId="{BB4D02F2-976C-4D9D-A05A-C643C65CFA1B}" dt="2024-04-21T23:13:51.020" v="3280" actId="20577"/>
          <ac:spMkLst>
            <pc:docMk/>
            <pc:sldMk cId="0" sldId="316"/>
            <ac:spMk id="28675" creationId="{59967F90-AC6E-E533-0567-1BC35A047667}"/>
          </ac:spMkLst>
        </pc:spChg>
      </pc:sldChg>
      <pc:sldChg chg="del">
        <pc:chgData name="Alec Wells" userId="527ade61401a42c1" providerId="LiveId" clId="{BB4D02F2-976C-4D9D-A05A-C643C65CFA1B}" dt="2024-04-20T01:08:08.233" v="3235" actId="2696"/>
        <pc:sldMkLst>
          <pc:docMk/>
          <pc:sldMk cId="3982036518" sldId="369"/>
        </pc:sldMkLst>
      </pc:sldChg>
      <pc:sldChg chg="del">
        <pc:chgData name="Alec Wells" userId="527ade61401a42c1" providerId="LiveId" clId="{BB4D02F2-976C-4D9D-A05A-C643C65CFA1B}" dt="2024-04-20T01:08:08.233" v="3235" actId="2696"/>
        <pc:sldMkLst>
          <pc:docMk/>
          <pc:sldMk cId="3327726480" sldId="394"/>
        </pc:sldMkLst>
      </pc:sldChg>
      <pc:sldChg chg="modSp mod">
        <pc:chgData name="Alec Wells" userId="527ade61401a42c1" providerId="LiveId" clId="{BB4D02F2-976C-4D9D-A05A-C643C65CFA1B}" dt="2024-04-20T00:25:38.446" v="31" actId="20577"/>
        <pc:sldMkLst>
          <pc:docMk/>
          <pc:sldMk cId="519448138" sldId="395"/>
        </pc:sldMkLst>
        <pc:spChg chg="mod">
          <ac:chgData name="Alec Wells" userId="527ade61401a42c1" providerId="LiveId" clId="{BB4D02F2-976C-4D9D-A05A-C643C65CFA1B}" dt="2024-04-20T00:25:38.446" v="31" actId="20577"/>
          <ac:spMkLst>
            <pc:docMk/>
            <pc:sldMk cId="519448138" sldId="395"/>
            <ac:spMk id="16387" creationId="{08E0A061-609E-BD92-34BE-0F168694D455}"/>
          </ac:spMkLst>
        </pc:spChg>
      </pc:sldChg>
      <pc:sldChg chg="del">
        <pc:chgData name="Alec Wells" userId="527ade61401a42c1" providerId="LiveId" clId="{BB4D02F2-976C-4D9D-A05A-C643C65CFA1B}" dt="2024-04-20T01:08:08.233" v="3235" actId="2696"/>
        <pc:sldMkLst>
          <pc:docMk/>
          <pc:sldMk cId="1529837396" sldId="397"/>
        </pc:sldMkLst>
      </pc:sldChg>
      <pc:sldChg chg="del">
        <pc:chgData name="Alec Wells" userId="527ade61401a42c1" providerId="LiveId" clId="{BB4D02F2-976C-4D9D-A05A-C643C65CFA1B}" dt="2024-04-20T01:08:08.233" v="3235" actId="2696"/>
        <pc:sldMkLst>
          <pc:docMk/>
          <pc:sldMk cId="1951583056" sldId="398"/>
        </pc:sldMkLst>
      </pc:sldChg>
      <pc:sldChg chg="del">
        <pc:chgData name="Alec Wells" userId="527ade61401a42c1" providerId="LiveId" clId="{BB4D02F2-976C-4D9D-A05A-C643C65CFA1B}" dt="2024-04-20T01:08:08.233" v="3235" actId="2696"/>
        <pc:sldMkLst>
          <pc:docMk/>
          <pc:sldMk cId="4253991661" sldId="399"/>
        </pc:sldMkLst>
      </pc:sldChg>
      <pc:sldChg chg="del">
        <pc:chgData name="Alec Wells" userId="527ade61401a42c1" providerId="LiveId" clId="{BB4D02F2-976C-4D9D-A05A-C643C65CFA1B}" dt="2024-04-20T01:08:08.233" v="3235" actId="2696"/>
        <pc:sldMkLst>
          <pc:docMk/>
          <pc:sldMk cId="1148687523" sldId="400"/>
        </pc:sldMkLst>
      </pc:sldChg>
      <pc:sldChg chg="del">
        <pc:chgData name="Alec Wells" userId="527ade61401a42c1" providerId="LiveId" clId="{BB4D02F2-976C-4D9D-A05A-C643C65CFA1B}" dt="2024-04-20T01:08:08.233" v="3235" actId="2696"/>
        <pc:sldMkLst>
          <pc:docMk/>
          <pc:sldMk cId="2936764483" sldId="401"/>
        </pc:sldMkLst>
      </pc:sldChg>
      <pc:sldChg chg="del">
        <pc:chgData name="Alec Wells" userId="527ade61401a42c1" providerId="LiveId" clId="{BB4D02F2-976C-4D9D-A05A-C643C65CFA1B}" dt="2024-04-20T01:08:08.233" v="3235" actId="2696"/>
        <pc:sldMkLst>
          <pc:docMk/>
          <pc:sldMk cId="680387633" sldId="402"/>
        </pc:sldMkLst>
      </pc:sldChg>
      <pc:sldChg chg="del">
        <pc:chgData name="Alec Wells" userId="527ade61401a42c1" providerId="LiveId" clId="{BB4D02F2-976C-4D9D-A05A-C643C65CFA1B}" dt="2024-04-20T01:08:08.233" v="3235" actId="2696"/>
        <pc:sldMkLst>
          <pc:docMk/>
          <pc:sldMk cId="2456234841" sldId="403"/>
        </pc:sldMkLst>
      </pc:sldChg>
      <pc:sldChg chg="del">
        <pc:chgData name="Alec Wells" userId="527ade61401a42c1" providerId="LiveId" clId="{BB4D02F2-976C-4D9D-A05A-C643C65CFA1B}" dt="2024-04-20T01:08:08.233" v="3235" actId="2696"/>
        <pc:sldMkLst>
          <pc:docMk/>
          <pc:sldMk cId="3232160031" sldId="405"/>
        </pc:sldMkLst>
      </pc:sldChg>
      <pc:sldChg chg="del">
        <pc:chgData name="Alec Wells" userId="527ade61401a42c1" providerId="LiveId" clId="{BB4D02F2-976C-4D9D-A05A-C643C65CFA1B}" dt="2024-04-20T01:08:08.233" v="3235" actId="2696"/>
        <pc:sldMkLst>
          <pc:docMk/>
          <pc:sldMk cId="1589019224" sldId="406"/>
        </pc:sldMkLst>
      </pc:sldChg>
      <pc:sldChg chg="del">
        <pc:chgData name="Alec Wells" userId="527ade61401a42c1" providerId="LiveId" clId="{BB4D02F2-976C-4D9D-A05A-C643C65CFA1B}" dt="2024-04-20T01:08:08.233" v="3235" actId="2696"/>
        <pc:sldMkLst>
          <pc:docMk/>
          <pc:sldMk cId="1179073541" sldId="407"/>
        </pc:sldMkLst>
      </pc:sldChg>
      <pc:sldChg chg="del">
        <pc:chgData name="Alec Wells" userId="527ade61401a42c1" providerId="LiveId" clId="{BB4D02F2-976C-4D9D-A05A-C643C65CFA1B}" dt="2024-04-20T01:08:08.233" v="3235" actId="2696"/>
        <pc:sldMkLst>
          <pc:docMk/>
          <pc:sldMk cId="1487207069" sldId="408"/>
        </pc:sldMkLst>
      </pc:sldChg>
      <pc:sldChg chg="del">
        <pc:chgData name="Alec Wells" userId="527ade61401a42c1" providerId="LiveId" clId="{BB4D02F2-976C-4D9D-A05A-C643C65CFA1B}" dt="2024-04-20T01:08:08.233" v="3235" actId="2696"/>
        <pc:sldMkLst>
          <pc:docMk/>
          <pc:sldMk cId="4169782949" sldId="409"/>
        </pc:sldMkLst>
      </pc:sldChg>
      <pc:sldChg chg="del">
        <pc:chgData name="Alec Wells" userId="527ade61401a42c1" providerId="LiveId" clId="{BB4D02F2-976C-4D9D-A05A-C643C65CFA1B}" dt="2024-04-20T01:08:08.233" v="3235" actId="2696"/>
        <pc:sldMkLst>
          <pc:docMk/>
          <pc:sldMk cId="3691213625" sldId="410"/>
        </pc:sldMkLst>
      </pc:sldChg>
      <pc:sldChg chg="del">
        <pc:chgData name="Alec Wells" userId="527ade61401a42c1" providerId="LiveId" clId="{BB4D02F2-976C-4D9D-A05A-C643C65CFA1B}" dt="2024-04-20T01:08:08.233" v="3235" actId="2696"/>
        <pc:sldMkLst>
          <pc:docMk/>
          <pc:sldMk cId="612104524" sldId="411"/>
        </pc:sldMkLst>
      </pc:sldChg>
      <pc:sldChg chg="del">
        <pc:chgData name="Alec Wells" userId="527ade61401a42c1" providerId="LiveId" clId="{BB4D02F2-976C-4D9D-A05A-C643C65CFA1B}" dt="2024-04-20T01:08:08.233" v="3235" actId="2696"/>
        <pc:sldMkLst>
          <pc:docMk/>
          <pc:sldMk cId="3191501712" sldId="412"/>
        </pc:sldMkLst>
      </pc:sldChg>
      <pc:sldChg chg="modSp mod">
        <pc:chgData name="Alec Wells" userId="527ade61401a42c1" providerId="LiveId" clId="{BB4D02F2-976C-4D9D-A05A-C643C65CFA1B}" dt="2024-04-20T00:32:50.473" v="220" actId="20577"/>
        <pc:sldMkLst>
          <pc:docMk/>
          <pc:sldMk cId="664756992" sldId="414"/>
        </pc:sldMkLst>
        <pc:spChg chg="mod">
          <ac:chgData name="Alec Wells" userId="527ade61401a42c1" providerId="LiveId" clId="{BB4D02F2-976C-4D9D-A05A-C643C65CFA1B}" dt="2024-04-20T00:32:50.473" v="220" actId="20577"/>
          <ac:spMkLst>
            <pc:docMk/>
            <pc:sldMk cId="664756992" sldId="414"/>
            <ac:spMk id="16387" creationId="{08E0A061-609E-BD92-34BE-0F168694D455}"/>
          </ac:spMkLst>
        </pc:spChg>
      </pc:sldChg>
      <pc:sldChg chg="modSp add mod">
        <pc:chgData name="Alec Wells" userId="527ade61401a42c1" providerId="LiveId" clId="{BB4D02F2-976C-4D9D-A05A-C643C65CFA1B}" dt="2024-04-20T00:32:52.805" v="221" actId="20577"/>
        <pc:sldMkLst>
          <pc:docMk/>
          <pc:sldMk cId="4088795343" sldId="415"/>
        </pc:sldMkLst>
        <pc:spChg chg="mod">
          <ac:chgData name="Alec Wells" userId="527ade61401a42c1" providerId="LiveId" clId="{BB4D02F2-976C-4D9D-A05A-C643C65CFA1B}" dt="2024-04-20T00:30:25.917" v="54" actId="20577"/>
          <ac:spMkLst>
            <pc:docMk/>
            <pc:sldMk cId="4088795343" sldId="415"/>
            <ac:spMk id="16386" creationId="{C04D9E68-69C9-7ED7-124D-C4171E4C4309}"/>
          </ac:spMkLst>
        </pc:spChg>
        <pc:spChg chg="mod">
          <ac:chgData name="Alec Wells" userId="527ade61401a42c1" providerId="LiveId" clId="{BB4D02F2-976C-4D9D-A05A-C643C65CFA1B}" dt="2024-04-20T00:32:52.805" v="221" actId="20577"/>
          <ac:spMkLst>
            <pc:docMk/>
            <pc:sldMk cId="4088795343" sldId="415"/>
            <ac:spMk id="16387" creationId="{08E0A061-609E-BD92-34BE-0F168694D455}"/>
          </ac:spMkLst>
        </pc:spChg>
      </pc:sldChg>
      <pc:sldChg chg="modSp add mod">
        <pc:chgData name="Alec Wells" userId="527ade61401a42c1" providerId="LiveId" clId="{BB4D02F2-976C-4D9D-A05A-C643C65CFA1B}" dt="2024-04-20T01:09:48.094" v="3273" actId="20577"/>
        <pc:sldMkLst>
          <pc:docMk/>
          <pc:sldMk cId="3977538255" sldId="416"/>
        </pc:sldMkLst>
        <pc:spChg chg="mod">
          <ac:chgData name="Alec Wells" userId="527ade61401a42c1" providerId="LiveId" clId="{BB4D02F2-976C-4D9D-A05A-C643C65CFA1B}" dt="2024-04-20T00:32:26.156" v="214" actId="20577"/>
          <ac:spMkLst>
            <pc:docMk/>
            <pc:sldMk cId="3977538255" sldId="416"/>
            <ac:spMk id="16386" creationId="{C04D9E68-69C9-7ED7-124D-C4171E4C4309}"/>
          </ac:spMkLst>
        </pc:spChg>
        <pc:spChg chg="mod">
          <ac:chgData name="Alec Wells" userId="527ade61401a42c1" providerId="LiveId" clId="{BB4D02F2-976C-4D9D-A05A-C643C65CFA1B}" dt="2024-04-20T01:09:48.094" v="3273" actId="20577"/>
          <ac:spMkLst>
            <pc:docMk/>
            <pc:sldMk cId="3977538255" sldId="416"/>
            <ac:spMk id="16387" creationId="{08E0A061-609E-BD92-34BE-0F168694D455}"/>
          </ac:spMkLst>
        </pc:spChg>
      </pc:sldChg>
      <pc:sldChg chg="modSp add mod">
        <pc:chgData name="Alec Wells" userId="527ade61401a42c1" providerId="LiveId" clId="{BB4D02F2-976C-4D9D-A05A-C643C65CFA1B}" dt="2024-04-20T00:46:55.264" v="1306" actId="20577"/>
        <pc:sldMkLst>
          <pc:docMk/>
          <pc:sldMk cId="4146870476" sldId="417"/>
        </pc:sldMkLst>
        <pc:spChg chg="mod">
          <ac:chgData name="Alec Wells" userId="527ade61401a42c1" providerId="LiveId" clId="{BB4D02F2-976C-4D9D-A05A-C643C65CFA1B}" dt="2024-04-20T00:38:33.010" v="519" actId="20577"/>
          <ac:spMkLst>
            <pc:docMk/>
            <pc:sldMk cId="4146870476" sldId="417"/>
            <ac:spMk id="16386" creationId="{C04D9E68-69C9-7ED7-124D-C4171E4C4309}"/>
          </ac:spMkLst>
        </pc:spChg>
        <pc:spChg chg="mod">
          <ac:chgData name="Alec Wells" userId="527ade61401a42c1" providerId="LiveId" clId="{BB4D02F2-976C-4D9D-A05A-C643C65CFA1B}" dt="2024-04-20T00:46:55.264" v="1306" actId="20577"/>
          <ac:spMkLst>
            <pc:docMk/>
            <pc:sldMk cId="4146870476" sldId="417"/>
            <ac:spMk id="16387" creationId="{08E0A061-609E-BD92-34BE-0F168694D455}"/>
          </ac:spMkLst>
        </pc:spChg>
      </pc:sldChg>
      <pc:sldChg chg="modSp add mod">
        <pc:chgData name="Alec Wells" userId="527ade61401a42c1" providerId="LiveId" clId="{BB4D02F2-976C-4D9D-A05A-C643C65CFA1B}" dt="2024-04-20T00:51:09.733" v="2198" actId="20577"/>
        <pc:sldMkLst>
          <pc:docMk/>
          <pc:sldMk cId="1051858429" sldId="418"/>
        </pc:sldMkLst>
        <pc:spChg chg="mod">
          <ac:chgData name="Alec Wells" userId="527ade61401a42c1" providerId="LiveId" clId="{BB4D02F2-976C-4D9D-A05A-C643C65CFA1B}" dt="2024-04-20T00:47:20.921" v="1342" actId="20577"/>
          <ac:spMkLst>
            <pc:docMk/>
            <pc:sldMk cId="1051858429" sldId="418"/>
            <ac:spMk id="16386" creationId="{C04D9E68-69C9-7ED7-124D-C4171E4C4309}"/>
          </ac:spMkLst>
        </pc:spChg>
        <pc:spChg chg="mod">
          <ac:chgData name="Alec Wells" userId="527ade61401a42c1" providerId="LiveId" clId="{BB4D02F2-976C-4D9D-A05A-C643C65CFA1B}" dt="2024-04-20T00:51:09.733" v="2198" actId="20577"/>
          <ac:spMkLst>
            <pc:docMk/>
            <pc:sldMk cId="1051858429" sldId="418"/>
            <ac:spMk id="16387" creationId="{08E0A061-609E-BD92-34BE-0F168694D455}"/>
          </ac:spMkLst>
        </pc:spChg>
      </pc:sldChg>
      <pc:sldChg chg="modSp add mod">
        <pc:chgData name="Alec Wells" userId="527ade61401a42c1" providerId="LiveId" clId="{BB4D02F2-976C-4D9D-A05A-C643C65CFA1B}" dt="2024-04-20T01:01:36.794" v="2785" actId="20577"/>
        <pc:sldMkLst>
          <pc:docMk/>
          <pc:sldMk cId="2020906278" sldId="419"/>
        </pc:sldMkLst>
        <pc:spChg chg="mod">
          <ac:chgData name="Alec Wells" userId="527ade61401a42c1" providerId="LiveId" clId="{BB4D02F2-976C-4D9D-A05A-C643C65CFA1B}" dt="2024-04-20T00:55:30.794" v="2216" actId="20577"/>
          <ac:spMkLst>
            <pc:docMk/>
            <pc:sldMk cId="2020906278" sldId="419"/>
            <ac:spMk id="16386" creationId="{C04D9E68-69C9-7ED7-124D-C4171E4C4309}"/>
          </ac:spMkLst>
        </pc:spChg>
        <pc:spChg chg="mod">
          <ac:chgData name="Alec Wells" userId="527ade61401a42c1" providerId="LiveId" clId="{BB4D02F2-976C-4D9D-A05A-C643C65CFA1B}" dt="2024-04-20T01:01:36.794" v="2785" actId="20577"/>
          <ac:spMkLst>
            <pc:docMk/>
            <pc:sldMk cId="2020906278" sldId="419"/>
            <ac:spMk id="16387" creationId="{08E0A061-609E-BD92-34BE-0F168694D455}"/>
          </ac:spMkLst>
        </pc:spChg>
      </pc:sldChg>
      <pc:sldChg chg="modSp add mod">
        <pc:chgData name="Alec Wells" userId="527ade61401a42c1" providerId="LiveId" clId="{BB4D02F2-976C-4D9D-A05A-C643C65CFA1B}" dt="2024-04-20T01:03:13.182" v="3033" actId="20577"/>
        <pc:sldMkLst>
          <pc:docMk/>
          <pc:sldMk cId="1672891509" sldId="420"/>
        </pc:sldMkLst>
        <pc:spChg chg="mod">
          <ac:chgData name="Alec Wells" userId="527ade61401a42c1" providerId="LiveId" clId="{BB4D02F2-976C-4D9D-A05A-C643C65CFA1B}" dt="2024-04-20T01:03:13.182" v="3033" actId="20577"/>
          <ac:spMkLst>
            <pc:docMk/>
            <pc:sldMk cId="1672891509" sldId="420"/>
            <ac:spMk id="16387" creationId="{08E0A061-609E-BD92-34BE-0F168694D455}"/>
          </ac:spMkLst>
        </pc:spChg>
      </pc:sldChg>
      <pc:sldChg chg="add">
        <pc:chgData name="Alec Wells" userId="527ade61401a42c1" providerId="LiveId" clId="{BB4D02F2-976C-4D9D-A05A-C643C65CFA1B}" dt="2024-04-20T01:03:15.722" v="3034" actId="2890"/>
        <pc:sldMkLst>
          <pc:docMk/>
          <pc:sldMk cId="3506820679" sldId="421"/>
        </pc:sldMkLst>
      </pc:sldChg>
      <pc:sldChg chg="modSp add mod">
        <pc:chgData name="Alec Wells" userId="527ade61401a42c1" providerId="LiveId" clId="{BB4D02F2-976C-4D9D-A05A-C643C65CFA1B}" dt="2024-04-20T01:04:52.394" v="3058" actId="113"/>
        <pc:sldMkLst>
          <pc:docMk/>
          <pc:sldMk cId="3970405597" sldId="422"/>
        </pc:sldMkLst>
        <pc:spChg chg="mod">
          <ac:chgData name="Alec Wells" userId="527ade61401a42c1" providerId="LiveId" clId="{BB4D02F2-976C-4D9D-A05A-C643C65CFA1B}" dt="2024-04-20T01:03:38.906" v="3042" actId="20577"/>
          <ac:spMkLst>
            <pc:docMk/>
            <pc:sldMk cId="3970405597" sldId="422"/>
            <ac:spMk id="16386" creationId="{C04D9E68-69C9-7ED7-124D-C4171E4C4309}"/>
          </ac:spMkLst>
        </pc:spChg>
        <pc:spChg chg="mod">
          <ac:chgData name="Alec Wells" userId="527ade61401a42c1" providerId="LiveId" clId="{BB4D02F2-976C-4D9D-A05A-C643C65CFA1B}" dt="2024-04-20T01:04:52.394" v="3058" actId="113"/>
          <ac:spMkLst>
            <pc:docMk/>
            <pc:sldMk cId="3970405597" sldId="422"/>
            <ac:spMk id="16387" creationId="{08E0A061-609E-BD92-34BE-0F168694D455}"/>
          </ac:spMkLst>
        </pc:spChg>
      </pc:sldChg>
      <pc:sldChg chg="modSp add mod">
        <pc:chgData name="Alec Wells" userId="527ade61401a42c1" providerId="LiveId" clId="{BB4D02F2-976C-4D9D-A05A-C643C65CFA1B}" dt="2024-04-20T01:07:50.921" v="3234" actId="20577"/>
        <pc:sldMkLst>
          <pc:docMk/>
          <pc:sldMk cId="1834463300" sldId="423"/>
        </pc:sldMkLst>
        <pc:spChg chg="mod">
          <ac:chgData name="Alec Wells" userId="527ade61401a42c1" providerId="LiveId" clId="{BB4D02F2-976C-4D9D-A05A-C643C65CFA1B}" dt="2024-04-20T01:05:13.352" v="3067" actId="20577"/>
          <ac:spMkLst>
            <pc:docMk/>
            <pc:sldMk cId="1834463300" sldId="423"/>
            <ac:spMk id="16386" creationId="{C04D9E68-69C9-7ED7-124D-C4171E4C4309}"/>
          </ac:spMkLst>
        </pc:spChg>
        <pc:spChg chg="mod">
          <ac:chgData name="Alec Wells" userId="527ade61401a42c1" providerId="LiveId" clId="{BB4D02F2-976C-4D9D-A05A-C643C65CFA1B}" dt="2024-04-20T01:07:50.921" v="3234" actId="20577"/>
          <ac:spMkLst>
            <pc:docMk/>
            <pc:sldMk cId="1834463300" sldId="423"/>
            <ac:spMk id="16387" creationId="{08E0A061-609E-BD92-34BE-0F168694D455}"/>
          </ac:spMkLst>
        </pc:spChg>
      </pc:sldChg>
    </pc:docChg>
  </pc:docChgLst>
  <pc:docChgLst>
    <pc:chgData name="Alec Wells" userId="527ade61401a42c1" providerId="LiveId" clId="{A64A5962-7ECB-4F16-903B-E4BF98D12B84}"/>
    <pc:docChg chg="undo custSel addSld delSld modSld sldOrd">
      <pc:chgData name="Alec Wells" userId="527ade61401a42c1" providerId="LiveId" clId="{A64A5962-7ECB-4F16-903B-E4BF98D12B84}" dt="2024-04-14T23:31:47.960" v="2760" actId="20577"/>
      <pc:docMkLst>
        <pc:docMk/>
      </pc:docMkLst>
      <pc:sldChg chg="modSp mod">
        <pc:chgData name="Alec Wells" userId="527ade61401a42c1" providerId="LiveId" clId="{A64A5962-7ECB-4F16-903B-E4BF98D12B84}" dt="2024-04-05T00:27:33.927" v="11" actId="20577"/>
        <pc:sldMkLst>
          <pc:docMk/>
          <pc:sldMk cId="0" sldId="256"/>
        </pc:sldMkLst>
        <pc:spChg chg="mod">
          <ac:chgData name="Alec Wells" userId="527ade61401a42c1" providerId="LiveId" clId="{A64A5962-7ECB-4F16-903B-E4BF98D12B84}" dt="2024-04-05T00:27:29.464" v="7" actId="20577"/>
          <ac:spMkLst>
            <pc:docMk/>
            <pc:sldMk cId="0" sldId="256"/>
            <ac:spMk id="2050" creationId="{CBD22B11-C1DB-B6A6-2EEE-0A845FB70593}"/>
          </ac:spMkLst>
        </pc:spChg>
        <pc:spChg chg="mod">
          <ac:chgData name="Alec Wells" userId="527ade61401a42c1" providerId="LiveId" clId="{A64A5962-7ECB-4F16-903B-E4BF98D12B84}" dt="2024-04-05T00:27:33.927" v="11" actId="20577"/>
          <ac:spMkLst>
            <pc:docMk/>
            <pc:sldMk cId="0" sldId="256"/>
            <ac:spMk id="3075" creationId="{DA12F9B4-B776-2DD3-BE3B-4F6AF00DB9ED}"/>
          </ac:spMkLst>
        </pc:spChg>
      </pc:sldChg>
      <pc:sldChg chg="modSp mod">
        <pc:chgData name="Alec Wells" userId="527ade61401a42c1" providerId="LiveId" clId="{A64A5962-7ECB-4F16-903B-E4BF98D12B84}" dt="2024-04-13T15:59:14.227" v="2099" actId="20577"/>
        <pc:sldMkLst>
          <pc:docMk/>
          <pc:sldMk cId="0" sldId="316"/>
        </pc:sldMkLst>
        <pc:spChg chg="mod">
          <ac:chgData name="Alec Wells" userId="527ade61401a42c1" providerId="LiveId" clId="{A64A5962-7ECB-4F16-903B-E4BF98D12B84}" dt="2024-04-13T15:59:14.227" v="2099" actId="20577"/>
          <ac:spMkLst>
            <pc:docMk/>
            <pc:sldMk cId="0" sldId="316"/>
            <ac:spMk id="28675" creationId="{59967F90-AC6E-E533-0567-1BC35A047667}"/>
          </ac:spMkLst>
        </pc:spChg>
      </pc:sldChg>
      <pc:sldChg chg="del ord">
        <pc:chgData name="Alec Wells" userId="527ade61401a42c1" providerId="LiveId" clId="{A64A5962-7ECB-4F16-903B-E4BF98D12B84}" dt="2024-04-11T00:08:56.957" v="1524" actId="2696"/>
        <pc:sldMkLst>
          <pc:docMk/>
          <pc:sldMk cId="2823282474" sldId="319"/>
        </pc:sldMkLst>
      </pc:sldChg>
      <pc:sldChg chg="del">
        <pc:chgData name="Alec Wells" userId="527ade61401a42c1" providerId="LiveId" clId="{A64A5962-7ECB-4F16-903B-E4BF98D12B84}" dt="2024-04-11T00:10:32.825" v="1527" actId="2696"/>
        <pc:sldMkLst>
          <pc:docMk/>
          <pc:sldMk cId="3805411026" sldId="368"/>
        </pc:sldMkLst>
      </pc:sldChg>
      <pc:sldChg chg="ord">
        <pc:chgData name="Alec Wells" userId="527ade61401a42c1" providerId="LiveId" clId="{A64A5962-7ECB-4F16-903B-E4BF98D12B84}" dt="2024-04-11T00:08:51.882" v="1523"/>
        <pc:sldMkLst>
          <pc:docMk/>
          <pc:sldMk cId="3982036518" sldId="369"/>
        </pc:sldMkLst>
      </pc:sldChg>
      <pc:sldChg chg="del">
        <pc:chgData name="Alec Wells" userId="527ade61401a42c1" providerId="LiveId" clId="{A64A5962-7ECB-4F16-903B-E4BF98D12B84}" dt="2024-04-05T00:28:56.961" v="12" actId="2696"/>
        <pc:sldMkLst>
          <pc:docMk/>
          <pc:sldMk cId="2600614731" sldId="374"/>
        </pc:sldMkLst>
      </pc:sldChg>
      <pc:sldChg chg="del">
        <pc:chgData name="Alec Wells" userId="527ade61401a42c1" providerId="LiveId" clId="{A64A5962-7ECB-4F16-903B-E4BF98D12B84}" dt="2024-04-11T00:10:32.825" v="1527" actId="2696"/>
        <pc:sldMkLst>
          <pc:docMk/>
          <pc:sldMk cId="2774362858" sldId="378"/>
        </pc:sldMkLst>
      </pc:sldChg>
      <pc:sldChg chg="del">
        <pc:chgData name="Alec Wells" userId="527ade61401a42c1" providerId="LiveId" clId="{A64A5962-7ECB-4F16-903B-E4BF98D12B84}" dt="2024-04-11T00:10:32.825" v="1527" actId="2696"/>
        <pc:sldMkLst>
          <pc:docMk/>
          <pc:sldMk cId="1212216574" sldId="384"/>
        </pc:sldMkLst>
      </pc:sldChg>
      <pc:sldChg chg="del">
        <pc:chgData name="Alec Wells" userId="527ade61401a42c1" providerId="LiveId" clId="{A64A5962-7ECB-4F16-903B-E4BF98D12B84}" dt="2024-04-11T00:10:32.825" v="1527" actId="2696"/>
        <pc:sldMkLst>
          <pc:docMk/>
          <pc:sldMk cId="2006472392" sldId="385"/>
        </pc:sldMkLst>
      </pc:sldChg>
      <pc:sldChg chg="modSp mod">
        <pc:chgData name="Alec Wells" userId="527ade61401a42c1" providerId="LiveId" clId="{A64A5962-7ECB-4F16-903B-E4BF98D12B84}" dt="2024-04-05T00:34:40.055" v="193" actId="313"/>
        <pc:sldMkLst>
          <pc:docMk/>
          <pc:sldMk cId="2003818056" sldId="386"/>
        </pc:sldMkLst>
        <pc:spChg chg="mod">
          <ac:chgData name="Alec Wells" userId="527ade61401a42c1" providerId="LiveId" clId="{A64A5962-7ECB-4F16-903B-E4BF98D12B84}" dt="2024-04-05T00:32:33.570" v="19" actId="20577"/>
          <ac:spMkLst>
            <pc:docMk/>
            <pc:sldMk cId="2003818056" sldId="386"/>
            <ac:spMk id="16386" creationId="{C04D9E68-69C9-7ED7-124D-C4171E4C4309}"/>
          </ac:spMkLst>
        </pc:spChg>
        <pc:spChg chg="mod">
          <ac:chgData name="Alec Wells" userId="527ade61401a42c1" providerId="LiveId" clId="{A64A5962-7ECB-4F16-903B-E4BF98D12B84}" dt="2024-04-05T00:34:40.055" v="193" actId="313"/>
          <ac:spMkLst>
            <pc:docMk/>
            <pc:sldMk cId="2003818056" sldId="386"/>
            <ac:spMk id="16387" creationId="{08E0A061-609E-BD92-34BE-0F168694D455}"/>
          </ac:spMkLst>
        </pc:spChg>
      </pc:sldChg>
      <pc:sldChg chg="del">
        <pc:chgData name="Alec Wells" userId="527ade61401a42c1" providerId="LiveId" clId="{A64A5962-7ECB-4F16-903B-E4BF98D12B84}" dt="2024-04-11T00:10:32.825" v="1527" actId="2696"/>
        <pc:sldMkLst>
          <pc:docMk/>
          <pc:sldMk cId="4274320194" sldId="387"/>
        </pc:sldMkLst>
      </pc:sldChg>
      <pc:sldChg chg="del">
        <pc:chgData name="Alec Wells" userId="527ade61401a42c1" providerId="LiveId" clId="{A64A5962-7ECB-4F16-903B-E4BF98D12B84}" dt="2024-04-11T00:10:32.825" v="1527" actId="2696"/>
        <pc:sldMkLst>
          <pc:docMk/>
          <pc:sldMk cId="1588919607" sldId="388"/>
        </pc:sldMkLst>
      </pc:sldChg>
      <pc:sldChg chg="del">
        <pc:chgData name="Alec Wells" userId="527ade61401a42c1" providerId="LiveId" clId="{A64A5962-7ECB-4F16-903B-E4BF98D12B84}" dt="2024-04-11T00:10:32.825" v="1527" actId="2696"/>
        <pc:sldMkLst>
          <pc:docMk/>
          <pc:sldMk cId="600549790" sldId="389"/>
        </pc:sldMkLst>
      </pc:sldChg>
      <pc:sldChg chg="del">
        <pc:chgData name="Alec Wells" userId="527ade61401a42c1" providerId="LiveId" clId="{A64A5962-7ECB-4F16-903B-E4BF98D12B84}" dt="2024-04-11T00:10:32.825" v="1527" actId="2696"/>
        <pc:sldMkLst>
          <pc:docMk/>
          <pc:sldMk cId="2904929709" sldId="390"/>
        </pc:sldMkLst>
      </pc:sldChg>
      <pc:sldChg chg="del">
        <pc:chgData name="Alec Wells" userId="527ade61401a42c1" providerId="LiveId" clId="{A64A5962-7ECB-4F16-903B-E4BF98D12B84}" dt="2024-04-11T00:10:32.825" v="1527" actId="2696"/>
        <pc:sldMkLst>
          <pc:docMk/>
          <pc:sldMk cId="59799092" sldId="391"/>
        </pc:sldMkLst>
      </pc:sldChg>
      <pc:sldChg chg="del">
        <pc:chgData name="Alec Wells" userId="527ade61401a42c1" providerId="LiveId" clId="{A64A5962-7ECB-4F16-903B-E4BF98D12B84}" dt="2024-04-11T00:10:32.825" v="1527" actId="2696"/>
        <pc:sldMkLst>
          <pc:docMk/>
          <pc:sldMk cId="1748355833" sldId="392"/>
        </pc:sldMkLst>
      </pc:sldChg>
      <pc:sldChg chg="modSp add mod">
        <pc:chgData name="Alec Wells" userId="527ade61401a42c1" providerId="LiveId" clId="{A64A5962-7ECB-4F16-903B-E4BF98D12B84}" dt="2024-04-14T23:22:08.462" v="2101" actId="113"/>
        <pc:sldMkLst>
          <pc:docMk/>
          <pc:sldMk cId="3939555691" sldId="393"/>
        </pc:sldMkLst>
        <pc:spChg chg="mod">
          <ac:chgData name="Alec Wells" userId="527ade61401a42c1" providerId="LiveId" clId="{A64A5962-7ECB-4F16-903B-E4BF98D12B84}" dt="2024-04-05T00:34:51.106" v="203" actId="20577"/>
          <ac:spMkLst>
            <pc:docMk/>
            <pc:sldMk cId="3939555691" sldId="393"/>
            <ac:spMk id="16386" creationId="{C04D9E68-69C9-7ED7-124D-C4171E4C4309}"/>
          </ac:spMkLst>
        </pc:spChg>
        <pc:spChg chg="mod">
          <ac:chgData name="Alec Wells" userId="527ade61401a42c1" providerId="LiveId" clId="{A64A5962-7ECB-4F16-903B-E4BF98D12B84}" dt="2024-04-14T23:22:08.462" v="2101" actId="113"/>
          <ac:spMkLst>
            <pc:docMk/>
            <pc:sldMk cId="3939555691" sldId="393"/>
            <ac:spMk id="16387" creationId="{08E0A061-609E-BD92-34BE-0F168694D455}"/>
          </ac:spMkLst>
        </pc:spChg>
      </pc:sldChg>
      <pc:sldChg chg="modSp add mod">
        <pc:chgData name="Alec Wells" userId="527ade61401a42c1" providerId="LiveId" clId="{A64A5962-7ECB-4F16-903B-E4BF98D12B84}" dt="2024-04-05T00:38:42.605" v="444" actId="20577"/>
        <pc:sldMkLst>
          <pc:docMk/>
          <pc:sldMk cId="3327726480" sldId="394"/>
        </pc:sldMkLst>
        <pc:spChg chg="mod">
          <ac:chgData name="Alec Wells" userId="527ade61401a42c1" providerId="LiveId" clId="{A64A5962-7ECB-4F16-903B-E4BF98D12B84}" dt="2024-04-05T00:37:22.832" v="316"/>
          <ac:spMkLst>
            <pc:docMk/>
            <pc:sldMk cId="3327726480" sldId="394"/>
            <ac:spMk id="16386" creationId="{C04D9E68-69C9-7ED7-124D-C4171E4C4309}"/>
          </ac:spMkLst>
        </pc:spChg>
        <pc:spChg chg="mod">
          <ac:chgData name="Alec Wells" userId="527ade61401a42c1" providerId="LiveId" clId="{A64A5962-7ECB-4F16-903B-E4BF98D12B84}" dt="2024-04-05T00:38:42.605" v="444" actId="20577"/>
          <ac:spMkLst>
            <pc:docMk/>
            <pc:sldMk cId="3327726480" sldId="394"/>
            <ac:spMk id="16387" creationId="{08E0A061-609E-BD92-34BE-0F168694D455}"/>
          </ac:spMkLst>
        </pc:spChg>
      </pc:sldChg>
      <pc:sldChg chg="modSp add mod ord">
        <pc:chgData name="Alec Wells" userId="527ade61401a42c1" providerId="LiveId" clId="{A64A5962-7ECB-4F16-903B-E4BF98D12B84}" dt="2024-04-05T00:37:14.176" v="315"/>
        <pc:sldMkLst>
          <pc:docMk/>
          <pc:sldMk cId="519448138" sldId="395"/>
        </pc:sldMkLst>
        <pc:spChg chg="mod">
          <ac:chgData name="Alec Wells" userId="527ade61401a42c1" providerId="LiveId" clId="{A64A5962-7ECB-4F16-903B-E4BF98D12B84}" dt="2024-04-05T00:37:09.235" v="313" actId="20577"/>
          <ac:spMkLst>
            <pc:docMk/>
            <pc:sldMk cId="519448138" sldId="395"/>
            <ac:spMk id="16386" creationId="{C04D9E68-69C9-7ED7-124D-C4171E4C4309}"/>
          </ac:spMkLst>
        </pc:spChg>
      </pc:sldChg>
      <pc:sldChg chg="add del">
        <pc:chgData name="Alec Wells" userId="527ade61401a42c1" providerId="LiveId" clId="{A64A5962-7ECB-4F16-903B-E4BF98D12B84}" dt="2024-04-11T00:00:22.562" v="1262" actId="2696"/>
        <pc:sldMkLst>
          <pc:docMk/>
          <pc:sldMk cId="1847067895" sldId="396"/>
        </pc:sldMkLst>
      </pc:sldChg>
      <pc:sldChg chg="modSp add mod">
        <pc:chgData name="Alec Wells" userId="527ade61401a42c1" providerId="LiveId" clId="{A64A5962-7ECB-4F16-903B-E4BF98D12B84}" dt="2024-04-06T00:37:02.685" v="702" actId="20577"/>
        <pc:sldMkLst>
          <pc:docMk/>
          <pc:sldMk cId="1529837396" sldId="397"/>
        </pc:sldMkLst>
        <pc:spChg chg="mod">
          <ac:chgData name="Alec Wells" userId="527ade61401a42c1" providerId="LiveId" clId="{A64A5962-7ECB-4F16-903B-E4BF98D12B84}" dt="2024-04-06T00:37:02.685" v="702" actId="20577"/>
          <ac:spMkLst>
            <pc:docMk/>
            <pc:sldMk cId="1529837396" sldId="397"/>
            <ac:spMk id="16386" creationId="{C04D9E68-69C9-7ED7-124D-C4171E4C4309}"/>
          </ac:spMkLst>
        </pc:spChg>
        <pc:spChg chg="mod">
          <ac:chgData name="Alec Wells" userId="527ade61401a42c1" providerId="LiveId" clId="{A64A5962-7ECB-4F16-903B-E4BF98D12B84}" dt="2024-04-06T00:36:41.373" v="689" actId="20577"/>
          <ac:spMkLst>
            <pc:docMk/>
            <pc:sldMk cId="1529837396" sldId="397"/>
            <ac:spMk id="16387" creationId="{08E0A061-609E-BD92-34BE-0F168694D455}"/>
          </ac:spMkLst>
        </pc:spChg>
      </pc:sldChg>
      <pc:sldChg chg="modSp add mod">
        <pc:chgData name="Alec Wells" userId="527ade61401a42c1" providerId="LiveId" clId="{A64A5962-7ECB-4F16-903B-E4BF98D12B84}" dt="2024-04-06T00:41:28.887" v="736" actId="20577"/>
        <pc:sldMkLst>
          <pc:docMk/>
          <pc:sldMk cId="1951583056" sldId="398"/>
        </pc:sldMkLst>
        <pc:spChg chg="mod">
          <ac:chgData name="Alec Wells" userId="527ade61401a42c1" providerId="LiveId" clId="{A64A5962-7ECB-4F16-903B-E4BF98D12B84}" dt="2024-04-06T00:37:13.280" v="704" actId="20577"/>
          <ac:spMkLst>
            <pc:docMk/>
            <pc:sldMk cId="1951583056" sldId="398"/>
            <ac:spMk id="16386" creationId="{C04D9E68-69C9-7ED7-124D-C4171E4C4309}"/>
          </ac:spMkLst>
        </pc:spChg>
        <pc:spChg chg="mod">
          <ac:chgData name="Alec Wells" userId="527ade61401a42c1" providerId="LiveId" clId="{A64A5962-7ECB-4F16-903B-E4BF98D12B84}" dt="2024-04-06T00:41:28.887" v="736" actId="20577"/>
          <ac:spMkLst>
            <pc:docMk/>
            <pc:sldMk cId="1951583056" sldId="398"/>
            <ac:spMk id="16387" creationId="{08E0A061-609E-BD92-34BE-0F168694D455}"/>
          </ac:spMkLst>
        </pc:spChg>
      </pc:sldChg>
      <pc:sldChg chg="modSp add mod">
        <pc:chgData name="Alec Wells" userId="527ade61401a42c1" providerId="LiveId" clId="{A64A5962-7ECB-4F16-903B-E4BF98D12B84}" dt="2024-04-06T01:18:48.824" v="1117" actId="20577"/>
        <pc:sldMkLst>
          <pc:docMk/>
          <pc:sldMk cId="4253991661" sldId="399"/>
        </pc:sldMkLst>
        <pc:spChg chg="mod">
          <ac:chgData name="Alec Wells" userId="527ade61401a42c1" providerId="LiveId" clId="{A64A5962-7ECB-4F16-903B-E4BF98D12B84}" dt="2024-04-06T01:18:48.824" v="1117" actId="20577"/>
          <ac:spMkLst>
            <pc:docMk/>
            <pc:sldMk cId="4253991661" sldId="399"/>
            <ac:spMk id="16387" creationId="{08E0A061-609E-BD92-34BE-0F168694D455}"/>
          </ac:spMkLst>
        </pc:spChg>
      </pc:sldChg>
      <pc:sldChg chg="modSp add mod">
        <pc:chgData name="Alec Wells" userId="527ade61401a42c1" providerId="LiveId" clId="{A64A5962-7ECB-4F16-903B-E4BF98D12B84}" dt="2024-04-14T23:30:35.248" v="2729" actId="20577"/>
        <pc:sldMkLst>
          <pc:docMk/>
          <pc:sldMk cId="1148687523" sldId="400"/>
        </pc:sldMkLst>
        <pc:spChg chg="mod">
          <ac:chgData name="Alec Wells" userId="527ade61401a42c1" providerId="LiveId" clId="{A64A5962-7ECB-4F16-903B-E4BF98D12B84}" dt="2024-04-14T23:30:35.248" v="2729" actId="20577"/>
          <ac:spMkLst>
            <pc:docMk/>
            <pc:sldMk cId="1148687523" sldId="400"/>
            <ac:spMk id="16386" creationId="{C04D9E68-69C9-7ED7-124D-C4171E4C4309}"/>
          </ac:spMkLst>
        </pc:spChg>
        <pc:spChg chg="mod">
          <ac:chgData name="Alec Wells" userId="527ade61401a42c1" providerId="LiveId" clId="{A64A5962-7ECB-4F16-903B-E4BF98D12B84}" dt="2024-04-06T00:44:23.654" v="931" actId="20577"/>
          <ac:spMkLst>
            <pc:docMk/>
            <pc:sldMk cId="1148687523" sldId="400"/>
            <ac:spMk id="16387" creationId="{08E0A061-609E-BD92-34BE-0F168694D455}"/>
          </ac:spMkLst>
        </pc:spChg>
      </pc:sldChg>
      <pc:sldChg chg="modSp add mod">
        <pc:chgData name="Alec Wells" userId="527ade61401a42c1" providerId="LiveId" clId="{A64A5962-7ECB-4F16-903B-E4BF98D12B84}" dt="2024-04-14T23:30:40.601" v="2738" actId="20577"/>
        <pc:sldMkLst>
          <pc:docMk/>
          <pc:sldMk cId="2936764483" sldId="401"/>
        </pc:sldMkLst>
        <pc:spChg chg="mod">
          <ac:chgData name="Alec Wells" userId="527ade61401a42c1" providerId="LiveId" clId="{A64A5962-7ECB-4F16-903B-E4BF98D12B84}" dt="2024-04-14T23:30:40.601" v="2738" actId="20577"/>
          <ac:spMkLst>
            <pc:docMk/>
            <pc:sldMk cId="2936764483" sldId="401"/>
            <ac:spMk id="16386" creationId="{C04D9E68-69C9-7ED7-124D-C4171E4C4309}"/>
          </ac:spMkLst>
        </pc:spChg>
        <pc:spChg chg="mod">
          <ac:chgData name="Alec Wells" userId="527ade61401a42c1" providerId="LiveId" clId="{A64A5962-7ECB-4F16-903B-E4BF98D12B84}" dt="2024-04-06T00:46:32.438" v="1077" actId="20577"/>
          <ac:spMkLst>
            <pc:docMk/>
            <pc:sldMk cId="2936764483" sldId="401"/>
            <ac:spMk id="16387" creationId="{08E0A061-609E-BD92-34BE-0F168694D455}"/>
          </ac:spMkLst>
        </pc:spChg>
      </pc:sldChg>
      <pc:sldChg chg="modSp add mod ord">
        <pc:chgData name="Alec Wells" userId="527ade61401a42c1" providerId="LiveId" clId="{A64A5962-7ECB-4F16-903B-E4BF98D12B84}" dt="2024-04-11T00:10:16.412" v="1526"/>
        <pc:sldMkLst>
          <pc:docMk/>
          <pc:sldMk cId="680387633" sldId="402"/>
        </pc:sldMkLst>
        <pc:spChg chg="mod">
          <ac:chgData name="Alec Wells" userId="527ade61401a42c1" providerId="LiveId" clId="{A64A5962-7ECB-4F16-903B-E4BF98D12B84}" dt="2024-04-11T00:08:12.600" v="1517" actId="20577"/>
          <ac:spMkLst>
            <pc:docMk/>
            <pc:sldMk cId="680387633" sldId="402"/>
            <ac:spMk id="16386" creationId="{C04D9E68-69C9-7ED7-124D-C4171E4C4309}"/>
          </ac:spMkLst>
        </pc:spChg>
        <pc:spChg chg="mod">
          <ac:chgData name="Alec Wells" userId="527ade61401a42c1" providerId="LiveId" clId="{A64A5962-7ECB-4F16-903B-E4BF98D12B84}" dt="2024-04-06T00:56:35.119" v="1116" actId="255"/>
          <ac:spMkLst>
            <pc:docMk/>
            <pc:sldMk cId="680387633" sldId="402"/>
            <ac:spMk id="16387" creationId="{08E0A061-609E-BD92-34BE-0F168694D455}"/>
          </ac:spMkLst>
        </pc:spChg>
      </pc:sldChg>
      <pc:sldChg chg="modSp add del mod">
        <pc:chgData name="Alec Wells" userId="527ade61401a42c1" providerId="LiveId" clId="{A64A5962-7ECB-4F16-903B-E4BF98D12B84}" dt="2024-04-06T00:55:58.400" v="1082" actId="2696"/>
        <pc:sldMkLst>
          <pc:docMk/>
          <pc:sldMk cId="2988346156" sldId="402"/>
        </pc:sldMkLst>
        <pc:spChg chg="mod">
          <ac:chgData name="Alec Wells" userId="527ade61401a42c1" providerId="LiveId" clId="{A64A5962-7ECB-4F16-903B-E4BF98D12B84}" dt="2024-04-06T00:55:53.200" v="1079" actId="20577"/>
          <ac:spMkLst>
            <pc:docMk/>
            <pc:sldMk cId="2988346156" sldId="402"/>
            <ac:spMk id="16386" creationId="{C04D9E68-69C9-7ED7-124D-C4171E4C4309}"/>
          </ac:spMkLst>
        </pc:spChg>
        <pc:spChg chg="mod">
          <ac:chgData name="Alec Wells" userId="527ade61401a42c1" providerId="LiveId" clId="{A64A5962-7ECB-4F16-903B-E4BF98D12B84}" dt="2024-04-06T00:55:55.844" v="1081" actId="1076"/>
          <ac:spMkLst>
            <pc:docMk/>
            <pc:sldMk cId="2988346156" sldId="402"/>
            <ac:spMk id="16387" creationId="{08E0A061-609E-BD92-34BE-0F168694D455}"/>
          </ac:spMkLst>
        </pc:spChg>
      </pc:sldChg>
      <pc:sldChg chg="modSp add mod ord">
        <pc:chgData name="Alec Wells" userId="527ade61401a42c1" providerId="LiveId" clId="{A64A5962-7ECB-4F16-903B-E4BF98D12B84}" dt="2024-04-14T23:29:56.738" v="2704" actId="20577"/>
        <pc:sldMkLst>
          <pc:docMk/>
          <pc:sldMk cId="2456234841" sldId="403"/>
        </pc:sldMkLst>
        <pc:spChg chg="mod">
          <ac:chgData name="Alec Wells" userId="527ade61401a42c1" providerId="LiveId" clId="{A64A5962-7ECB-4F16-903B-E4BF98D12B84}" dt="2024-04-06T01:19:14.002" v="1133" actId="20577"/>
          <ac:spMkLst>
            <pc:docMk/>
            <pc:sldMk cId="2456234841" sldId="403"/>
            <ac:spMk id="16386" creationId="{C04D9E68-69C9-7ED7-124D-C4171E4C4309}"/>
          </ac:spMkLst>
        </pc:spChg>
        <pc:spChg chg="mod">
          <ac:chgData name="Alec Wells" userId="527ade61401a42c1" providerId="LiveId" clId="{A64A5962-7ECB-4F16-903B-E4BF98D12B84}" dt="2024-04-14T23:29:56.738" v="2704" actId="20577"/>
          <ac:spMkLst>
            <pc:docMk/>
            <pc:sldMk cId="2456234841" sldId="403"/>
            <ac:spMk id="16387" creationId="{08E0A061-609E-BD92-34BE-0F168694D455}"/>
          </ac:spMkLst>
        </pc:spChg>
      </pc:sldChg>
      <pc:sldChg chg="modSp add del mod">
        <pc:chgData name="Alec Wells" userId="527ade61401a42c1" providerId="LiveId" clId="{A64A5962-7ECB-4F16-903B-E4BF98D12B84}" dt="2024-04-14T23:31:19.644" v="2740" actId="2696"/>
        <pc:sldMkLst>
          <pc:docMk/>
          <pc:sldMk cId="3137857236" sldId="404"/>
        </pc:sldMkLst>
        <pc:spChg chg="mod">
          <ac:chgData name="Alec Wells" userId="527ade61401a42c1" providerId="LiveId" clId="{A64A5962-7ECB-4F16-903B-E4BF98D12B84}" dt="2024-04-11T00:10:47.403" v="1530" actId="20577"/>
          <ac:spMkLst>
            <pc:docMk/>
            <pc:sldMk cId="3137857236" sldId="404"/>
            <ac:spMk id="16386" creationId="{C04D9E68-69C9-7ED7-124D-C4171E4C4309}"/>
          </ac:spMkLst>
        </pc:spChg>
        <pc:spChg chg="mod">
          <ac:chgData name="Alec Wells" userId="527ade61401a42c1" providerId="LiveId" clId="{A64A5962-7ECB-4F16-903B-E4BF98D12B84}" dt="2024-04-14T23:31:16.916" v="2739" actId="21"/>
          <ac:spMkLst>
            <pc:docMk/>
            <pc:sldMk cId="3137857236" sldId="404"/>
            <ac:spMk id="16387" creationId="{08E0A061-609E-BD92-34BE-0F168694D455}"/>
          </ac:spMkLst>
        </pc:spChg>
      </pc:sldChg>
      <pc:sldChg chg="modSp add mod">
        <pc:chgData name="Alec Wells" userId="527ade61401a42c1" providerId="LiveId" clId="{A64A5962-7ECB-4F16-903B-E4BF98D12B84}" dt="2024-04-14T23:31:47.960" v="2760" actId="20577"/>
        <pc:sldMkLst>
          <pc:docMk/>
          <pc:sldMk cId="3232160031" sldId="405"/>
        </pc:sldMkLst>
        <pc:spChg chg="mod">
          <ac:chgData name="Alec Wells" userId="527ade61401a42c1" providerId="LiveId" clId="{A64A5962-7ECB-4F16-903B-E4BF98D12B84}" dt="2024-04-14T23:31:47.960" v="2760" actId="20577"/>
          <ac:spMkLst>
            <pc:docMk/>
            <pc:sldMk cId="3232160031" sldId="405"/>
            <ac:spMk id="16387" creationId="{08E0A061-609E-BD92-34BE-0F168694D455}"/>
          </ac:spMkLst>
        </pc:spChg>
      </pc:sldChg>
      <pc:sldChg chg="modSp add mod">
        <pc:chgData name="Alec Wells" userId="527ade61401a42c1" providerId="LiveId" clId="{A64A5962-7ECB-4F16-903B-E4BF98D12B84}" dt="2024-04-11T00:15:39.802" v="1705" actId="20577"/>
        <pc:sldMkLst>
          <pc:docMk/>
          <pc:sldMk cId="1589019224" sldId="406"/>
        </pc:sldMkLst>
        <pc:spChg chg="mod">
          <ac:chgData name="Alec Wells" userId="527ade61401a42c1" providerId="LiveId" clId="{A64A5962-7ECB-4F16-903B-E4BF98D12B84}" dt="2024-04-11T00:15:39.802" v="1705" actId="20577"/>
          <ac:spMkLst>
            <pc:docMk/>
            <pc:sldMk cId="1589019224" sldId="406"/>
            <ac:spMk id="16387" creationId="{08E0A061-609E-BD92-34BE-0F168694D455}"/>
          </ac:spMkLst>
        </pc:spChg>
      </pc:sldChg>
      <pc:sldChg chg="modSp add mod">
        <pc:chgData name="Alec Wells" userId="527ade61401a42c1" providerId="LiveId" clId="{A64A5962-7ECB-4F16-903B-E4BF98D12B84}" dt="2024-04-11T00:14:17.923" v="1703"/>
        <pc:sldMkLst>
          <pc:docMk/>
          <pc:sldMk cId="1179073541" sldId="407"/>
        </pc:sldMkLst>
        <pc:spChg chg="mod">
          <ac:chgData name="Alec Wells" userId="527ade61401a42c1" providerId="LiveId" clId="{A64A5962-7ECB-4F16-903B-E4BF98D12B84}" dt="2024-04-11T00:14:17.923" v="1703"/>
          <ac:spMkLst>
            <pc:docMk/>
            <pc:sldMk cId="1179073541" sldId="407"/>
            <ac:spMk id="16387" creationId="{08E0A061-609E-BD92-34BE-0F168694D455}"/>
          </ac:spMkLst>
        </pc:spChg>
      </pc:sldChg>
      <pc:sldChg chg="modSp add mod">
        <pc:chgData name="Alec Wells" userId="527ade61401a42c1" providerId="LiveId" clId="{A64A5962-7ECB-4F16-903B-E4BF98D12B84}" dt="2024-04-11T00:16:52.539" v="1859" actId="20577"/>
        <pc:sldMkLst>
          <pc:docMk/>
          <pc:sldMk cId="1487207069" sldId="408"/>
        </pc:sldMkLst>
        <pc:spChg chg="mod">
          <ac:chgData name="Alec Wells" userId="527ade61401a42c1" providerId="LiveId" clId="{A64A5962-7ECB-4F16-903B-E4BF98D12B84}" dt="2024-04-11T00:16:52.539" v="1859" actId="20577"/>
          <ac:spMkLst>
            <pc:docMk/>
            <pc:sldMk cId="1487207069" sldId="408"/>
            <ac:spMk id="16387" creationId="{08E0A061-609E-BD92-34BE-0F168694D455}"/>
          </ac:spMkLst>
        </pc:spChg>
      </pc:sldChg>
      <pc:sldChg chg="modSp add mod">
        <pc:chgData name="Alec Wells" userId="527ade61401a42c1" providerId="LiveId" clId="{A64A5962-7ECB-4F16-903B-E4BF98D12B84}" dt="2024-04-11T00:17:45.935" v="1890" actId="20577"/>
        <pc:sldMkLst>
          <pc:docMk/>
          <pc:sldMk cId="4169782949" sldId="409"/>
        </pc:sldMkLst>
        <pc:spChg chg="mod">
          <ac:chgData name="Alec Wells" userId="527ade61401a42c1" providerId="LiveId" clId="{A64A5962-7ECB-4F16-903B-E4BF98D12B84}" dt="2024-04-11T00:17:26.432" v="1865"/>
          <ac:spMkLst>
            <pc:docMk/>
            <pc:sldMk cId="4169782949" sldId="409"/>
            <ac:spMk id="16386" creationId="{C04D9E68-69C9-7ED7-124D-C4171E4C4309}"/>
          </ac:spMkLst>
        </pc:spChg>
        <pc:spChg chg="mod">
          <ac:chgData name="Alec Wells" userId="527ade61401a42c1" providerId="LiveId" clId="{A64A5962-7ECB-4F16-903B-E4BF98D12B84}" dt="2024-04-11T00:17:45.935" v="1890" actId="20577"/>
          <ac:spMkLst>
            <pc:docMk/>
            <pc:sldMk cId="4169782949" sldId="409"/>
            <ac:spMk id="16387" creationId="{08E0A061-609E-BD92-34BE-0F168694D455}"/>
          </ac:spMkLst>
        </pc:spChg>
      </pc:sldChg>
      <pc:sldChg chg="modSp add mod">
        <pc:chgData name="Alec Wells" userId="527ade61401a42c1" providerId="LiveId" clId="{A64A5962-7ECB-4F16-903B-E4BF98D12B84}" dt="2024-04-11T00:21:18.248" v="2093" actId="20577"/>
        <pc:sldMkLst>
          <pc:docMk/>
          <pc:sldMk cId="3691213625" sldId="410"/>
        </pc:sldMkLst>
        <pc:spChg chg="mod">
          <ac:chgData name="Alec Wells" userId="527ade61401a42c1" providerId="LiveId" clId="{A64A5962-7ECB-4F16-903B-E4BF98D12B84}" dt="2024-04-11T00:18:06.463" v="1895"/>
          <ac:spMkLst>
            <pc:docMk/>
            <pc:sldMk cId="3691213625" sldId="410"/>
            <ac:spMk id="16386" creationId="{C04D9E68-69C9-7ED7-124D-C4171E4C4309}"/>
          </ac:spMkLst>
        </pc:spChg>
        <pc:spChg chg="mod">
          <ac:chgData name="Alec Wells" userId="527ade61401a42c1" providerId="LiveId" clId="{A64A5962-7ECB-4F16-903B-E4BF98D12B84}" dt="2024-04-11T00:21:18.248" v="2093" actId="20577"/>
          <ac:spMkLst>
            <pc:docMk/>
            <pc:sldMk cId="3691213625" sldId="410"/>
            <ac:spMk id="16387" creationId="{08E0A061-609E-BD92-34BE-0F168694D455}"/>
          </ac:spMkLst>
        </pc:spChg>
      </pc:sldChg>
      <pc:sldChg chg="modSp add mod">
        <pc:chgData name="Alec Wells" userId="527ade61401a42c1" providerId="LiveId" clId="{A64A5962-7ECB-4F16-903B-E4BF98D12B84}" dt="2024-04-11T00:21:25.242" v="2094" actId="20577"/>
        <pc:sldMkLst>
          <pc:docMk/>
          <pc:sldMk cId="612104524" sldId="411"/>
        </pc:sldMkLst>
        <pc:spChg chg="mod">
          <ac:chgData name="Alec Wells" userId="527ade61401a42c1" providerId="LiveId" clId="{A64A5962-7ECB-4F16-903B-E4BF98D12B84}" dt="2024-04-11T00:19:54.391" v="2025" actId="20577"/>
          <ac:spMkLst>
            <pc:docMk/>
            <pc:sldMk cId="612104524" sldId="411"/>
            <ac:spMk id="16386" creationId="{C04D9E68-69C9-7ED7-124D-C4171E4C4309}"/>
          </ac:spMkLst>
        </pc:spChg>
        <pc:spChg chg="mod">
          <ac:chgData name="Alec Wells" userId="527ade61401a42c1" providerId="LiveId" clId="{A64A5962-7ECB-4F16-903B-E4BF98D12B84}" dt="2024-04-11T00:21:25.242" v="2094" actId="20577"/>
          <ac:spMkLst>
            <pc:docMk/>
            <pc:sldMk cId="612104524" sldId="411"/>
            <ac:spMk id="16387" creationId="{08E0A061-609E-BD92-34BE-0F168694D455}"/>
          </ac:spMkLst>
        </pc:spChg>
      </pc:sldChg>
      <pc:sldChg chg="modSp add mod">
        <pc:chgData name="Alec Wells" userId="527ade61401a42c1" providerId="LiveId" clId="{A64A5962-7ECB-4F16-903B-E4BF98D12B84}" dt="2024-04-14T23:29:22.086" v="2703" actId="20577"/>
        <pc:sldMkLst>
          <pc:docMk/>
          <pc:sldMk cId="3191501712" sldId="412"/>
        </pc:sldMkLst>
        <pc:spChg chg="mod">
          <ac:chgData name="Alec Wells" userId="527ade61401a42c1" providerId="LiveId" clId="{A64A5962-7ECB-4F16-903B-E4BF98D12B84}" dt="2024-04-14T23:29:22.086" v="2703" actId="20577"/>
          <ac:spMkLst>
            <pc:docMk/>
            <pc:sldMk cId="3191501712" sldId="412"/>
            <ac:spMk id="16387" creationId="{08E0A061-609E-BD92-34BE-0F168694D455}"/>
          </ac:spMkLst>
        </pc:spChg>
      </pc:sldChg>
    </pc:docChg>
  </pc:docChgLst>
  <pc:docChgLst>
    <pc:chgData name="Alec Wells" userId="527ade61401a42c1" providerId="LiveId" clId="{A9E98584-689C-455A-8111-3536E25BB2F6}"/>
    <pc:docChg chg="undo custSel addSld delSld modSld sldOrd">
      <pc:chgData name="Alec Wells" userId="527ade61401a42c1" providerId="LiveId" clId="{A9E98584-689C-455A-8111-3536E25BB2F6}" dt="2024-04-04T00:48:29.448" v="3650" actId="20577"/>
      <pc:docMkLst>
        <pc:docMk/>
      </pc:docMkLst>
      <pc:sldChg chg="modSp mod">
        <pc:chgData name="Alec Wells" userId="527ade61401a42c1" providerId="LiveId" clId="{A9E98584-689C-455A-8111-3536E25BB2F6}" dt="2024-04-04T00:48:29.448" v="3650" actId="20577"/>
        <pc:sldMkLst>
          <pc:docMk/>
          <pc:sldMk cId="0" sldId="256"/>
        </pc:sldMkLst>
        <pc:spChg chg="mod">
          <ac:chgData name="Alec Wells" userId="527ade61401a42c1" providerId="LiveId" clId="{A9E98584-689C-455A-8111-3536E25BB2F6}" dt="2024-04-04T00:48:29.448" v="3650" actId="20577"/>
          <ac:spMkLst>
            <pc:docMk/>
            <pc:sldMk cId="0" sldId="256"/>
            <ac:spMk id="2050" creationId="{CBD22B11-C1DB-B6A6-2EEE-0A845FB70593}"/>
          </ac:spMkLst>
        </pc:spChg>
        <pc:spChg chg="mod">
          <ac:chgData name="Alec Wells" userId="527ade61401a42c1" providerId="LiveId" clId="{A9E98584-689C-455A-8111-3536E25BB2F6}" dt="2024-03-31T00:18:52.660" v="3" actId="20577"/>
          <ac:spMkLst>
            <pc:docMk/>
            <pc:sldMk cId="0" sldId="256"/>
            <ac:spMk id="3075" creationId="{DA12F9B4-B776-2DD3-BE3B-4F6AF00DB9ED}"/>
          </ac:spMkLst>
        </pc:spChg>
      </pc:sldChg>
      <pc:sldChg chg="del">
        <pc:chgData name="Alec Wells" userId="527ade61401a42c1" providerId="LiveId" clId="{A9E98584-689C-455A-8111-3536E25BB2F6}" dt="2024-04-04T00:47:38.797" v="3640" actId="2696"/>
        <pc:sldMkLst>
          <pc:docMk/>
          <pc:sldMk cId="0" sldId="280"/>
        </pc:sldMkLst>
      </pc:sldChg>
      <pc:sldChg chg="modSp mod">
        <pc:chgData name="Alec Wells" userId="527ade61401a42c1" providerId="LiveId" clId="{A9E98584-689C-455A-8111-3536E25BB2F6}" dt="2024-03-31T00:19:48.618" v="52" actId="20577"/>
        <pc:sldMkLst>
          <pc:docMk/>
          <pc:sldMk cId="2823282474" sldId="319"/>
        </pc:sldMkLst>
        <pc:spChg chg="mod">
          <ac:chgData name="Alec Wells" userId="527ade61401a42c1" providerId="LiveId" clId="{A9E98584-689C-455A-8111-3536E25BB2F6}" dt="2024-03-31T00:18:58.353" v="9" actId="20577"/>
          <ac:spMkLst>
            <pc:docMk/>
            <pc:sldMk cId="2823282474" sldId="319"/>
            <ac:spMk id="5122" creationId="{03008CAA-58BB-9816-3370-99195DD15434}"/>
          </ac:spMkLst>
        </pc:spChg>
        <pc:spChg chg="mod">
          <ac:chgData name="Alec Wells" userId="527ade61401a42c1" providerId="LiveId" clId="{A9E98584-689C-455A-8111-3536E25BB2F6}" dt="2024-03-31T00:19:48.618" v="52" actId="20577"/>
          <ac:spMkLst>
            <pc:docMk/>
            <pc:sldMk cId="2823282474" sldId="319"/>
            <ac:spMk id="5123" creationId="{1372D5BC-0841-7191-D4A0-4C1202001BCC}"/>
          </ac:spMkLst>
        </pc:spChg>
      </pc:sldChg>
      <pc:sldChg chg="del">
        <pc:chgData name="Alec Wells" userId="527ade61401a42c1" providerId="LiveId" clId="{A9E98584-689C-455A-8111-3536E25BB2F6}" dt="2024-04-04T00:47:38.797" v="3640" actId="2696"/>
        <pc:sldMkLst>
          <pc:docMk/>
          <pc:sldMk cId="110807449" sldId="349"/>
        </pc:sldMkLst>
      </pc:sldChg>
      <pc:sldChg chg="del">
        <pc:chgData name="Alec Wells" userId="527ade61401a42c1" providerId="LiveId" clId="{A9E98584-689C-455A-8111-3536E25BB2F6}" dt="2024-04-04T00:47:38.797" v="3640" actId="2696"/>
        <pc:sldMkLst>
          <pc:docMk/>
          <pc:sldMk cId="49530787" sldId="350"/>
        </pc:sldMkLst>
      </pc:sldChg>
      <pc:sldChg chg="del">
        <pc:chgData name="Alec Wells" userId="527ade61401a42c1" providerId="LiveId" clId="{A9E98584-689C-455A-8111-3536E25BB2F6}" dt="2024-04-04T00:47:38.797" v="3640" actId="2696"/>
        <pc:sldMkLst>
          <pc:docMk/>
          <pc:sldMk cId="1746413386" sldId="352"/>
        </pc:sldMkLst>
      </pc:sldChg>
      <pc:sldChg chg="modSp del mod">
        <pc:chgData name="Alec Wells" userId="527ade61401a42c1" providerId="LiveId" clId="{A9E98584-689C-455A-8111-3536E25BB2F6}" dt="2024-04-02T00:46:50.972" v="2080" actId="2696"/>
        <pc:sldMkLst>
          <pc:docMk/>
          <pc:sldMk cId="3374849251" sldId="354"/>
        </pc:sldMkLst>
        <pc:spChg chg="mod">
          <ac:chgData name="Alec Wells" userId="527ade61401a42c1" providerId="LiveId" clId="{A9E98584-689C-455A-8111-3536E25BB2F6}" dt="2024-04-02T00:46:47.379" v="2079" actId="20577"/>
          <ac:spMkLst>
            <pc:docMk/>
            <pc:sldMk cId="3374849251" sldId="354"/>
            <ac:spMk id="5122" creationId="{57AF4AD4-BC7B-DD4E-D35E-52BDF77B85E3}"/>
          </ac:spMkLst>
        </pc:spChg>
      </pc:sldChg>
      <pc:sldChg chg="modSp mod">
        <pc:chgData name="Alec Wells" userId="527ade61401a42c1" providerId="LiveId" clId="{A9E98584-689C-455A-8111-3536E25BB2F6}" dt="2024-04-02T00:44:16.170" v="2034" actId="207"/>
        <pc:sldMkLst>
          <pc:docMk/>
          <pc:sldMk cId="3805411026" sldId="368"/>
        </pc:sldMkLst>
        <pc:spChg chg="mod">
          <ac:chgData name="Alec Wells" userId="527ade61401a42c1" providerId="LiveId" clId="{A9E98584-689C-455A-8111-3536E25BB2F6}" dt="2024-03-31T00:26:07.549" v="382" actId="20577"/>
          <ac:spMkLst>
            <pc:docMk/>
            <pc:sldMk cId="3805411026" sldId="368"/>
            <ac:spMk id="5122" creationId="{03008CAA-58BB-9816-3370-99195DD15434}"/>
          </ac:spMkLst>
        </pc:spChg>
        <pc:spChg chg="mod">
          <ac:chgData name="Alec Wells" userId="527ade61401a42c1" providerId="LiveId" clId="{A9E98584-689C-455A-8111-3536E25BB2F6}" dt="2024-04-02T00:44:16.170" v="2034" actId="207"/>
          <ac:spMkLst>
            <pc:docMk/>
            <pc:sldMk cId="3805411026" sldId="368"/>
            <ac:spMk id="5123" creationId="{1372D5BC-0841-7191-D4A0-4C1202001BCC}"/>
          </ac:spMkLst>
        </pc:spChg>
      </pc:sldChg>
      <pc:sldChg chg="ord">
        <pc:chgData name="Alec Wells" userId="527ade61401a42c1" providerId="LiveId" clId="{A9E98584-689C-455A-8111-3536E25BB2F6}" dt="2024-03-31T00:23:58.881" v="264"/>
        <pc:sldMkLst>
          <pc:docMk/>
          <pc:sldMk cId="3982036518" sldId="369"/>
        </pc:sldMkLst>
      </pc:sldChg>
      <pc:sldChg chg="del">
        <pc:chgData name="Alec Wells" userId="527ade61401a42c1" providerId="LiveId" clId="{A9E98584-689C-455A-8111-3536E25BB2F6}" dt="2024-04-04T00:47:38.797" v="3640" actId="2696"/>
        <pc:sldMkLst>
          <pc:docMk/>
          <pc:sldMk cId="83212731" sldId="371"/>
        </pc:sldMkLst>
      </pc:sldChg>
      <pc:sldChg chg="del">
        <pc:chgData name="Alec Wells" userId="527ade61401a42c1" providerId="LiveId" clId="{A9E98584-689C-455A-8111-3536E25BB2F6}" dt="2024-04-04T00:47:38.797" v="3640" actId="2696"/>
        <pc:sldMkLst>
          <pc:docMk/>
          <pc:sldMk cId="3178569890" sldId="373"/>
        </pc:sldMkLst>
      </pc:sldChg>
      <pc:sldChg chg="modSp mod ord">
        <pc:chgData name="Alec Wells" userId="527ade61401a42c1" providerId="LiveId" clId="{A9E98584-689C-455A-8111-3536E25BB2F6}" dt="2024-03-31T00:23:56.192" v="262"/>
        <pc:sldMkLst>
          <pc:docMk/>
          <pc:sldMk cId="2600614731" sldId="374"/>
        </pc:sldMkLst>
        <pc:spChg chg="mod">
          <ac:chgData name="Alec Wells" userId="527ade61401a42c1" providerId="LiveId" clId="{A9E98584-689C-455A-8111-3536E25BB2F6}" dt="2024-03-31T00:23:51.966" v="260" actId="20577"/>
          <ac:spMkLst>
            <pc:docMk/>
            <pc:sldMk cId="2600614731" sldId="374"/>
            <ac:spMk id="16386" creationId="{C04D9E68-69C9-7ED7-124D-C4171E4C4309}"/>
          </ac:spMkLst>
        </pc:spChg>
        <pc:spChg chg="mod">
          <ac:chgData name="Alec Wells" userId="527ade61401a42c1" providerId="LiveId" clId="{A9E98584-689C-455A-8111-3536E25BB2F6}" dt="2024-03-31T00:23:35.648" v="248" actId="5793"/>
          <ac:spMkLst>
            <pc:docMk/>
            <pc:sldMk cId="2600614731" sldId="374"/>
            <ac:spMk id="16387" creationId="{08E0A061-609E-BD92-34BE-0F168694D455}"/>
          </ac:spMkLst>
        </pc:spChg>
      </pc:sldChg>
      <pc:sldChg chg="del">
        <pc:chgData name="Alec Wells" userId="527ade61401a42c1" providerId="LiveId" clId="{A9E98584-689C-455A-8111-3536E25BB2F6}" dt="2024-04-04T00:47:38.797" v="3640" actId="2696"/>
        <pc:sldMkLst>
          <pc:docMk/>
          <pc:sldMk cId="3493309931" sldId="375"/>
        </pc:sldMkLst>
      </pc:sldChg>
      <pc:sldChg chg="del">
        <pc:chgData name="Alec Wells" userId="527ade61401a42c1" providerId="LiveId" clId="{A9E98584-689C-455A-8111-3536E25BB2F6}" dt="2024-04-04T00:47:38.797" v="3640" actId="2696"/>
        <pc:sldMkLst>
          <pc:docMk/>
          <pc:sldMk cId="428630207" sldId="376"/>
        </pc:sldMkLst>
      </pc:sldChg>
      <pc:sldChg chg="del">
        <pc:chgData name="Alec Wells" userId="527ade61401a42c1" providerId="LiveId" clId="{A9E98584-689C-455A-8111-3536E25BB2F6}" dt="2024-04-04T00:47:38.797" v="3640" actId="2696"/>
        <pc:sldMkLst>
          <pc:docMk/>
          <pc:sldMk cId="3095627477" sldId="377"/>
        </pc:sldMkLst>
      </pc:sldChg>
      <pc:sldChg chg="modSp mod">
        <pc:chgData name="Alec Wells" userId="527ade61401a42c1" providerId="LiveId" clId="{A9E98584-689C-455A-8111-3536E25BB2F6}" dt="2024-04-03T00:24:16.445" v="2143" actId="20578"/>
        <pc:sldMkLst>
          <pc:docMk/>
          <pc:sldMk cId="2774362858" sldId="378"/>
        </pc:sldMkLst>
        <pc:spChg chg="mod">
          <ac:chgData name="Alec Wells" userId="527ade61401a42c1" providerId="LiveId" clId="{A9E98584-689C-455A-8111-3536E25BB2F6}" dt="2024-04-02T00:38:56.918" v="1454" actId="20577"/>
          <ac:spMkLst>
            <pc:docMk/>
            <pc:sldMk cId="2774362858" sldId="378"/>
            <ac:spMk id="5122" creationId="{57AF4AD4-BC7B-DD4E-D35E-52BDF77B85E3}"/>
          </ac:spMkLst>
        </pc:spChg>
        <pc:spChg chg="mod">
          <ac:chgData name="Alec Wells" userId="527ade61401a42c1" providerId="LiveId" clId="{A9E98584-689C-455A-8111-3536E25BB2F6}" dt="2024-04-03T00:24:16.445" v="2143" actId="20578"/>
          <ac:spMkLst>
            <pc:docMk/>
            <pc:sldMk cId="2774362858" sldId="378"/>
            <ac:spMk id="5123" creationId="{365B6720-18E1-F23B-07F7-0F262BFCBA87}"/>
          </ac:spMkLst>
        </pc:spChg>
      </pc:sldChg>
      <pc:sldChg chg="del">
        <pc:chgData name="Alec Wells" userId="527ade61401a42c1" providerId="LiveId" clId="{A9E98584-689C-455A-8111-3536E25BB2F6}" dt="2024-04-04T00:47:38.797" v="3640" actId="2696"/>
        <pc:sldMkLst>
          <pc:docMk/>
          <pc:sldMk cId="1127671632" sldId="379"/>
        </pc:sldMkLst>
      </pc:sldChg>
      <pc:sldChg chg="del">
        <pc:chgData name="Alec Wells" userId="527ade61401a42c1" providerId="LiveId" clId="{A9E98584-689C-455A-8111-3536E25BB2F6}" dt="2024-04-04T00:47:38.797" v="3640" actId="2696"/>
        <pc:sldMkLst>
          <pc:docMk/>
          <pc:sldMk cId="4080425950" sldId="380"/>
        </pc:sldMkLst>
      </pc:sldChg>
      <pc:sldChg chg="del">
        <pc:chgData name="Alec Wells" userId="527ade61401a42c1" providerId="LiveId" clId="{A9E98584-689C-455A-8111-3536E25BB2F6}" dt="2024-04-04T00:47:38.797" v="3640" actId="2696"/>
        <pc:sldMkLst>
          <pc:docMk/>
          <pc:sldMk cId="2315007373" sldId="381"/>
        </pc:sldMkLst>
      </pc:sldChg>
      <pc:sldChg chg="del">
        <pc:chgData name="Alec Wells" userId="527ade61401a42c1" providerId="LiveId" clId="{A9E98584-689C-455A-8111-3536E25BB2F6}" dt="2024-04-04T00:47:38.797" v="3640" actId="2696"/>
        <pc:sldMkLst>
          <pc:docMk/>
          <pc:sldMk cId="2125734906" sldId="382"/>
        </pc:sldMkLst>
      </pc:sldChg>
      <pc:sldChg chg="del">
        <pc:chgData name="Alec Wells" userId="527ade61401a42c1" providerId="LiveId" clId="{A9E98584-689C-455A-8111-3536E25BB2F6}" dt="2024-04-04T00:47:38.797" v="3640" actId="2696"/>
        <pc:sldMkLst>
          <pc:docMk/>
          <pc:sldMk cId="1568801087" sldId="383"/>
        </pc:sldMkLst>
      </pc:sldChg>
      <pc:sldChg chg="modSp add mod">
        <pc:chgData name="Alec Wells" userId="527ade61401a42c1" providerId="LiveId" clId="{A9E98584-689C-455A-8111-3536E25BB2F6}" dt="2024-04-02T00:37:02.284" v="1355" actId="403"/>
        <pc:sldMkLst>
          <pc:docMk/>
          <pc:sldMk cId="1212216574" sldId="384"/>
        </pc:sldMkLst>
        <pc:spChg chg="mod">
          <ac:chgData name="Alec Wells" userId="527ade61401a42c1" providerId="LiveId" clId="{A9E98584-689C-455A-8111-3536E25BB2F6}" dt="2024-04-02T00:37:02.284" v="1355" actId="403"/>
          <ac:spMkLst>
            <pc:docMk/>
            <pc:sldMk cId="1212216574" sldId="384"/>
            <ac:spMk id="5123" creationId="{1372D5BC-0841-7191-D4A0-4C1202001BCC}"/>
          </ac:spMkLst>
        </pc:spChg>
      </pc:sldChg>
      <pc:sldChg chg="modSp add mod">
        <pc:chgData name="Alec Wells" userId="527ade61401a42c1" providerId="LiveId" clId="{A9E98584-689C-455A-8111-3536E25BB2F6}" dt="2024-04-02T00:37:35.059" v="1434" actId="20577"/>
        <pc:sldMkLst>
          <pc:docMk/>
          <pc:sldMk cId="2006472392" sldId="385"/>
        </pc:sldMkLst>
        <pc:spChg chg="mod">
          <ac:chgData name="Alec Wells" userId="527ade61401a42c1" providerId="LiveId" clId="{A9E98584-689C-455A-8111-3536E25BB2F6}" dt="2024-04-02T00:32:12.433" v="686" actId="20577"/>
          <ac:spMkLst>
            <pc:docMk/>
            <pc:sldMk cId="2006472392" sldId="385"/>
            <ac:spMk id="5122" creationId="{03008CAA-58BB-9816-3370-99195DD15434}"/>
          </ac:spMkLst>
        </pc:spChg>
        <pc:spChg chg="mod">
          <ac:chgData name="Alec Wells" userId="527ade61401a42c1" providerId="LiveId" clId="{A9E98584-689C-455A-8111-3536E25BB2F6}" dt="2024-04-02T00:37:35.059" v="1434" actId="20577"/>
          <ac:spMkLst>
            <pc:docMk/>
            <pc:sldMk cId="2006472392" sldId="385"/>
            <ac:spMk id="5123" creationId="{1372D5BC-0841-7191-D4A0-4C1202001BCC}"/>
          </ac:spMkLst>
        </pc:spChg>
      </pc:sldChg>
      <pc:sldChg chg="modSp add mod">
        <pc:chgData name="Alec Wells" userId="527ade61401a42c1" providerId="LiveId" clId="{A9E98584-689C-455A-8111-3536E25BB2F6}" dt="2024-04-02T00:36:47.683" v="1353" actId="20577"/>
        <pc:sldMkLst>
          <pc:docMk/>
          <pc:sldMk cId="2003818056" sldId="386"/>
        </pc:sldMkLst>
        <pc:spChg chg="mod">
          <ac:chgData name="Alec Wells" userId="527ade61401a42c1" providerId="LiveId" clId="{A9E98584-689C-455A-8111-3536E25BB2F6}" dt="2024-04-02T00:34:22.436" v="780" actId="20577"/>
          <ac:spMkLst>
            <pc:docMk/>
            <pc:sldMk cId="2003818056" sldId="386"/>
            <ac:spMk id="16386" creationId="{C04D9E68-69C9-7ED7-124D-C4171E4C4309}"/>
          </ac:spMkLst>
        </pc:spChg>
        <pc:spChg chg="mod">
          <ac:chgData name="Alec Wells" userId="527ade61401a42c1" providerId="LiveId" clId="{A9E98584-689C-455A-8111-3536E25BB2F6}" dt="2024-04-02T00:36:47.683" v="1353" actId="20577"/>
          <ac:spMkLst>
            <pc:docMk/>
            <pc:sldMk cId="2003818056" sldId="386"/>
            <ac:spMk id="16387" creationId="{08E0A061-609E-BD92-34BE-0F168694D455}"/>
          </ac:spMkLst>
        </pc:spChg>
      </pc:sldChg>
      <pc:sldChg chg="modSp add del mod">
        <pc:chgData name="Alec Wells" userId="527ade61401a42c1" providerId="LiveId" clId="{A9E98584-689C-455A-8111-3536E25BB2F6}" dt="2024-04-02T00:45:49.971" v="2069" actId="2696"/>
        <pc:sldMkLst>
          <pc:docMk/>
          <pc:sldMk cId="3684914875" sldId="387"/>
        </pc:sldMkLst>
        <pc:spChg chg="mod">
          <ac:chgData name="Alec Wells" userId="527ade61401a42c1" providerId="LiveId" clId="{A9E98584-689C-455A-8111-3536E25BB2F6}" dt="2024-04-02T00:45:46.697" v="2068" actId="5793"/>
          <ac:spMkLst>
            <pc:docMk/>
            <pc:sldMk cId="3684914875" sldId="387"/>
            <ac:spMk id="5123" creationId="{365B6720-18E1-F23B-07F7-0F262BFCBA87}"/>
          </ac:spMkLst>
        </pc:spChg>
      </pc:sldChg>
      <pc:sldChg chg="modSp add mod">
        <pc:chgData name="Alec Wells" userId="527ade61401a42c1" providerId="LiveId" clId="{A9E98584-689C-455A-8111-3536E25BB2F6}" dt="2024-04-03T00:39:13.329" v="3050" actId="20577"/>
        <pc:sldMkLst>
          <pc:docMk/>
          <pc:sldMk cId="4274320194" sldId="387"/>
        </pc:sldMkLst>
        <pc:spChg chg="mod">
          <ac:chgData name="Alec Wells" userId="527ade61401a42c1" providerId="LiveId" clId="{A9E98584-689C-455A-8111-3536E25BB2F6}" dt="2024-04-02T00:46:56.252" v="2090" actId="20577"/>
          <ac:spMkLst>
            <pc:docMk/>
            <pc:sldMk cId="4274320194" sldId="387"/>
            <ac:spMk id="5122" creationId="{57AF4AD4-BC7B-DD4E-D35E-52BDF77B85E3}"/>
          </ac:spMkLst>
        </pc:spChg>
        <pc:spChg chg="mod">
          <ac:chgData name="Alec Wells" userId="527ade61401a42c1" providerId="LiveId" clId="{A9E98584-689C-455A-8111-3536E25BB2F6}" dt="2024-04-03T00:39:13.329" v="3050" actId="20577"/>
          <ac:spMkLst>
            <pc:docMk/>
            <pc:sldMk cId="4274320194" sldId="387"/>
            <ac:spMk id="5123" creationId="{365B6720-18E1-F23B-07F7-0F262BFCBA87}"/>
          </ac:spMkLst>
        </pc:spChg>
      </pc:sldChg>
      <pc:sldChg chg="modSp add mod">
        <pc:chgData name="Alec Wells" userId="527ade61401a42c1" providerId="LiveId" clId="{A9E98584-689C-455A-8111-3536E25BB2F6}" dt="2024-04-03T00:42:02.690" v="3090" actId="20577"/>
        <pc:sldMkLst>
          <pc:docMk/>
          <pc:sldMk cId="1588919607" sldId="388"/>
        </pc:sldMkLst>
        <pc:spChg chg="mod">
          <ac:chgData name="Alec Wells" userId="527ade61401a42c1" providerId="LiveId" clId="{A9E98584-689C-455A-8111-3536E25BB2F6}" dt="2024-04-03T00:28:59.249" v="2235" actId="20577"/>
          <ac:spMkLst>
            <pc:docMk/>
            <pc:sldMk cId="1588919607" sldId="388"/>
            <ac:spMk id="5122" creationId="{57AF4AD4-BC7B-DD4E-D35E-52BDF77B85E3}"/>
          </ac:spMkLst>
        </pc:spChg>
        <pc:spChg chg="mod">
          <ac:chgData name="Alec Wells" userId="527ade61401a42c1" providerId="LiveId" clId="{A9E98584-689C-455A-8111-3536E25BB2F6}" dt="2024-04-03T00:42:02.690" v="3090" actId="20577"/>
          <ac:spMkLst>
            <pc:docMk/>
            <pc:sldMk cId="1588919607" sldId="388"/>
            <ac:spMk id="5123" creationId="{365B6720-18E1-F23B-07F7-0F262BFCBA87}"/>
          </ac:spMkLst>
        </pc:spChg>
      </pc:sldChg>
      <pc:sldChg chg="modSp add mod">
        <pc:chgData name="Alec Wells" userId="527ade61401a42c1" providerId="LiveId" clId="{A9E98584-689C-455A-8111-3536E25BB2F6}" dt="2024-04-03T00:38:25.403" v="2995" actId="20577"/>
        <pc:sldMkLst>
          <pc:docMk/>
          <pc:sldMk cId="600549790" sldId="389"/>
        </pc:sldMkLst>
        <pc:spChg chg="mod">
          <ac:chgData name="Alec Wells" userId="527ade61401a42c1" providerId="LiveId" clId="{A9E98584-689C-455A-8111-3536E25BB2F6}" dt="2024-04-03T00:38:25.403" v="2995" actId="20577"/>
          <ac:spMkLst>
            <pc:docMk/>
            <pc:sldMk cId="600549790" sldId="389"/>
            <ac:spMk id="5123" creationId="{365B6720-18E1-F23B-07F7-0F262BFCBA87}"/>
          </ac:spMkLst>
        </pc:spChg>
      </pc:sldChg>
      <pc:sldChg chg="modSp add mod ord">
        <pc:chgData name="Alec Wells" userId="527ade61401a42c1" providerId="LiveId" clId="{A9E98584-689C-455A-8111-3536E25BB2F6}" dt="2024-04-03T00:44:12.266" v="3289" actId="20577"/>
        <pc:sldMkLst>
          <pc:docMk/>
          <pc:sldMk cId="2904929709" sldId="390"/>
        </pc:sldMkLst>
        <pc:spChg chg="mod">
          <ac:chgData name="Alec Wells" userId="527ade61401a42c1" providerId="LiveId" clId="{A9E98584-689C-455A-8111-3536E25BB2F6}" dt="2024-04-03T00:44:12.266" v="3289" actId="20577"/>
          <ac:spMkLst>
            <pc:docMk/>
            <pc:sldMk cId="2904929709" sldId="390"/>
            <ac:spMk id="5123" creationId="{365B6720-18E1-F23B-07F7-0F262BFCBA87}"/>
          </ac:spMkLst>
        </pc:spChg>
      </pc:sldChg>
      <pc:sldChg chg="modSp add mod ord">
        <pc:chgData name="Alec Wells" userId="527ade61401a42c1" providerId="LiveId" clId="{A9E98584-689C-455A-8111-3536E25BB2F6}" dt="2024-04-03T00:46:04.286" v="3376" actId="1036"/>
        <pc:sldMkLst>
          <pc:docMk/>
          <pc:sldMk cId="59799092" sldId="391"/>
        </pc:sldMkLst>
        <pc:spChg chg="mod">
          <ac:chgData name="Alec Wells" userId="527ade61401a42c1" providerId="LiveId" clId="{A9E98584-689C-455A-8111-3536E25BB2F6}" dt="2024-04-03T00:46:04.286" v="3376" actId="1036"/>
          <ac:spMkLst>
            <pc:docMk/>
            <pc:sldMk cId="59799092" sldId="391"/>
            <ac:spMk id="5123" creationId="{365B6720-18E1-F23B-07F7-0F262BFCBA87}"/>
          </ac:spMkLst>
        </pc:spChg>
      </pc:sldChg>
      <pc:sldChg chg="modSp add mod">
        <pc:chgData name="Alec Wells" userId="527ade61401a42c1" providerId="LiveId" clId="{A9E98584-689C-455A-8111-3536E25BB2F6}" dt="2024-04-04T00:47:16.515" v="3639" actId="20577"/>
        <pc:sldMkLst>
          <pc:docMk/>
          <pc:sldMk cId="1748355833" sldId="392"/>
        </pc:sldMkLst>
        <pc:spChg chg="mod">
          <ac:chgData name="Alec Wells" userId="527ade61401a42c1" providerId="LiveId" clId="{A9E98584-689C-455A-8111-3536E25BB2F6}" dt="2024-04-04T00:47:16.515" v="3639" actId="20577"/>
          <ac:spMkLst>
            <pc:docMk/>
            <pc:sldMk cId="1748355833" sldId="392"/>
            <ac:spMk id="5122" creationId="{03008CAA-58BB-9816-3370-99195DD15434}"/>
          </ac:spMkLst>
        </pc:spChg>
        <pc:spChg chg="mod">
          <ac:chgData name="Alec Wells" userId="527ade61401a42c1" providerId="LiveId" clId="{A9E98584-689C-455A-8111-3536E25BB2F6}" dt="2024-04-04T00:47:13.271" v="3630" actId="20577"/>
          <ac:spMkLst>
            <pc:docMk/>
            <pc:sldMk cId="1748355833" sldId="392"/>
            <ac:spMk id="5123" creationId="{1372D5BC-0841-7191-D4A0-4C1202001BCC}"/>
          </ac:spMkLst>
        </pc:spChg>
      </pc:sldChg>
    </pc:docChg>
  </pc:docChgLst>
  <pc:docChgLst>
    <pc:chgData name="Alec Wells" userId="527ade61401a42c1" providerId="LiveId" clId="{C7BBFF10-0E0B-4437-B677-BD2CA36F4949}"/>
    <pc:docChg chg="custSel addSld modSld sldOrd">
      <pc:chgData name="Alec Wells" userId="527ade61401a42c1" providerId="LiveId" clId="{C7BBFF10-0E0B-4437-B677-BD2CA36F4949}" dt="2024-03-04T00:01:17.985" v="890" actId="20577"/>
      <pc:docMkLst>
        <pc:docMk/>
      </pc:docMkLst>
      <pc:sldChg chg="modSp mod">
        <pc:chgData name="Alec Wells" userId="527ade61401a42c1" providerId="LiveId" clId="{C7BBFF10-0E0B-4437-B677-BD2CA36F4949}" dt="2024-03-03T23:48:57.330" v="885" actId="403"/>
        <pc:sldMkLst>
          <pc:docMk/>
          <pc:sldMk cId="3207795901" sldId="321"/>
        </pc:sldMkLst>
        <pc:spChg chg="mod">
          <ac:chgData name="Alec Wells" userId="527ade61401a42c1" providerId="LiveId" clId="{C7BBFF10-0E0B-4437-B677-BD2CA36F4949}" dt="2024-03-03T23:48:57.330" v="885" actId="403"/>
          <ac:spMkLst>
            <pc:docMk/>
            <pc:sldMk cId="3207795901" sldId="321"/>
            <ac:spMk id="5123" creationId="{381CB796-D834-D21F-B872-FD7C60DFEC7A}"/>
          </ac:spMkLst>
        </pc:spChg>
      </pc:sldChg>
      <pc:sldChg chg="modSp mod">
        <pc:chgData name="Alec Wells" userId="527ade61401a42c1" providerId="LiveId" clId="{C7BBFF10-0E0B-4437-B677-BD2CA36F4949}" dt="2024-03-03T23:59:52.233" v="887" actId="20577"/>
        <pc:sldMkLst>
          <pc:docMk/>
          <pc:sldMk cId="3493719763" sldId="348"/>
        </pc:sldMkLst>
        <pc:spChg chg="mod">
          <ac:chgData name="Alec Wells" userId="527ade61401a42c1" providerId="LiveId" clId="{C7BBFF10-0E0B-4437-B677-BD2CA36F4949}" dt="2024-03-03T23:59:52.233" v="887" actId="20577"/>
          <ac:spMkLst>
            <pc:docMk/>
            <pc:sldMk cId="3493719763" sldId="348"/>
            <ac:spMk id="16387" creationId="{AE55AA3C-9876-C4AE-1999-7DF0F24255B2}"/>
          </ac:spMkLst>
        </pc:spChg>
      </pc:sldChg>
      <pc:sldChg chg="modSp mod">
        <pc:chgData name="Alec Wells" userId="527ade61401a42c1" providerId="LiveId" clId="{C7BBFF10-0E0B-4437-B677-BD2CA36F4949}" dt="2024-03-03T23:55:09.357" v="886" actId="20577"/>
        <pc:sldMkLst>
          <pc:docMk/>
          <pc:sldMk cId="587010487" sldId="358"/>
        </pc:sldMkLst>
        <pc:spChg chg="mod">
          <ac:chgData name="Alec Wells" userId="527ade61401a42c1" providerId="LiveId" clId="{C7BBFF10-0E0B-4437-B677-BD2CA36F4949}" dt="2024-03-03T23:55:09.357" v="886" actId="20577"/>
          <ac:spMkLst>
            <pc:docMk/>
            <pc:sldMk cId="587010487" sldId="358"/>
            <ac:spMk id="9219" creationId="{AFBFF55A-A9FE-FCFA-6018-709590391234}"/>
          </ac:spMkLst>
        </pc:spChg>
      </pc:sldChg>
      <pc:sldChg chg="modSp mod">
        <pc:chgData name="Alec Wells" userId="527ade61401a42c1" providerId="LiveId" clId="{C7BBFF10-0E0B-4437-B677-BD2CA36F4949}" dt="2024-03-04T00:00:40.468" v="888" actId="403"/>
        <pc:sldMkLst>
          <pc:docMk/>
          <pc:sldMk cId="1540216628" sldId="359"/>
        </pc:sldMkLst>
        <pc:spChg chg="mod">
          <ac:chgData name="Alec Wells" userId="527ade61401a42c1" providerId="LiveId" clId="{C7BBFF10-0E0B-4437-B677-BD2CA36F4949}" dt="2024-03-04T00:00:40.468" v="888" actId="403"/>
          <ac:spMkLst>
            <pc:docMk/>
            <pc:sldMk cId="1540216628" sldId="359"/>
            <ac:spMk id="2" creationId="{D60014A9-FF3C-EEAC-E4B5-C3F61D6E6809}"/>
          </ac:spMkLst>
        </pc:spChg>
      </pc:sldChg>
      <pc:sldChg chg="modSp mod">
        <pc:chgData name="Alec Wells" userId="527ade61401a42c1" providerId="LiveId" clId="{C7BBFF10-0E0B-4437-B677-BD2CA36F4949}" dt="2024-03-04T00:01:17.985" v="890" actId="20577"/>
        <pc:sldMkLst>
          <pc:docMk/>
          <pc:sldMk cId="1629402692" sldId="360"/>
        </pc:sldMkLst>
        <pc:spChg chg="mod">
          <ac:chgData name="Alec Wells" userId="527ade61401a42c1" providerId="LiveId" clId="{C7BBFF10-0E0B-4437-B677-BD2CA36F4949}" dt="2024-03-04T00:01:17.985" v="890" actId="20577"/>
          <ac:spMkLst>
            <pc:docMk/>
            <pc:sldMk cId="1629402692" sldId="360"/>
            <ac:spMk id="2" creationId="{B8DB393A-3416-0442-977C-1C417F0AFAC0}"/>
          </ac:spMkLst>
        </pc:spChg>
      </pc:sldChg>
      <pc:sldChg chg="modSp mod">
        <pc:chgData name="Alec Wells" userId="527ade61401a42c1" providerId="LiveId" clId="{C7BBFF10-0E0B-4437-B677-BD2CA36F4949}" dt="2024-03-03T23:14:16.482" v="58" actId="404"/>
        <pc:sldMkLst>
          <pc:docMk/>
          <pc:sldMk cId="82340334" sldId="362"/>
        </pc:sldMkLst>
        <pc:spChg chg="mod">
          <ac:chgData name="Alec Wells" userId="527ade61401a42c1" providerId="LiveId" clId="{C7BBFF10-0E0B-4437-B677-BD2CA36F4949}" dt="2024-03-03T23:14:16.482" v="58" actId="404"/>
          <ac:spMkLst>
            <pc:docMk/>
            <pc:sldMk cId="82340334" sldId="362"/>
            <ac:spMk id="2" creationId="{5D273B96-CC3F-BD1B-5D4E-8F0BB4FC36F0}"/>
          </ac:spMkLst>
        </pc:spChg>
      </pc:sldChg>
      <pc:sldChg chg="modSp mod">
        <pc:chgData name="Alec Wells" userId="527ade61401a42c1" providerId="LiveId" clId="{C7BBFF10-0E0B-4437-B677-BD2CA36F4949}" dt="2024-03-03T23:19:59.115" v="400" actId="404"/>
        <pc:sldMkLst>
          <pc:docMk/>
          <pc:sldMk cId="473473277" sldId="363"/>
        </pc:sldMkLst>
        <pc:spChg chg="mod">
          <ac:chgData name="Alec Wells" userId="527ade61401a42c1" providerId="LiveId" clId="{C7BBFF10-0E0B-4437-B677-BD2CA36F4949}" dt="2024-03-03T23:19:59.115" v="400" actId="404"/>
          <ac:spMkLst>
            <pc:docMk/>
            <pc:sldMk cId="473473277" sldId="363"/>
            <ac:spMk id="2" creationId="{2876EB33-78D0-9609-E783-7386BA06A611}"/>
          </ac:spMkLst>
        </pc:spChg>
      </pc:sldChg>
      <pc:sldChg chg="modSp add mod ord">
        <pc:chgData name="Alec Wells" userId="527ade61401a42c1" providerId="LiveId" clId="{C7BBFF10-0E0B-4437-B677-BD2CA36F4949}" dt="2024-03-03T23:28:36.070" v="884" actId="20577"/>
        <pc:sldMkLst>
          <pc:docMk/>
          <pc:sldMk cId="2043993520" sldId="364"/>
        </pc:sldMkLst>
        <pc:spChg chg="mod">
          <ac:chgData name="Alec Wells" userId="527ade61401a42c1" providerId="LiveId" clId="{C7BBFF10-0E0B-4437-B677-BD2CA36F4949}" dt="2024-03-03T23:28:36.070" v="884" actId="20577"/>
          <ac:spMkLst>
            <pc:docMk/>
            <pc:sldMk cId="2043993520" sldId="364"/>
            <ac:spMk id="2" creationId="{746FCFF2-E602-F799-CB11-E13309B0968D}"/>
          </ac:spMkLst>
        </pc:spChg>
      </pc:sldChg>
      <pc:sldChg chg="modSp add mod">
        <pc:chgData name="Alec Wells" userId="527ade61401a42c1" providerId="LiveId" clId="{C7BBFF10-0E0B-4437-B677-BD2CA36F4949}" dt="2024-03-03T23:23:26.447" v="514" actId="20577"/>
        <pc:sldMkLst>
          <pc:docMk/>
          <pc:sldMk cId="2165264343" sldId="365"/>
        </pc:sldMkLst>
        <pc:spChg chg="mod">
          <ac:chgData name="Alec Wells" userId="527ade61401a42c1" providerId="LiveId" clId="{C7BBFF10-0E0B-4437-B677-BD2CA36F4949}" dt="2024-03-03T23:23:26.447" v="514" actId="20577"/>
          <ac:spMkLst>
            <pc:docMk/>
            <pc:sldMk cId="2165264343" sldId="365"/>
            <ac:spMk id="2" creationId="{E038B1FF-07A9-A19A-64CF-E9234E0E8B95}"/>
          </ac:spMkLst>
        </pc:spChg>
      </pc:sldChg>
      <pc:sldChg chg="modSp add mod">
        <pc:chgData name="Alec Wells" userId="527ade61401a42c1" providerId="LiveId" clId="{C7BBFF10-0E0B-4437-B677-BD2CA36F4949}" dt="2024-03-03T23:24:19.424" v="648" actId="20577"/>
        <pc:sldMkLst>
          <pc:docMk/>
          <pc:sldMk cId="3286551196" sldId="366"/>
        </pc:sldMkLst>
        <pc:spChg chg="mod">
          <ac:chgData name="Alec Wells" userId="527ade61401a42c1" providerId="LiveId" clId="{C7BBFF10-0E0B-4437-B677-BD2CA36F4949}" dt="2024-03-03T23:24:19.424" v="648" actId="20577"/>
          <ac:spMkLst>
            <pc:docMk/>
            <pc:sldMk cId="3286551196" sldId="366"/>
            <ac:spMk id="2" creationId="{6C6BE878-7C2F-0AD1-DBD1-C5CEA6E50D7A}"/>
          </ac:spMkLst>
        </pc:spChg>
      </pc:sldChg>
      <pc:sldChg chg="modSp add mod">
        <pc:chgData name="Alec Wells" userId="527ade61401a42c1" providerId="LiveId" clId="{C7BBFF10-0E0B-4437-B677-BD2CA36F4949}" dt="2024-03-03T23:26:32.687" v="863" actId="20577"/>
        <pc:sldMkLst>
          <pc:docMk/>
          <pc:sldMk cId="251505049" sldId="367"/>
        </pc:sldMkLst>
        <pc:spChg chg="mod">
          <ac:chgData name="Alec Wells" userId="527ade61401a42c1" providerId="LiveId" clId="{C7BBFF10-0E0B-4437-B677-BD2CA36F4949}" dt="2024-03-03T23:26:32.687" v="863" actId="20577"/>
          <ac:spMkLst>
            <pc:docMk/>
            <pc:sldMk cId="251505049" sldId="367"/>
            <ac:spMk id="2" creationId="{0D7C5E95-90A3-A357-2CE0-AB0B458B53C7}"/>
          </ac:spMkLst>
        </pc:spChg>
      </pc:sldChg>
    </pc:docChg>
  </pc:docChgLst>
  <pc:docChgLst>
    <pc:chgData name="Alec Wells" userId="527ade61401a42c1" providerId="LiveId" clId="{AD0DF8F6-AF04-4C85-9181-8ECC256CFED2}"/>
    <pc:docChg chg="undo custSel addSld delSld modSld sldOrd">
      <pc:chgData name="Alec Wells" userId="527ade61401a42c1" providerId="LiveId" clId="{AD0DF8F6-AF04-4C85-9181-8ECC256CFED2}" dt="2024-03-09T17:24:52.117" v="6867" actId="20577"/>
      <pc:docMkLst>
        <pc:docMk/>
      </pc:docMkLst>
      <pc:sldChg chg="modSp mod">
        <pc:chgData name="Alec Wells" userId="527ade61401a42c1" providerId="LiveId" clId="{AD0DF8F6-AF04-4C85-9181-8ECC256CFED2}" dt="2024-03-08T00:54:27.170" v="9" actId="20577"/>
        <pc:sldMkLst>
          <pc:docMk/>
          <pc:sldMk cId="0" sldId="256"/>
        </pc:sldMkLst>
        <pc:spChg chg="mod">
          <ac:chgData name="Alec Wells" userId="527ade61401a42c1" providerId="LiveId" clId="{AD0DF8F6-AF04-4C85-9181-8ECC256CFED2}" dt="2024-03-08T00:54:27.170" v="9" actId="20577"/>
          <ac:spMkLst>
            <pc:docMk/>
            <pc:sldMk cId="0" sldId="256"/>
            <ac:spMk id="2050" creationId="{CBD22B11-C1DB-B6A6-2EEE-0A845FB70593}"/>
          </ac:spMkLst>
        </pc:spChg>
        <pc:spChg chg="mod">
          <ac:chgData name="Alec Wells" userId="527ade61401a42c1" providerId="LiveId" clId="{AD0DF8F6-AF04-4C85-9181-8ECC256CFED2}" dt="2024-03-08T00:54:21.380" v="5" actId="20577"/>
          <ac:spMkLst>
            <pc:docMk/>
            <pc:sldMk cId="0" sldId="256"/>
            <ac:spMk id="3075" creationId="{DA12F9B4-B776-2DD3-BE3B-4F6AF00DB9ED}"/>
          </ac:spMkLst>
        </pc:spChg>
      </pc:sldChg>
      <pc:sldChg chg="add del">
        <pc:chgData name="Alec Wells" userId="527ade61401a42c1" providerId="LiveId" clId="{AD0DF8F6-AF04-4C85-9181-8ECC256CFED2}" dt="2024-03-09T16:58:00.086" v="5164" actId="2696"/>
        <pc:sldMkLst>
          <pc:docMk/>
          <pc:sldMk cId="0" sldId="280"/>
        </pc:sldMkLst>
      </pc:sldChg>
      <pc:sldChg chg="del">
        <pc:chgData name="Alec Wells" userId="527ade61401a42c1" providerId="LiveId" clId="{AD0DF8F6-AF04-4C85-9181-8ECC256CFED2}" dt="2024-03-09T13:23:08.719" v="4227" actId="2696"/>
        <pc:sldMkLst>
          <pc:docMk/>
          <pc:sldMk cId="0" sldId="288"/>
        </pc:sldMkLst>
      </pc:sldChg>
      <pc:sldChg chg="modSp mod">
        <pc:chgData name="Alec Wells" userId="527ade61401a42c1" providerId="LiveId" clId="{AD0DF8F6-AF04-4C85-9181-8ECC256CFED2}" dt="2024-03-09T16:27:11.854" v="4563" actId="20577"/>
        <pc:sldMkLst>
          <pc:docMk/>
          <pc:sldMk cId="2823282474" sldId="319"/>
        </pc:sldMkLst>
        <pc:spChg chg="mod">
          <ac:chgData name="Alec Wells" userId="527ade61401a42c1" providerId="LiveId" clId="{AD0DF8F6-AF04-4C85-9181-8ECC256CFED2}" dt="2024-03-08T00:54:33.482" v="13" actId="20577"/>
          <ac:spMkLst>
            <pc:docMk/>
            <pc:sldMk cId="2823282474" sldId="319"/>
            <ac:spMk id="5122" creationId="{03008CAA-58BB-9816-3370-99195DD15434}"/>
          </ac:spMkLst>
        </pc:spChg>
        <pc:spChg chg="mod">
          <ac:chgData name="Alec Wells" userId="527ade61401a42c1" providerId="LiveId" clId="{AD0DF8F6-AF04-4C85-9181-8ECC256CFED2}" dt="2024-03-09T16:27:11.854" v="4563" actId="20577"/>
          <ac:spMkLst>
            <pc:docMk/>
            <pc:sldMk cId="2823282474" sldId="319"/>
            <ac:spMk id="5123" creationId="{1372D5BC-0841-7191-D4A0-4C1202001BCC}"/>
          </ac:spMkLst>
        </pc:spChg>
      </pc:sldChg>
      <pc:sldChg chg="modSp del mod">
        <pc:chgData name="Alec Wells" userId="527ade61401a42c1" providerId="LiveId" clId="{AD0DF8F6-AF04-4C85-9181-8ECC256CFED2}" dt="2024-03-08T01:13:18.792" v="1811" actId="2696"/>
        <pc:sldMkLst>
          <pc:docMk/>
          <pc:sldMk cId="4058445389" sldId="320"/>
        </pc:sldMkLst>
        <pc:spChg chg="mod">
          <ac:chgData name="Alec Wells" userId="527ade61401a42c1" providerId="LiveId" clId="{AD0DF8F6-AF04-4C85-9181-8ECC256CFED2}" dt="2024-03-08T01:13:11.823" v="1808" actId="20577"/>
          <ac:spMkLst>
            <pc:docMk/>
            <pc:sldMk cId="4058445389" sldId="320"/>
            <ac:spMk id="5122" creationId="{CD504D0F-EA23-1C0C-536A-83011BE5839E}"/>
          </ac:spMkLst>
        </pc:spChg>
      </pc:sldChg>
      <pc:sldChg chg="del">
        <pc:chgData name="Alec Wells" userId="527ade61401a42c1" providerId="LiveId" clId="{AD0DF8F6-AF04-4C85-9181-8ECC256CFED2}" dt="2024-03-09T13:23:08.719" v="4227" actId="2696"/>
        <pc:sldMkLst>
          <pc:docMk/>
          <pc:sldMk cId="3207795901" sldId="321"/>
        </pc:sldMkLst>
      </pc:sldChg>
      <pc:sldChg chg="add del">
        <pc:chgData name="Alec Wells" userId="527ade61401a42c1" providerId="LiveId" clId="{AD0DF8F6-AF04-4C85-9181-8ECC256CFED2}" dt="2024-03-09T16:58:04.973" v="5167" actId="2696"/>
        <pc:sldMkLst>
          <pc:docMk/>
          <pc:sldMk cId="3268456659" sldId="323"/>
        </pc:sldMkLst>
      </pc:sldChg>
      <pc:sldChg chg="add del">
        <pc:chgData name="Alec Wells" userId="527ade61401a42c1" providerId="LiveId" clId="{AD0DF8F6-AF04-4C85-9181-8ECC256CFED2}" dt="2024-03-09T16:58:17.320" v="5168" actId="2696"/>
        <pc:sldMkLst>
          <pc:docMk/>
          <pc:sldMk cId="3493719763" sldId="348"/>
        </pc:sldMkLst>
      </pc:sldChg>
      <pc:sldChg chg="ord">
        <pc:chgData name="Alec Wells" userId="527ade61401a42c1" providerId="LiveId" clId="{AD0DF8F6-AF04-4C85-9181-8ECC256CFED2}" dt="2024-03-09T16:57:58.977" v="5162" actId="20578"/>
        <pc:sldMkLst>
          <pc:docMk/>
          <pc:sldMk cId="110807449" sldId="349"/>
        </pc:sldMkLst>
      </pc:sldChg>
      <pc:sldChg chg="modSp mod">
        <pc:chgData name="Alec Wells" userId="527ade61401a42c1" providerId="LiveId" clId="{AD0DF8F6-AF04-4C85-9181-8ECC256CFED2}" dt="2024-03-09T16:35:11.100" v="4613" actId="20577"/>
        <pc:sldMkLst>
          <pc:docMk/>
          <pc:sldMk cId="49530787" sldId="350"/>
        </pc:sldMkLst>
        <pc:spChg chg="mod">
          <ac:chgData name="Alec Wells" userId="527ade61401a42c1" providerId="LiveId" clId="{AD0DF8F6-AF04-4C85-9181-8ECC256CFED2}" dt="2024-03-08T01:13:09.446" v="1807" actId="20577"/>
          <ac:spMkLst>
            <pc:docMk/>
            <pc:sldMk cId="49530787" sldId="350"/>
            <ac:spMk id="16386" creationId="{C04D9E68-69C9-7ED7-124D-C4171E4C4309}"/>
          </ac:spMkLst>
        </pc:spChg>
        <pc:spChg chg="mod">
          <ac:chgData name="Alec Wells" userId="527ade61401a42c1" providerId="LiveId" clId="{AD0DF8F6-AF04-4C85-9181-8ECC256CFED2}" dt="2024-03-09T16:35:11.100" v="4613" actId="20577"/>
          <ac:spMkLst>
            <pc:docMk/>
            <pc:sldMk cId="49530787" sldId="350"/>
            <ac:spMk id="16387" creationId="{08E0A061-609E-BD92-34BE-0F168694D455}"/>
          </ac:spMkLst>
        </pc:spChg>
      </pc:sldChg>
      <pc:sldChg chg="add del">
        <pc:chgData name="Alec Wells" userId="527ade61401a42c1" providerId="LiveId" clId="{AD0DF8F6-AF04-4C85-9181-8ECC256CFED2}" dt="2024-03-09T16:58:00.392" v="5165" actId="2696"/>
        <pc:sldMkLst>
          <pc:docMk/>
          <pc:sldMk cId="1746413386" sldId="352"/>
        </pc:sldMkLst>
      </pc:sldChg>
      <pc:sldChg chg="add del">
        <pc:chgData name="Alec Wells" userId="527ade61401a42c1" providerId="LiveId" clId="{AD0DF8F6-AF04-4C85-9181-8ECC256CFED2}" dt="2024-03-09T16:58:17.320" v="5168" actId="2696"/>
        <pc:sldMkLst>
          <pc:docMk/>
          <pc:sldMk cId="3762269615" sldId="353"/>
        </pc:sldMkLst>
      </pc:sldChg>
      <pc:sldChg chg="modSp mod">
        <pc:chgData name="Alec Wells" userId="527ade61401a42c1" providerId="LiveId" clId="{AD0DF8F6-AF04-4C85-9181-8ECC256CFED2}" dt="2024-03-09T16:25:58.468" v="4513" actId="113"/>
        <pc:sldMkLst>
          <pc:docMk/>
          <pc:sldMk cId="3374849251" sldId="354"/>
        </pc:sldMkLst>
        <pc:spChg chg="mod">
          <ac:chgData name="Alec Wells" userId="527ade61401a42c1" providerId="LiveId" clId="{AD0DF8F6-AF04-4C85-9181-8ECC256CFED2}" dt="2024-03-08T01:06:02.707" v="1212" actId="20577"/>
          <ac:spMkLst>
            <pc:docMk/>
            <pc:sldMk cId="3374849251" sldId="354"/>
            <ac:spMk id="5122" creationId="{57AF4AD4-BC7B-DD4E-D35E-52BDF77B85E3}"/>
          </ac:spMkLst>
        </pc:spChg>
        <pc:spChg chg="mod">
          <ac:chgData name="Alec Wells" userId="527ade61401a42c1" providerId="LiveId" clId="{AD0DF8F6-AF04-4C85-9181-8ECC256CFED2}" dt="2024-03-09T16:25:58.468" v="4513" actId="113"/>
          <ac:spMkLst>
            <pc:docMk/>
            <pc:sldMk cId="3374849251" sldId="354"/>
            <ac:spMk id="5123" creationId="{365B6720-18E1-F23B-07F7-0F262BFCBA87}"/>
          </ac:spMkLst>
        </pc:spChg>
      </pc:sldChg>
      <pc:sldChg chg="del">
        <pc:chgData name="Alec Wells" userId="527ade61401a42c1" providerId="LiveId" clId="{AD0DF8F6-AF04-4C85-9181-8ECC256CFED2}" dt="2024-03-09T16:57:02.777" v="5155" actId="2696"/>
        <pc:sldMkLst>
          <pc:docMk/>
          <pc:sldMk cId="4241106793" sldId="355"/>
        </pc:sldMkLst>
      </pc:sldChg>
      <pc:sldChg chg="add del">
        <pc:chgData name="Alec Wells" userId="527ade61401a42c1" providerId="LiveId" clId="{AD0DF8F6-AF04-4C85-9181-8ECC256CFED2}" dt="2024-03-09T16:58:04.973" v="5167" actId="2696"/>
        <pc:sldMkLst>
          <pc:docMk/>
          <pc:sldMk cId="2362606726" sldId="356"/>
        </pc:sldMkLst>
      </pc:sldChg>
      <pc:sldChg chg="add del">
        <pc:chgData name="Alec Wells" userId="527ade61401a42c1" providerId="LiveId" clId="{AD0DF8F6-AF04-4C85-9181-8ECC256CFED2}" dt="2024-03-09T16:58:04.973" v="5167" actId="2696"/>
        <pc:sldMkLst>
          <pc:docMk/>
          <pc:sldMk cId="2039970856" sldId="357"/>
        </pc:sldMkLst>
      </pc:sldChg>
      <pc:sldChg chg="add del">
        <pc:chgData name="Alec Wells" userId="527ade61401a42c1" providerId="LiveId" clId="{AD0DF8F6-AF04-4C85-9181-8ECC256CFED2}" dt="2024-03-09T16:58:04.973" v="5167" actId="2696"/>
        <pc:sldMkLst>
          <pc:docMk/>
          <pc:sldMk cId="587010487" sldId="358"/>
        </pc:sldMkLst>
      </pc:sldChg>
      <pc:sldChg chg="add del">
        <pc:chgData name="Alec Wells" userId="527ade61401a42c1" providerId="LiveId" clId="{AD0DF8F6-AF04-4C85-9181-8ECC256CFED2}" dt="2024-03-09T16:58:17.320" v="5168" actId="2696"/>
        <pc:sldMkLst>
          <pc:docMk/>
          <pc:sldMk cId="1540216628" sldId="359"/>
        </pc:sldMkLst>
      </pc:sldChg>
      <pc:sldChg chg="add del">
        <pc:chgData name="Alec Wells" userId="527ade61401a42c1" providerId="LiveId" clId="{AD0DF8F6-AF04-4C85-9181-8ECC256CFED2}" dt="2024-03-09T16:58:17.320" v="5168" actId="2696"/>
        <pc:sldMkLst>
          <pc:docMk/>
          <pc:sldMk cId="1629402692" sldId="360"/>
        </pc:sldMkLst>
      </pc:sldChg>
      <pc:sldChg chg="add del">
        <pc:chgData name="Alec Wells" userId="527ade61401a42c1" providerId="LiveId" clId="{AD0DF8F6-AF04-4C85-9181-8ECC256CFED2}" dt="2024-03-09T16:58:17.320" v="5168" actId="2696"/>
        <pc:sldMkLst>
          <pc:docMk/>
          <pc:sldMk cId="1464846336" sldId="361"/>
        </pc:sldMkLst>
      </pc:sldChg>
      <pc:sldChg chg="add del">
        <pc:chgData name="Alec Wells" userId="527ade61401a42c1" providerId="LiveId" clId="{AD0DF8F6-AF04-4C85-9181-8ECC256CFED2}" dt="2024-03-09T16:58:17.320" v="5168" actId="2696"/>
        <pc:sldMkLst>
          <pc:docMk/>
          <pc:sldMk cId="82340334" sldId="362"/>
        </pc:sldMkLst>
      </pc:sldChg>
      <pc:sldChg chg="add del">
        <pc:chgData name="Alec Wells" userId="527ade61401a42c1" providerId="LiveId" clId="{AD0DF8F6-AF04-4C85-9181-8ECC256CFED2}" dt="2024-03-09T16:58:17.320" v="5168" actId="2696"/>
        <pc:sldMkLst>
          <pc:docMk/>
          <pc:sldMk cId="473473277" sldId="363"/>
        </pc:sldMkLst>
      </pc:sldChg>
      <pc:sldChg chg="add del">
        <pc:chgData name="Alec Wells" userId="527ade61401a42c1" providerId="LiveId" clId="{AD0DF8F6-AF04-4C85-9181-8ECC256CFED2}" dt="2024-03-09T16:58:17.320" v="5168" actId="2696"/>
        <pc:sldMkLst>
          <pc:docMk/>
          <pc:sldMk cId="2043993520" sldId="364"/>
        </pc:sldMkLst>
      </pc:sldChg>
      <pc:sldChg chg="add del">
        <pc:chgData name="Alec Wells" userId="527ade61401a42c1" providerId="LiveId" clId="{AD0DF8F6-AF04-4C85-9181-8ECC256CFED2}" dt="2024-03-09T16:58:17.320" v="5168" actId="2696"/>
        <pc:sldMkLst>
          <pc:docMk/>
          <pc:sldMk cId="2165264343" sldId="365"/>
        </pc:sldMkLst>
      </pc:sldChg>
      <pc:sldChg chg="add del">
        <pc:chgData name="Alec Wells" userId="527ade61401a42c1" providerId="LiveId" clId="{AD0DF8F6-AF04-4C85-9181-8ECC256CFED2}" dt="2024-03-09T16:58:17.320" v="5168" actId="2696"/>
        <pc:sldMkLst>
          <pc:docMk/>
          <pc:sldMk cId="3286551196" sldId="366"/>
        </pc:sldMkLst>
      </pc:sldChg>
      <pc:sldChg chg="add del">
        <pc:chgData name="Alec Wells" userId="527ade61401a42c1" providerId="LiveId" clId="{AD0DF8F6-AF04-4C85-9181-8ECC256CFED2}" dt="2024-03-09T16:58:17.320" v="5168" actId="2696"/>
        <pc:sldMkLst>
          <pc:docMk/>
          <pc:sldMk cId="251505049" sldId="367"/>
        </pc:sldMkLst>
      </pc:sldChg>
      <pc:sldChg chg="modSp add mod">
        <pc:chgData name="Alec Wells" userId="527ade61401a42c1" providerId="LiveId" clId="{AD0DF8F6-AF04-4C85-9181-8ECC256CFED2}" dt="2024-03-09T16:29:17.123" v="4564" actId="20577"/>
        <pc:sldMkLst>
          <pc:docMk/>
          <pc:sldMk cId="3805411026" sldId="368"/>
        </pc:sldMkLst>
        <pc:spChg chg="mod">
          <ac:chgData name="Alec Wells" userId="527ade61401a42c1" providerId="LiveId" clId="{AD0DF8F6-AF04-4C85-9181-8ECC256CFED2}" dt="2024-03-08T01:00:11.894" v="467" actId="20577"/>
          <ac:spMkLst>
            <pc:docMk/>
            <pc:sldMk cId="3805411026" sldId="368"/>
            <ac:spMk id="5122" creationId="{03008CAA-58BB-9816-3370-99195DD15434}"/>
          </ac:spMkLst>
        </pc:spChg>
        <pc:spChg chg="mod">
          <ac:chgData name="Alec Wells" userId="527ade61401a42c1" providerId="LiveId" clId="{AD0DF8F6-AF04-4C85-9181-8ECC256CFED2}" dt="2024-03-09T16:29:17.123" v="4564" actId="20577"/>
          <ac:spMkLst>
            <pc:docMk/>
            <pc:sldMk cId="3805411026" sldId="368"/>
            <ac:spMk id="5123" creationId="{1372D5BC-0841-7191-D4A0-4C1202001BCC}"/>
          </ac:spMkLst>
        </pc:spChg>
      </pc:sldChg>
      <pc:sldChg chg="addSp modSp add mod setBg">
        <pc:chgData name="Alec Wells" userId="527ade61401a42c1" providerId="LiveId" clId="{AD0DF8F6-AF04-4C85-9181-8ECC256CFED2}" dt="2024-03-08T01:11:16.278" v="1789" actId="20577"/>
        <pc:sldMkLst>
          <pc:docMk/>
          <pc:sldMk cId="3982036518" sldId="369"/>
        </pc:sldMkLst>
        <pc:spChg chg="add">
          <ac:chgData name="Alec Wells" userId="527ade61401a42c1" providerId="LiveId" clId="{AD0DF8F6-AF04-4C85-9181-8ECC256CFED2}" dt="2024-03-08T01:10:46.427" v="1767"/>
          <ac:spMkLst>
            <pc:docMk/>
            <pc:sldMk cId="3982036518" sldId="369"/>
            <ac:spMk id="2" creationId="{E7C31C76-5233-FF57-A95E-C894524BC256}"/>
          </ac:spMkLst>
        </pc:spChg>
        <pc:spChg chg="mod">
          <ac:chgData name="Alec Wells" userId="527ade61401a42c1" providerId="LiveId" clId="{AD0DF8F6-AF04-4C85-9181-8ECC256CFED2}" dt="2024-03-08T01:10:39.757" v="1766" actId="20577"/>
          <ac:spMkLst>
            <pc:docMk/>
            <pc:sldMk cId="3982036518" sldId="369"/>
            <ac:spMk id="5122" creationId="{57AF4AD4-BC7B-DD4E-D35E-52BDF77B85E3}"/>
          </ac:spMkLst>
        </pc:spChg>
        <pc:spChg chg="mod">
          <ac:chgData name="Alec Wells" userId="527ade61401a42c1" providerId="LiveId" clId="{AD0DF8F6-AF04-4C85-9181-8ECC256CFED2}" dt="2024-03-08T01:11:16.278" v="1789" actId="20577"/>
          <ac:spMkLst>
            <pc:docMk/>
            <pc:sldMk cId="3982036518" sldId="369"/>
            <ac:spMk id="5123" creationId="{365B6720-18E1-F23B-07F7-0F262BFCBA87}"/>
          </ac:spMkLst>
        </pc:spChg>
      </pc:sldChg>
      <pc:sldChg chg="modSp add del mod">
        <pc:chgData name="Alec Wells" userId="527ade61401a42c1" providerId="LiveId" clId="{AD0DF8F6-AF04-4C85-9181-8ECC256CFED2}" dt="2024-03-09T01:13:00.600" v="3382" actId="2696"/>
        <pc:sldMkLst>
          <pc:docMk/>
          <pc:sldMk cId="1439159269" sldId="370"/>
        </pc:sldMkLst>
        <pc:spChg chg="mod">
          <ac:chgData name="Alec Wells" userId="527ade61401a42c1" providerId="LiveId" clId="{AD0DF8F6-AF04-4C85-9181-8ECC256CFED2}" dt="2024-03-08T01:13:31.249" v="1839" actId="20577"/>
          <ac:spMkLst>
            <pc:docMk/>
            <pc:sldMk cId="1439159269" sldId="370"/>
            <ac:spMk id="16386" creationId="{C04D9E68-69C9-7ED7-124D-C4171E4C4309}"/>
          </ac:spMkLst>
        </pc:spChg>
      </pc:sldChg>
      <pc:sldChg chg="add del">
        <pc:chgData name="Alec Wells" userId="527ade61401a42c1" providerId="LiveId" clId="{AD0DF8F6-AF04-4C85-9181-8ECC256CFED2}" dt="2024-03-08T01:13:16.882" v="1810" actId="2696"/>
        <pc:sldMkLst>
          <pc:docMk/>
          <pc:sldMk cId="4108759623" sldId="370"/>
        </pc:sldMkLst>
      </pc:sldChg>
      <pc:sldChg chg="modSp add mod ord">
        <pc:chgData name="Alec Wells" userId="527ade61401a42c1" providerId="LiveId" clId="{AD0DF8F6-AF04-4C85-9181-8ECC256CFED2}" dt="2024-03-09T16:42:04.095" v="4838" actId="20577"/>
        <pc:sldMkLst>
          <pc:docMk/>
          <pc:sldMk cId="83212731" sldId="371"/>
        </pc:sldMkLst>
        <pc:spChg chg="mod">
          <ac:chgData name="Alec Wells" userId="527ade61401a42c1" providerId="LiveId" clId="{AD0DF8F6-AF04-4C85-9181-8ECC256CFED2}" dt="2024-03-08T01:13:38.909" v="1854" actId="20577"/>
          <ac:spMkLst>
            <pc:docMk/>
            <pc:sldMk cId="83212731" sldId="371"/>
            <ac:spMk id="16386" creationId="{C04D9E68-69C9-7ED7-124D-C4171E4C4309}"/>
          </ac:spMkLst>
        </pc:spChg>
        <pc:spChg chg="mod">
          <ac:chgData name="Alec Wells" userId="527ade61401a42c1" providerId="LiveId" clId="{AD0DF8F6-AF04-4C85-9181-8ECC256CFED2}" dt="2024-03-09T16:42:04.095" v="4838" actId="20577"/>
          <ac:spMkLst>
            <pc:docMk/>
            <pc:sldMk cId="83212731" sldId="371"/>
            <ac:spMk id="16387" creationId="{08E0A061-609E-BD92-34BE-0F168694D455}"/>
          </ac:spMkLst>
        </pc:spChg>
      </pc:sldChg>
      <pc:sldChg chg="modSp add del mod">
        <pc:chgData name="Alec Wells" userId="527ade61401a42c1" providerId="LiveId" clId="{AD0DF8F6-AF04-4C85-9181-8ECC256CFED2}" dt="2024-03-09T01:28:18.196" v="3994" actId="2696"/>
        <pc:sldMkLst>
          <pc:docMk/>
          <pc:sldMk cId="1244599910" sldId="372"/>
        </pc:sldMkLst>
        <pc:spChg chg="mod">
          <ac:chgData name="Alec Wells" userId="527ade61401a42c1" providerId="LiveId" clId="{AD0DF8F6-AF04-4C85-9181-8ECC256CFED2}" dt="2024-03-08T01:13:46.739" v="1866" actId="20577"/>
          <ac:spMkLst>
            <pc:docMk/>
            <pc:sldMk cId="1244599910" sldId="372"/>
            <ac:spMk id="16386" creationId="{C04D9E68-69C9-7ED7-124D-C4171E4C4309}"/>
          </ac:spMkLst>
        </pc:spChg>
      </pc:sldChg>
      <pc:sldChg chg="addSp modSp add mod ord setBg">
        <pc:chgData name="Alec Wells" userId="527ade61401a42c1" providerId="LiveId" clId="{AD0DF8F6-AF04-4C85-9181-8ECC256CFED2}" dt="2024-03-09T17:18:01.704" v="6155" actId="20577"/>
        <pc:sldMkLst>
          <pc:docMk/>
          <pc:sldMk cId="3178569890" sldId="373"/>
        </pc:sldMkLst>
        <pc:spChg chg="add">
          <ac:chgData name="Alec Wells" userId="527ade61401a42c1" providerId="LiveId" clId="{AD0DF8F6-AF04-4C85-9181-8ECC256CFED2}" dt="2024-03-09T17:02:37.533" v="5676"/>
          <ac:spMkLst>
            <pc:docMk/>
            <pc:sldMk cId="3178569890" sldId="373"/>
            <ac:spMk id="2" creationId="{6FA6ACE3-E839-3E9D-1005-4974953CFAEE}"/>
          </ac:spMkLst>
        </pc:spChg>
        <pc:spChg chg="mod">
          <ac:chgData name="Alec Wells" userId="527ade61401a42c1" providerId="LiveId" clId="{AD0DF8F6-AF04-4C85-9181-8ECC256CFED2}" dt="2024-03-09T17:17:38.079" v="6143" actId="20577"/>
          <ac:spMkLst>
            <pc:docMk/>
            <pc:sldMk cId="3178569890" sldId="373"/>
            <ac:spMk id="16386" creationId="{C04D9E68-69C9-7ED7-124D-C4171E4C4309}"/>
          </ac:spMkLst>
        </pc:spChg>
        <pc:spChg chg="mod">
          <ac:chgData name="Alec Wells" userId="527ade61401a42c1" providerId="LiveId" clId="{AD0DF8F6-AF04-4C85-9181-8ECC256CFED2}" dt="2024-03-09T17:18:01.704" v="6155" actId="20577"/>
          <ac:spMkLst>
            <pc:docMk/>
            <pc:sldMk cId="3178569890" sldId="373"/>
            <ac:spMk id="16387" creationId="{08E0A061-609E-BD92-34BE-0F168694D455}"/>
          </ac:spMkLst>
        </pc:spChg>
      </pc:sldChg>
      <pc:sldChg chg="modSp add mod">
        <pc:chgData name="Alec Wells" userId="527ade61401a42c1" providerId="LiveId" clId="{AD0DF8F6-AF04-4C85-9181-8ECC256CFED2}" dt="2024-03-09T17:24:52.117" v="6867" actId="20577"/>
        <pc:sldMkLst>
          <pc:docMk/>
          <pc:sldMk cId="2600614731" sldId="374"/>
        </pc:sldMkLst>
        <pc:spChg chg="mod">
          <ac:chgData name="Alec Wells" userId="527ade61401a42c1" providerId="LiveId" clId="{AD0DF8F6-AF04-4C85-9181-8ECC256CFED2}" dt="2024-03-09T17:24:52.117" v="6867" actId="20577"/>
          <ac:spMkLst>
            <pc:docMk/>
            <pc:sldMk cId="2600614731" sldId="374"/>
            <ac:spMk id="16387" creationId="{08E0A061-609E-BD92-34BE-0F168694D455}"/>
          </ac:spMkLst>
        </pc:spChg>
      </pc:sldChg>
      <pc:sldChg chg="modSp add mod ord">
        <pc:chgData name="Alec Wells" userId="527ade61401a42c1" providerId="LiveId" clId="{AD0DF8F6-AF04-4C85-9181-8ECC256CFED2}" dt="2024-03-09T16:52:36.115" v="5148" actId="5793"/>
        <pc:sldMkLst>
          <pc:docMk/>
          <pc:sldMk cId="3493309931" sldId="375"/>
        </pc:sldMkLst>
        <pc:spChg chg="mod">
          <ac:chgData name="Alec Wells" userId="527ade61401a42c1" providerId="LiveId" clId="{AD0DF8F6-AF04-4C85-9181-8ECC256CFED2}" dt="2024-03-09T01:12:56.118" v="3381" actId="20577"/>
          <ac:spMkLst>
            <pc:docMk/>
            <pc:sldMk cId="3493309931" sldId="375"/>
            <ac:spMk id="16386" creationId="{C04D9E68-69C9-7ED7-124D-C4171E4C4309}"/>
          </ac:spMkLst>
        </pc:spChg>
        <pc:spChg chg="mod">
          <ac:chgData name="Alec Wells" userId="527ade61401a42c1" providerId="LiveId" clId="{AD0DF8F6-AF04-4C85-9181-8ECC256CFED2}" dt="2024-03-09T16:52:36.115" v="5148" actId="5793"/>
          <ac:spMkLst>
            <pc:docMk/>
            <pc:sldMk cId="3493309931" sldId="375"/>
            <ac:spMk id="16387" creationId="{08E0A061-609E-BD92-34BE-0F168694D455}"/>
          </ac:spMkLst>
        </pc:spChg>
      </pc:sldChg>
      <pc:sldChg chg="modSp add mod ord">
        <pc:chgData name="Alec Wells" userId="527ade61401a42c1" providerId="LiveId" clId="{AD0DF8F6-AF04-4C85-9181-8ECC256CFED2}" dt="2024-03-09T16:49:27.287" v="5055"/>
        <pc:sldMkLst>
          <pc:docMk/>
          <pc:sldMk cId="428630207" sldId="376"/>
        </pc:sldMkLst>
        <pc:spChg chg="mod">
          <ac:chgData name="Alec Wells" userId="527ade61401a42c1" providerId="LiveId" clId="{AD0DF8F6-AF04-4C85-9181-8ECC256CFED2}" dt="2024-03-09T01:18:38.728" v="3985" actId="20577"/>
          <ac:spMkLst>
            <pc:docMk/>
            <pc:sldMk cId="428630207" sldId="376"/>
            <ac:spMk id="16387" creationId="{08E0A061-609E-BD92-34BE-0F168694D455}"/>
          </ac:spMkLst>
        </pc:spChg>
      </pc:sldChg>
      <pc:sldChg chg="modSp add mod ord">
        <pc:chgData name="Alec Wells" userId="527ade61401a42c1" providerId="LiveId" clId="{AD0DF8F6-AF04-4C85-9181-8ECC256CFED2}" dt="2024-03-09T16:56:04.105" v="5154" actId="20577"/>
        <pc:sldMkLst>
          <pc:docMk/>
          <pc:sldMk cId="3095627477" sldId="377"/>
        </pc:sldMkLst>
        <pc:spChg chg="mod">
          <ac:chgData name="Alec Wells" userId="527ade61401a42c1" providerId="LiveId" clId="{AD0DF8F6-AF04-4C85-9181-8ECC256CFED2}" dt="2024-03-09T01:28:14.809" v="3993" actId="20577"/>
          <ac:spMkLst>
            <pc:docMk/>
            <pc:sldMk cId="3095627477" sldId="377"/>
            <ac:spMk id="16386" creationId="{C04D9E68-69C9-7ED7-124D-C4171E4C4309}"/>
          </ac:spMkLst>
        </pc:spChg>
        <pc:spChg chg="mod">
          <ac:chgData name="Alec Wells" userId="527ade61401a42c1" providerId="LiveId" clId="{AD0DF8F6-AF04-4C85-9181-8ECC256CFED2}" dt="2024-03-09T16:56:04.105" v="5154" actId="20577"/>
          <ac:spMkLst>
            <pc:docMk/>
            <pc:sldMk cId="3095627477" sldId="377"/>
            <ac:spMk id="16387" creationId="{08E0A061-609E-BD92-34BE-0F168694D455}"/>
          </ac:spMkLst>
        </pc:spChg>
      </pc:sldChg>
      <pc:sldChg chg="modSp add mod ord">
        <pc:chgData name="Alec Wells" userId="527ade61401a42c1" providerId="LiveId" clId="{AD0DF8F6-AF04-4C85-9181-8ECC256CFED2}" dt="2024-03-09T16:24:22.985" v="4238"/>
        <pc:sldMkLst>
          <pc:docMk/>
          <pc:sldMk cId="2774362858" sldId="378"/>
        </pc:sldMkLst>
        <pc:spChg chg="mod">
          <ac:chgData name="Alec Wells" userId="527ade61401a42c1" providerId="LiveId" clId="{AD0DF8F6-AF04-4C85-9181-8ECC256CFED2}" dt="2024-03-09T16:24:17.782" v="4234" actId="20577"/>
          <ac:spMkLst>
            <pc:docMk/>
            <pc:sldMk cId="2774362858" sldId="378"/>
            <ac:spMk id="5123" creationId="{365B6720-18E1-F23B-07F7-0F262BFCBA87}"/>
          </ac:spMkLst>
        </pc:spChg>
      </pc:sldChg>
      <pc:sldChg chg="modSp add mod">
        <pc:chgData name="Alec Wells" userId="527ade61401a42c1" providerId="LiveId" clId="{AD0DF8F6-AF04-4C85-9181-8ECC256CFED2}" dt="2024-03-09T16:54:48.097" v="5151" actId="20577"/>
        <pc:sldMkLst>
          <pc:docMk/>
          <pc:sldMk cId="1127671632" sldId="379"/>
        </pc:sldMkLst>
        <pc:spChg chg="mod">
          <ac:chgData name="Alec Wells" userId="527ade61401a42c1" providerId="LiveId" clId="{AD0DF8F6-AF04-4C85-9181-8ECC256CFED2}" dt="2024-03-09T16:48:18.440" v="5047" actId="20577"/>
          <ac:spMkLst>
            <pc:docMk/>
            <pc:sldMk cId="1127671632" sldId="379"/>
            <ac:spMk id="16386" creationId="{C04D9E68-69C9-7ED7-124D-C4171E4C4309}"/>
          </ac:spMkLst>
        </pc:spChg>
        <pc:spChg chg="mod">
          <ac:chgData name="Alec Wells" userId="527ade61401a42c1" providerId="LiveId" clId="{AD0DF8F6-AF04-4C85-9181-8ECC256CFED2}" dt="2024-03-09T16:54:48.097" v="5151" actId="20577"/>
          <ac:spMkLst>
            <pc:docMk/>
            <pc:sldMk cId="1127671632" sldId="379"/>
            <ac:spMk id="16387" creationId="{08E0A061-609E-BD92-34BE-0F168694D455}"/>
          </ac:spMkLst>
        </pc:spChg>
      </pc:sldChg>
      <pc:sldChg chg="modSp add mod">
        <pc:chgData name="Alec Wells" userId="527ade61401a42c1" providerId="LiveId" clId="{AD0DF8F6-AF04-4C85-9181-8ECC256CFED2}" dt="2024-03-09T16:48:24.905" v="5050" actId="20577"/>
        <pc:sldMkLst>
          <pc:docMk/>
          <pc:sldMk cId="4080425950" sldId="380"/>
        </pc:sldMkLst>
        <pc:spChg chg="mod">
          <ac:chgData name="Alec Wells" userId="527ade61401a42c1" providerId="LiveId" clId="{AD0DF8F6-AF04-4C85-9181-8ECC256CFED2}" dt="2024-03-09T16:48:14.759" v="5046" actId="20577"/>
          <ac:spMkLst>
            <pc:docMk/>
            <pc:sldMk cId="4080425950" sldId="380"/>
            <ac:spMk id="16386" creationId="{C04D9E68-69C9-7ED7-124D-C4171E4C4309}"/>
          </ac:spMkLst>
        </pc:spChg>
        <pc:spChg chg="mod">
          <ac:chgData name="Alec Wells" userId="527ade61401a42c1" providerId="LiveId" clId="{AD0DF8F6-AF04-4C85-9181-8ECC256CFED2}" dt="2024-03-09T16:48:24.905" v="5050" actId="20577"/>
          <ac:spMkLst>
            <pc:docMk/>
            <pc:sldMk cId="4080425950" sldId="380"/>
            <ac:spMk id="16387" creationId="{08E0A061-609E-BD92-34BE-0F168694D455}"/>
          </ac:spMkLst>
        </pc:spChg>
      </pc:sldChg>
      <pc:sldChg chg="addSp modSp add mod setBg">
        <pc:chgData name="Alec Wells" userId="527ade61401a42c1" providerId="LiveId" clId="{AD0DF8F6-AF04-4C85-9181-8ECC256CFED2}" dt="2024-03-09T17:10:26.012" v="5830" actId="20577"/>
        <pc:sldMkLst>
          <pc:docMk/>
          <pc:sldMk cId="2315007373" sldId="381"/>
        </pc:sldMkLst>
        <pc:spChg chg="add">
          <ac:chgData name="Alec Wells" userId="527ade61401a42c1" providerId="LiveId" clId="{AD0DF8F6-AF04-4C85-9181-8ECC256CFED2}" dt="2024-03-09T17:05:26.550" v="5737"/>
          <ac:spMkLst>
            <pc:docMk/>
            <pc:sldMk cId="2315007373" sldId="381"/>
            <ac:spMk id="2" creationId="{77C19DA2-38FB-9C76-BB5B-1D6C860C930C}"/>
          </ac:spMkLst>
        </pc:spChg>
        <pc:spChg chg="mod">
          <ac:chgData name="Alec Wells" userId="527ade61401a42c1" providerId="LiveId" clId="{AD0DF8F6-AF04-4C85-9181-8ECC256CFED2}" dt="2024-03-09T17:10:26.012" v="5830" actId="20577"/>
          <ac:spMkLst>
            <pc:docMk/>
            <pc:sldMk cId="2315007373" sldId="381"/>
            <ac:spMk id="16387" creationId="{08E0A061-609E-BD92-34BE-0F168694D455}"/>
          </ac:spMkLst>
        </pc:spChg>
      </pc:sldChg>
      <pc:sldChg chg="modSp add mod">
        <pc:chgData name="Alec Wells" userId="527ade61401a42c1" providerId="LiveId" clId="{AD0DF8F6-AF04-4C85-9181-8ECC256CFED2}" dt="2024-03-09T17:14:27.688" v="6094" actId="20577"/>
        <pc:sldMkLst>
          <pc:docMk/>
          <pc:sldMk cId="2125734906" sldId="382"/>
        </pc:sldMkLst>
        <pc:spChg chg="mod">
          <ac:chgData name="Alec Wells" userId="527ade61401a42c1" providerId="LiveId" clId="{AD0DF8F6-AF04-4C85-9181-8ECC256CFED2}" dt="2024-03-09T17:08:15.199" v="5755" actId="20577"/>
          <ac:spMkLst>
            <pc:docMk/>
            <pc:sldMk cId="2125734906" sldId="382"/>
            <ac:spMk id="16386" creationId="{C04D9E68-69C9-7ED7-124D-C4171E4C4309}"/>
          </ac:spMkLst>
        </pc:spChg>
        <pc:spChg chg="mod">
          <ac:chgData name="Alec Wells" userId="527ade61401a42c1" providerId="LiveId" clId="{AD0DF8F6-AF04-4C85-9181-8ECC256CFED2}" dt="2024-03-09T17:14:27.688" v="6094" actId="20577"/>
          <ac:spMkLst>
            <pc:docMk/>
            <pc:sldMk cId="2125734906" sldId="382"/>
            <ac:spMk id="16387" creationId="{08E0A061-609E-BD92-34BE-0F168694D455}"/>
          </ac:spMkLst>
        </pc:spChg>
      </pc:sldChg>
      <pc:sldChg chg="modSp add mod ord">
        <pc:chgData name="Alec Wells" userId="527ade61401a42c1" providerId="LiveId" clId="{AD0DF8F6-AF04-4C85-9181-8ECC256CFED2}" dt="2024-03-09T17:23:59.048" v="6815" actId="20577"/>
        <pc:sldMkLst>
          <pc:docMk/>
          <pc:sldMk cId="1568801087" sldId="383"/>
        </pc:sldMkLst>
        <pc:spChg chg="mod">
          <ac:chgData name="Alec Wells" userId="527ade61401a42c1" providerId="LiveId" clId="{AD0DF8F6-AF04-4C85-9181-8ECC256CFED2}" dt="2024-03-09T17:23:48.823" v="6808" actId="2711"/>
          <ac:spMkLst>
            <pc:docMk/>
            <pc:sldMk cId="1568801087" sldId="383"/>
            <ac:spMk id="16386" creationId="{C04D9E68-69C9-7ED7-124D-C4171E4C4309}"/>
          </ac:spMkLst>
        </pc:spChg>
        <pc:spChg chg="mod">
          <ac:chgData name="Alec Wells" userId="527ade61401a42c1" providerId="LiveId" clId="{AD0DF8F6-AF04-4C85-9181-8ECC256CFED2}" dt="2024-03-09T17:23:59.048" v="6815" actId="20577"/>
          <ac:spMkLst>
            <pc:docMk/>
            <pc:sldMk cId="1568801087" sldId="383"/>
            <ac:spMk id="16387" creationId="{08E0A061-609E-BD92-34BE-0F168694D4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C43917-5DA0-DECF-FF69-2A40A360DAC3}"/>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3" name="Date Placeholder 2">
            <a:extLst>
              <a:ext uri="{FF2B5EF4-FFF2-40B4-BE49-F238E27FC236}">
                <a16:creationId xmlns:a16="http://schemas.microsoft.com/office/drawing/2014/main" id="{F17651BE-CB62-1C46-2D82-5CE8C878F164}"/>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F8F6FD23-3D60-4451-A465-FCB20600655D}" type="datetimeFigureOut">
              <a:rPr lang="en-GB" altLang="en-US"/>
              <a:pPr>
                <a:defRPr/>
              </a:pPr>
              <a:t>28/04/2024</a:t>
            </a:fld>
            <a:endParaRPr lang="en-GB" altLang="en-US"/>
          </a:p>
        </p:txBody>
      </p:sp>
      <p:sp>
        <p:nvSpPr>
          <p:cNvPr id="4" name="Slide Image Placeholder 3">
            <a:extLst>
              <a:ext uri="{FF2B5EF4-FFF2-40B4-BE49-F238E27FC236}">
                <a16:creationId xmlns:a16="http://schemas.microsoft.com/office/drawing/2014/main" id="{6EB60F19-1FDC-AE14-9F7A-B626270BC29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DF6E3879-375D-FC9C-BF07-9901CCEEF48F}"/>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endParaRPr lang="en-GB" altLang="en-US" noProof="0"/>
          </a:p>
        </p:txBody>
      </p:sp>
      <p:sp>
        <p:nvSpPr>
          <p:cNvPr id="6" name="Footer Placeholder 5">
            <a:extLst>
              <a:ext uri="{FF2B5EF4-FFF2-40B4-BE49-F238E27FC236}">
                <a16:creationId xmlns:a16="http://schemas.microsoft.com/office/drawing/2014/main" id="{1F2C8949-BF00-F811-963F-ECEB0B12FDB7}"/>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7" name="Slide Number Placeholder 6">
            <a:extLst>
              <a:ext uri="{FF2B5EF4-FFF2-40B4-BE49-F238E27FC236}">
                <a16:creationId xmlns:a16="http://schemas.microsoft.com/office/drawing/2014/main" id="{FAA25848-9C49-2CA4-2EC3-282A591EAB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A21F885-8204-4DD9-BC7B-9FC74636C35C}"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71BBAFB-C6ED-4820-7CC8-4B2299CB328A}"/>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3D9B34F-007A-4505-C473-7A739958F29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1077DD2-9ABA-4339-C4A0-71FC7FAFE27B}"/>
              </a:ext>
            </a:extLst>
          </p:cNvPr>
          <p:cNvSpPr>
            <a:spLocks noGrp="1"/>
          </p:cNvSpPr>
          <p:nvPr>
            <p:ph type="sldNum" sz="quarter" idx="12"/>
          </p:nvPr>
        </p:nvSpPr>
        <p:spPr/>
        <p:txBody>
          <a:bodyPr/>
          <a:lstStyle>
            <a:lvl1pPr>
              <a:defRPr/>
            </a:lvl1pPr>
          </a:lstStyle>
          <a:p>
            <a:pPr>
              <a:defRPr/>
            </a:pPr>
            <a:fld id="{30BE0E50-4C41-4C5F-A6E6-AC7BF62D1857}" type="slidenum">
              <a:rPr lang="en-GB" altLang="en-US"/>
              <a:pPr>
                <a:defRPr/>
              </a:pPr>
              <a:t>‹#›</a:t>
            </a:fld>
            <a:endParaRPr lang="en-GB" altLang="en-US"/>
          </a:p>
        </p:txBody>
      </p:sp>
    </p:spTree>
    <p:extLst>
      <p:ext uri="{BB962C8B-B14F-4D97-AF65-F5344CB8AC3E}">
        <p14:creationId xmlns:p14="http://schemas.microsoft.com/office/powerpoint/2010/main" val="988784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DD4698-C369-2023-91B9-BF198125B4E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64A1741-3F88-8162-B004-697E368D38A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D36B3B1-73CB-EC00-EED5-0EEA39969896}"/>
              </a:ext>
            </a:extLst>
          </p:cNvPr>
          <p:cNvSpPr>
            <a:spLocks noGrp="1"/>
          </p:cNvSpPr>
          <p:nvPr>
            <p:ph type="sldNum" sz="quarter" idx="12"/>
          </p:nvPr>
        </p:nvSpPr>
        <p:spPr/>
        <p:txBody>
          <a:bodyPr/>
          <a:lstStyle>
            <a:lvl1pPr>
              <a:defRPr/>
            </a:lvl1pPr>
          </a:lstStyle>
          <a:p>
            <a:pPr>
              <a:defRPr/>
            </a:pPr>
            <a:fld id="{7C25BD3A-794A-4E96-98D9-29C2B056AD7D}" type="slidenum">
              <a:rPr lang="en-GB" altLang="en-US"/>
              <a:pPr>
                <a:defRPr/>
              </a:pPr>
              <a:t>‹#›</a:t>
            </a:fld>
            <a:endParaRPr lang="en-GB" altLang="en-US"/>
          </a:p>
        </p:txBody>
      </p:sp>
    </p:spTree>
    <p:extLst>
      <p:ext uri="{BB962C8B-B14F-4D97-AF65-F5344CB8AC3E}">
        <p14:creationId xmlns:p14="http://schemas.microsoft.com/office/powerpoint/2010/main" val="2626168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23E6FFD-939A-BD45-E1E8-529438FC79A5}"/>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9543CDE-922C-2344-660F-03C06D117A4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74466662-5449-E588-4330-3A244FF5A028}"/>
              </a:ext>
            </a:extLst>
          </p:cNvPr>
          <p:cNvSpPr>
            <a:spLocks noGrp="1"/>
          </p:cNvSpPr>
          <p:nvPr>
            <p:ph type="sldNum" sz="quarter" idx="12"/>
          </p:nvPr>
        </p:nvSpPr>
        <p:spPr/>
        <p:txBody>
          <a:bodyPr/>
          <a:lstStyle>
            <a:lvl1pPr>
              <a:defRPr/>
            </a:lvl1pPr>
          </a:lstStyle>
          <a:p>
            <a:pPr>
              <a:defRPr/>
            </a:pPr>
            <a:fld id="{81108A3C-4472-4BAF-A76A-4F4F697D913A}" type="slidenum">
              <a:rPr lang="en-GB" altLang="en-US"/>
              <a:pPr>
                <a:defRPr/>
              </a:pPr>
              <a:t>‹#›</a:t>
            </a:fld>
            <a:endParaRPr lang="en-GB" altLang="en-US"/>
          </a:p>
        </p:txBody>
      </p:sp>
    </p:spTree>
    <p:extLst>
      <p:ext uri="{BB962C8B-B14F-4D97-AF65-F5344CB8AC3E}">
        <p14:creationId xmlns:p14="http://schemas.microsoft.com/office/powerpoint/2010/main" val="3700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3F96180A-360A-28AC-BC5B-A14C3263B81D}"/>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E1FAE49A-406E-6125-F6F8-1D8F79C8F15D}"/>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C1914FC4-FB85-D5D5-FABA-19F789F72D39}"/>
              </a:ext>
            </a:extLst>
          </p:cNvPr>
          <p:cNvSpPr>
            <a:spLocks noGrp="1"/>
          </p:cNvSpPr>
          <p:nvPr>
            <p:ph type="sldNum" sz="quarter" idx="12"/>
          </p:nvPr>
        </p:nvSpPr>
        <p:spPr/>
        <p:txBody>
          <a:bodyPr/>
          <a:lstStyle>
            <a:lvl1pPr>
              <a:defRPr/>
            </a:lvl1pPr>
          </a:lstStyle>
          <a:p>
            <a:pPr>
              <a:defRPr/>
            </a:pPr>
            <a:fld id="{B188C25F-8E11-4064-AE56-034BE9F0A5EF}" type="slidenum">
              <a:rPr lang="en-GB" altLang="en-US"/>
              <a:pPr>
                <a:defRPr/>
              </a:pPr>
              <a:t>‹#›</a:t>
            </a:fld>
            <a:endParaRPr lang="en-GB" altLang="en-US"/>
          </a:p>
        </p:txBody>
      </p:sp>
    </p:spTree>
    <p:extLst>
      <p:ext uri="{BB962C8B-B14F-4D97-AF65-F5344CB8AC3E}">
        <p14:creationId xmlns:p14="http://schemas.microsoft.com/office/powerpoint/2010/main" val="2378618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EC118F79-0C6B-8A0F-452A-293937782353}"/>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8DAC1512-3CFA-9ED4-6912-E83D46A6A0F5}"/>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9F6B54D7-BD1B-60A9-EE0C-E6240E295A93}"/>
              </a:ext>
            </a:extLst>
          </p:cNvPr>
          <p:cNvSpPr>
            <a:spLocks noGrp="1"/>
          </p:cNvSpPr>
          <p:nvPr>
            <p:ph type="sldNum" sz="quarter" idx="12"/>
          </p:nvPr>
        </p:nvSpPr>
        <p:spPr/>
        <p:txBody>
          <a:bodyPr/>
          <a:lstStyle>
            <a:lvl1pPr>
              <a:defRPr/>
            </a:lvl1pPr>
          </a:lstStyle>
          <a:p>
            <a:pPr>
              <a:defRPr/>
            </a:pPr>
            <a:fld id="{A05C60ED-42C1-4545-9468-EB382124E435}" type="slidenum">
              <a:rPr lang="en-GB" altLang="en-US"/>
              <a:pPr>
                <a:defRPr/>
              </a:pPr>
              <a:t>‹#›</a:t>
            </a:fld>
            <a:endParaRPr lang="en-GB" altLang="en-US"/>
          </a:p>
        </p:txBody>
      </p:sp>
    </p:spTree>
    <p:extLst>
      <p:ext uri="{BB962C8B-B14F-4D97-AF65-F5344CB8AC3E}">
        <p14:creationId xmlns:p14="http://schemas.microsoft.com/office/powerpoint/2010/main" val="294900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47A73B05-6FFC-20AB-88CD-C36C2814B604}"/>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7D173DA2-E0C4-C94C-1189-0B6927EA5F0E}"/>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F9F8BBCA-AB2F-A0B1-0591-4896EDB6C3E6}"/>
              </a:ext>
            </a:extLst>
          </p:cNvPr>
          <p:cNvSpPr>
            <a:spLocks noGrp="1"/>
          </p:cNvSpPr>
          <p:nvPr>
            <p:ph type="sldNum" sz="quarter" idx="12"/>
          </p:nvPr>
        </p:nvSpPr>
        <p:spPr/>
        <p:txBody>
          <a:bodyPr/>
          <a:lstStyle>
            <a:lvl1pPr>
              <a:defRPr/>
            </a:lvl1pPr>
          </a:lstStyle>
          <a:p>
            <a:pPr>
              <a:defRPr/>
            </a:pPr>
            <a:fld id="{D5A3FA38-719B-4553-BB70-BC9B5BFEE365}" type="slidenum">
              <a:rPr lang="en-GB" altLang="en-US"/>
              <a:pPr>
                <a:defRPr/>
              </a:pPr>
              <a:t>‹#›</a:t>
            </a:fld>
            <a:endParaRPr lang="en-GB" altLang="en-US"/>
          </a:p>
        </p:txBody>
      </p:sp>
    </p:spTree>
    <p:extLst>
      <p:ext uri="{BB962C8B-B14F-4D97-AF65-F5344CB8AC3E}">
        <p14:creationId xmlns:p14="http://schemas.microsoft.com/office/powerpoint/2010/main" val="128071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E38D44-9016-3653-11C1-D7EED8428C20}"/>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id="{59221E15-45F9-4641-B1AD-217C36677594}"/>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080A2E8F-4061-8E93-340C-1D20852C28D5}"/>
              </a:ext>
            </a:extLst>
          </p:cNvPr>
          <p:cNvSpPr>
            <a:spLocks noGrp="1"/>
          </p:cNvSpPr>
          <p:nvPr>
            <p:ph type="sldNum" sz="quarter" idx="12"/>
          </p:nvPr>
        </p:nvSpPr>
        <p:spPr/>
        <p:txBody>
          <a:bodyPr/>
          <a:lstStyle>
            <a:lvl1pPr>
              <a:defRPr/>
            </a:lvl1pPr>
          </a:lstStyle>
          <a:p>
            <a:pPr>
              <a:defRPr/>
            </a:pPr>
            <a:fld id="{330F20B5-584E-4376-A04B-5421FA31DE32}" type="slidenum">
              <a:rPr lang="en-GB" altLang="en-US"/>
              <a:pPr>
                <a:defRPr/>
              </a:pPr>
              <a:t>‹#›</a:t>
            </a:fld>
            <a:endParaRPr lang="en-GB" altLang="en-US"/>
          </a:p>
        </p:txBody>
      </p:sp>
    </p:spTree>
    <p:extLst>
      <p:ext uri="{BB962C8B-B14F-4D97-AF65-F5344CB8AC3E}">
        <p14:creationId xmlns:p14="http://schemas.microsoft.com/office/powerpoint/2010/main" val="3789468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308620D2-93DB-34AF-586C-192F933C1D7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690FA0B-7904-A676-6163-FD77398C1346}"/>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F1176326-CFAA-29F9-92E3-DCEB4670CBEE}"/>
              </a:ext>
            </a:extLst>
          </p:cNvPr>
          <p:cNvSpPr>
            <a:spLocks noGrp="1"/>
          </p:cNvSpPr>
          <p:nvPr>
            <p:ph type="sldNum" sz="quarter" idx="12"/>
          </p:nvPr>
        </p:nvSpPr>
        <p:spPr/>
        <p:txBody>
          <a:bodyPr/>
          <a:lstStyle>
            <a:lvl1pPr>
              <a:defRPr/>
            </a:lvl1pPr>
          </a:lstStyle>
          <a:p>
            <a:pPr>
              <a:defRPr/>
            </a:pPr>
            <a:fld id="{66C705C3-B364-4629-A107-E36FCF12B0FC}" type="slidenum">
              <a:rPr lang="en-GB" altLang="en-US"/>
              <a:pPr>
                <a:defRPr/>
              </a:pPr>
              <a:t>‹#›</a:t>
            </a:fld>
            <a:endParaRPr lang="en-GB" altLang="en-US"/>
          </a:p>
        </p:txBody>
      </p:sp>
    </p:spTree>
    <p:extLst>
      <p:ext uri="{BB962C8B-B14F-4D97-AF65-F5344CB8AC3E}">
        <p14:creationId xmlns:p14="http://schemas.microsoft.com/office/powerpoint/2010/main" val="426352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44D5AA8B-B01E-46F3-C62F-FCE7D9A569F1}"/>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08E1609F-5AA5-80F4-30D0-DBCE5236971F}"/>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2FA5CEA0-E675-CDA8-9359-23A3EAA6C721}"/>
              </a:ext>
            </a:extLst>
          </p:cNvPr>
          <p:cNvSpPr>
            <a:spLocks noGrp="1"/>
          </p:cNvSpPr>
          <p:nvPr>
            <p:ph type="sldNum" sz="quarter" idx="12"/>
          </p:nvPr>
        </p:nvSpPr>
        <p:spPr/>
        <p:txBody>
          <a:bodyPr/>
          <a:lstStyle>
            <a:lvl1pPr>
              <a:defRPr/>
            </a:lvl1pPr>
          </a:lstStyle>
          <a:p>
            <a:pPr>
              <a:defRPr/>
            </a:pPr>
            <a:fld id="{2D24EF56-4ACE-450F-A7DD-8E4C428E809A}" type="slidenum">
              <a:rPr lang="en-GB" altLang="en-US"/>
              <a:pPr>
                <a:defRPr/>
              </a:pPr>
              <a:t>‹#›</a:t>
            </a:fld>
            <a:endParaRPr lang="en-GB" altLang="en-US"/>
          </a:p>
        </p:txBody>
      </p:sp>
    </p:spTree>
    <p:extLst>
      <p:ext uri="{BB962C8B-B14F-4D97-AF65-F5344CB8AC3E}">
        <p14:creationId xmlns:p14="http://schemas.microsoft.com/office/powerpoint/2010/main" val="154020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82C65B-8123-09AD-C768-EFA9AA22FD9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5275FD1B-7CD8-996E-2C11-932D1F4DBF4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45440A63-02C6-C3BE-37F9-0CD17051AB2C}"/>
              </a:ext>
            </a:extLst>
          </p:cNvPr>
          <p:cNvSpPr>
            <a:spLocks noGrp="1"/>
          </p:cNvSpPr>
          <p:nvPr>
            <p:ph type="sldNum" sz="quarter" idx="12"/>
          </p:nvPr>
        </p:nvSpPr>
        <p:spPr/>
        <p:txBody>
          <a:bodyPr/>
          <a:lstStyle>
            <a:lvl1pPr>
              <a:defRPr/>
            </a:lvl1pPr>
          </a:lstStyle>
          <a:p>
            <a:pPr>
              <a:defRPr/>
            </a:pPr>
            <a:fld id="{960B4257-4EAD-4B33-9187-8B0607F59988}" type="slidenum">
              <a:rPr lang="en-GB" altLang="en-US"/>
              <a:pPr>
                <a:defRPr/>
              </a:pPr>
              <a:t>‹#›</a:t>
            </a:fld>
            <a:endParaRPr lang="en-GB" altLang="en-US"/>
          </a:p>
        </p:txBody>
      </p:sp>
    </p:spTree>
    <p:extLst>
      <p:ext uri="{BB962C8B-B14F-4D97-AF65-F5344CB8AC3E}">
        <p14:creationId xmlns:p14="http://schemas.microsoft.com/office/powerpoint/2010/main" val="30016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38E955-62F5-DD4E-EE52-7755BC98615D}"/>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423F677-8E04-4AF5-7A8F-62E869B9A7D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AF51409A-F1AF-841D-E371-7B283311DB8C}"/>
              </a:ext>
            </a:extLst>
          </p:cNvPr>
          <p:cNvSpPr>
            <a:spLocks noGrp="1"/>
          </p:cNvSpPr>
          <p:nvPr>
            <p:ph type="sldNum" sz="quarter" idx="12"/>
          </p:nvPr>
        </p:nvSpPr>
        <p:spPr/>
        <p:txBody>
          <a:bodyPr/>
          <a:lstStyle>
            <a:lvl1pPr>
              <a:defRPr/>
            </a:lvl1pPr>
          </a:lstStyle>
          <a:p>
            <a:pPr>
              <a:defRPr/>
            </a:pPr>
            <a:fld id="{23E30639-9610-4849-A845-B7AFDD53177D}" type="slidenum">
              <a:rPr lang="en-GB" altLang="en-US"/>
              <a:pPr>
                <a:defRPr/>
              </a:pPr>
              <a:t>‹#›</a:t>
            </a:fld>
            <a:endParaRPr lang="en-GB" altLang="en-US"/>
          </a:p>
        </p:txBody>
      </p:sp>
    </p:spTree>
    <p:extLst>
      <p:ext uri="{BB962C8B-B14F-4D97-AF65-F5344CB8AC3E}">
        <p14:creationId xmlns:p14="http://schemas.microsoft.com/office/powerpoint/2010/main" val="343728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A64DF63-3DD7-821E-54F3-A943D67D81F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D262D890-8658-5D37-F511-34DD99DB7A1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CEDFAD4-83EC-8E6C-126A-4165CC02B610}"/>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Arial" charset="0"/>
              </a:defRPr>
            </a:lvl1pPr>
          </a:lstStyle>
          <a:p>
            <a:pPr>
              <a:defRPr/>
            </a:pPr>
            <a:endParaRPr lang="en-US" altLang="en-US"/>
          </a:p>
        </p:txBody>
      </p:sp>
      <p:sp>
        <p:nvSpPr>
          <p:cNvPr id="5" name="Footer Placeholder 4">
            <a:extLst>
              <a:ext uri="{FF2B5EF4-FFF2-40B4-BE49-F238E27FC236}">
                <a16:creationId xmlns:a16="http://schemas.microsoft.com/office/drawing/2014/main" id="{3E18FCFC-4EA7-3C10-D20A-1EB4D26558EC}"/>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Arial" charset="0"/>
              </a:defRPr>
            </a:lvl1pPr>
          </a:lstStyle>
          <a:p>
            <a:pPr>
              <a:defRPr/>
            </a:pPr>
            <a:endParaRPr lang="en-US" altLang="en-US"/>
          </a:p>
        </p:txBody>
      </p:sp>
      <p:sp>
        <p:nvSpPr>
          <p:cNvPr id="6" name="Slide Number Placeholder 5">
            <a:extLst>
              <a:ext uri="{FF2B5EF4-FFF2-40B4-BE49-F238E27FC236}">
                <a16:creationId xmlns:a16="http://schemas.microsoft.com/office/drawing/2014/main" id="{DD2AD705-2A07-18FC-AAED-DB92C7D6C8A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49CF8B0-F3D1-4896-8BDE-4D5FE3D569F5}"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www.w3schools.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BD22B11-C1DB-B6A6-2EEE-0A845FB70593}"/>
              </a:ext>
            </a:extLst>
          </p:cNvPr>
          <p:cNvSpPr>
            <a:spLocks noGrp="1" noChangeArrowheads="1"/>
          </p:cNvSpPr>
          <p:nvPr>
            <p:ph type="ctrTitle"/>
          </p:nvPr>
        </p:nvSpPr>
        <p:spPr>
          <a:xfrm>
            <a:off x="647700" y="2133600"/>
            <a:ext cx="7848600" cy="1470025"/>
          </a:xfrm>
        </p:spPr>
        <p:txBody>
          <a:bodyPr rtlCol="0">
            <a:normAutofit/>
          </a:bodyPr>
          <a:lstStyle/>
          <a:p>
            <a:pPr eaLnBrk="1" fontAlgn="auto" hangingPunct="1">
              <a:spcAft>
                <a:spcPts val="0"/>
              </a:spcAft>
              <a:defRPr/>
            </a:pPr>
            <a:r>
              <a:rPr lang="en-GB" dirty="0">
                <a:ea typeface="+mj-ea"/>
                <a:cs typeface="+mj-cs"/>
              </a:rPr>
              <a:t>COM4012M – Session Variables 2 </a:t>
            </a:r>
            <a:br>
              <a:rPr lang="en-GB" dirty="0">
                <a:ea typeface="+mj-ea"/>
                <a:cs typeface="+mj-cs"/>
              </a:rPr>
            </a:br>
            <a:r>
              <a:rPr lang="en-GB" dirty="0">
                <a:ea typeface="+mj-ea"/>
                <a:cs typeface="+mj-cs"/>
              </a:rPr>
              <a:t>(Shopping Carts)</a:t>
            </a:r>
          </a:p>
        </p:txBody>
      </p:sp>
      <p:sp>
        <p:nvSpPr>
          <p:cNvPr id="3075" name="Rectangle 3">
            <a:extLst>
              <a:ext uri="{FF2B5EF4-FFF2-40B4-BE49-F238E27FC236}">
                <a16:creationId xmlns:a16="http://schemas.microsoft.com/office/drawing/2014/main" id="{DA12F9B4-B776-2DD3-BE3B-4F6AF00DB9ED}"/>
              </a:ext>
            </a:extLst>
          </p:cNvPr>
          <p:cNvSpPr>
            <a:spLocks noGrp="1"/>
          </p:cNvSpPr>
          <p:nvPr>
            <p:ph type="subTitle" idx="1"/>
          </p:nvPr>
        </p:nvSpPr>
        <p:spPr/>
        <p:txBody>
          <a:bodyPr/>
          <a:lstStyle/>
          <a:p>
            <a:pPr eaLnBrk="1" hangingPunct="1">
              <a:buFont typeface="Wingdings" panose="05000000000000000000" pitchFamily="2" charset="2"/>
              <a:buNone/>
            </a:pPr>
            <a:r>
              <a:rPr lang="en-GB" altLang="en-US" dirty="0">
                <a:solidFill>
                  <a:srgbClr val="898989"/>
                </a:solidFill>
                <a:latin typeface="+mj-lt"/>
              </a:rPr>
              <a:t>Week 10 Lab Session 9</a:t>
            </a:r>
          </a:p>
          <a:p>
            <a:pPr eaLnBrk="1" hangingPunct="1">
              <a:buFont typeface="Wingdings" panose="05000000000000000000" pitchFamily="2" charset="2"/>
              <a:buNone/>
            </a:pPr>
            <a:endParaRPr lang="en-GB" altLang="en-US" dirty="0">
              <a:solidFill>
                <a:srgbClr val="898989"/>
              </a:solidFill>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Session Variable Recap</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Session variables are a lot like cookies. Though rather than being stored on your computer, they are stored on the web server so that they can be read from or written to by server scripts.</a:t>
            </a:r>
          </a:p>
          <a:p>
            <a:pPr eaLnBrk="1" hangingPunct="1"/>
            <a:endParaRPr lang="en-GB" altLang="en-US" sz="2400" dirty="0">
              <a:latin typeface="+mj-lt"/>
            </a:endParaRPr>
          </a:p>
          <a:p>
            <a:pPr eaLnBrk="1" hangingPunct="1"/>
            <a:r>
              <a:rPr lang="en-GB" altLang="en-US" sz="2400" dirty="0">
                <a:latin typeface="+mj-lt"/>
              </a:rPr>
              <a:t>Each session file is unique to the user request that created it and can only be accessed by subsequent requests from the same user.</a:t>
            </a:r>
          </a:p>
          <a:p>
            <a:pPr eaLnBrk="1" hangingPunct="1"/>
            <a:endParaRPr lang="en-GB" altLang="en-US" sz="2400" dirty="0">
              <a:latin typeface="+mj-lt"/>
            </a:endParaRPr>
          </a:p>
          <a:p>
            <a:pPr eaLnBrk="1" hangingPunct="1"/>
            <a:r>
              <a:rPr lang="en-GB" altLang="en-US" sz="2400" dirty="0">
                <a:latin typeface="+mj-lt"/>
              </a:rPr>
              <a:t>They essentially are a way to allow a computer to know who you are; even though a HTTP address doesn't maintain state.</a:t>
            </a:r>
          </a:p>
          <a:p>
            <a:pPr eaLnBrk="1" hangingPunct="1"/>
            <a:endParaRPr lang="en-GB" altLang="en-US" sz="2400" dirty="0">
              <a:latin typeface="+mj-lt"/>
            </a:endParaRPr>
          </a:p>
        </p:txBody>
      </p:sp>
    </p:spTree>
    <p:extLst>
      <p:ext uri="{BB962C8B-B14F-4D97-AF65-F5344CB8AC3E}">
        <p14:creationId xmlns:p14="http://schemas.microsoft.com/office/powerpoint/2010/main" val="2003818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Session Variable Purposes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Session variables are stored on a server and are less easily tampered with. They also require less scripting to encode and decode than a cookie string as you merely need to start the session and will work even if the user has cookies disabled.</a:t>
            </a:r>
          </a:p>
          <a:p>
            <a:pPr marL="0" indent="0" eaLnBrk="1" hangingPunct="1">
              <a:buNone/>
            </a:pPr>
            <a:endParaRPr lang="en-GB" altLang="en-US" sz="2400" dirty="0">
              <a:latin typeface="+mj-lt"/>
            </a:endParaRPr>
          </a:p>
          <a:p>
            <a:pPr eaLnBrk="1" hangingPunct="1"/>
            <a:r>
              <a:rPr lang="en-GB" altLang="en-US" sz="2400" dirty="0">
                <a:latin typeface="+mj-lt"/>
              </a:rPr>
              <a:t>Cookies best suited for small pieces of data that you can trust the user with (like font settings, site theme, etc.)</a:t>
            </a:r>
          </a:p>
          <a:p>
            <a:pPr eaLnBrk="1" hangingPunct="1"/>
            <a:endParaRPr lang="en-GB" altLang="en-US" sz="2400" dirty="0">
              <a:latin typeface="+mj-lt"/>
            </a:endParaRPr>
          </a:p>
          <a:p>
            <a:pPr eaLnBrk="1" hangingPunct="1"/>
            <a:r>
              <a:rPr lang="en-GB" altLang="en-US" sz="2400" dirty="0">
                <a:latin typeface="+mj-lt"/>
              </a:rPr>
              <a:t>We use session variables for bigger data chunks (like storing objects, data structures, etc.) and ones you have to trust - like authorization status. This can include login systems – but also things like shopping carts.</a:t>
            </a:r>
          </a:p>
        </p:txBody>
      </p:sp>
    </p:spTree>
    <p:extLst>
      <p:ext uri="{BB962C8B-B14F-4D97-AF65-F5344CB8AC3E}">
        <p14:creationId xmlns:p14="http://schemas.microsoft.com/office/powerpoint/2010/main" val="519448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Shopping Cart Breakdown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marL="0" indent="0" eaLnBrk="1" hangingPunct="1">
              <a:buNone/>
            </a:pPr>
            <a:r>
              <a:rPr lang="en-GB" altLang="en-US" sz="2000" b="1" dirty="0">
                <a:latin typeface="+mj-lt"/>
              </a:rPr>
              <a:t>Step 1. </a:t>
            </a:r>
            <a:r>
              <a:rPr lang="en-GB" altLang="en-US" sz="2000" dirty="0">
                <a:latin typeface="+mj-lt"/>
              </a:rPr>
              <a:t>A user should be able to choose the product they want to buy and the amount. They will likely do this using a HTML form.</a:t>
            </a:r>
          </a:p>
          <a:p>
            <a:pPr marL="0" indent="0" eaLnBrk="1" hangingPunct="1">
              <a:buNone/>
            </a:pPr>
            <a:endParaRPr lang="en-GB" altLang="en-US" sz="2000" dirty="0">
              <a:latin typeface="+mj-lt"/>
            </a:endParaRPr>
          </a:p>
          <a:p>
            <a:pPr marL="0" indent="0" eaLnBrk="1" hangingPunct="1">
              <a:buNone/>
            </a:pPr>
            <a:r>
              <a:rPr lang="en-GB" altLang="en-US" sz="2000" b="1" dirty="0">
                <a:latin typeface="+mj-lt"/>
              </a:rPr>
              <a:t>Step 2. </a:t>
            </a:r>
            <a:r>
              <a:rPr lang="en-GB" altLang="en-US" sz="2000" dirty="0">
                <a:latin typeface="+mj-lt"/>
              </a:rPr>
              <a:t>Once the user has chosen and input their products session variables will need to be made to store this information and product information will need to be requested from a database.</a:t>
            </a:r>
          </a:p>
          <a:p>
            <a:pPr marL="0" indent="0" eaLnBrk="1" hangingPunct="1">
              <a:buNone/>
            </a:pPr>
            <a:endParaRPr lang="en-GB" altLang="en-US" sz="2000" dirty="0">
              <a:latin typeface="+mj-lt"/>
            </a:endParaRPr>
          </a:p>
          <a:p>
            <a:pPr marL="0" indent="0" eaLnBrk="1" hangingPunct="1">
              <a:buNone/>
            </a:pPr>
            <a:r>
              <a:rPr lang="en-GB" altLang="en-US" sz="2000" b="1" dirty="0">
                <a:latin typeface="+mj-lt"/>
              </a:rPr>
              <a:t>Step 3. </a:t>
            </a:r>
            <a:r>
              <a:rPr lang="en-GB" altLang="en-US" sz="2000" dirty="0">
                <a:latin typeface="+mj-lt"/>
              </a:rPr>
              <a:t>A user will need to preview their shopping cart which calculates the total price of their order and allows them to buy their products.</a:t>
            </a:r>
          </a:p>
          <a:p>
            <a:pPr marL="0" indent="0" eaLnBrk="1" hangingPunct="1">
              <a:buNone/>
            </a:pPr>
            <a:endParaRPr lang="en-GB" altLang="en-US" sz="2000" dirty="0">
              <a:latin typeface="+mj-lt"/>
            </a:endParaRPr>
          </a:p>
          <a:p>
            <a:pPr marL="0" indent="0" eaLnBrk="1" hangingPunct="1">
              <a:buNone/>
            </a:pPr>
            <a:r>
              <a:rPr lang="en-GB" altLang="en-US" sz="2000" b="1" dirty="0">
                <a:latin typeface="+mj-lt"/>
              </a:rPr>
              <a:t>Step 4. </a:t>
            </a:r>
            <a:r>
              <a:rPr lang="en-GB" altLang="en-US" sz="2000" dirty="0">
                <a:latin typeface="+mj-lt"/>
              </a:rPr>
              <a:t>The user will want to purchase their products which will mean fulfilling the order and emptying the shopping cart.</a:t>
            </a:r>
          </a:p>
        </p:txBody>
      </p:sp>
    </p:spTree>
    <p:extLst>
      <p:ext uri="{BB962C8B-B14F-4D97-AF65-F5344CB8AC3E}">
        <p14:creationId xmlns:p14="http://schemas.microsoft.com/office/powerpoint/2010/main" val="4145237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Shopping Cart Breakdown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The first thing we will need to build a functional shopping cart will be a database that stores all our products &amp; their prices. Products will want to have some form of ID we can reference, name, pricing and potentially also stock numbers. We can do this using our phpMyAdmin:</a:t>
            </a:r>
            <a:endParaRPr lang="en-GB" altLang="en-US" sz="1600" dirty="0">
              <a:latin typeface="+mj-lt"/>
            </a:endParaRPr>
          </a:p>
          <a:p>
            <a:pPr marL="0" indent="0" eaLnBrk="1" hangingPunct="1">
              <a:buNone/>
            </a:pPr>
            <a:endParaRPr lang="en-GB" altLang="en-US" sz="1600" dirty="0">
              <a:latin typeface="+mj-lt"/>
            </a:endParaRPr>
          </a:p>
        </p:txBody>
      </p:sp>
      <p:pic>
        <p:nvPicPr>
          <p:cNvPr id="3" name="Picture 2">
            <a:extLst>
              <a:ext uri="{FF2B5EF4-FFF2-40B4-BE49-F238E27FC236}">
                <a16:creationId xmlns:a16="http://schemas.microsoft.com/office/drawing/2014/main" id="{8F8C2FA8-EC4C-8A4B-C022-E7F71ABF4948}"/>
              </a:ext>
            </a:extLst>
          </p:cNvPr>
          <p:cNvPicPr>
            <a:picLocks noChangeAspect="1"/>
          </p:cNvPicPr>
          <p:nvPr/>
        </p:nvPicPr>
        <p:blipFill>
          <a:blip r:embed="rId2"/>
          <a:stretch>
            <a:fillRect/>
          </a:stretch>
        </p:blipFill>
        <p:spPr>
          <a:xfrm>
            <a:off x="304800" y="3276600"/>
            <a:ext cx="8255663" cy="2895600"/>
          </a:xfrm>
          <a:prstGeom prst="rect">
            <a:avLst/>
          </a:prstGeom>
        </p:spPr>
      </p:pic>
    </p:spTree>
    <p:extLst>
      <p:ext uri="{BB962C8B-B14F-4D97-AF65-F5344CB8AC3E}">
        <p14:creationId xmlns:p14="http://schemas.microsoft.com/office/powerpoint/2010/main" val="805628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Shopping Cart Breakdown</a:t>
            </a:r>
          </a:p>
        </p:txBody>
      </p:sp>
      <p:pic>
        <p:nvPicPr>
          <p:cNvPr id="4" name="Picture 3">
            <a:extLst>
              <a:ext uri="{FF2B5EF4-FFF2-40B4-BE49-F238E27FC236}">
                <a16:creationId xmlns:a16="http://schemas.microsoft.com/office/drawing/2014/main" id="{0E89E810-5994-10C4-943D-38DBBBEB1984}"/>
              </a:ext>
            </a:extLst>
          </p:cNvPr>
          <p:cNvPicPr>
            <a:picLocks noChangeAspect="1"/>
          </p:cNvPicPr>
          <p:nvPr/>
        </p:nvPicPr>
        <p:blipFill>
          <a:blip r:embed="rId2"/>
          <a:stretch>
            <a:fillRect/>
          </a:stretch>
        </p:blipFill>
        <p:spPr>
          <a:xfrm>
            <a:off x="815130" y="2443949"/>
            <a:ext cx="7513739" cy="4169474"/>
          </a:xfrm>
          <a:prstGeom prst="rect">
            <a:avLst/>
          </a:prstGeom>
        </p:spPr>
      </p:pic>
      <p:sp>
        <p:nvSpPr>
          <p:cNvPr id="2" name="Rectangle 3">
            <a:extLst>
              <a:ext uri="{FF2B5EF4-FFF2-40B4-BE49-F238E27FC236}">
                <a16:creationId xmlns:a16="http://schemas.microsoft.com/office/drawing/2014/main" id="{3E736383-13FB-525D-3895-C20FAE45026C}"/>
              </a:ext>
            </a:extLst>
          </p:cNvPr>
          <p:cNvSpPr>
            <a:spLocks noGrp="1"/>
          </p:cNvSpPr>
          <p:nvPr>
            <p:ph idx="1"/>
          </p:nvPr>
        </p:nvSpPr>
        <p:spPr>
          <a:xfrm>
            <a:off x="457200" y="1600200"/>
            <a:ext cx="8229600" cy="1371600"/>
          </a:xfrm>
        </p:spPr>
        <p:txBody>
          <a:bodyPr/>
          <a:lstStyle/>
          <a:p>
            <a:pPr eaLnBrk="1" hangingPunct="1"/>
            <a:r>
              <a:rPr lang="en-GB" altLang="en-US" sz="2000" dirty="0">
                <a:latin typeface="+mj-lt"/>
              </a:rPr>
              <a:t>Here is our table to store our products and prices, since this example is smaller the ID and stock numbers were left off:</a:t>
            </a:r>
            <a:endParaRPr lang="en-GB" altLang="en-US" sz="1600" dirty="0">
              <a:latin typeface="+mj-lt"/>
            </a:endParaRPr>
          </a:p>
        </p:txBody>
      </p:sp>
    </p:spTree>
    <p:extLst>
      <p:ext uri="{BB962C8B-B14F-4D97-AF65-F5344CB8AC3E}">
        <p14:creationId xmlns:p14="http://schemas.microsoft.com/office/powerpoint/2010/main" val="905372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Connection Shortcut</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800" dirty="0">
                <a:latin typeface="+mj-lt"/>
              </a:rPr>
              <a:t>Then we will connect to our database like so:</a:t>
            </a:r>
          </a:p>
          <a:p>
            <a:pPr eaLnBrk="1" hangingPunct="1"/>
            <a:endParaRPr lang="en-GB" altLang="en-US" sz="1800" dirty="0">
              <a:latin typeface="+mj-lt"/>
            </a:endParaRPr>
          </a:p>
          <a:p>
            <a:pPr eaLnBrk="1" hangingPunct="1"/>
            <a:r>
              <a:rPr lang="en-GB" altLang="en-US" sz="1800" dirty="0">
                <a:latin typeface="+mj-lt"/>
              </a:rPr>
              <a:t>&lt;?</a:t>
            </a:r>
            <a:r>
              <a:rPr lang="en-GB" altLang="en-US" sz="1800" dirty="0" err="1">
                <a:latin typeface="+mj-lt"/>
              </a:rPr>
              <a:t>php</a:t>
            </a:r>
            <a:endParaRPr lang="en-GB" altLang="en-US" sz="1800" dirty="0">
              <a:latin typeface="+mj-lt"/>
            </a:endParaRPr>
          </a:p>
          <a:p>
            <a:pPr marL="0" indent="0" eaLnBrk="1" hangingPunct="1">
              <a:buNone/>
            </a:pPr>
            <a:r>
              <a:rPr lang="en-GB" altLang="en-US" sz="1800" dirty="0">
                <a:latin typeface="+mj-lt"/>
              </a:rPr>
              <a:t>	$conn = </a:t>
            </a:r>
            <a:r>
              <a:rPr lang="en-GB" altLang="en-US" sz="1800" dirty="0" err="1">
                <a:latin typeface="+mj-lt"/>
              </a:rPr>
              <a:t>mysqli_connect</a:t>
            </a:r>
            <a:r>
              <a:rPr lang="en-GB" altLang="en-US" sz="1800" dirty="0">
                <a:latin typeface="+mj-lt"/>
              </a:rPr>
              <a:t>('localhost’, </a:t>
            </a:r>
            <a:r>
              <a:rPr lang="en-GB" altLang="en-US" sz="1800" dirty="0" err="1">
                <a:latin typeface="+mj-lt"/>
              </a:rPr>
              <a:t>alec.wells</a:t>
            </a:r>
            <a:r>
              <a:rPr lang="en-GB" altLang="en-US" sz="1800" dirty="0">
                <a:latin typeface="+mj-lt"/>
              </a:rPr>
              <a:t> , password,  </a:t>
            </a:r>
            <a:r>
              <a:rPr lang="en-GB" altLang="en-US" sz="1800" dirty="0" err="1">
                <a:latin typeface="+mj-lt"/>
              </a:rPr>
              <a:t>username_cheesedb</a:t>
            </a:r>
            <a:r>
              <a:rPr lang="en-GB" altLang="en-US" sz="1800" dirty="0">
                <a:latin typeface="+mj-lt"/>
              </a:rPr>
              <a:t>)</a:t>
            </a:r>
          </a:p>
          <a:p>
            <a:pPr marL="0" indent="0" eaLnBrk="1" hangingPunct="1">
              <a:buNone/>
            </a:pPr>
            <a:r>
              <a:rPr lang="en-GB" altLang="en-US" sz="1800" dirty="0">
                <a:latin typeface="+mj-lt"/>
              </a:rPr>
              <a:t>	if (</a:t>
            </a:r>
            <a:r>
              <a:rPr lang="en-GB" altLang="en-US" sz="1800" dirty="0" err="1">
                <a:latin typeface="+mj-lt"/>
              </a:rPr>
              <a:t>mysqli_connect_errno</a:t>
            </a:r>
            <a:r>
              <a:rPr lang="en-GB" altLang="en-US" sz="1800" dirty="0">
                <a:latin typeface="+mj-lt"/>
              </a:rPr>
              <a:t>())</a:t>
            </a:r>
          </a:p>
          <a:p>
            <a:pPr marL="0" indent="0" eaLnBrk="1" hangingPunct="1">
              <a:buNone/>
            </a:pPr>
            <a:r>
              <a:rPr lang="en-GB" altLang="en-US" sz="1800" dirty="0">
                <a:latin typeface="+mj-lt"/>
              </a:rPr>
              <a:t>	{echo "Database Not Connected:  " .  </a:t>
            </a:r>
            <a:r>
              <a:rPr lang="en-GB" altLang="en-US" sz="1800" dirty="0" err="1">
                <a:latin typeface="+mj-lt"/>
              </a:rPr>
              <a:t>mysqli_connect_error</a:t>
            </a:r>
            <a:r>
              <a:rPr lang="en-GB" altLang="en-US" sz="1800" dirty="0">
                <a:latin typeface="+mj-lt"/>
              </a:rPr>
              <a:t>();}</a:t>
            </a:r>
          </a:p>
          <a:p>
            <a:pPr marL="0" indent="0" eaLnBrk="1" hangingPunct="1">
              <a:buNone/>
            </a:pPr>
            <a:r>
              <a:rPr lang="en-GB" altLang="en-US" sz="1800" dirty="0">
                <a:latin typeface="+mj-lt"/>
              </a:rPr>
              <a:t>	?&gt;</a:t>
            </a:r>
          </a:p>
          <a:p>
            <a:pPr marL="0" indent="0" eaLnBrk="1" hangingPunct="1">
              <a:buNone/>
            </a:pPr>
            <a:endParaRPr lang="en-GB" altLang="en-US" sz="1800" dirty="0">
              <a:latin typeface="+mj-lt"/>
            </a:endParaRPr>
          </a:p>
          <a:p>
            <a:pPr eaLnBrk="1" hangingPunct="1"/>
            <a:r>
              <a:rPr lang="en-GB" altLang="en-US" sz="1800" dirty="0">
                <a:latin typeface="+mj-lt"/>
              </a:rPr>
              <a:t>A shortcut to reduce the chance of types and make it so you don’t need to type out the connection string every time is to instead include a PHP file that contains the above connection code at the top of your pages instead, like so:</a:t>
            </a:r>
          </a:p>
          <a:p>
            <a:pPr eaLnBrk="1" hangingPunct="1"/>
            <a:endParaRPr lang="en-GB" altLang="en-US" sz="1800" dirty="0">
              <a:latin typeface="+mj-lt"/>
            </a:endParaRPr>
          </a:p>
          <a:p>
            <a:pPr eaLnBrk="1" hangingPunct="1"/>
            <a:r>
              <a:rPr lang="en-GB" altLang="en-US" sz="1800" dirty="0">
                <a:latin typeface="+mj-lt"/>
              </a:rPr>
              <a:t>&lt;?</a:t>
            </a:r>
            <a:r>
              <a:rPr lang="en-GB" altLang="en-US" sz="1800" dirty="0" err="1">
                <a:latin typeface="+mj-lt"/>
              </a:rPr>
              <a:t>php</a:t>
            </a:r>
            <a:endParaRPr lang="en-GB" altLang="en-US" sz="1800" dirty="0">
              <a:latin typeface="+mj-lt"/>
            </a:endParaRPr>
          </a:p>
          <a:p>
            <a:pPr marL="0" indent="0" eaLnBrk="1" hangingPunct="1">
              <a:buNone/>
            </a:pPr>
            <a:r>
              <a:rPr lang="en-GB" altLang="en-US" sz="1800" dirty="0">
                <a:latin typeface="+mj-lt"/>
              </a:rPr>
              <a:t>	require ('</a:t>
            </a:r>
            <a:r>
              <a:rPr lang="en-GB" altLang="en-US" sz="1800" dirty="0" err="1">
                <a:latin typeface="+mj-lt"/>
              </a:rPr>
              <a:t>connect.php</a:t>
            </a:r>
            <a:r>
              <a:rPr lang="en-GB" altLang="en-US" sz="1800" dirty="0">
                <a:latin typeface="+mj-lt"/>
              </a:rPr>
              <a:t>’);</a:t>
            </a:r>
          </a:p>
          <a:p>
            <a:pPr marL="0" indent="0" eaLnBrk="1" hangingPunct="1">
              <a:buNone/>
            </a:pPr>
            <a:r>
              <a:rPr lang="en-GB" altLang="en-US" sz="1800" dirty="0">
                <a:latin typeface="+mj-lt"/>
              </a:rPr>
              <a:t>	?&gt;</a:t>
            </a:r>
          </a:p>
        </p:txBody>
      </p:sp>
    </p:spTree>
    <p:extLst>
      <p:ext uri="{BB962C8B-B14F-4D97-AF65-F5344CB8AC3E}">
        <p14:creationId xmlns:p14="http://schemas.microsoft.com/office/powerpoint/2010/main" val="2224549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Shopping Cart Breakdown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Our website will have to display the variety of products we have, and we will then include a HTML form(s) for our products that allow a user to interact with them. The key data for this would be the ID of the product and the amount of product they want. </a:t>
            </a:r>
          </a:p>
          <a:p>
            <a:pPr marL="0" indent="0" eaLnBrk="1" hangingPunct="1">
              <a:buNone/>
            </a:pPr>
            <a:endParaRPr lang="en-GB" altLang="en-US" sz="2000" dirty="0">
              <a:latin typeface="+mj-lt"/>
            </a:endParaRPr>
          </a:p>
          <a:p>
            <a:pPr eaLnBrk="1" hangingPunct="1"/>
            <a:endParaRPr lang="en-GB" altLang="en-US" sz="2400" dirty="0">
              <a:latin typeface="+mj-lt"/>
            </a:endParaRPr>
          </a:p>
          <a:p>
            <a:pPr marL="0" indent="0" eaLnBrk="1" hangingPunct="1">
              <a:buNone/>
            </a:pPr>
            <a:endParaRPr lang="en-GB" altLang="en-US" sz="1800" dirty="0">
              <a:latin typeface="+mj-lt"/>
            </a:endParaRPr>
          </a:p>
          <a:p>
            <a:pPr marL="0" indent="0" eaLnBrk="1" hangingPunct="1">
              <a:buNone/>
            </a:pPr>
            <a:endParaRPr lang="en-GB" altLang="en-US" sz="1800" dirty="0">
              <a:latin typeface="+mj-lt"/>
            </a:endParaRPr>
          </a:p>
        </p:txBody>
      </p:sp>
      <p:pic>
        <p:nvPicPr>
          <p:cNvPr id="3" name="Picture 2">
            <a:extLst>
              <a:ext uri="{FF2B5EF4-FFF2-40B4-BE49-F238E27FC236}">
                <a16:creationId xmlns:a16="http://schemas.microsoft.com/office/drawing/2014/main" id="{E2E6BAB9-C0FF-7ECE-36B0-57C23C44CEC8}"/>
              </a:ext>
            </a:extLst>
          </p:cNvPr>
          <p:cNvPicPr>
            <a:picLocks noChangeAspect="1"/>
          </p:cNvPicPr>
          <p:nvPr/>
        </p:nvPicPr>
        <p:blipFill>
          <a:blip r:embed="rId2"/>
          <a:stretch>
            <a:fillRect/>
          </a:stretch>
        </p:blipFill>
        <p:spPr>
          <a:xfrm>
            <a:off x="1009650" y="3810000"/>
            <a:ext cx="7124700" cy="1905000"/>
          </a:xfrm>
          <a:prstGeom prst="rect">
            <a:avLst/>
          </a:prstGeom>
        </p:spPr>
      </p:pic>
    </p:spTree>
    <p:extLst>
      <p:ext uri="{BB962C8B-B14F-4D97-AF65-F5344CB8AC3E}">
        <p14:creationId xmlns:p14="http://schemas.microsoft.com/office/powerpoint/2010/main" val="4146318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Form to Make Selection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&lt;form class="Style2" id="</a:t>
            </a:r>
            <a:r>
              <a:rPr lang="en-GB" altLang="en-US" sz="2000" dirty="0" err="1">
                <a:latin typeface="+mj-lt"/>
              </a:rPr>
              <a:t>cheeseform</a:t>
            </a:r>
            <a:r>
              <a:rPr lang="en-GB" altLang="en-US" sz="2000" dirty="0">
                <a:latin typeface="+mj-lt"/>
              </a:rPr>
              <a:t>" action="cheese_cart2.php" method="post"&gt;  Select Your cheese: &lt;select id="</a:t>
            </a:r>
            <a:r>
              <a:rPr lang="en-GB" altLang="en-US" sz="2000" dirty="0" err="1">
                <a:solidFill>
                  <a:srgbClr val="FF0000"/>
                </a:solidFill>
                <a:latin typeface="+mj-lt"/>
              </a:rPr>
              <a:t>cheesetype</a:t>
            </a:r>
            <a:r>
              <a:rPr lang="en-GB" altLang="en-US" sz="2000" dirty="0">
                <a:latin typeface="+mj-lt"/>
              </a:rPr>
              <a:t>" name="</a:t>
            </a:r>
            <a:r>
              <a:rPr lang="en-GB" altLang="en-US" sz="2000" dirty="0" err="1">
                <a:latin typeface="+mj-lt"/>
              </a:rPr>
              <a:t>cheesetype</a:t>
            </a:r>
            <a:r>
              <a:rPr lang="en-GB" altLang="en-US" sz="2000" dirty="0">
                <a:latin typeface="+mj-lt"/>
              </a:rPr>
              <a:t>"&gt;</a:t>
            </a:r>
          </a:p>
          <a:p>
            <a:pPr marL="0" indent="0" eaLnBrk="1" hangingPunct="1">
              <a:buNone/>
            </a:pPr>
            <a:r>
              <a:rPr lang="en-GB" altLang="en-US" sz="2000" dirty="0">
                <a:latin typeface="+mj-lt"/>
              </a:rPr>
              <a:t>	&lt;option value="stilton"&gt;Stilton&lt;/option&gt;</a:t>
            </a:r>
          </a:p>
          <a:p>
            <a:pPr marL="0" indent="0" eaLnBrk="1" hangingPunct="1">
              <a:buNone/>
            </a:pPr>
            <a:r>
              <a:rPr lang="en-GB" altLang="en-US" sz="2000" dirty="0">
                <a:latin typeface="+mj-lt"/>
              </a:rPr>
              <a:t>	&lt;option value="cheddar"&gt;Cheddar&lt;/option&gt;</a:t>
            </a:r>
          </a:p>
          <a:p>
            <a:pPr marL="0" indent="0" eaLnBrk="1" hangingPunct="1">
              <a:buNone/>
            </a:pPr>
            <a:r>
              <a:rPr lang="en-GB" altLang="en-US" sz="2000" dirty="0">
                <a:latin typeface="+mj-lt"/>
              </a:rPr>
              <a:t>	&lt;option value="wensleydale"&gt;Wensleydale&lt;/option&gt;</a:t>
            </a:r>
          </a:p>
          <a:p>
            <a:pPr marL="0" indent="0" eaLnBrk="1" hangingPunct="1">
              <a:buNone/>
            </a:pPr>
            <a:r>
              <a:rPr lang="en-GB" altLang="en-US" sz="2000" dirty="0">
                <a:latin typeface="+mj-lt"/>
              </a:rPr>
              <a:t>	&lt;option value="edam"&gt;Edam&lt;/option&gt;</a:t>
            </a:r>
          </a:p>
          <a:p>
            <a:pPr marL="0" indent="0" eaLnBrk="1" hangingPunct="1">
              <a:buNone/>
            </a:pPr>
            <a:r>
              <a:rPr lang="en-GB" altLang="en-US" sz="2000" dirty="0">
                <a:latin typeface="+mj-lt"/>
              </a:rPr>
              <a:t>	&lt;/select&gt;</a:t>
            </a:r>
          </a:p>
          <a:p>
            <a:pPr marL="0" indent="0" eaLnBrk="1" hangingPunct="1">
              <a:buNone/>
            </a:pPr>
            <a:r>
              <a:rPr lang="en-GB" altLang="en-US" sz="2000" dirty="0">
                <a:latin typeface="+mj-lt"/>
              </a:rPr>
              <a:t>	&lt;</a:t>
            </a:r>
            <a:r>
              <a:rPr lang="en-GB" altLang="en-US" sz="2000" dirty="0" err="1">
                <a:latin typeface="+mj-lt"/>
              </a:rPr>
              <a:t>br</a:t>
            </a:r>
            <a:r>
              <a:rPr lang="en-GB" altLang="en-US" sz="2000" dirty="0">
                <a:latin typeface="+mj-lt"/>
              </a:rPr>
              <a:t> /&gt;</a:t>
            </a:r>
          </a:p>
          <a:p>
            <a:pPr marL="0" indent="0" eaLnBrk="1" hangingPunct="1">
              <a:buNone/>
            </a:pPr>
            <a:r>
              <a:rPr lang="en-GB" altLang="en-US" sz="2000" dirty="0">
                <a:latin typeface="+mj-lt"/>
              </a:rPr>
              <a:t>	How much do you want (lbs): &lt;input type="text"  name="amount" 	id="</a:t>
            </a:r>
            <a:r>
              <a:rPr lang="en-GB" altLang="en-US" sz="2000" dirty="0">
                <a:solidFill>
                  <a:srgbClr val="FF0000"/>
                </a:solidFill>
                <a:latin typeface="+mj-lt"/>
              </a:rPr>
              <a:t>amount</a:t>
            </a:r>
            <a:r>
              <a:rPr lang="en-GB" altLang="en-US" sz="2000" dirty="0">
                <a:latin typeface="+mj-lt"/>
              </a:rPr>
              <a:t>" /&gt;</a:t>
            </a:r>
          </a:p>
          <a:p>
            <a:pPr marL="0" indent="0" eaLnBrk="1" hangingPunct="1">
              <a:buNone/>
            </a:pPr>
            <a:r>
              <a:rPr lang="en-GB" altLang="en-US" sz="2000" dirty="0">
                <a:latin typeface="+mj-lt"/>
              </a:rPr>
              <a:t>	&lt;input type="submit" value="submit"&gt;</a:t>
            </a:r>
          </a:p>
          <a:p>
            <a:pPr marL="0" indent="0" eaLnBrk="1" hangingPunct="1">
              <a:buNone/>
            </a:pPr>
            <a:r>
              <a:rPr lang="en-GB" altLang="en-US" sz="2000" dirty="0">
                <a:latin typeface="+mj-lt"/>
              </a:rPr>
              <a:t>	&lt;/form&gt;</a:t>
            </a:r>
          </a:p>
          <a:p>
            <a:pPr eaLnBrk="1" hangingPunct="1"/>
            <a:endParaRPr lang="en-GB" altLang="en-US" sz="2400" dirty="0">
              <a:latin typeface="+mj-lt"/>
            </a:endParaRPr>
          </a:p>
          <a:p>
            <a:pPr marL="0" indent="0" eaLnBrk="1" hangingPunct="1">
              <a:buNone/>
            </a:pPr>
            <a:endParaRPr lang="en-GB" altLang="en-US" sz="1800" dirty="0">
              <a:latin typeface="+mj-lt"/>
            </a:endParaRPr>
          </a:p>
          <a:p>
            <a:pPr marL="0" indent="0" eaLnBrk="1" hangingPunct="1">
              <a:buNone/>
            </a:pPr>
            <a:endParaRPr lang="en-GB" altLang="en-US" sz="1800" dirty="0">
              <a:latin typeface="+mj-lt"/>
            </a:endParaRPr>
          </a:p>
        </p:txBody>
      </p:sp>
    </p:spTree>
    <p:extLst>
      <p:ext uri="{BB962C8B-B14F-4D97-AF65-F5344CB8AC3E}">
        <p14:creationId xmlns:p14="http://schemas.microsoft.com/office/powerpoint/2010/main" val="3665042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Shopping Cart Breakdown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When a user has selected the product, we can then display a breakdown of the transaction to them by retrieving the prices from our database:</a:t>
            </a:r>
          </a:p>
          <a:p>
            <a:pPr marL="0" indent="0" eaLnBrk="1" hangingPunct="1">
              <a:buNone/>
            </a:pPr>
            <a:endParaRPr lang="en-GB" altLang="en-US" sz="1800" dirty="0">
              <a:latin typeface="+mj-lt"/>
            </a:endParaRPr>
          </a:p>
          <a:p>
            <a:pPr marL="0" indent="0" eaLnBrk="1" hangingPunct="1">
              <a:buNone/>
            </a:pPr>
            <a:endParaRPr lang="en-GB" altLang="en-US" sz="1800" dirty="0">
              <a:latin typeface="+mj-lt"/>
            </a:endParaRPr>
          </a:p>
        </p:txBody>
      </p:sp>
      <p:pic>
        <p:nvPicPr>
          <p:cNvPr id="4" name="Picture 3">
            <a:extLst>
              <a:ext uri="{FF2B5EF4-FFF2-40B4-BE49-F238E27FC236}">
                <a16:creationId xmlns:a16="http://schemas.microsoft.com/office/drawing/2014/main" id="{0AE937F9-221A-0A17-FDE9-C8508C8FFF99}"/>
              </a:ext>
            </a:extLst>
          </p:cNvPr>
          <p:cNvPicPr>
            <a:picLocks noChangeAspect="1"/>
          </p:cNvPicPr>
          <p:nvPr/>
        </p:nvPicPr>
        <p:blipFill>
          <a:blip r:embed="rId2"/>
          <a:stretch>
            <a:fillRect/>
          </a:stretch>
        </p:blipFill>
        <p:spPr>
          <a:xfrm>
            <a:off x="638175" y="3581400"/>
            <a:ext cx="7867650" cy="1266825"/>
          </a:xfrm>
          <a:prstGeom prst="rect">
            <a:avLst/>
          </a:prstGeom>
        </p:spPr>
      </p:pic>
    </p:spTree>
    <p:extLst>
      <p:ext uri="{BB962C8B-B14F-4D97-AF65-F5344CB8AC3E}">
        <p14:creationId xmlns:p14="http://schemas.microsoft.com/office/powerpoint/2010/main" val="266435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Connect &amp; Lookup Price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800" dirty="0">
                <a:latin typeface="+mj-lt"/>
              </a:rPr>
              <a:t>require ('</a:t>
            </a:r>
            <a:r>
              <a:rPr lang="en-GB" altLang="en-US" sz="1800" dirty="0" err="1">
                <a:latin typeface="+mj-lt"/>
              </a:rPr>
              <a:t>connect.php</a:t>
            </a:r>
            <a:r>
              <a:rPr lang="en-GB" altLang="en-US" sz="1800" dirty="0">
                <a:latin typeface="+mj-lt"/>
              </a:rPr>
              <a:t>’);</a:t>
            </a:r>
          </a:p>
          <a:p>
            <a:pPr marL="0" indent="0" eaLnBrk="1" hangingPunct="1">
              <a:buNone/>
            </a:pPr>
            <a:r>
              <a:rPr lang="en-GB" altLang="en-US" sz="1800" dirty="0">
                <a:latin typeface="+mj-lt"/>
              </a:rPr>
              <a:t>	$</a:t>
            </a:r>
            <a:r>
              <a:rPr lang="en-GB" altLang="en-US" sz="1800" dirty="0" err="1">
                <a:latin typeface="+mj-lt"/>
              </a:rPr>
              <a:t>cheesename</a:t>
            </a:r>
            <a:r>
              <a:rPr lang="en-GB" altLang="en-US" sz="1800" dirty="0">
                <a:latin typeface="+mj-lt"/>
              </a:rPr>
              <a:t> = $_REQUEST[</a:t>
            </a:r>
            <a:r>
              <a:rPr lang="en-GB" altLang="en-US" sz="1800" dirty="0">
                <a:solidFill>
                  <a:srgbClr val="FF0000"/>
                </a:solidFill>
                <a:latin typeface="+mj-lt"/>
              </a:rPr>
              <a:t>'</a:t>
            </a:r>
            <a:r>
              <a:rPr lang="en-GB" altLang="en-US" sz="1800" dirty="0" err="1">
                <a:solidFill>
                  <a:srgbClr val="FF0000"/>
                </a:solidFill>
                <a:latin typeface="+mj-lt"/>
              </a:rPr>
              <a:t>cheesetype</a:t>
            </a:r>
            <a:r>
              <a:rPr lang="en-GB" altLang="en-US" sz="1800" dirty="0">
                <a:latin typeface="+mj-lt"/>
              </a:rPr>
              <a:t>’];</a:t>
            </a:r>
          </a:p>
          <a:p>
            <a:pPr marL="0" indent="0" eaLnBrk="1" hangingPunct="1">
              <a:buNone/>
            </a:pPr>
            <a:r>
              <a:rPr lang="en-GB" altLang="en-US" sz="1800" dirty="0">
                <a:latin typeface="+mj-lt"/>
              </a:rPr>
              <a:t>	$</a:t>
            </a:r>
            <a:r>
              <a:rPr lang="en-GB" altLang="en-US" sz="1800" dirty="0" err="1">
                <a:latin typeface="+mj-lt"/>
              </a:rPr>
              <a:t>cheeseamount</a:t>
            </a:r>
            <a:r>
              <a:rPr lang="en-GB" altLang="en-US" sz="1800" dirty="0">
                <a:latin typeface="+mj-lt"/>
              </a:rPr>
              <a:t> = $_REQUEST[</a:t>
            </a:r>
            <a:r>
              <a:rPr lang="en-GB" altLang="en-US" sz="1800" dirty="0">
                <a:solidFill>
                  <a:srgbClr val="FF0000"/>
                </a:solidFill>
                <a:latin typeface="+mj-lt"/>
              </a:rPr>
              <a:t>'amount</a:t>
            </a:r>
            <a:r>
              <a:rPr lang="en-GB" altLang="en-US" sz="1800" dirty="0">
                <a:latin typeface="+mj-lt"/>
              </a:rPr>
              <a:t>'];</a:t>
            </a:r>
          </a:p>
          <a:p>
            <a:pPr marL="0" indent="0" eaLnBrk="1" hangingPunct="1">
              <a:buNone/>
            </a:pPr>
            <a:r>
              <a:rPr lang="en-GB" altLang="en-US" sz="1800" dirty="0">
                <a:latin typeface="+mj-lt"/>
              </a:rPr>
              <a:t>	$</a:t>
            </a:r>
            <a:r>
              <a:rPr lang="en-GB" altLang="en-US" sz="1800" dirty="0" err="1">
                <a:latin typeface="+mj-lt"/>
              </a:rPr>
              <a:t>sql</a:t>
            </a:r>
            <a:r>
              <a:rPr lang="en-GB" altLang="en-US" sz="1800" dirty="0">
                <a:latin typeface="+mj-lt"/>
              </a:rPr>
              <a:t>="SELECT * FROM Cheeses where </a:t>
            </a:r>
            <a:r>
              <a:rPr lang="en-GB" altLang="en-US" sz="1800" dirty="0" err="1">
                <a:latin typeface="+mj-lt"/>
              </a:rPr>
              <a:t>cheesetype</a:t>
            </a:r>
            <a:r>
              <a:rPr lang="en-GB" altLang="en-US" sz="1800" dirty="0">
                <a:latin typeface="+mj-lt"/>
              </a:rPr>
              <a:t>='$</a:t>
            </a:r>
            <a:r>
              <a:rPr lang="en-GB" altLang="en-US" sz="1800" dirty="0" err="1">
                <a:latin typeface="+mj-lt"/>
              </a:rPr>
              <a:t>cheesename</a:t>
            </a:r>
            <a:r>
              <a:rPr lang="en-GB" altLang="en-US" sz="1800" dirty="0">
                <a:latin typeface="+mj-lt"/>
              </a:rPr>
              <a:t>' ";  if 	(</a:t>
            </a:r>
            <a:r>
              <a:rPr lang="en-GB" altLang="en-US" sz="1800" dirty="0" err="1">
                <a:latin typeface="+mj-lt"/>
              </a:rPr>
              <a:t>mysqli_connect_errno</a:t>
            </a:r>
            <a:r>
              <a:rPr lang="en-GB" altLang="en-US" sz="1800" dirty="0">
                <a:latin typeface="+mj-lt"/>
              </a:rPr>
              <a:t>())</a:t>
            </a:r>
          </a:p>
          <a:p>
            <a:pPr marL="0" indent="0" eaLnBrk="1" hangingPunct="1">
              <a:buNone/>
            </a:pPr>
            <a:r>
              <a:rPr lang="en-GB" altLang="en-US" sz="1800" dirty="0">
                <a:latin typeface="+mj-lt"/>
              </a:rPr>
              <a:t>	{</a:t>
            </a:r>
          </a:p>
          <a:p>
            <a:pPr marL="0" indent="0" eaLnBrk="1" hangingPunct="1">
              <a:buNone/>
            </a:pPr>
            <a:r>
              <a:rPr lang="en-GB" altLang="en-US" sz="1800" dirty="0">
                <a:latin typeface="+mj-lt"/>
              </a:rPr>
              <a:t>	echo "Failed to connect to MySQL: " . </a:t>
            </a:r>
            <a:r>
              <a:rPr lang="en-GB" altLang="en-US" sz="1800" dirty="0" err="1">
                <a:latin typeface="+mj-lt"/>
              </a:rPr>
              <a:t>mysqli_connect_error</a:t>
            </a:r>
            <a:r>
              <a:rPr lang="en-GB" altLang="en-US" sz="1800" dirty="0">
                <a:latin typeface="+mj-lt"/>
              </a:rPr>
              <a:t>();</a:t>
            </a:r>
          </a:p>
          <a:p>
            <a:pPr marL="0" indent="0" eaLnBrk="1" hangingPunct="1">
              <a:buNone/>
            </a:pPr>
            <a:r>
              <a:rPr lang="en-GB" altLang="en-US" sz="1800" dirty="0">
                <a:latin typeface="+mj-lt"/>
              </a:rPr>
              <a:t>	}</a:t>
            </a:r>
          </a:p>
          <a:p>
            <a:pPr marL="0" indent="0" eaLnBrk="1" hangingPunct="1">
              <a:buNone/>
            </a:pPr>
            <a:r>
              <a:rPr lang="en-GB" altLang="en-US" sz="1800" dirty="0">
                <a:latin typeface="+mj-lt"/>
              </a:rPr>
              <a:t>	$</a:t>
            </a:r>
            <a:r>
              <a:rPr lang="en-GB" altLang="en-US" sz="1800" dirty="0" err="1">
                <a:latin typeface="+mj-lt"/>
              </a:rPr>
              <a:t>rs</a:t>
            </a:r>
            <a:r>
              <a:rPr lang="en-GB" altLang="en-US" sz="1800" dirty="0">
                <a:latin typeface="+mj-lt"/>
              </a:rPr>
              <a:t>=</a:t>
            </a:r>
            <a:r>
              <a:rPr lang="en-GB" altLang="en-US" sz="1800" dirty="0" err="1">
                <a:latin typeface="+mj-lt"/>
              </a:rPr>
              <a:t>mysqli_query</a:t>
            </a:r>
            <a:r>
              <a:rPr lang="en-GB" altLang="en-US" sz="1800" dirty="0">
                <a:latin typeface="+mj-lt"/>
              </a:rPr>
              <a:t>($conn,$</a:t>
            </a:r>
            <a:r>
              <a:rPr lang="en-GB" altLang="en-US" sz="1800" dirty="0" err="1">
                <a:latin typeface="+mj-lt"/>
              </a:rPr>
              <a:t>sql</a:t>
            </a:r>
            <a:r>
              <a:rPr lang="en-GB" altLang="en-US" sz="1800" dirty="0">
                <a:latin typeface="+mj-lt"/>
              </a:rPr>
              <a:t>);  if (!$</a:t>
            </a:r>
            <a:r>
              <a:rPr lang="en-GB" altLang="en-US" sz="1800" dirty="0" err="1">
                <a:latin typeface="+mj-lt"/>
              </a:rPr>
              <a:t>rs</a:t>
            </a:r>
            <a:r>
              <a:rPr lang="en-GB" altLang="en-US" sz="1800" dirty="0">
                <a:latin typeface="+mj-lt"/>
              </a:rPr>
              <a:t>)</a:t>
            </a:r>
          </a:p>
          <a:p>
            <a:pPr marL="0" indent="0" eaLnBrk="1" hangingPunct="1">
              <a:buNone/>
            </a:pPr>
            <a:r>
              <a:rPr lang="en-GB" altLang="en-US" sz="1800" dirty="0">
                <a:latin typeface="+mj-lt"/>
              </a:rPr>
              <a:t>	{</a:t>
            </a:r>
          </a:p>
          <a:p>
            <a:pPr marL="0" indent="0" eaLnBrk="1" hangingPunct="1">
              <a:buNone/>
            </a:pPr>
            <a:r>
              <a:rPr lang="en-GB" altLang="en-US" sz="1800" dirty="0">
                <a:latin typeface="+mj-lt"/>
              </a:rPr>
              <a:t>	die("Could not get data ".</a:t>
            </a:r>
            <a:r>
              <a:rPr lang="en-GB" altLang="en-US" sz="1800" dirty="0" err="1">
                <a:latin typeface="+mj-lt"/>
              </a:rPr>
              <a:t>mysql_error</a:t>
            </a:r>
            <a:r>
              <a:rPr lang="en-GB" altLang="en-US" sz="1800" dirty="0">
                <a:latin typeface="+mj-lt"/>
              </a:rPr>
              <a:t>());</a:t>
            </a:r>
          </a:p>
          <a:p>
            <a:pPr marL="0" indent="0" eaLnBrk="1" hangingPunct="1">
              <a:buNone/>
            </a:pPr>
            <a:r>
              <a:rPr lang="en-GB" altLang="en-US" sz="1800" dirty="0">
                <a:latin typeface="+mj-lt"/>
              </a:rPr>
              <a:t>	}</a:t>
            </a:r>
          </a:p>
          <a:p>
            <a:pPr marL="0" indent="0" eaLnBrk="1" hangingPunct="1">
              <a:buNone/>
            </a:pPr>
            <a:r>
              <a:rPr lang="en-GB" altLang="en-US" sz="1800" dirty="0">
                <a:latin typeface="+mj-lt"/>
              </a:rPr>
              <a:t>	if ($row=</a:t>
            </a:r>
            <a:r>
              <a:rPr lang="en-GB" altLang="en-US" sz="1800" dirty="0" err="1">
                <a:latin typeface="+mj-lt"/>
              </a:rPr>
              <a:t>mysqli_fetch_array</a:t>
            </a:r>
            <a:r>
              <a:rPr lang="en-GB" altLang="en-US" sz="1800" dirty="0">
                <a:latin typeface="+mj-lt"/>
              </a:rPr>
              <a:t>($</a:t>
            </a:r>
            <a:r>
              <a:rPr lang="en-GB" altLang="en-US" sz="1800" dirty="0" err="1">
                <a:latin typeface="+mj-lt"/>
              </a:rPr>
              <a:t>rs</a:t>
            </a:r>
            <a:r>
              <a:rPr lang="en-GB" altLang="en-US" sz="1800" dirty="0">
                <a:latin typeface="+mj-lt"/>
              </a:rPr>
              <a:t>)) {	 	</a:t>
            </a:r>
            <a:r>
              <a:rPr lang="en-GB" sz="1800" spc="-5" dirty="0">
                <a:solidFill>
                  <a:srgbClr val="262626"/>
                </a:solidFill>
                <a:latin typeface="Calibri"/>
                <a:cs typeface="Calibri"/>
              </a:rPr>
              <a:t>//if</a:t>
            </a:r>
            <a:r>
              <a:rPr lang="en-GB" sz="1800" spc="-15" dirty="0">
                <a:solidFill>
                  <a:srgbClr val="262626"/>
                </a:solidFill>
                <a:latin typeface="Calibri"/>
                <a:cs typeface="Calibri"/>
              </a:rPr>
              <a:t> </a:t>
            </a:r>
            <a:r>
              <a:rPr lang="en-GB" sz="1800" spc="-10" dirty="0">
                <a:solidFill>
                  <a:srgbClr val="262626"/>
                </a:solidFill>
                <a:latin typeface="Calibri"/>
                <a:cs typeface="Calibri"/>
              </a:rPr>
              <a:t>there</a:t>
            </a:r>
            <a:r>
              <a:rPr lang="en-GB" sz="1800" spc="-5" dirty="0">
                <a:solidFill>
                  <a:srgbClr val="262626"/>
                </a:solidFill>
                <a:latin typeface="Calibri"/>
                <a:cs typeface="Calibri"/>
              </a:rPr>
              <a:t> is </a:t>
            </a:r>
            <a:r>
              <a:rPr lang="en-GB" sz="1800" dirty="0">
                <a:solidFill>
                  <a:srgbClr val="262626"/>
                </a:solidFill>
                <a:latin typeface="Calibri"/>
                <a:cs typeface="Calibri"/>
              </a:rPr>
              <a:t>an</a:t>
            </a:r>
            <a:r>
              <a:rPr lang="en-GB" sz="1800" spc="-15" dirty="0">
                <a:solidFill>
                  <a:srgbClr val="262626"/>
                </a:solidFill>
                <a:latin typeface="Calibri"/>
                <a:cs typeface="Calibri"/>
              </a:rPr>
              <a:t> </a:t>
            </a:r>
            <a:r>
              <a:rPr lang="en-GB" sz="1800" spc="-10" dirty="0">
                <a:solidFill>
                  <a:srgbClr val="262626"/>
                </a:solidFill>
                <a:latin typeface="Calibri"/>
                <a:cs typeface="Calibri"/>
              </a:rPr>
              <a:t>output</a:t>
            </a:r>
            <a:endParaRPr lang="en-GB" altLang="en-US" sz="1800" dirty="0">
              <a:latin typeface="+mj-lt"/>
            </a:endParaRPr>
          </a:p>
          <a:p>
            <a:pPr marL="0" indent="0" eaLnBrk="1" hangingPunct="1">
              <a:buNone/>
            </a:pPr>
            <a:r>
              <a:rPr lang="en-GB" altLang="en-US" sz="1800" dirty="0">
                <a:latin typeface="+mj-lt"/>
              </a:rPr>
              <a:t>	$</a:t>
            </a:r>
            <a:r>
              <a:rPr lang="en-GB" altLang="en-US" sz="1800" dirty="0" err="1">
                <a:latin typeface="+mj-lt"/>
              </a:rPr>
              <a:t>cheeseprice</a:t>
            </a:r>
            <a:r>
              <a:rPr lang="en-GB" altLang="en-US" sz="1800" dirty="0">
                <a:latin typeface="+mj-lt"/>
              </a:rPr>
              <a:t>=$row['price’];</a:t>
            </a:r>
          </a:p>
          <a:p>
            <a:pPr marL="0" indent="0" eaLnBrk="1" hangingPunct="1">
              <a:buNone/>
            </a:pPr>
            <a:r>
              <a:rPr lang="en-GB" altLang="en-US" sz="1800" dirty="0">
                <a:latin typeface="+mj-lt"/>
              </a:rPr>
              <a:t>	}</a:t>
            </a:r>
            <a:endParaRPr lang="en-GB" altLang="en-US" sz="1600" dirty="0">
              <a:latin typeface="+mj-lt"/>
            </a:endParaRPr>
          </a:p>
          <a:p>
            <a:pPr marL="0" indent="0" eaLnBrk="1" hangingPunct="1">
              <a:buNone/>
            </a:pPr>
            <a:endParaRPr lang="en-GB" altLang="en-US" sz="1600" dirty="0">
              <a:latin typeface="+mj-lt"/>
            </a:endParaRPr>
          </a:p>
        </p:txBody>
      </p:sp>
    </p:spTree>
    <p:extLst>
      <p:ext uri="{BB962C8B-B14F-4D97-AF65-F5344CB8AC3E}">
        <p14:creationId xmlns:p14="http://schemas.microsoft.com/office/powerpoint/2010/main" val="118536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Cont. Calculate the Total Price &amp; Save as Session Variables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0908" y="2057400"/>
            <a:ext cx="8229600" cy="4983162"/>
          </a:xfrm>
        </p:spPr>
        <p:txBody>
          <a:bodyPr/>
          <a:lstStyle/>
          <a:p>
            <a:pPr marL="0" marR="159385" indent="0">
              <a:spcBef>
                <a:spcPts val="355"/>
              </a:spcBef>
              <a:buNone/>
            </a:pPr>
            <a:r>
              <a:rPr lang="en-GB" sz="1800" spc="-5" dirty="0">
                <a:latin typeface="Calibri"/>
                <a:cs typeface="Calibri"/>
              </a:rPr>
              <a:t>	echo</a:t>
            </a:r>
            <a:r>
              <a:rPr lang="en-GB" sz="1800" spc="5" dirty="0">
                <a:latin typeface="Calibri"/>
                <a:cs typeface="Calibri"/>
              </a:rPr>
              <a:t> </a:t>
            </a:r>
            <a:r>
              <a:rPr lang="en-GB" sz="1800" spc="-35" dirty="0">
                <a:latin typeface="Calibri"/>
                <a:cs typeface="Calibri"/>
              </a:rPr>
              <a:t>"You</a:t>
            </a:r>
            <a:r>
              <a:rPr lang="en-GB" sz="1800" spc="-5" dirty="0">
                <a:latin typeface="Calibri"/>
                <a:cs typeface="Calibri"/>
              </a:rPr>
              <a:t> </a:t>
            </a:r>
            <a:r>
              <a:rPr lang="en-GB" sz="1800" spc="-15" dirty="0">
                <a:latin typeface="Calibri"/>
                <a:cs typeface="Calibri"/>
              </a:rPr>
              <a:t>have</a:t>
            </a:r>
            <a:r>
              <a:rPr lang="en-GB" sz="1800" spc="5" dirty="0">
                <a:latin typeface="Calibri"/>
                <a:cs typeface="Calibri"/>
              </a:rPr>
              <a:t> </a:t>
            </a:r>
            <a:r>
              <a:rPr lang="en-GB" sz="1800" spc="-5" dirty="0">
                <a:latin typeface="Calibri"/>
                <a:cs typeface="Calibri"/>
              </a:rPr>
              <a:t>selected ". $</a:t>
            </a:r>
            <a:r>
              <a:rPr lang="en-GB" sz="1800" spc="-5" dirty="0" err="1">
                <a:latin typeface="Calibri"/>
                <a:cs typeface="Calibri"/>
              </a:rPr>
              <a:t>cheeseamount</a:t>
            </a:r>
            <a:r>
              <a:rPr lang="en-GB" sz="1800" spc="-5" dirty="0">
                <a:latin typeface="Calibri"/>
                <a:cs typeface="Calibri"/>
              </a:rPr>
              <a:t>." </a:t>
            </a:r>
            <a:r>
              <a:rPr lang="en-GB" sz="1800" spc="-10" dirty="0">
                <a:latin typeface="Calibri"/>
                <a:cs typeface="Calibri"/>
              </a:rPr>
              <a:t>lbs</a:t>
            </a:r>
            <a:r>
              <a:rPr lang="en-GB" sz="1800" spc="-5" dirty="0">
                <a:latin typeface="Calibri"/>
                <a:cs typeface="Calibri"/>
              </a:rPr>
              <a:t> </a:t>
            </a:r>
            <a:r>
              <a:rPr lang="en-GB" sz="1800" dirty="0">
                <a:latin typeface="Calibri"/>
                <a:cs typeface="Calibri"/>
              </a:rPr>
              <a:t>of</a:t>
            </a:r>
            <a:r>
              <a:rPr lang="en-GB" sz="1800" spc="-5" dirty="0">
                <a:latin typeface="Calibri"/>
                <a:cs typeface="Calibri"/>
              </a:rPr>
              <a:t> ".$</a:t>
            </a:r>
            <a:r>
              <a:rPr lang="en-GB" sz="1800" spc="-5" dirty="0" err="1">
                <a:latin typeface="Calibri"/>
                <a:cs typeface="Calibri"/>
              </a:rPr>
              <a:t>cheesename</a:t>
            </a:r>
            <a:r>
              <a:rPr lang="en-GB" sz="1800" spc="-5" dirty="0">
                <a:latin typeface="Calibri"/>
                <a:cs typeface="Calibri"/>
              </a:rPr>
              <a:t>." </a:t>
            </a:r>
            <a:r>
              <a:rPr lang="en-GB" sz="1800" spc="-350" dirty="0">
                <a:latin typeface="Calibri"/>
                <a:cs typeface="Calibri"/>
              </a:rPr>
              <a:t> </a:t>
            </a:r>
            <a:r>
              <a:rPr lang="en-GB" sz="1800" spc="-5" dirty="0">
                <a:latin typeface="Calibri"/>
                <a:cs typeface="Calibri"/>
              </a:rPr>
              <a:t>which is</a:t>
            </a:r>
            <a:r>
              <a:rPr lang="en-GB" sz="1800" dirty="0">
                <a:latin typeface="Calibri"/>
                <a:cs typeface="Calibri"/>
              </a:rPr>
              <a:t> 	</a:t>
            </a:r>
            <a:r>
              <a:rPr lang="en-GB" sz="1800" spc="-5" dirty="0">
                <a:latin typeface="Calibri"/>
                <a:cs typeface="Calibri"/>
              </a:rPr>
              <a:t>priced </a:t>
            </a:r>
            <a:r>
              <a:rPr lang="en-GB" sz="1800" spc="-10" dirty="0">
                <a:latin typeface="Calibri"/>
                <a:cs typeface="Calibri"/>
              </a:rPr>
              <a:t>at</a:t>
            </a:r>
            <a:r>
              <a:rPr lang="en-GB" sz="1800" dirty="0">
                <a:latin typeface="Calibri"/>
                <a:cs typeface="Calibri"/>
              </a:rPr>
              <a:t> </a:t>
            </a:r>
            <a:r>
              <a:rPr lang="en-GB" sz="1800" spc="-5" dirty="0">
                <a:latin typeface="Calibri"/>
                <a:cs typeface="Calibri"/>
              </a:rPr>
              <a:t>".$</a:t>
            </a:r>
            <a:r>
              <a:rPr lang="en-GB" sz="1800" spc="-5" dirty="0" err="1">
                <a:latin typeface="Calibri"/>
                <a:cs typeface="Calibri"/>
              </a:rPr>
              <a:t>cheeseprice</a:t>
            </a:r>
            <a:r>
              <a:rPr lang="en-GB" sz="1800" spc="-5" dirty="0">
                <a:latin typeface="Calibri"/>
                <a:cs typeface="Calibri"/>
              </a:rPr>
              <a:t>." per</a:t>
            </a:r>
            <a:r>
              <a:rPr lang="en-GB" sz="1800" spc="5" dirty="0">
                <a:latin typeface="Calibri"/>
                <a:cs typeface="Calibri"/>
              </a:rPr>
              <a:t> </a:t>
            </a:r>
            <a:r>
              <a:rPr lang="en-GB" sz="1800" spc="-5" dirty="0">
                <a:latin typeface="Calibri"/>
                <a:cs typeface="Calibri"/>
              </a:rPr>
              <a:t>pound </a:t>
            </a:r>
            <a:r>
              <a:rPr lang="en-GB" sz="1800" dirty="0">
                <a:latin typeface="Calibri"/>
                <a:cs typeface="Calibri"/>
              </a:rPr>
              <a:t>&lt;</a:t>
            </a:r>
            <a:r>
              <a:rPr lang="en-GB" sz="1800" dirty="0" err="1">
                <a:latin typeface="Calibri"/>
                <a:cs typeface="Calibri"/>
              </a:rPr>
              <a:t>br</a:t>
            </a:r>
            <a:r>
              <a:rPr lang="en-GB" sz="1800" spc="5" dirty="0">
                <a:latin typeface="Calibri"/>
                <a:cs typeface="Calibri"/>
              </a:rPr>
              <a:t> </a:t>
            </a:r>
            <a:r>
              <a:rPr lang="en-GB" sz="1800" spc="-5" dirty="0">
                <a:latin typeface="Calibri"/>
                <a:cs typeface="Calibri"/>
              </a:rPr>
              <a:t>/&gt;";</a:t>
            </a:r>
            <a:endParaRPr lang="en-GB" sz="1800" dirty="0">
              <a:latin typeface="Calibri"/>
              <a:cs typeface="Calibri"/>
            </a:endParaRPr>
          </a:p>
          <a:p>
            <a:pPr marL="0" indent="0">
              <a:spcBef>
                <a:spcPts val="175"/>
              </a:spcBef>
              <a:buNone/>
            </a:pPr>
            <a:r>
              <a:rPr lang="en-GB" sz="1800" spc="-5" dirty="0">
                <a:latin typeface="Calibri"/>
                <a:cs typeface="Calibri"/>
              </a:rPr>
              <a:t>	$price=$</a:t>
            </a:r>
            <a:r>
              <a:rPr lang="en-GB" sz="1800" spc="-5" dirty="0" err="1">
                <a:latin typeface="Calibri"/>
                <a:cs typeface="Calibri"/>
              </a:rPr>
              <a:t>cheeseamount</a:t>
            </a:r>
            <a:r>
              <a:rPr lang="en-GB" sz="1800" spc="-5" dirty="0">
                <a:latin typeface="Calibri"/>
                <a:cs typeface="Calibri"/>
              </a:rPr>
              <a:t>*$</a:t>
            </a:r>
            <a:r>
              <a:rPr lang="en-GB" sz="1800" spc="-5" dirty="0" err="1">
                <a:latin typeface="Calibri"/>
                <a:cs typeface="Calibri"/>
              </a:rPr>
              <a:t>cheeseprice</a:t>
            </a:r>
            <a:r>
              <a:rPr lang="en-GB" sz="1800" spc="-5" dirty="0">
                <a:latin typeface="Calibri"/>
                <a:cs typeface="Calibri"/>
              </a:rPr>
              <a:t>;</a:t>
            </a:r>
            <a:endParaRPr lang="en-GB" sz="1800" dirty="0">
              <a:latin typeface="Calibri"/>
              <a:cs typeface="Calibri"/>
            </a:endParaRPr>
          </a:p>
          <a:p>
            <a:pPr marL="0" indent="0">
              <a:spcBef>
                <a:spcPts val="290"/>
              </a:spcBef>
              <a:buNone/>
            </a:pPr>
            <a:r>
              <a:rPr lang="en-GB" sz="1800" spc="-5" dirty="0">
                <a:latin typeface="Calibri"/>
                <a:cs typeface="Calibri"/>
              </a:rPr>
              <a:t>	/*</a:t>
            </a:r>
            <a:r>
              <a:rPr lang="en-GB" sz="1800" spc="-10" dirty="0">
                <a:latin typeface="Calibri"/>
                <a:cs typeface="Calibri"/>
              </a:rPr>
              <a:t> </a:t>
            </a:r>
            <a:r>
              <a:rPr lang="en-GB" sz="1800" spc="-5" dirty="0">
                <a:latin typeface="Calibri"/>
                <a:cs typeface="Calibri"/>
              </a:rPr>
              <a:t>$price=</a:t>
            </a:r>
            <a:r>
              <a:rPr lang="en-GB" sz="1800" spc="-5" dirty="0" err="1">
                <a:latin typeface="Calibri"/>
                <a:cs typeface="Calibri"/>
              </a:rPr>
              <a:t>money_format</a:t>
            </a:r>
            <a:r>
              <a:rPr lang="en-GB" sz="1800" spc="-5" dirty="0">
                <a:latin typeface="Calibri"/>
                <a:cs typeface="Calibri"/>
              </a:rPr>
              <a:t>('£%</a:t>
            </a:r>
            <a:r>
              <a:rPr lang="en-GB" sz="1800" spc="-5" dirty="0" err="1">
                <a:latin typeface="Calibri"/>
                <a:cs typeface="Calibri"/>
              </a:rPr>
              <a:t>i</a:t>
            </a:r>
            <a:r>
              <a:rPr lang="en-GB" sz="1800" spc="-5" dirty="0">
                <a:latin typeface="Calibri"/>
                <a:cs typeface="Calibri"/>
              </a:rPr>
              <a:t>', $price);</a:t>
            </a:r>
            <a:r>
              <a:rPr lang="en-GB" sz="1800" spc="-15" dirty="0">
                <a:latin typeface="Calibri"/>
                <a:cs typeface="Calibri"/>
              </a:rPr>
              <a:t> </a:t>
            </a:r>
            <a:r>
              <a:rPr lang="en-GB" sz="1800" dirty="0">
                <a:latin typeface="Calibri"/>
                <a:cs typeface="Calibri"/>
              </a:rPr>
              <a:t>*/</a:t>
            </a:r>
          </a:p>
          <a:p>
            <a:pPr marL="0" indent="0">
              <a:spcBef>
                <a:spcPts val="165"/>
              </a:spcBef>
              <a:buNone/>
            </a:pPr>
            <a:r>
              <a:rPr lang="en-GB" sz="1800" spc="-5" dirty="0">
                <a:latin typeface="Calibri"/>
                <a:cs typeface="Calibri"/>
              </a:rPr>
              <a:t>	echo</a:t>
            </a:r>
            <a:r>
              <a:rPr lang="en-GB" sz="1800" dirty="0">
                <a:latin typeface="Calibri"/>
                <a:cs typeface="Calibri"/>
              </a:rPr>
              <a:t> </a:t>
            </a:r>
            <a:r>
              <a:rPr lang="en-GB" sz="1800" spc="-5" dirty="0">
                <a:latin typeface="Calibri"/>
                <a:cs typeface="Calibri"/>
              </a:rPr>
              <a:t>"The</a:t>
            </a:r>
            <a:r>
              <a:rPr lang="en-GB" sz="1800" spc="5" dirty="0">
                <a:latin typeface="Calibri"/>
                <a:cs typeface="Calibri"/>
              </a:rPr>
              <a:t> </a:t>
            </a:r>
            <a:r>
              <a:rPr lang="en-GB" sz="1800" spc="-5" dirty="0">
                <a:latin typeface="Calibri"/>
                <a:cs typeface="Calibri"/>
              </a:rPr>
              <a:t>price</a:t>
            </a:r>
            <a:r>
              <a:rPr lang="en-GB" sz="1800" spc="5" dirty="0">
                <a:latin typeface="Calibri"/>
                <a:cs typeface="Calibri"/>
              </a:rPr>
              <a:t> </a:t>
            </a:r>
            <a:r>
              <a:rPr lang="en-GB" sz="1800" spc="-10" dirty="0">
                <a:latin typeface="Calibri"/>
                <a:cs typeface="Calibri"/>
              </a:rPr>
              <a:t>for</a:t>
            </a:r>
            <a:r>
              <a:rPr lang="en-GB" sz="1800" dirty="0">
                <a:latin typeface="Calibri"/>
                <a:cs typeface="Calibri"/>
              </a:rPr>
              <a:t> </a:t>
            </a:r>
            <a:r>
              <a:rPr lang="en-GB" sz="1800" spc="-5" dirty="0">
                <a:latin typeface="Calibri"/>
                <a:cs typeface="Calibri"/>
              </a:rPr>
              <a:t>this</a:t>
            </a:r>
            <a:r>
              <a:rPr lang="en-GB" sz="1800" dirty="0">
                <a:latin typeface="Calibri"/>
                <a:cs typeface="Calibri"/>
              </a:rPr>
              <a:t> </a:t>
            </a:r>
            <a:r>
              <a:rPr lang="en-GB" sz="1800" spc="-5" dirty="0">
                <a:latin typeface="Calibri"/>
                <a:cs typeface="Calibri"/>
              </a:rPr>
              <a:t>cheese</a:t>
            </a:r>
            <a:r>
              <a:rPr lang="en-GB" sz="1800" spc="5" dirty="0">
                <a:latin typeface="Calibri"/>
                <a:cs typeface="Calibri"/>
              </a:rPr>
              <a:t> </a:t>
            </a:r>
            <a:r>
              <a:rPr lang="en-GB" sz="1800" spc="-5" dirty="0">
                <a:latin typeface="Calibri"/>
                <a:cs typeface="Calibri"/>
              </a:rPr>
              <a:t>transaction</a:t>
            </a:r>
            <a:r>
              <a:rPr lang="en-GB" sz="1800" spc="-10" dirty="0">
                <a:latin typeface="Calibri"/>
                <a:cs typeface="Calibri"/>
              </a:rPr>
              <a:t> </a:t>
            </a:r>
            <a:r>
              <a:rPr lang="en-GB" sz="1800" spc="-5" dirty="0">
                <a:latin typeface="Calibri"/>
                <a:cs typeface="Calibri"/>
              </a:rPr>
              <a:t>is: ".$price."&lt;</a:t>
            </a:r>
            <a:r>
              <a:rPr lang="en-GB" sz="1800" spc="-5" dirty="0" err="1">
                <a:latin typeface="Calibri"/>
                <a:cs typeface="Calibri"/>
              </a:rPr>
              <a:t>br</a:t>
            </a:r>
            <a:r>
              <a:rPr lang="en-GB" sz="1800" spc="5" dirty="0">
                <a:latin typeface="Calibri"/>
                <a:cs typeface="Calibri"/>
              </a:rPr>
              <a:t> </a:t>
            </a:r>
            <a:r>
              <a:rPr lang="en-GB" sz="1800" spc="-5" dirty="0">
                <a:latin typeface="Calibri"/>
                <a:cs typeface="Calibri"/>
              </a:rPr>
              <a:t>/&gt;";</a:t>
            </a:r>
            <a:endParaRPr lang="en-GB" sz="1800" dirty="0">
              <a:latin typeface="Calibri"/>
              <a:cs typeface="Calibri"/>
            </a:endParaRPr>
          </a:p>
          <a:p>
            <a:pPr marL="0" indent="0">
              <a:spcBef>
                <a:spcPts val="195"/>
              </a:spcBef>
              <a:buNone/>
            </a:pPr>
            <a:r>
              <a:rPr lang="en-GB" sz="1800" spc="-5" dirty="0">
                <a:latin typeface="Calibri"/>
                <a:cs typeface="Calibri"/>
              </a:rPr>
              <a:t>	$_SESSION["</a:t>
            </a:r>
            <a:r>
              <a:rPr lang="en-GB" sz="1800" spc="-5" dirty="0" err="1">
                <a:latin typeface="Calibri"/>
                <a:cs typeface="Calibri"/>
              </a:rPr>
              <a:t>cheeseamount</a:t>
            </a:r>
            <a:r>
              <a:rPr lang="en-GB" sz="1800" spc="-5" dirty="0">
                <a:latin typeface="Calibri"/>
                <a:cs typeface="Calibri"/>
              </a:rPr>
              <a:t>"]</a:t>
            </a:r>
            <a:r>
              <a:rPr lang="en-GB" sz="1800" spc="-15" dirty="0">
                <a:latin typeface="Calibri"/>
                <a:cs typeface="Calibri"/>
              </a:rPr>
              <a:t> </a:t>
            </a:r>
            <a:r>
              <a:rPr lang="en-GB" sz="1800" dirty="0">
                <a:latin typeface="Calibri"/>
                <a:cs typeface="Calibri"/>
              </a:rPr>
              <a:t>=</a:t>
            </a:r>
            <a:r>
              <a:rPr lang="en-GB" sz="1800" spc="-5" dirty="0">
                <a:latin typeface="Calibri"/>
                <a:cs typeface="Calibri"/>
              </a:rPr>
              <a:t> $</a:t>
            </a:r>
            <a:r>
              <a:rPr lang="en-GB" sz="1800" spc="-5" dirty="0" err="1">
                <a:latin typeface="Calibri"/>
                <a:cs typeface="Calibri"/>
              </a:rPr>
              <a:t>cheeseamount</a:t>
            </a:r>
            <a:r>
              <a:rPr lang="en-GB" sz="1800" spc="-5" dirty="0">
                <a:latin typeface="Calibri"/>
                <a:cs typeface="Calibri"/>
              </a:rPr>
              <a:t>;</a:t>
            </a:r>
            <a:endParaRPr lang="en-GB" sz="1800" dirty="0">
              <a:latin typeface="Calibri"/>
              <a:cs typeface="Calibri"/>
            </a:endParaRPr>
          </a:p>
          <a:p>
            <a:pPr marL="0" indent="0">
              <a:spcBef>
                <a:spcPts val="165"/>
              </a:spcBef>
              <a:buNone/>
            </a:pPr>
            <a:r>
              <a:rPr lang="en-GB" sz="1800" spc="-5" dirty="0">
                <a:latin typeface="Calibri"/>
                <a:cs typeface="Calibri"/>
              </a:rPr>
              <a:t>	$_SESSION["</a:t>
            </a:r>
            <a:r>
              <a:rPr lang="en-GB" sz="1800" spc="-5" dirty="0" err="1">
                <a:latin typeface="Calibri"/>
                <a:cs typeface="Calibri"/>
              </a:rPr>
              <a:t>cheesename</a:t>
            </a:r>
            <a:r>
              <a:rPr lang="en-GB" sz="1800" spc="-5" dirty="0">
                <a:latin typeface="Calibri"/>
                <a:cs typeface="Calibri"/>
              </a:rPr>
              <a:t>"]</a:t>
            </a:r>
            <a:r>
              <a:rPr lang="en-GB" sz="1800" spc="-10" dirty="0">
                <a:latin typeface="Calibri"/>
                <a:cs typeface="Calibri"/>
              </a:rPr>
              <a:t> </a:t>
            </a:r>
            <a:r>
              <a:rPr lang="en-GB" sz="1800" dirty="0">
                <a:latin typeface="Calibri"/>
                <a:cs typeface="Calibri"/>
              </a:rPr>
              <a:t>=</a:t>
            </a:r>
            <a:r>
              <a:rPr lang="en-GB" sz="1800" spc="-5" dirty="0">
                <a:latin typeface="Calibri"/>
                <a:cs typeface="Calibri"/>
              </a:rPr>
              <a:t> $</a:t>
            </a:r>
            <a:r>
              <a:rPr lang="en-GB" sz="1800" spc="-5" dirty="0" err="1">
                <a:latin typeface="Calibri"/>
                <a:cs typeface="Calibri"/>
              </a:rPr>
              <a:t>cheesename</a:t>
            </a:r>
            <a:r>
              <a:rPr lang="en-GB" sz="1800" spc="-5" dirty="0">
                <a:latin typeface="Calibri"/>
                <a:cs typeface="Calibri"/>
              </a:rPr>
              <a:t>;</a:t>
            </a:r>
            <a:endParaRPr lang="en-GB" sz="1800" dirty="0">
              <a:latin typeface="Calibri"/>
              <a:cs typeface="Calibri"/>
            </a:endParaRPr>
          </a:p>
          <a:p>
            <a:pPr marL="0" indent="0">
              <a:spcBef>
                <a:spcPts val="195"/>
              </a:spcBef>
              <a:buNone/>
            </a:pPr>
            <a:r>
              <a:rPr lang="en-GB" sz="1800" spc="-5" dirty="0">
                <a:latin typeface="Calibri"/>
                <a:cs typeface="Calibri"/>
              </a:rPr>
              <a:t>	$_SESSION["</a:t>
            </a:r>
            <a:r>
              <a:rPr lang="en-GB" sz="1800" spc="-5" dirty="0" err="1">
                <a:latin typeface="Calibri"/>
                <a:cs typeface="Calibri"/>
              </a:rPr>
              <a:t>cheeseprice</a:t>
            </a:r>
            <a:r>
              <a:rPr lang="en-GB" sz="1800" spc="-5" dirty="0">
                <a:latin typeface="Calibri"/>
                <a:cs typeface="Calibri"/>
              </a:rPr>
              <a:t>"] </a:t>
            </a:r>
            <a:r>
              <a:rPr lang="en-GB" sz="1800" dirty="0">
                <a:latin typeface="Calibri"/>
                <a:cs typeface="Calibri"/>
              </a:rPr>
              <a:t>=</a:t>
            </a:r>
            <a:r>
              <a:rPr lang="en-GB" sz="1800" spc="5" dirty="0">
                <a:latin typeface="Calibri"/>
                <a:cs typeface="Calibri"/>
              </a:rPr>
              <a:t> </a:t>
            </a:r>
            <a:r>
              <a:rPr lang="en-GB" sz="1800" spc="-5" dirty="0">
                <a:latin typeface="Calibri"/>
                <a:cs typeface="Calibri"/>
              </a:rPr>
              <a:t>$</a:t>
            </a:r>
            <a:r>
              <a:rPr lang="en-GB" sz="1800" spc="-5" dirty="0" err="1">
                <a:latin typeface="Calibri"/>
                <a:cs typeface="Calibri"/>
              </a:rPr>
              <a:t>cheeseprice</a:t>
            </a:r>
            <a:r>
              <a:rPr lang="en-GB" sz="1800" spc="-5" dirty="0">
                <a:latin typeface="Calibri"/>
                <a:cs typeface="Calibri"/>
              </a:rPr>
              <a:t>;</a:t>
            </a:r>
            <a:endParaRPr lang="en-GB" sz="1800" dirty="0">
              <a:latin typeface="Calibri"/>
              <a:cs typeface="Calibri"/>
            </a:endParaRPr>
          </a:p>
          <a:p>
            <a:pPr marL="0" indent="0">
              <a:spcBef>
                <a:spcPts val="165"/>
              </a:spcBef>
              <a:buNone/>
            </a:pPr>
            <a:r>
              <a:rPr lang="en-GB" sz="1800" spc="-5" dirty="0">
                <a:latin typeface="Calibri"/>
                <a:cs typeface="Calibri"/>
              </a:rPr>
              <a:t>	$_SESSION["</a:t>
            </a:r>
            <a:r>
              <a:rPr lang="en-GB" sz="1800" spc="-5" dirty="0" err="1">
                <a:latin typeface="Calibri"/>
                <a:cs typeface="Calibri"/>
              </a:rPr>
              <a:t>totalprice</a:t>
            </a:r>
            <a:r>
              <a:rPr lang="en-GB" sz="1800" spc="-5" dirty="0">
                <a:latin typeface="Calibri"/>
                <a:cs typeface="Calibri"/>
              </a:rPr>
              <a:t>"]</a:t>
            </a:r>
            <a:r>
              <a:rPr lang="en-GB" sz="1800" spc="-30" dirty="0">
                <a:latin typeface="Calibri"/>
                <a:cs typeface="Calibri"/>
              </a:rPr>
              <a:t> </a:t>
            </a:r>
            <a:r>
              <a:rPr lang="en-GB" sz="1800" dirty="0">
                <a:latin typeface="Calibri"/>
                <a:cs typeface="Calibri"/>
              </a:rPr>
              <a:t>=</a:t>
            </a:r>
            <a:r>
              <a:rPr lang="en-GB" sz="1800" spc="-20" dirty="0">
                <a:latin typeface="Calibri"/>
                <a:cs typeface="Calibri"/>
              </a:rPr>
              <a:t> </a:t>
            </a:r>
            <a:r>
              <a:rPr lang="en-GB" sz="1800" dirty="0">
                <a:latin typeface="Calibri"/>
                <a:cs typeface="Calibri"/>
              </a:rPr>
              <a:t>0;</a:t>
            </a:r>
          </a:p>
          <a:p>
            <a:pPr marL="0" indent="0">
              <a:spcBef>
                <a:spcPts val="195"/>
              </a:spcBef>
              <a:buNone/>
            </a:pPr>
            <a:r>
              <a:rPr lang="en-GB" sz="1800" spc="-5" dirty="0">
                <a:latin typeface="Calibri"/>
                <a:cs typeface="Calibri"/>
              </a:rPr>
              <a:t>	$_SESSION["</a:t>
            </a:r>
            <a:r>
              <a:rPr lang="en-GB" sz="1800" spc="-5" dirty="0" err="1">
                <a:latin typeface="Calibri"/>
                <a:cs typeface="Calibri"/>
              </a:rPr>
              <a:t>totalprice</a:t>
            </a:r>
            <a:r>
              <a:rPr lang="en-GB" sz="1800" spc="-5" dirty="0">
                <a:latin typeface="Calibri"/>
                <a:cs typeface="Calibri"/>
              </a:rPr>
              <a:t>"]</a:t>
            </a:r>
            <a:r>
              <a:rPr lang="en-GB" sz="1800" spc="-20" dirty="0">
                <a:latin typeface="Calibri"/>
                <a:cs typeface="Calibri"/>
              </a:rPr>
              <a:t> </a:t>
            </a:r>
            <a:r>
              <a:rPr lang="en-GB" sz="1800" dirty="0">
                <a:latin typeface="Calibri"/>
                <a:cs typeface="Calibri"/>
              </a:rPr>
              <a:t>=</a:t>
            </a:r>
            <a:r>
              <a:rPr lang="en-GB" sz="1800" spc="-10" dirty="0">
                <a:latin typeface="Calibri"/>
                <a:cs typeface="Calibri"/>
              </a:rPr>
              <a:t> </a:t>
            </a:r>
            <a:r>
              <a:rPr lang="en-GB" sz="1800" spc="-5" dirty="0">
                <a:latin typeface="Calibri"/>
                <a:cs typeface="Calibri"/>
              </a:rPr>
              <a:t>$_SESSION["</a:t>
            </a:r>
            <a:r>
              <a:rPr lang="en-GB" sz="1800" spc="-5" dirty="0" err="1">
                <a:latin typeface="Calibri"/>
                <a:cs typeface="Calibri"/>
              </a:rPr>
              <a:t>totalprice</a:t>
            </a:r>
            <a:r>
              <a:rPr lang="en-GB" sz="1800" spc="-5" dirty="0">
                <a:latin typeface="Calibri"/>
                <a:cs typeface="Calibri"/>
              </a:rPr>
              <a:t>"]+$price;</a:t>
            </a:r>
            <a:endParaRPr lang="en-GB" sz="1800" dirty="0">
              <a:latin typeface="Calibri"/>
              <a:cs typeface="Calibri"/>
            </a:endParaRPr>
          </a:p>
          <a:p>
            <a:pPr marL="0" marR="5080" indent="0">
              <a:spcBef>
                <a:spcPts val="325"/>
              </a:spcBef>
              <a:buNone/>
            </a:pPr>
            <a:r>
              <a:rPr lang="en-GB" sz="1800" spc="-5" dirty="0">
                <a:latin typeface="Calibri"/>
                <a:cs typeface="Calibri"/>
              </a:rPr>
              <a:t>	echo "Go</a:t>
            </a:r>
            <a:r>
              <a:rPr lang="en-GB" sz="1800" dirty="0">
                <a:latin typeface="Calibri"/>
                <a:cs typeface="Calibri"/>
              </a:rPr>
              <a:t> &lt;a</a:t>
            </a:r>
            <a:r>
              <a:rPr lang="en-GB" sz="1800" spc="-15" dirty="0">
                <a:latin typeface="Calibri"/>
                <a:cs typeface="Calibri"/>
              </a:rPr>
              <a:t> </a:t>
            </a:r>
            <a:r>
              <a:rPr lang="en-GB" sz="1800" spc="-5" dirty="0" err="1">
                <a:latin typeface="Calibri"/>
                <a:cs typeface="Calibri"/>
              </a:rPr>
              <a:t>href</a:t>
            </a:r>
            <a:r>
              <a:rPr lang="en-GB" sz="1800" spc="-5" dirty="0">
                <a:latin typeface="Calibri"/>
                <a:cs typeface="Calibri"/>
              </a:rPr>
              <a:t>='cheese_cart3.php'&gt;here&lt;/a&gt; </a:t>
            </a:r>
            <a:r>
              <a:rPr lang="en-GB" sz="1800" spc="-10" dirty="0">
                <a:latin typeface="Calibri"/>
                <a:cs typeface="Calibri"/>
              </a:rPr>
              <a:t>to</a:t>
            </a:r>
            <a:r>
              <a:rPr lang="en-GB" sz="1800" dirty="0">
                <a:latin typeface="Calibri"/>
                <a:cs typeface="Calibri"/>
              </a:rPr>
              <a:t> </a:t>
            </a:r>
            <a:r>
              <a:rPr lang="en-GB" sz="1800" spc="-5" dirty="0">
                <a:latin typeface="Calibri"/>
                <a:cs typeface="Calibri"/>
              </a:rPr>
              <a:t>view your</a:t>
            </a:r>
            <a:r>
              <a:rPr lang="en-GB" sz="1800" dirty="0">
                <a:latin typeface="Calibri"/>
                <a:cs typeface="Calibri"/>
              </a:rPr>
              <a:t> </a:t>
            </a:r>
            <a:r>
              <a:rPr lang="en-GB" sz="1800" spc="-5" dirty="0">
                <a:latin typeface="Calibri"/>
                <a:cs typeface="Calibri"/>
              </a:rPr>
              <a:t>shopping </a:t>
            </a:r>
            <a:r>
              <a:rPr lang="en-GB" sz="1800" spc="-345" dirty="0">
                <a:latin typeface="Calibri"/>
                <a:cs typeface="Calibri"/>
              </a:rPr>
              <a:t> </a:t>
            </a:r>
            <a:r>
              <a:rPr lang="en-GB" sz="1800" spc="-10" dirty="0">
                <a:latin typeface="Calibri"/>
                <a:cs typeface="Calibri"/>
              </a:rPr>
              <a:t>cart</a:t>
            </a:r>
            <a:r>
              <a:rPr lang="en-GB" sz="1800" spc="-5" dirty="0">
                <a:latin typeface="Calibri"/>
                <a:cs typeface="Calibri"/>
              </a:rPr>
              <a:t> ";</a:t>
            </a:r>
            <a:endParaRPr lang="en-GB" sz="1800" dirty="0">
              <a:latin typeface="Calibri"/>
              <a:cs typeface="Calibri"/>
            </a:endParaRPr>
          </a:p>
        </p:txBody>
      </p:sp>
    </p:spTree>
    <p:extLst>
      <p:ext uri="{BB962C8B-B14F-4D97-AF65-F5344CB8AC3E}">
        <p14:creationId xmlns:p14="http://schemas.microsoft.com/office/powerpoint/2010/main" val="2036878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Shopping Cart Breakdown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We can then display the shopping card to the user by echoing all the session variables we created, as well as calculating the total price:</a:t>
            </a:r>
            <a:endParaRPr lang="en-GB" altLang="en-US" sz="1800" dirty="0">
              <a:latin typeface="+mj-lt"/>
            </a:endParaRPr>
          </a:p>
          <a:p>
            <a:pPr marL="0" indent="0" eaLnBrk="1" hangingPunct="1">
              <a:buNone/>
            </a:pPr>
            <a:endParaRPr lang="en-GB" altLang="en-US" sz="1800" dirty="0">
              <a:latin typeface="+mj-lt"/>
            </a:endParaRPr>
          </a:p>
        </p:txBody>
      </p:sp>
      <p:pic>
        <p:nvPicPr>
          <p:cNvPr id="3" name="Picture 2">
            <a:extLst>
              <a:ext uri="{FF2B5EF4-FFF2-40B4-BE49-F238E27FC236}">
                <a16:creationId xmlns:a16="http://schemas.microsoft.com/office/drawing/2014/main" id="{2FA64484-752E-F34D-2DCB-462322A81EB2}"/>
              </a:ext>
            </a:extLst>
          </p:cNvPr>
          <p:cNvPicPr>
            <a:picLocks noChangeAspect="1"/>
          </p:cNvPicPr>
          <p:nvPr/>
        </p:nvPicPr>
        <p:blipFill>
          <a:blip r:embed="rId2"/>
          <a:stretch>
            <a:fillRect/>
          </a:stretch>
        </p:blipFill>
        <p:spPr>
          <a:xfrm>
            <a:off x="381000" y="3424106"/>
            <a:ext cx="8382000" cy="1988634"/>
          </a:xfrm>
          <a:prstGeom prst="rect">
            <a:avLst/>
          </a:prstGeom>
        </p:spPr>
      </p:pic>
    </p:spTree>
    <p:extLst>
      <p:ext uri="{BB962C8B-B14F-4D97-AF65-F5344CB8AC3E}">
        <p14:creationId xmlns:p14="http://schemas.microsoft.com/office/powerpoint/2010/main" val="2920572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Display the Session Variables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800" dirty="0">
                <a:latin typeface="+mj-lt"/>
              </a:rPr>
              <a:t>&lt;h1&gt;Your cart currently contains&lt;/h1&gt;</a:t>
            </a:r>
          </a:p>
          <a:p>
            <a:pPr marL="0" indent="0" eaLnBrk="1" hangingPunct="1">
              <a:buNone/>
            </a:pPr>
            <a:r>
              <a:rPr lang="en-GB" altLang="en-US" sz="1800" dirty="0">
                <a:latin typeface="+mj-lt"/>
              </a:rPr>
              <a:t>	&lt;?</a:t>
            </a:r>
            <a:r>
              <a:rPr lang="en-GB" altLang="en-US" sz="1800" dirty="0" err="1">
                <a:latin typeface="+mj-lt"/>
              </a:rPr>
              <a:t>php</a:t>
            </a:r>
            <a:endParaRPr lang="en-GB" altLang="en-US" sz="1800" dirty="0">
              <a:latin typeface="+mj-lt"/>
            </a:endParaRPr>
          </a:p>
          <a:p>
            <a:pPr marL="0" indent="0" eaLnBrk="1" hangingPunct="1">
              <a:buNone/>
            </a:pPr>
            <a:r>
              <a:rPr lang="en-GB" altLang="en-US" sz="1800" dirty="0">
                <a:latin typeface="+mj-lt"/>
              </a:rPr>
              <a:t>	require ('</a:t>
            </a:r>
            <a:r>
              <a:rPr lang="en-GB" altLang="en-US" sz="1800" dirty="0" err="1">
                <a:latin typeface="+mj-lt"/>
              </a:rPr>
              <a:t>connect.php</a:t>
            </a:r>
            <a:r>
              <a:rPr lang="en-GB" altLang="en-US" sz="1800" dirty="0">
                <a:latin typeface="+mj-lt"/>
              </a:rPr>
              <a:t>’);</a:t>
            </a:r>
          </a:p>
          <a:p>
            <a:pPr marL="0" indent="0" eaLnBrk="1" hangingPunct="1">
              <a:buNone/>
            </a:pPr>
            <a:r>
              <a:rPr lang="en-GB" altLang="en-US" sz="1800" dirty="0">
                <a:latin typeface="+mj-lt"/>
              </a:rPr>
              <a:t>	echo "Cheese: ".$_SESSION["</a:t>
            </a:r>
            <a:r>
              <a:rPr lang="en-GB" altLang="en-US" sz="1800" dirty="0" err="1">
                <a:latin typeface="+mj-lt"/>
              </a:rPr>
              <a:t>cheesename</a:t>
            </a:r>
            <a:r>
              <a:rPr lang="en-GB" altLang="en-US" sz="1800" dirty="0">
                <a:latin typeface="+mj-lt"/>
              </a:rPr>
              <a:t>"]."&lt;</a:t>
            </a:r>
            <a:r>
              <a:rPr lang="en-GB" altLang="en-US" sz="1800" dirty="0" err="1">
                <a:latin typeface="+mj-lt"/>
              </a:rPr>
              <a:t>br</a:t>
            </a:r>
            <a:r>
              <a:rPr lang="en-GB" altLang="en-US" sz="1800" dirty="0">
                <a:latin typeface="+mj-lt"/>
              </a:rPr>
              <a:t> /&gt;";  echo "Amount (lbs): 	".$_SESSION['</a:t>
            </a:r>
            <a:r>
              <a:rPr lang="en-GB" altLang="en-US" sz="1800" dirty="0" err="1">
                <a:latin typeface="+mj-lt"/>
              </a:rPr>
              <a:t>cheeseamount</a:t>
            </a:r>
            <a:r>
              <a:rPr lang="en-GB" altLang="en-US" sz="1800" dirty="0">
                <a:latin typeface="+mj-lt"/>
              </a:rPr>
              <a:t>']."&lt;</a:t>
            </a:r>
            <a:r>
              <a:rPr lang="en-GB" altLang="en-US" sz="1800" dirty="0" err="1">
                <a:latin typeface="+mj-lt"/>
              </a:rPr>
              <a:t>br</a:t>
            </a:r>
            <a:endParaRPr lang="en-GB" altLang="en-US" sz="1800" dirty="0">
              <a:latin typeface="+mj-lt"/>
            </a:endParaRPr>
          </a:p>
          <a:p>
            <a:pPr marL="0" indent="0" eaLnBrk="1" hangingPunct="1">
              <a:buNone/>
            </a:pPr>
            <a:r>
              <a:rPr lang="en-GB" altLang="en-US" sz="1800" dirty="0">
                <a:latin typeface="+mj-lt"/>
              </a:rPr>
              <a:t>	/&gt;";</a:t>
            </a:r>
          </a:p>
          <a:p>
            <a:pPr marL="0" indent="0" eaLnBrk="1" hangingPunct="1">
              <a:buNone/>
            </a:pPr>
            <a:r>
              <a:rPr lang="en-GB" altLang="en-US" sz="1800" dirty="0">
                <a:latin typeface="+mj-lt"/>
              </a:rPr>
              <a:t>	echo "At (per lb): £ ".$_SESSION["</a:t>
            </a:r>
            <a:r>
              <a:rPr lang="en-GB" altLang="en-US" sz="1800" dirty="0" err="1">
                <a:latin typeface="+mj-lt"/>
              </a:rPr>
              <a:t>cheeseprice</a:t>
            </a:r>
            <a:r>
              <a:rPr lang="en-GB" altLang="en-US" sz="1800" dirty="0">
                <a:latin typeface="+mj-lt"/>
              </a:rPr>
              <a:t>"]."&lt;</a:t>
            </a:r>
            <a:r>
              <a:rPr lang="en-GB" altLang="en-US" sz="1800" dirty="0" err="1">
                <a:latin typeface="+mj-lt"/>
              </a:rPr>
              <a:t>br</a:t>
            </a:r>
            <a:r>
              <a:rPr lang="en-GB" altLang="en-US" sz="1800" dirty="0">
                <a:latin typeface="+mj-lt"/>
              </a:rPr>
              <a:t> /&gt;";</a:t>
            </a:r>
          </a:p>
          <a:p>
            <a:pPr marL="0" indent="0" eaLnBrk="1" hangingPunct="1">
              <a:buNone/>
            </a:pPr>
            <a:r>
              <a:rPr lang="en-GB" altLang="en-US" sz="1800" dirty="0">
                <a:latin typeface="+mj-lt"/>
              </a:rPr>
              <a:t>	echo "Total price: £".$_SESSION["</a:t>
            </a:r>
            <a:r>
              <a:rPr lang="en-GB" altLang="en-US" sz="1800" dirty="0" err="1">
                <a:latin typeface="+mj-lt"/>
              </a:rPr>
              <a:t>totalprice</a:t>
            </a:r>
            <a:r>
              <a:rPr lang="en-GB" altLang="en-US" sz="1800" dirty="0">
                <a:latin typeface="+mj-lt"/>
              </a:rPr>
              <a:t>"]."&lt;</a:t>
            </a:r>
            <a:r>
              <a:rPr lang="en-GB" altLang="en-US" sz="1800" dirty="0" err="1">
                <a:latin typeface="+mj-lt"/>
              </a:rPr>
              <a:t>br</a:t>
            </a:r>
            <a:r>
              <a:rPr lang="en-GB" altLang="en-US" sz="1800" dirty="0">
                <a:latin typeface="+mj-lt"/>
              </a:rPr>
              <a:t> /&gt;";</a:t>
            </a:r>
          </a:p>
          <a:p>
            <a:pPr marL="0" indent="0" eaLnBrk="1" hangingPunct="1">
              <a:buNone/>
            </a:pPr>
            <a:r>
              <a:rPr lang="en-GB" altLang="en-US" sz="1800" dirty="0">
                <a:latin typeface="+mj-lt"/>
              </a:rPr>
              <a:t>	echo "Go &lt;a </a:t>
            </a:r>
            <a:r>
              <a:rPr lang="en-GB" altLang="en-US" sz="1800" dirty="0" err="1">
                <a:latin typeface="+mj-lt"/>
              </a:rPr>
              <a:t>href</a:t>
            </a:r>
            <a:r>
              <a:rPr lang="en-GB" altLang="en-US" sz="1800" dirty="0">
                <a:latin typeface="+mj-lt"/>
              </a:rPr>
              <a:t>='cheese_cart4.php'&gt;here&lt;/a&gt; to delete  your shopping cart ";</a:t>
            </a:r>
          </a:p>
          <a:p>
            <a:pPr marL="0" indent="0" eaLnBrk="1" hangingPunct="1">
              <a:buNone/>
            </a:pPr>
            <a:r>
              <a:rPr lang="en-GB" altLang="en-US" sz="1800" dirty="0">
                <a:latin typeface="+mj-lt"/>
              </a:rPr>
              <a:t>	?&gt;</a:t>
            </a:r>
          </a:p>
        </p:txBody>
      </p:sp>
    </p:spTree>
    <p:extLst>
      <p:ext uri="{BB962C8B-B14F-4D97-AF65-F5344CB8AC3E}">
        <p14:creationId xmlns:p14="http://schemas.microsoft.com/office/powerpoint/2010/main" val="1465407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Shopping Cart Breakdown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When a user clicks the purchase button, they can then be redirected as the order is processed and the session is destroyed to empty the cart. At this point you could also subtract stock amounts from your databased based on the amount they ordered and in a real example this would also start the ordering processing – redirecting to their payment and storing their address credentials to fulfil the order.</a:t>
            </a:r>
            <a:endParaRPr lang="en-GB" altLang="en-US" sz="1800" dirty="0">
              <a:latin typeface="+mj-lt"/>
            </a:endParaRPr>
          </a:p>
        </p:txBody>
      </p:sp>
      <p:pic>
        <p:nvPicPr>
          <p:cNvPr id="4" name="Picture 3">
            <a:extLst>
              <a:ext uri="{FF2B5EF4-FFF2-40B4-BE49-F238E27FC236}">
                <a16:creationId xmlns:a16="http://schemas.microsoft.com/office/drawing/2014/main" id="{3E78431D-E444-55B6-48B6-F02330FB0B42}"/>
              </a:ext>
            </a:extLst>
          </p:cNvPr>
          <p:cNvPicPr>
            <a:picLocks noChangeAspect="1"/>
          </p:cNvPicPr>
          <p:nvPr/>
        </p:nvPicPr>
        <p:blipFill>
          <a:blip r:embed="rId2"/>
          <a:stretch>
            <a:fillRect/>
          </a:stretch>
        </p:blipFill>
        <p:spPr>
          <a:xfrm>
            <a:off x="609600" y="4419600"/>
            <a:ext cx="7924800" cy="1808343"/>
          </a:xfrm>
          <a:prstGeom prst="rect">
            <a:avLst/>
          </a:prstGeom>
        </p:spPr>
      </p:pic>
    </p:spTree>
    <p:extLst>
      <p:ext uri="{BB962C8B-B14F-4D97-AF65-F5344CB8AC3E}">
        <p14:creationId xmlns:p14="http://schemas.microsoft.com/office/powerpoint/2010/main" val="335287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Destroying the Session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800" dirty="0">
                <a:latin typeface="+mj-lt"/>
              </a:rPr>
              <a:t>&lt;?</a:t>
            </a:r>
            <a:r>
              <a:rPr lang="en-GB" altLang="en-US" sz="1800" dirty="0" err="1">
                <a:latin typeface="+mj-lt"/>
              </a:rPr>
              <a:t>php</a:t>
            </a:r>
            <a:r>
              <a:rPr lang="en-GB" altLang="en-US" sz="1800" dirty="0">
                <a:latin typeface="+mj-lt"/>
              </a:rPr>
              <a:t> </a:t>
            </a:r>
          </a:p>
          <a:p>
            <a:pPr marL="0" indent="0" eaLnBrk="1" hangingPunct="1">
              <a:buNone/>
            </a:pPr>
            <a:r>
              <a:rPr lang="en-GB" altLang="en-US" sz="1800" dirty="0">
                <a:latin typeface="+mj-lt"/>
              </a:rPr>
              <a:t>	</a:t>
            </a:r>
            <a:r>
              <a:rPr lang="en-GB" altLang="en-US" sz="1800" dirty="0" err="1">
                <a:latin typeface="+mj-lt"/>
              </a:rPr>
              <a:t>session_destroy</a:t>
            </a:r>
            <a:r>
              <a:rPr lang="en-GB" altLang="en-US" sz="1800" dirty="0">
                <a:latin typeface="+mj-lt"/>
              </a:rPr>
              <a:t>();</a:t>
            </a:r>
          </a:p>
          <a:p>
            <a:pPr marL="0" indent="0" eaLnBrk="1" hangingPunct="1">
              <a:buNone/>
            </a:pPr>
            <a:r>
              <a:rPr lang="en-GB" altLang="en-US" sz="1800" dirty="0">
                <a:latin typeface="+mj-lt"/>
              </a:rPr>
              <a:t>	?&gt;</a:t>
            </a:r>
          </a:p>
          <a:p>
            <a:pPr marL="0" indent="0" eaLnBrk="1" hangingPunct="1">
              <a:buNone/>
            </a:pPr>
            <a:r>
              <a:rPr lang="en-GB" altLang="en-US" sz="1800" dirty="0">
                <a:latin typeface="+mj-lt"/>
              </a:rPr>
              <a:t>	&lt;html&gt;</a:t>
            </a:r>
          </a:p>
          <a:p>
            <a:pPr marL="0" indent="0" eaLnBrk="1" hangingPunct="1">
              <a:buNone/>
            </a:pPr>
            <a:r>
              <a:rPr lang="en-GB" altLang="en-US" sz="1800" dirty="0">
                <a:latin typeface="+mj-lt"/>
              </a:rPr>
              <a:t>	&lt;header&gt;&lt;/header&gt;</a:t>
            </a:r>
          </a:p>
          <a:p>
            <a:pPr marL="0" indent="0" eaLnBrk="1" hangingPunct="1">
              <a:buNone/>
            </a:pPr>
            <a:r>
              <a:rPr lang="en-GB" altLang="en-US" sz="1800" dirty="0">
                <a:latin typeface="+mj-lt"/>
              </a:rPr>
              <a:t>	&lt;body&gt;</a:t>
            </a:r>
          </a:p>
          <a:p>
            <a:pPr marL="0" indent="0" eaLnBrk="1" hangingPunct="1">
              <a:buNone/>
            </a:pPr>
            <a:r>
              <a:rPr lang="en-GB" altLang="en-US" sz="1800" dirty="0">
                <a:latin typeface="+mj-lt"/>
              </a:rPr>
              <a:t>	&lt;h1&gt;Your cart currently contains&lt;/h1&gt;</a:t>
            </a:r>
          </a:p>
          <a:p>
            <a:pPr marL="0" indent="0" eaLnBrk="1" hangingPunct="1">
              <a:buNone/>
            </a:pPr>
            <a:r>
              <a:rPr lang="en-GB" altLang="en-US" sz="1800" dirty="0">
                <a:latin typeface="+mj-lt"/>
              </a:rPr>
              <a:t>	&lt;?</a:t>
            </a:r>
            <a:r>
              <a:rPr lang="en-GB" altLang="en-US" sz="1800" dirty="0" err="1">
                <a:latin typeface="+mj-lt"/>
              </a:rPr>
              <a:t>php</a:t>
            </a:r>
            <a:endParaRPr lang="en-GB" altLang="en-US" sz="1800" dirty="0">
              <a:latin typeface="+mj-lt"/>
            </a:endParaRPr>
          </a:p>
          <a:p>
            <a:pPr marL="0" indent="0" eaLnBrk="1" hangingPunct="1">
              <a:buNone/>
            </a:pPr>
            <a:r>
              <a:rPr lang="en-GB" altLang="en-US" sz="1800" dirty="0">
                <a:latin typeface="+mj-lt"/>
              </a:rPr>
              <a:t>	echo "Cheese: ".$_SESSION["</a:t>
            </a:r>
            <a:r>
              <a:rPr lang="en-GB" altLang="en-US" sz="1800" dirty="0" err="1">
                <a:latin typeface="+mj-lt"/>
              </a:rPr>
              <a:t>cheesename</a:t>
            </a:r>
            <a:r>
              <a:rPr lang="en-GB" altLang="en-US" sz="1800" dirty="0">
                <a:latin typeface="+mj-lt"/>
              </a:rPr>
              <a:t>"]."&lt;</a:t>
            </a:r>
            <a:r>
              <a:rPr lang="en-GB" altLang="en-US" sz="1800" dirty="0" err="1">
                <a:latin typeface="+mj-lt"/>
              </a:rPr>
              <a:t>br</a:t>
            </a:r>
            <a:r>
              <a:rPr lang="en-GB" altLang="en-US" sz="1800" dirty="0">
                <a:latin typeface="+mj-lt"/>
              </a:rPr>
              <a:t> /&gt;";</a:t>
            </a:r>
          </a:p>
          <a:p>
            <a:pPr marL="0" indent="0" eaLnBrk="1" hangingPunct="1">
              <a:buNone/>
            </a:pPr>
            <a:r>
              <a:rPr lang="en-GB" altLang="en-US" sz="1800" dirty="0">
                <a:latin typeface="+mj-lt"/>
              </a:rPr>
              <a:t>	echo "Amount (lbs): ".$_SESSION['</a:t>
            </a:r>
            <a:r>
              <a:rPr lang="en-GB" altLang="en-US" sz="1800" dirty="0" err="1">
                <a:latin typeface="+mj-lt"/>
              </a:rPr>
              <a:t>cheeseamount</a:t>
            </a:r>
            <a:r>
              <a:rPr lang="en-GB" altLang="en-US" sz="1800" dirty="0">
                <a:latin typeface="+mj-lt"/>
              </a:rPr>
              <a:t>']."&lt;</a:t>
            </a:r>
            <a:r>
              <a:rPr lang="en-GB" altLang="en-US" sz="1800" dirty="0" err="1">
                <a:latin typeface="+mj-lt"/>
              </a:rPr>
              <a:t>br</a:t>
            </a:r>
            <a:r>
              <a:rPr lang="en-GB" altLang="en-US" sz="1800" dirty="0">
                <a:latin typeface="+mj-lt"/>
              </a:rPr>
              <a:t> /&gt;";</a:t>
            </a:r>
          </a:p>
          <a:p>
            <a:pPr marL="0" indent="0" eaLnBrk="1" hangingPunct="1">
              <a:buNone/>
            </a:pPr>
            <a:r>
              <a:rPr lang="en-GB" altLang="en-US" sz="1800" dirty="0">
                <a:latin typeface="+mj-lt"/>
              </a:rPr>
              <a:t>	echo "At (per lb): ".$_SESSION["</a:t>
            </a:r>
            <a:r>
              <a:rPr lang="en-GB" altLang="en-US" sz="1800" dirty="0" err="1">
                <a:latin typeface="+mj-lt"/>
              </a:rPr>
              <a:t>cheeseprice</a:t>
            </a:r>
            <a:r>
              <a:rPr lang="en-GB" altLang="en-US" sz="1800" dirty="0">
                <a:latin typeface="+mj-lt"/>
              </a:rPr>
              <a:t>"]."&lt;</a:t>
            </a:r>
            <a:r>
              <a:rPr lang="en-GB" altLang="en-US" sz="1800" dirty="0" err="1">
                <a:latin typeface="+mj-lt"/>
              </a:rPr>
              <a:t>br</a:t>
            </a:r>
            <a:r>
              <a:rPr lang="en-GB" altLang="en-US" sz="1800" dirty="0">
                <a:latin typeface="+mj-lt"/>
              </a:rPr>
              <a:t> /&gt;";</a:t>
            </a:r>
          </a:p>
          <a:p>
            <a:pPr marL="0" indent="0" eaLnBrk="1" hangingPunct="1">
              <a:buNone/>
            </a:pPr>
            <a:r>
              <a:rPr lang="en-GB" altLang="en-US" sz="1800" dirty="0">
                <a:latin typeface="+mj-lt"/>
              </a:rPr>
              <a:t>	echo "Total price: ".$_SESSION["</a:t>
            </a:r>
            <a:r>
              <a:rPr lang="en-GB" altLang="en-US" sz="1800" dirty="0" err="1">
                <a:latin typeface="+mj-lt"/>
              </a:rPr>
              <a:t>totalprice</a:t>
            </a:r>
            <a:r>
              <a:rPr lang="en-GB" altLang="en-US" sz="1800" dirty="0">
                <a:latin typeface="+mj-lt"/>
              </a:rPr>
              <a:t>"]."&lt;</a:t>
            </a:r>
            <a:r>
              <a:rPr lang="en-GB" altLang="en-US" sz="1800" dirty="0" err="1">
                <a:latin typeface="+mj-lt"/>
              </a:rPr>
              <a:t>br</a:t>
            </a:r>
            <a:r>
              <a:rPr lang="en-GB" altLang="en-US" sz="1800" dirty="0">
                <a:latin typeface="+mj-lt"/>
              </a:rPr>
              <a:t> /&gt;";</a:t>
            </a:r>
          </a:p>
          <a:p>
            <a:pPr marL="0" indent="0" eaLnBrk="1" hangingPunct="1">
              <a:buNone/>
            </a:pPr>
            <a:r>
              <a:rPr lang="en-GB" altLang="en-US" sz="1800" dirty="0">
                <a:latin typeface="+mj-lt"/>
              </a:rPr>
              <a:t>	echo "Go &lt;a </a:t>
            </a:r>
            <a:r>
              <a:rPr lang="en-GB" altLang="en-US" sz="1800" dirty="0" err="1">
                <a:latin typeface="+mj-lt"/>
              </a:rPr>
              <a:t>href</a:t>
            </a:r>
            <a:r>
              <a:rPr lang="en-GB" altLang="en-US" sz="1800" dirty="0">
                <a:latin typeface="+mj-lt"/>
              </a:rPr>
              <a:t>='cheese_cart1.html'&gt;here&lt;/a&gt; to start your new cheese 	experience ";</a:t>
            </a:r>
          </a:p>
          <a:p>
            <a:pPr marL="0" indent="0" eaLnBrk="1" hangingPunct="1">
              <a:buNone/>
            </a:pPr>
            <a:r>
              <a:rPr lang="en-GB" altLang="en-US" sz="1800" dirty="0">
                <a:latin typeface="+mj-lt"/>
              </a:rPr>
              <a:t>	?&gt;</a:t>
            </a:r>
          </a:p>
          <a:p>
            <a:pPr marL="0" indent="0" eaLnBrk="1" hangingPunct="1">
              <a:buNone/>
            </a:pPr>
            <a:r>
              <a:rPr lang="en-GB" altLang="en-US" sz="1800" dirty="0">
                <a:latin typeface="+mj-lt"/>
              </a:rPr>
              <a:t>	&lt;/body&gt;</a:t>
            </a:r>
          </a:p>
        </p:txBody>
      </p:sp>
    </p:spTree>
    <p:extLst>
      <p:ext uri="{BB962C8B-B14F-4D97-AF65-F5344CB8AC3E}">
        <p14:creationId xmlns:p14="http://schemas.microsoft.com/office/powerpoint/2010/main" val="1218685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Adding data to a Table HTML</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800" dirty="0">
                <a:latin typeface="+mj-lt"/>
              </a:rPr>
              <a:t>You can add additional functionality such as adding data to a table like for example addresses like so:</a:t>
            </a:r>
          </a:p>
          <a:p>
            <a:pPr eaLnBrk="1" hangingPunct="1"/>
            <a:endParaRPr lang="en-GB" altLang="en-US" sz="1800" dirty="0">
              <a:latin typeface="+mj-lt"/>
            </a:endParaRPr>
          </a:p>
          <a:p>
            <a:pPr eaLnBrk="1" hangingPunct="1"/>
            <a:r>
              <a:rPr lang="en-GB" altLang="en-US" sz="1800" dirty="0">
                <a:latin typeface="+mj-lt"/>
              </a:rPr>
              <a:t>&lt;form method="post" action="</a:t>
            </a:r>
            <a:r>
              <a:rPr lang="en-GB" altLang="en-US" sz="1800" dirty="0" err="1">
                <a:latin typeface="+mj-lt"/>
              </a:rPr>
              <a:t>php_add_record.php</a:t>
            </a:r>
            <a:r>
              <a:rPr lang="en-GB" altLang="en-US" sz="1800" dirty="0">
                <a:latin typeface="+mj-lt"/>
              </a:rPr>
              <a:t>"&gt;</a:t>
            </a:r>
          </a:p>
          <a:p>
            <a:pPr marL="0" indent="0" eaLnBrk="1" hangingPunct="1">
              <a:buNone/>
            </a:pPr>
            <a:r>
              <a:rPr lang="en-GB" altLang="en-US" sz="1800" dirty="0">
                <a:latin typeface="+mj-lt"/>
              </a:rPr>
              <a:t>	&lt;p&gt;Name: &lt;input type="text" name="</a:t>
            </a:r>
            <a:r>
              <a:rPr lang="en-GB" altLang="en-US" sz="1800" dirty="0" err="1">
                <a:solidFill>
                  <a:srgbClr val="FF0000"/>
                </a:solidFill>
                <a:latin typeface="+mj-lt"/>
              </a:rPr>
              <a:t>studentname</a:t>
            </a:r>
            <a:r>
              <a:rPr lang="en-GB" altLang="en-US" sz="1800" dirty="0">
                <a:latin typeface="+mj-lt"/>
              </a:rPr>
              <a:t>" /&gt;&lt;/p&gt;</a:t>
            </a:r>
          </a:p>
          <a:p>
            <a:pPr marL="0" indent="0" eaLnBrk="1" hangingPunct="1">
              <a:buNone/>
            </a:pPr>
            <a:r>
              <a:rPr lang="en-GB" altLang="en-US" sz="1800" dirty="0">
                <a:latin typeface="+mj-lt"/>
              </a:rPr>
              <a:t>	&lt;p&gt;Course B.Sc.: &lt;input type="checkbox“ name="</a:t>
            </a:r>
            <a:r>
              <a:rPr lang="en-GB" altLang="en-US" sz="1800" dirty="0" err="1">
                <a:solidFill>
                  <a:srgbClr val="FF0000"/>
                </a:solidFill>
                <a:latin typeface="+mj-lt"/>
              </a:rPr>
              <a:t>coursename</a:t>
            </a:r>
            <a:r>
              <a:rPr lang="en-GB" altLang="en-US" sz="1800" dirty="0">
                <a:latin typeface="+mj-lt"/>
              </a:rPr>
              <a:t>" /&gt;&lt;/p&gt;</a:t>
            </a:r>
          </a:p>
          <a:p>
            <a:pPr marL="0" indent="0" eaLnBrk="1" hangingPunct="1">
              <a:buNone/>
            </a:pPr>
            <a:r>
              <a:rPr lang="en-GB" altLang="en-US" sz="1800" dirty="0">
                <a:latin typeface="+mj-lt"/>
              </a:rPr>
              <a:t>	&lt;p&gt;Subject: &lt;select name="subject"&gt;</a:t>
            </a:r>
          </a:p>
          <a:p>
            <a:pPr marL="0" indent="0" eaLnBrk="1" hangingPunct="1">
              <a:buNone/>
            </a:pPr>
            <a:r>
              <a:rPr lang="en-GB" altLang="en-US" sz="1800" dirty="0">
                <a:latin typeface="+mj-lt"/>
              </a:rPr>
              <a:t>	&lt;option value="Comp Sci"&gt;Computer Science</a:t>
            </a:r>
          </a:p>
          <a:p>
            <a:pPr marL="0" indent="0" eaLnBrk="1" hangingPunct="1">
              <a:buNone/>
            </a:pPr>
            <a:r>
              <a:rPr lang="en-GB" altLang="en-US" sz="1800" dirty="0">
                <a:latin typeface="+mj-lt"/>
              </a:rPr>
              <a:t>	&lt;option value="Design"&gt;Design</a:t>
            </a:r>
          </a:p>
          <a:p>
            <a:pPr marL="0" indent="0" eaLnBrk="1" hangingPunct="1">
              <a:buNone/>
            </a:pPr>
            <a:r>
              <a:rPr lang="en-GB" altLang="en-US" sz="1800" dirty="0">
                <a:latin typeface="+mj-lt"/>
              </a:rPr>
              <a:t>	&lt;option value="Arts"&gt;Arts</a:t>
            </a:r>
          </a:p>
          <a:p>
            <a:pPr marL="0" indent="0" eaLnBrk="1" hangingPunct="1">
              <a:buNone/>
            </a:pPr>
            <a:r>
              <a:rPr lang="en-GB" altLang="en-US" sz="1800" dirty="0">
                <a:latin typeface="+mj-lt"/>
              </a:rPr>
              <a:t>	&lt;option value="Business"&gt;Business</a:t>
            </a:r>
          </a:p>
          <a:p>
            <a:pPr marL="0" indent="0" eaLnBrk="1" hangingPunct="1">
              <a:buNone/>
            </a:pPr>
            <a:r>
              <a:rPr lang="en-GB" altLang="en-US" sz="1800" dirty="0">
                <a:latin typeface="+mj-lt"/>
              </a:rPr>
              <a:t>	&lt;/select&gt;</a:t>
            </a:r>
          </a:p>
          <a:p>
            <a:pPr marL="0" indent="0" eaLnBrk="1" hangingPunct="1">
              <a:buNone/>
            </a:pPr>
            <a:r>
              <a:rPr lang="en-GB" altLang="en-US" sz="1800" dirty="0">
                <a:latin typeface="+mj-lt"/>
              </a:rPr>
              <a:t>	&lt;/p&gt;</a:t>
            </a:r>
          </a:p>
          <a:p>
            <a:pPr marL="0" indent="0" eaLnBrk="1" hangingPunct="1">
              <a:buNone/>
            </a:pPr>
            <a:r>
              <a:rPr lang="en-GB" altLang="en-US" sz="1800" dirty="0">
                <a:latin typeface="+mj-lt"/>
              </a:rPr>
              <a:t>	&lt;input type="submit"&gt;</a:t>
            </a:r>
          </a:p>
          <a:p>
            <a:pPr marL="0" indent="0" eaLnBrk="1" hangingPunct="1">
              <a:buNone/>
            </a:pPr>
            <a:r>
              <a:rPr lang="en-GB" altLang="en-US" sz="1800" dirty="0">
                <a:latin typeface="+mj-lt"/>
              </a:rPr>
              <a:t>	&lt;/form&gt;</a:t>
            </a:r>
          </a:p>
        </p:txBody>
      </p:sp>
    </p:spTree>
    <p:extLst>
      <p:ext uri="{BB962C8B-B14F-4D97-AF65-F5344CB8AC3E}">
        <p14:creationId xmlns:p14="http://schemas.microsoft.com/office/powerpoint/2010/main" val="3417014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Adding data to a Table PHP</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600" dirty="0">
                <a:latin typeface="+mj-lt"/>
              </a:rPr>
              <a:t>require ('</a:t>
            </a:r>
            <a:r>
              <a:rPr lang="en-GB" altLang="en-US" sz="1600" dirty="0" err="1">
                <a:latin typeface="+mj-lt"/>
              </a:rPr>
              <a:t>connect.php</a:t>
            </a:r>
            <a:r>
              <a:rPr lang="en-GB" altLang="en-US" sz="1600" dirty="0">
                <a:latin typeface="+mj-lt"/>
              </a:rPr>
              <a:t>’);</a:t>
            </a:r>
          </a:p>
          <a:p>
            <a:pPr marL="0" indent="0" eaLnBrk="1" hangingPunct="1">
              <a:buNone/>
            </a:pPr>
            <a:r>
              <a:rPr lang="en-GB" altLang="en-US" sz="1600" dirty="0">
                <a:latin typeface="+mj-lt"/>
              </a:rPr>
              <a:t>	$</a:t>
            </a:r>
            <a:r>
              <a:rPr lang="en-GB" altLang="en-US" sz="1600" dirty="0" err="1">
                <a:latin typeface="+mj-lt"/>
              </a:rPr>
              <a:t>studentname</a:t>
            </a:r>
            <a:r>
              <a:rPr lang="en-GB" altLang="en-US" sz="1600" dirty="0">
                <a:latin typeface="+mj-lt"/>
              </a:rPr>
              <a:t> = $_REQUEST["</a:t>
            </a:r>
            <a:r>
              <a:rPr lang="en-GB" altLang="en-US" sz="1600" dirty="0" err="1">
                <a:latin typeface="+mj-lt"/>
              </a:rPr>
              <a:t>studentname</a:t>
            </a:r>
            <a:r>
              <a:rPr lang="en-GB" altLang="en-US" sz="1600" dirty="0">
                <a:latin typeface="+mj-lt"/>
              </a:rPr>
              <a:t>"]; //get the data from the form</a:t>
            </a:r>
          </a:p>
          <a:p>
            <a:pPr marL="0" indent="0" eaLnBrk="1" hangingPunct="1">
              <a:buNone/>
            </a:pPr>
            <a:r>
              <a:rPr lang="en-GB" altLang="en-US" sz="1600" dirty="0">
                <a:latin typeface="+mj-lt"/>
              </a:rPr>
              <a:t>	if (</a:t>
            </a:r>
            <a:r>
              <a:rPr lang="en-GB" altLang="en-US" sz="1600" dirty="0" err="1">
                <a:latin typeface="+mj-lt"/>
              </a:rPr>
              <a:t>isset</a:t>
            </a:r>
            <a:r>
              <a:rPr lang="en-GB" altLang="en-US" sz="1600" dirty="0">
                <a:latin typeface="+mj-lt"/>
              </a:rPr>
              <a:t>($_REQUEST['</a:t>
            </a:r>
            <a:r>
              <a:rPr lang="en-GB" altLang="en-US" sz="1600" dirty="0" err="1">
                <a:latin typeface="+mj-lt"/>
              </a:rPr>
              <a:t>coursename</a:t>
            </a:r>
            <a:r>
              <a:rPr lang="en-GB" altLang="en-US" sz="1600" dirty="0">
                <a:latin typeface="+mj-lt"/>
              </a:rPr>
              <a:t>'])) { $</a:t>
            </a:r>
            <a:r>
              <a:rPr lang="en-GB" altLang="en-US" sz="1600" dirty="0" err="1">
                <a:latin typeface="+mj-lt"/>
              </a:rPr>
              <a:t>coursename</a:t>
            </a:r>
            <a:r>
              <a:rPr lang="en-GB" altLang="en-US" sz="1600" dirty="0">
                <a:latin typeface="+mj-lt"/>
              </a:rPr>
              <a:t>="B.Sc.";</a:t>
            </a:r>
          </a:p>
          <a:p>
            <a:pPr marL="0" indent="0" eaLnBrk="1" hangingPunct="1">
              <a:buNone/>
            </a:pPr>
            <a:r>
              <a:rPr lang="en-GB" altLang="en-US" sz="1600" dirty="0">
                <a:latin typeface="+mj-lt"/>
              </a:rPr>
              <a:t>	}</a:t>
            </a:r>
          </a:p>
          <a:p>
            <a:pPr marL="0" indent="0" eaLnBrk="1" hangingPunct="1">
              <a:buNone/>
            </a:pPr>
            <a:r>
              <a:rPr lang="en-GB" altLang="en-US" sz="1600" dirty="0">
                <a:latin typeface="+mj-lt"/>
              </a:rPr>
              <a:t>	else { $</a:t>
            </a:r>
            <a:r>
              <a:rPr lang="en-GB" altLang="en-US" sz="1600" dirty="0" err="1">
                <a:latin typeface="+mj-lt"/>
              </a:rPr>
              <a:t>coursename</a:t>
            </a:r>
            <a:r>
              <a:rPr lang="en-GB" altLang="en-US" sz="1600" dirty="0">
                <a:latin typeface="+mj-lt"/>
              </a:rPr>
              <a:t>="Not Degree"; // set the data for the </a:t>
            </a:r>
            <a:r>
              <a:rPr lang="en-GB" altLang="en-US" sz="1600" dirty="0" err="1">
                <a:latin typeface="+mj-lt"/>
              </a:rPr>
              <a:t>coursename</a:t>
            </a:r>
            <a:r>
              <a:rPr lang="en-GB" altLang="en-US" sz="1600" dirty="0">
                <a:latin typeface="+mj-lt"/>
              </a:rPr>
              <a:t> field</a:t>
            </a:r>
          </a:p>
          <a:p>
            <a:pPr marL="0" indent="0" eaLnBrk="1" hangingPunct="1">
              <a:buNone/>
            </a:pPr>
            <a:r>
              <a:rPr lang="en-GB" altLang="en-US" sz="1600" dirty="0">
                <a:latin typeface="+mj-lt"/>
              </a:rPr>
              <a:t>	}</a:t>
            </a:r>
          </a:p>
          <a:p>
            <a:pPr marL="0" indent="0" eaLnBrk="1" hangingPunct="1">
              <a:buNone/>
            </a:pPr>
            <a:r>
              <a:rPr lang="en-GB" altLang="en-US" sz="1600" dirty="0">
                <a:latin typeface="+mj-lt"/>
              </a:rPr>
              <a:t>	$subject = $_REQUEST['subject’];</a:t>
            </a:r>
          </a:p>
          <a:p>
            <a:pPr marL="0" indent="0" eaLnBrk="1" hangingPunct="1">
              <a:buNone/>
            </a:pPr>
            <a:r>
              <a:rPr lang="en-GB" altLang="en-US" sz="1600" dirty="0">
                <a:latin typeface="+mj-lt"/>
              </a:rPr>
              <a:t>	$</a:t>
            </a:r>
            <a:r>
              <a:rPr lang="en-GB" altLang="en-US" sz="1600" dirty="0" err="1">
                <a:latin typeface="+mj-lt"/>
              </a:rPr>
              <a:t>sql</a:t>
            </a:r>
            <a:r>
              <a:rPr lang="en-GB" altLang="en-US" sz="1600" dirty="0">
                <a:latin typeface="+mj-lt"/>
              </a:rPr>
              <a:t>="INSERT INTO Students (</a:t>
            </a:r>
            <a:r>
              <a:rPr lang="en-GB" altLang="en-US" sz="1600" dirty="0" err="1">
                <a:latin typeface="+mj-lt"/>
              </a:rPr>
              <a:t>studentname</a:t>
            </a:r>
            <a:r>
              <a:rPr lang="en-GB" altLang="en-US" sz="1600" dirty="0">
                <a:latin typeface="+mj-lt"/>
              </a:rPr>
              <a:t>, </a:t>
            </a:r>
            <a:r>
              <a:rPr lang="en-GB" altLang="en-US" sz="1600" dirty="0" err="1">
                <a:latin typeface="+mj-lt"/>
              </a:rPr>
              <a:t>subject,course</a:t>
            </a:r>
            <a:r>
              <a:rPr lang="en-GB" altLang="en-US" sz="1600" dirty="0">
                <a:latin typeface="+mj-lt"/>
              </a:rPr>
              <a:t>) VALUES</a:t>
            </a:r>
          </a:p>
          <a:p>
            <a:pPr marL="0" indent="0" eaLnBrk="1" hangingPunct="1">
              <a:buNone/>
            </a:pPr>
            <a:r>
              <a:rPr lang="en-GB" altLang="en-US" sz="1600" dirty="0">
                <a:latin typeface="+mj-lt"/>
              </a:rPr>
              <a:t>	('$</a:t>
            </a:r>
            <a:r>
              <a:rPr lang="en-GB" altLang="en-US" sz="1600" dirty="0" err="1">
                <a:latin typeface="+mj-lt"/>
              </a:rPr>
              <a:t>studentname</a:t>
            </a:r>
            <a:r>
              <a:rPr lang="en-GB" altLang="en-US" sz="1600" dirty="0">
                <a:latin typeface="+mj-lt"/>
              </a:rPr>
              <a:t>','$subject','$</a:t>
            </a:r>
            <a:r>
              <a:rPr lang="en-GB" altLang="en-US" sz="1600" dirty="0" err="1">
                <a:latin typeface="+mj-lt"/>
              </a:rPr>
              <a:t>coursename</a:t>
            </a:r>
            <a:r>
              <a:rPr lang="en-GB" altLang="en-US" sz="1600" dirty="0">
                <a:latin typeface="+mj-lt"/>
              </a:rPr>
              <a:t>')";</a:t>
            </a:r>
          </a:p>
          <a:p>
            <a:pPr marL="0" indent="0" eaLnBrk="1" hangingPunct="1">
              <a:buNone/>
            </a:pPr>
            <a:r>
              <a:rPr lang="en-GB" altLang="en-US" sz="1600" dirty="0">
                <a:latin typeface="+mj-lt"/>
              </a:rPr>
              <a:t>	if (</a:t>
            </a:r>
            <a:r>
              <a:rPr lang="en-GB" altLang="en-US" sz="1600" dirty="0" err="1">
                <a:latin typeface="+mj-lt"/>
              </a:rPr>
              <a:t>mysqli_connect_errno</a:t>
            </a:r>
            <a:r>
              <a:rPr lang="en-GB" altLang="en-US" sz="1600" dirty="0">
                <a:latin typeface="+mj-lt"/>
              </a:rPr>
              <a:t>())</a:t>
            </a:r>
          </a:p>
          <a:p>
            <a:pPr marL="0" indent="0" eaLnBrk="1" hangingPunct="1">
              <a:buNone/>
            </a:pPr>
            <a:r>
              <a:rPr lang="en-GB" altLang="en-US" sz="1600" dirty="0">
                <a:latin typeface="+mj-lt"/>
              </a:rPr>
              <a:t>	{</a:t>
            </a:r>
          </a:p>
          <a:p>
            <a:pPr marL="0" indent="0" eaLnBrk="1" hangingPunct="1">
              <a:buNone/>
            </a:pPr>
            <a:r>
              <a:rPr lang="en-GB" altLang="en-US" sz="1600" dirty="0">
                <a:latin typeface="+mj-lt"/>
              </a:rPr>
              <a:t>	echo "Failed to connect to MySQL: " . </a:t>
            </a:r>
            <a:r>
              <a:rPr lang="en-GB" altLang="en-US" sz="1600" dirty="0" err="1">
                <a:latin typeface="+mj-lt"/>
              </a:rPr>
              <a:t>mysqli_connect_error</a:t>
            </a:r>
            <a:r>
              <a:rPr lang="en-GB" altLang="en-US" sz="1600" dirty="0">
                <a:latin typeface="+mj-lt"/>
              </a:rPr>
              <a:t>();</a:t>
            </a:r>
          </a:p>
          <a:p>
            <a:pPr marL="0" indent="0" eaLnBrk="1" hangingPunct="1">
              <a:buNone/>
            </a:pPr>
            <a:r>
              <a:rPr lang="en-GB" altLang="en-US" sz="1600" dirty="0">
                <a:latin typeface="+mj-lt"/>
              </a:rPr>
              <a:t>	}</a:t>
            </a:r>
          </a:p>
          <a:p>
            <a:pPr marL="0" indent="0" eaLnBrk="1" hangingPunct="1">
              <a:buNone/>
            </a:pPr>
            <a:r>
              <a:rPr lang="en-GB" altLang="en-US" sz="1600" dirty="0">
                <a:latin typeface="+mj-lt"/>
              </a:rPr>
              <a:t>	if (</a:t>
            </a:r>
            <a:r>
              <a:rPr lang="en-GB" altLang="en-US" sz="1600" dirty="0" err="1">
                <a:latin typeface="+mj-lt"/>
              </a:rPr>
              <a:t>mysqli_query</a:t>
            </a:r>
            <a:r>
              <a:rPr lang="en-GB" altLang="en-US" sz="1600" dirty="0">
                <a:latin typeface="+mj-lt"/>
              </a:rPr>
              <a:t>($conn,$</a:t>
            </a:r>
            <a:r>
              <a:rPr lang="en-GB" altLang="en-US" sz="1600" dirty="0" err="1">
                <a:latin typeface="+mj-lt"/>
              </a:rPr>
              <a:t>sql</a:t>
            </a:r>
            <a:r>
              <a:rPr lang="en-GB" altLang="en-US" sz="1600" dirty="0">
                <a:latin typeface="+mj-lt"/>
              </a:rPr>
              <a:t>)) {</a:t>
            </a:r>
          </a:p>
          <a:p>
            <a:pPr marL="0" indent="0" eaLnBrk="1" hangingPunct="1">
              <a:buNone/>
            </a:pPr>
            <a:r>
              <a:rPr lang="en-GB" altLang="en-US" sz="1600" dirty="0">
                <a:latin typeface="+mj-lt"/>
              </a:rPr>
              <a:t>	echo "Record added";</a:t>
            </a:r>
          </a:p>
          <a:p>
            <a:pPr marL="0" indent="0" eaLnBrk="1" hangingPunct="1">
              <a:buNone/>
            </a:pPr>
            <a:r>
              <a:rPr lang="en-GB" altLang="en-US" sz="1600" dirty="0">
                <a:latin typeface="+mj-lt"/>
              </a:rPr>
              <a:t>	}</a:t>
            </a:r>
          </a:p>
          <a:p>
            <a:pPr marL="0" indent="0" eaLnBrk="1" hangingPunct="1">
              <a:buNone/>
            </a:pPr>
            <a:r>
              <a:rPr lang="en-GB" altLang="en-US" sz="1600" dirty="0">
                <a:latin typeface="+mj-lt"/>
              </a:rPr>
              <a:t>	</a:t>
            </a:r>
            <a:r>
              <a:rPr lang="en-GB" altLang="en-US" sz="1600" dirty="0" err="1">
                <a:latin typeface="+mj-lt"/>
              </a:rPr>
              <a:t>mysqli_close</a:t>
            </a:r>
            <a:r>
              <a:rPr lang="en-GB" altLang="en-US" sz="1600" dirty="0">
                <a:latin typeface="+mj-lt"/>
              </a:rPr>
              <a:t>($conn); //close connection to database</a:t>
            </a:r>
          </a:p>
        </p:txBody>
      </p:sp>
    </p:spTree>
    <p:extLst>
      <p:ext uri="{BB962C8B-B14F-4D97-AF65-F5344CB8AC3E}">
        <p14:creationId xmlns:p14="http://schemas.microsoft.com/office/powerpoint/2010/main" val="2648361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Updating a Table HTML</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800" dirty="0">
                <a:latin typeface="+mj-lt"/>
              </a:rPr>
              <a:t>You can add additional functionality such as updating the table to subtract the order from the total stock of the item like so:</a:t>
            </a:r>
          </a:p>
          <a:p>
            <a:pPr eaLnBrk="1" hangingPunct="1"/>
            <a:endParaRPr lang="en-GB" altLang="en-US" sz="1800" dirty="0">
              <a:latin typeface="+mj-lt"/>
            </a:endParaRPr>
          </a:p>
          <a:p>
            <a:pPr eaLnBrk="1" hangingPunct="1"/>
            <a:r>
              <a:rPr lang="en-GB" altLang="en-US" sz="1800" dirty="0">
                <a:latin typeface="+mj-lt"/>
              </a:rPr>
              <a:t>&lt;html&gt;</a:t>
            </a:r>
          </a:p>
          <a:p>
            <a:pPr marL="0" indent="0" eaLnBrk="1" hangingPunct="1">
              <a:buNone/>
            </a:pPr>
            <a:r>
              <a:rPr lang="en-GB" altLang="en-US" sz="1800" dirty="0">
                <a:latin typeface="+mj-lt"/>
              </a:rPr>
              <a:t>	&lt;body&gt;</a:t>
            </a:r>
          </a:p>
          <a:p>
            <a:pPr marL="0" indent="0" eaLnBrk="1" hangingPunct="1">
              <a:buNone/>
            </a:pPr>
            <a:r>
              <a:rPr lang="en-GB" altLang="en-US" sz="1800" dirty="0">
                <a:latin typeface="+mj-lt"/>
              </a:rPr>
              <a:t>	&lt;form method="post"</a:t>
            </a:r>
          </a:p>
          <a:p>
            <a:pPr marL="0" indent="0" eaLnBrk="1" hangingPunct="1">
              <a:buNone/>
            </a:pPr>
            <a:r>
              <a:rPr lang="en-GB" altLang="en-US" sz="1800" dirty="0">
                <a:latin typeface="+mj-lt"/>
              </a:rPr>
              <a:t>	action="</a:t>
            </a:r>
            <a:r>
              <a:rPr lang="en-GB" altLang="en-US" sz="1800" dirty="0" err="1">
                <a:latin typeface="+mj-lt"/>
              </a:rPr>
              <a:t>php_update.php</a:t>
            </a:r>
            <a:r>
              <a:rPr lang="en-GB" altLang="en-US" sz="1800" dirty="0">
                <a:latin typeface="+mj-lt"/>
              </a:rPr>
              <a:t>"&gt;</a:t>
            </a:r>
          </a:p>
          <a:p>
            <a:pPr marL="0" indent="0" eaLnBrk="1" hangingPunct="1">
              <a:buNone/>
            </a:pPr>
            <a:r>
              <a:rPr lang="en-GB" altLang="en-US" sz="1800" dirty="0">
                <a:latin typeface="+mj-lt"/>
              </a:rPr>
              <a:t>	&lt;p&gt;Name: &lt;input type="text"</a:t>
            </a:r>
          </a:p>
          <a:p>
            <a:pPr marL="0" indent="0" eaLnBrk="1" hangingPunct="1">
              <a:buNone/>
            </a:pPr>
            <a:r>
              <a:rPr lang="en-GB" altLang="en-US" sz="1800" dirty="0">
                <a:latin typeface="+mj-lt"/>
              </a:rPr>
              <a:t>	name="</a:t>
            </a:r>
            <a:r>
              <a:rPr lang="en-GB" altLang="en-US" sz="1800" dirty="0" err="1">
                <a:solidFill>
                  <a:srgbClr val="FF0000"/>
                </a:solidFill>
                <a:latin typeface="+mj-lt"/>
              </a:rPr>
              <a:t>studentname</a:t>
            </a:r>
            <a:r>
              <a:rPr lang="en-GB" altLang="en-US" sz="1800" dirty="0">
                <a:latin typeface="+mj-lt"/>
              </a:rPr>
              <a:t>" /&gt;</a:t>
            </a:r>
          </a:p>
          <a:p>
            <a:pPr marL="0" indent="0" eaLnBrk="1" hangingPunct="1">
              <a:buNone/>
            </a:pPr>
            <a:r>
              <a:rPr lang="en-GB" altLang="en-US" sz="1800" dirty="0">
                <a:latin typeface="+mj-lt"/>
              </a:rPr>
              <a:t>	&lt;p&gt;Address: &lt;input type="text"</a:t>
            </a:r>
          </a:p>
          <a:p>
            <a:pPr marL="0" indent="0" eaLnBrk="1" hangingPunct="1">
              <a:buNone/>
            </a:pPr>
            <a:r>
              <a:rPr lang="en-GB" altLang="en-US" sz="1800" dirty="0">
                <a:latin typeface="+mj-lt"/>
              </a:rPr>
              <a:t>	name=“</a:t>
            </a:r>
            <a:r>
              <a:rPr lang="en-GB" altLang="en-US" sz="1800" dirty="0">
                <a:solidFill>
                  <a:srgbClr val="FF0000"/>
                </a:solidFill>
                <a:latin typeface="+mj-lt"/>
              </a:rPr>
              <a:t>address</a:t>
            </a:r>
            <a:r>
              <a:rPr lang="en-GB" altLang="en-US" sz="1800" dirty="0">
                <a:latin typeface="+mj-lt"/>
              </a:rPr>
              <a:t>" /&gt;</a:t>
            </a:r>
          </a:p>
          <a:p>
            <a:pPr marL="0" indent="0" eaLnBrk="1" hangingPunct="1">
              <a:buNone/>
            </a:pPr>
            <a:r>
              <a:rPr lang="en-GB" altLang="en-US" sz="1800" dirty="0">
                <a:latin typeface="+mj-lt"/>
              </a:rPr>
              <a:t>	&lt;input type="submit"&gt;</a:t>
            </a:r>
          </a:p>
          <a:p>
            <a:pPr marL="0" indent="0" eaLnBrk="1" hangingPunct="1">
              <a:buNone/>
            </a:pPr>
            <a:r>
              <a:rPr lang="en-GB" altLang="en-US" sz="1800" dirty="0">
                <a:latin typeface="+mj-lt"/>
              </a:rPr>
              <a:t>	&lt;/form&gt;</a:t>
            </a:r>
          </a:p>
          <a:p>
            <a:pPr marL="0" indent="0" eaLnBrk="1" hangingPunct="1">
              <a:buNone/>
            </a:pPr>
            <a:r>
              <a:rPr lang="en-GB" altLang="en-US" sz="1800" dirty="0">
                <a:latin typeface="+mj-lt"/>
              </a:rPr>
              <a:t>	&lt;/body&gt;</a:t>
            </a:r>
          </a:p>
          <a:p>
            <a:pPr marL="0" indent="0" eaLnBrk="1" hangingPunct="1">
              <a:buNone/>
            </a:pPr>
            <a:r>
              <a:rPr lang="en-GB" altLang="en-US" sz="1800" dirty="0">
                <a:latin typeface="+mj-lt"/>
              </a:rPr>
              <a:t>	&lt;/html&gt;</a:t>
            </a:r>
          </a:p>
        </p:txBody>
      </p:sp>
    </p:spTree>
    <p:extLst>
      <p:ext uri="{BB962C8B-B14F-4D97-AF65-F5344CB8AC3E}">
        <p14:creationId xmlns:p14="http://schemas.microsoft.com/office/powerpoint/2010/main" val="4207956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Updating a Table PHP</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1600" dirty="0">
                <a:latin typeface="+mj-lt"/>
              </a:rPr>
              <a:t>&lt;?</a:t>
            </a:r>
            <a:r>
              <a:rPr lang="en-GB" altLang="en-US" sz="1600" dirty="0" err="1">
                <a:latin typeface="+mj-lt"/>
              </a:rPr>
              <a:t>php</a:t>
            </a:r>
            <a:endParaRPr lang="en-GB" altLang="en-US" sz="1600" dirty="0">
              <a:latin typeface="+mj-lt"/>
            </a:endParaRPr>
          </a:p>
          <a:p>
            <a:pPr marL="0" indent="0" eaLnBrk="1" hangingPunct="1">
              <a:buNone/>
            </a:pPr>
            <a:r>
              <a:rPr lang="en-GB" altLang="en-US" sz="1600" dirty="0">
                <a:latin typeface="+mj-lt"/>
              </a:rPr>
              <a:t>	$</a:t>
            </a:r>
            <a:r>
              <a:rPr lang="en-GB" altLang="en-US" sz="1600" dirty="0" err="1">
                <a:latin typeface="+mj-lt"/>
              </a:rPr>
              <a:t>studentname</a:t>
            </a:r>
            <a:r>
              <a:rPr lang="en-GB" altLang="en-US" sz="1600" dirty="0">
                <a:latin typeface="+mj-lt"/>
              </a:rPr>
              <a:t> = $_REQUEST [</a:t>
            </a:r>
            <a:r>
              <a:rPr lang="en-GB" altLang="en-US" sz="1600" dirty="0">
                <a:solidFill>
                  <a:srgbClr val="FF0000"/>
                </a:solidFill>
                <a:latin typeface="+mj-lt"/>
              </a:rPr>
              <a:t>'</a:t>
            </a:r>
            <a:r>
              <a:rPr lang="en-GB" altLang="en-US" sz="1600" dirty="0" err="1">
                <a:solidFill>
                  <a:srgbClr val="FF0000"/>
                </a:solidFill>
                <a:latin typeface="+mj-lt"/>
              </a:rPr>
              <a:t>studentname</a:t>
            </a:r>
            <a:r>
              <a:rPr lang="en-GB" altLang="en-US" sz="1600" dirty="0">
                <a:latin typeface="+mj-lt"/>
              </a:rPr>
              <a:t>’];</a:t>
            </a:r>
          </a:p>
          <a:p>
            <a:pPr marL="0" indent="0" eaLnBrk="1" hangingPunct="1">
              <a:buNone/>
            </a:pPr>
            <a:r>
              <a:rPr lang="en-GB" altLang="en-US" sz="1600" dirty="0">
                <a:latin typeface="+mj-lt"/>
              </a:rPr>
              <a:t>	$address = $_REQUEST [‘</a:t>
            </a:r>
            <a:r>
              <a:rPr lang="en-GB" altLang="en-US" sz="1600" dirty="0">
                <a:solidFill>
                  <a:srgbClr val="FF0000"/>
                </a:solidFill>
                <a:latin typeface="+mj-lt"/>
              </a:rPr>
              <a:t>address</a:t>
            </a:r>
            <a:r>
              <a:rPr lang="en-GB" altLang="en-US" sz="1600" dirty="0">
                <a:latin typeface="+mj-lt"/>
              </a:rPr>
              <a:t> ‘];</a:t>
            </a:r>
          </a:p>
          <a:p>
            <a:pPr marL="0" indent="0" eaLnBrk="1" hangingPunct="1">
              <a:buNone/>
            </a:pPr>
            <a:r>
              <a:rPr lang="en-GB" altLang="en-US" sz="1600" dirty="0">
                <a:latin typeface="+mj-lt"/>
              </a:rPr>
              <a:t>	echo "$</a:t>
            </a:r>
            <a:r>
              <a:rPr lang="en-GB" altLang="en-US" sz="1600" dirty="0" err="1">
                <a:latin typeface="+mj-lt"/>
              </a:rPr>
              <a:t>studentname</a:t>
            </a:r>
            <a:r>
              <a:rPr lang="en-GB" altLang="en-US" sz="1600" dirty="0">
                <a:latin typeface="+mj-lt"/>
              </a:rPr>
              <a:t>";</a:t>
            </a:r>
          </a:p>
          <a:p>
            <a:pPr marL="0" indent="0" eaLnBrk="1" hangingPunct="1">
              <a:buNone/>
            </a:pPr>
            <a:r>
              <a:rPr lang="en-GB" altLang="en-US" sz="1600" dirty="0">
                <a:latin typeface="+mj-lt"/>
              </a:rPr>
              <a:t>	echo "$address";</a:t>
            </a:r>
          </a:p>
          <a:p>
            <a:pPr marL="0" indent="0" eaLnBrk="1" hangingPunct="1">
              <a:buNone/>
            </a:pPr>
            <a:r>
              <a:rPr lang="en-GB" altLang="en-US" sz="1600" dirty="0">
                <a:latin typeface="+mj-lt"/>
              </a:rPr>
              <a:t>	require ('</a:t>
            </a:r>
            <a:r>
              <a:rPr lang="en-GB" altLang="en-US" sz="1600" dirty="0" err="1">
                <a:latin typeface="+mj-lt"/>
              </a:rPr>
              <a:t>connect.php</a:t>
            </a:r>
            <a:r>
              <a:rPr lang="en-GB" altLang="en-US" sz="1600" dirty="0">
                <a:latin typeface="+mj-lt"/>
              </a:rPr>
              <a:t>’);</a:t>
            </a:r>
          </a:p>
          <a:p>
            <a:pPr marL="0" indent="0" eaLnBrk="1" hangingPunct="1">
              <a:buNone/>
            </a:pPr>
            <a:r>
              <a:rPr lang="en-GB" altLang="en-US" sz="1600" dirty="0">
                <a:latin typeface="+mj-lt"/>
              </a:rPr>
              <a:t>	$</a:t>
            </a:r>
            <a:r>
              <a:rPr lang="en-GB" altLang="en-US" sz="1600" dirty="0" err="1">
                <a:latin typeface="+mj-lt"/>
              </a:rPr>
              <a:t>sql</a:t>
            </a:r>
            <a:r>
              <a:rPr lang="en-GB" altLang="en-US" sz="1600" dirty="0">
                <a:latin typeface="+mj-lt"/>
              </a:rPr>
              <a:t>="UPDATE Students SET address ='$ address ' WHERE 	</a:t>
            </a:r>
            <a:r>
              <a:rPr lang="en-GB" altLang="en-US" sz="1600" dirty="0" err="1">
                <a:latin typeface="+mj-lt"/>
              </a:rPr>
              <a:t>studentname</a:t>
            </a:r>
            <a:r>
              <a:rPr lang="en-GB" altLang="en-US" sz="1600" dirty="0">
                <a:latin typeface="+mj-lt"/>
              </a:rPr>
              <a:t>='$</a:t>
            </a:r>
            <a:r>
              <a:rPr lang="en-GB" altLang="en-US" sz="1600" dirty="0" err="1">
                <a:latin typeface="+mj-lt"/>
              </a:rPr>
              <a:t>studentname</a:t>
            </a:r>
            <a:r>
              <a:rPr lang="en-GB" altLang="en-US" sz="1600" dirty="0">
                <a:latin typeface="+mj-lt"/>
              </a:rPr>
              <a:t>’”;</a:t>
            </a:r>
          </a:p>
          <a:p>
            <a:pPr marL="0" indent="0" eaLnBrk="1" hangingPunct="1">
              <a:buNone/>
            </a:pPr>
            <a:r>
              <a:rPr lang="en-GB" altLang="en-US" sz="1600" dirty="0">
                <a:latin typeface="+mj-lt"/>
              </a:rPr>
              <a:t>	echo $</a:t>
            </a:r>
            <a:r>
              <a:rPr lang="en-GB" altLang="en-US" sz="1600" dirty="0" err="1">
                <a:latin typeface="+mj-lt"/>
              </a:rPr>
              <a:t>sql</a:t>
            </a:r>
            <a:r>
              <a:rPr lang="en-GB" altLang="en-US" sz="1600" dirty="0">
                <a:latin typeface="+mj-lt"/>
              </a:rPr>
              <a:t>;</a:t>
            </a:r>
          </a:p>
          <a:p>
            <a:pPr marL="0" indent="0" eaLnBrk="1" hangingPunct="1">
              <a:buNone/>
            </a:pPr>
            <a:r>
              <a:rPr lang="en-GB" altLang="en-US" sz="1600" dirty="0">
                <a:latin typeface="+mj-lt"/>
              </a:rPr>
              <a:t>	if (</a:t>
            </a:r>
            <a:r>
              <a:rPr lang="en-GB" altLang="en-US" sz="1600" dirty="0" err="1">
                <a:latin typeface="+mj-lt"/>
              </a:rPr>
              <a:t>mysqli_query</a:t>
            </a:r>
            <a:r>
              <a:rPr lang="en-GB" altLang="en-US" sz="1600" dirty="0">
                <a:latin typeface="+mj-lt"/>
              </a:rPr>
              <a:t>($conn,$</a:t>
            </a:r>
            <a:r>
              <a:rPr lang="en-GB" altLang="en-US" sz="1600" dirty="0" err="1">
                <a:latin typeface="+mj-lt"/>
              </a:rPr>
              <a:t>sql</a:t>
            </a:r>
            <a:r>
              <a:rPr lang="en-GB" altLang="en-US" sz="1600" dirty="0">
                <a:latin typeface="+mj-lt"/>
              </a:rPr>
              <a:t>)) {</a:t>
            </a:r>
          </a:p>
          <a:p>
            <a:pPr marL="0" indent="0" eaLnBrk="1" hangingPunct="1">
              <a:buNone/>
            </a:pPr>
            <a:r>
              <a:rPr lang="en-GB" altLang="en-US" sz="1600" dirty="0">
                <a:latin typeface="+mj-lt"/>
              </a:rPr>
              <a:t>	echo "Record updated";</a:t>
            </a:r>
          </a:p>
          <a:p>
            <a:pPr marL="0" indent="0" eaLnBrk="1" hangingPunct="1">
              <a:buNone/>
            </a:pPr>
            <a:r>
              <a:rPr lang="en-GB" altLang="en-US" sz="1600" dirty="0">
                <a:latin typeface="+mj-lt"/>
              </a:rPr>
              <a:t>	}</a:t>
            </a:r>
          </a:p>
          <a:p>
            <a:pPr marL="0" indent="0" eaLnBrk="1" hangingPunct="1">
              <a:buNone/>
            </a:pPr>
            <a:r>
              <a:rPr lang="en-GB" altLang="en-US" sz="1600" dirty="0">
                <a:latin typeface="+mj-lt"/>
              </a:rPr>
              <a:t>	else {</a:t>
            </a:r>
          </a:p>
          <a:p>
            <a:pPr marL="0" indent="0" eaLnBrk="1" hangingPunct="1">
              <a:buNone/>
            </a:pPr>
            <a:r>
              <a:rPr lang="en-GB" altLang="en-US" sz="1600" dirty="0">
                <a:latin typeface="+mj-lt"/>
              </a:rPr>
              <a:t>	echo "There was an error";</a:t>
            </a:r>
          </a:p>
          <a:p>
            <a:pPr marL="0" indent="0" eaLnBrk="1" hangingPunct="1">
              <a:buNone/>
            </a:pPr>
            <a:r>
              <a:rPr lang="en-GB" altLang="en-US" sz="1600" dirty="0">
                <a:latin typeface="+mj-lt"/>
              </a:rPr>
              <a:t>	}</a:t>
            </a:r>
          </a:p>
          <a:p>
            <a:pPr marL="0" indent="0" eaLnBrk="1" hangingPunct="1">
              <a:buNone/>
            </a:pPr>
            <a:r>
              <a:rPr lang="en-GB" altLang="en-US" sz="1600" dirty="0">
                <a:latin typeface="+mj-lt"/>
              </a:rPr>
              <a:t>	</a:t>
            </a:r>
            <a:r>
              <a:rPr lang="en-GB" altLang="en-US" sz="1600" dirty="0" err="1">
                <a:latin typeface="+mj-lt"/>
              </a:rPr>
              <a:t>mysqli_close</a:t>
            </a:r>
            <a:r>
              <a:rPr lang="en-GB" altLang="en-US" sz="1600" dirty="0">
                <a:latin typeface="+mj-lt"/>
              </a:rPr>
              <a:t>($conn);</a:t>
            </a:r>
          </a:p>
        </p:txBody>
      </p:sp>
    </p:spTree>
    <p:extLst>
      <p:ext uri="{BB962C8B-B14F-4D97-AF65-F5344CB8AC3E}">
        <p14:creationId xmlns:p14="http://schemas.microsoft.com/office/powerpoint/2010/main" val="883744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5A56DE6-4F93-1651-3797-3EB61F286E83}"/>
              </a:ext>
            </a:extLst>
          </p:cNvPr>
          <p:cNvSpPr>
            <a:spLocks noGrp="1"/>
          </p:cNvSpPr>
          <p:nvPr>
            <p:ph type="title"/>
          </p:nvPr>
        </p:nvSpPr>
        <p:spPr/>
        <p:txBody>
          <a:bodyPr/>
          <a:lstStyle/>
          <a:p>
            <a:pPr eaLnBrk="1" hangingPunct="1"/>
            <a:r>
              <a:rPr lang="en-GB" altLang="en-US" dirty="0">
                <a:latin typeface="Arial" panose="020B0604020202020204" pitchFamily="34" charset="0"/>
              </a:rPr>
              <a:t>Sourced</a:t>
            </a:r>
          </a:p>
        </p:txBody>
      </p:sp>
      <p:sp>
        <p:nvSpPr>
          <p:cNvPr id="28675" name="Rectangle 3">
            <a:extLst>
              <a:ext uri="{FF2B5EF4-FFF2-40B4-BE49-F238E27FC236}">
                <a16:creationId xmlns:a16="http://schemas.microsoft.com/office/drawing/2014/main" id="{59967F90-AC6E-E533-0567-1BC35A047667}"/>
              </a:ext>
            </a:extLst>
          </p:cNvPr>
          <p:cNvSpPr>
            <a:spLocks noGrp="1"/>
          </p:cNvSpPr>
          <p:nvPr>
            <p:ph idx="1"/>
          </p:nvPr>
        </p:nvSpPr>
        <p:spPr/>
        <p:txBody>
          <a:bodyPr/>
          <a:lstStyle/>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r>
              <a:rPr lang="en-GB" altLang="en-US" sz="2800" dirty="0">
                <a:latin typeface="Arial" panose="020B0604020202020204" pitchFamily="34" charset="0"/>
                <a:hlinkClick r:id="rId2"/>
              </a:rPr>
              <a:t>www.w3schools.com</a:t>
            </a:r>
            <a:endParaRPr lang="en-GB" altLang="en-US" sz="28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1075</TotalTime>
  <Words>1918</Words>
  <Application>Microsoft Office PowerPoint</Application>
  <PresentationFormat>On-screen Show (4:3)</PresentationFormat>
  <Paragraphs>183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Wingdings</vt:lpstr>
      <vt:lpstr>Office Theme</vt:lpstr>
      <vt:lpstr>COM4012M – Session Variables 2  (Shopping Carts)</vt:lpstr>
      <vt:lpstr>Session Variable Recap</vt:lpstr>
      <vt:lpstr>Session Variable Purposes</vt:lpstr>
      <vt:lpstr>Shopping Cart Breakdown</vt:lpstr>
      <vt:lpstr>Shopping Cart Breakdown</vt:lpstr>
      <vt:lpstr>Shopping Cart Breakdown</vt:lpstr>
      <vt:lpstr>Connection Shortcut</vt:lpstr>
      <vt:lpstr>Shopping Cart Breakdown</vt:lpstr>
      <vt:lpstr>Form to Make Selection</vt:lpstr>
      <vt:lpstr>Shopping Cart Breakdown</vt:lpstr>
      <vt:lpstr>Connect &amp; Lookup Price</vt:lpstr>
      <vt:lpstr>Cont. Calculate the Total Price &amp; Save as Session Variables</vt:lpstr>
      <vt:lpstr>Shopping Cart Breakdown</vt:lpstr>
      <vt:lpstr>Display the Session Variables</vt:lpstr>
      <vt:lpstr>Shopping Cart Breakdown</vt:lpstr>
      <vt:lpstr>Destroying the Session</vt:lpstr>
      <vt:lpstr>Adding data to a Table HTML</vt:lpstr>
      <vt:lpstr>Adding data to a Table PHP</vt:lpstr>
      <vt:lpstr>Updating a Table HTML</vt:lpstr>
      <vt:lpstr>Updating a Table PHP</vt:lpstr>
      <vt:lpstr>Sourced</vt:lpstr>
    </vt:vector>
  </TitlesOfParts>
  <Company>York St John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1IT060 Developing Hypermedia</dc:title>
  <dc:creator>adkins</dc:creator>
  <cp:lastModifiedBy>Alec Wells</cp:lastModifiedBy>
  <cp:revision>86</cp:revision>
  <dcterms:created xsi:type="dcterms:W3CDTF">2004-02-03T17:25:57Z</dcterms:created>
  <dcterms:modified xsi:type="dcterms:W3CDTF">2024-04-28T23:02:57Z</dcterms:modified>
</cp:coreProperties>
</file>