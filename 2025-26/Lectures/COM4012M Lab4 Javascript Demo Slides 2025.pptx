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7" r:id="rId1"/>
  </p:sldMasterIdLst>
  <p:notesMasterIdLst>
    <p:notesMasterId r:id="rId20"/>
  </p:notesMasterIdLst>
  <p:sldIdLst>
    <p:sldId id="256" r:id="rId2"/>
    <p:sldId id="319" r:id="rId3"/>
    <p:sldId id="350" r:id="rId4"/>
    <p:sldId id="320" r:id="rId5"/>
    <p:sldId id="321" r:id="rId6"/>
    <p:sldId id="288" r:id="rId7"/>
    <p:sldId id="323" r:id="rId8"/>
    <p:sldId id="322" r:id="rId9"/>
    <p:sldId id="344" r:id="rId10"/>
    <p:sldId id="346" r:id="rId11"/>
    <p:sldId id="345" r:id="rId12"/>
    <p:sldId id="351" r:id="rId13"/>
    <p:sldId id="349" r:id="rId14"/>
    <p:sldId id="352" r:id="rId15"/>
    <p:sldId id="280" r:id="rId16"/>
    <p:sldId id="348" r:id="rId17"/>
    <p:sldId id="353" r:id="rId18"/>
    <p:sldId id="316" r:id="rId19"/>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5CF394-5FD1-4F61-B07D-81DDCD2DECD8}" v="8" dt="2024-02-25T00:22:38.833"/>
    <p1510:client id="{723F4AD0-378E-4F33-94CC-155F2A01F709}" v="11" dt="2024-02-24T17:08:18.2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691"/>
    <p:restoredTop sz="84737" autoAdjust="0"/>
  </p:normalViewPr>
  <p:slideViewPr>
    <p:cSldViewPr>
      <p:cViewPr varScale="1">
        <p:scale>
          <a:sx n="106" d="100"/>
          <a:sy n="106" d="100"/>
        </p:scale>
        <p:origin x="18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2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c Wells" userId="527ade61401a42c1" providerId="LiveId" clId="{A9538C26-934E-463C-9866-94E924CCB149}"/>
    <pc:docChg chg="undo custSel modSld">
      <pc:chgData name="Alec Wells" userId="527ade61401a42c1" providerId="LiveId" clId="{A9538C26-934E-463C-9866-94E924CCB149}" dt="2024-02-04T23:34:49.366" v="193" actId="20577"/>
      <pc:docMkLst>
        <pc:docMk/>
      </pc:docMkLst>
      <pc:sldChg chg="modSp mod">
        <pc:chgData name="Alec Wells" userId="527ade61401a42c1" providerId="LiveId" clId="{A9538C26-934E-463C-9866-94E924CCB149}" dt="2024-02-04T23:15:35.338" v="78" actId="20577"/>
        <pc:sldMkLst>
          <pc:docMk/>
          <pc:sldMk cId="0" sldId="275"/>
        </pc:sldMkLst>
        <pc:spChg chg="mod">
          <ac:chgData name="Alec Wells" userId="527ade61401a42c1" providerId="LiveId" clId="{A9538C26-934E-463C-9866-94E924CCB149}" dt="2024-02-04T23:15:35.338" v="78" actId="20577"/>
          <ac:spMkLst>
            <pc:docMk/>
            <pc:sldMk cId="0" sldId="275"/>
            <ac:spMk id="5123" creationId="{8A828AB5-4322-803C-0D20-8A3CC519681F}"/>
          </ac:spMkLst>
        </pc:spChg>
      </pc:sldChg>
      <pc:sldChg chg="modSp mod">
        <pc:chgData name="Alec Wells" userId="527ade61401a42c1" providerId="LiveId" clId="{A9538C26-934E-463C-9866-94E924CCB149}" dt="2024-02-04T23:21:41.600" v="80" actId="20577"/>
        <pc:sldMkLst>
          <pc:docMk/>
          <pc:sldMk cId="0" sldId="278"/>
        </pc:sldMkLst>
        <pc:spChg chg="mod">
          <ac:chgData name="Alec Wells" userId="527ade61401a42c1" providerId="LiveId" clId="{A9538C26-934E-463C-9866-94E924CCB149}" dt="2024-02-04T23:21:41.600" v="80" actId="20577"/>
          <ac:spMkLst>
            <pc:docMk/>
            <pc:sldMk cId="0" sldId="278"/>
            <ac:spMk id="13315" creationId="{892F6EC5-4AE6-C49F-C559-4F05855EB0AF}"/>
          </ac:spMkLst>
        </pc:spChg>
      </pc:sldChg>
      <pc:sldChg chg="modSp mod">
        <pc:chgData name="Alec Wells" userId="527ade61401a42c1" providerId="LiveId" clId="{A9538C26-934E-463C-9866-94E924CCB149}" dt="2024-02-04T23:24:45.445" v="82" actId="20577"/>
        <pc:sldMkLst>
          <pc:docMk/>
          <pc:sldMk cId="0" sldId="279"/>
        </pc:sldMkLst>
        <pc:spChg chg="mod">
          <ac:chgData name="Alec Wells" userId="527ade61401a42c1" providerId="LiveId" clId="{A9538C26-934E-463C-9866-94E924CCB149}" dt="2024-02-04T23:24:45.445" v="82" actId="20577"/>
          <ac:spMkLst>
            <pc:docMk/>
            <pc:sldMk cId="0" sldId="279"/>
            <ac:spMk id="15363" creationId="{3CDC1BB5-DC4F-E73A-E326-8FC3DC840E20}"/>
          </ac:spMkLst>
        </pc:spChg>
      </pc:sldChg>
      <pc:sldChg chg="modSp mod">
        <pc:chgData name="Alec Wells" userId="527ade61401a42c1" providerId="LiveId" clId="{A9538C26-934E-463C-9866-94E924CCB149}" dt="2024-02-04T23:25:54.904" v="84" actId="20577"/>
        <pc:sldMkLst>
          <pc:docMk/>
          <pc:sldMk cId="0" sldId="280"/>
        </pc:sldMkLst>
        <pc:spChg chg="mod">
          <ac:chgData name="Alec Wells" userId="527ade61401a42c1" providerId="LiveId" clId="{A9538C26-934E-463C-9866-94E924CCB149}" dt="2024-02-04T23:25:54.904" v="84" actId="20577"/>
          <ac:spMkLst>
            <pc:docMk/>
            <pc:sldMk cId="0" sldId="280"/>
            <ac:spMk id="16387" creationId="{81342D44-74E1-97A4-8589-796867BFD118}"/>
          </ac:spMkLst>
        </pc:spChg>
      </pc:sldChg>
      <pc:sldChg chg="modSp mod">
        <pc:chgData name="Alec Wells" userId="527ade61401a42c1" providerId="LiveId" clId="{A9538C26-934E-463C-9866-94E924CCB149}" dt="2024-02-04T23:30:28.298" v="139"/>
        <pc:sldMkLst>
          <pc:docMk/>
          <pc:sldMk cId="0" sldId="299"/>
        </pc:sldMkLst>
        <pc:spChg chg="mod">
          <ac:chgData name="Alec Wells" userId="527ade61401a42c1" providerId="LiveId" clId="{A9538C26-934E-463C-9866-94E924CCB149}" dt="2024-02-04T23:30:28.298" v="139"/>
          <ac:spMkLst>
            <pc:docMk/>
            <pc:sldMk cId="0" sldId="299"/>
            <ac:spMk id="19459" creationId="{F9524D05-EA0A-01DE-41AA-61C48B5219D6}"/>
          </ac:spMkLst>
        </pc:spChg>
      </pc:sldChg>
      <pc:sldChg chg="modSp modAnim">
        <pc:chgData name="Alec Wells" userId="527ade61401a42c1" providerId="LiveId" clId="{A9538C26-934E-463C-9866-94E924CCB149}" dt="2024-02-04T23:34:13.069" v="176" actId="20577"/>
        <pc:sldMkLst>
          <pc:docMk/>
          <pc:sldMk cId="0" sldId="311"/>
        </pc:sldMkLst>
        <pc:spChg chg="mod">
          <ac:chgData name="Alec Wells" userId="527ade61401a42c1" providerId="LiveId" clId="{A9538C26-934E-463C-9866-94E924CCB149}" dt="2024-02-04T23:34:13.069" v="176" actId="20577"/>
          <ac:spMkLst>
            <pc:docMk/>
            <pc:sldMk cId="0" sldId="311"/>
            <ac:spMk id="71683" creationId="{1C0AB33C-93C0-4EBF-38CC-89665315011A}"/>
          </ac:spMkLst>
        </pc:spChg>
      </pc:sldChg>
      <pc:sldChg chg="modSp modAnim">
        <pc:chgData name="Alec Wells" userId="527ade61401a42c1" providerId="LiveId" clId="{A9538C26-934E-463C-9866-94E924CCB149}" dt="2024-02-04T23:32:21.687" v="159" actId="20577"/>
        <pc:sldMkLst>
          <pc:docMk/>
          <pc:sldMk cId="0" sldId="312"/>
        </pc:sldMkLst>
        <pc:spChg chg="mod">
          <ac:chgData name="Alec Wells" userId="527ade61401a42c1" providerId="LiveId" clId="{A9538C26-934E-463C-9866-94E924CCB149}" dt="2024-02-04T23:32:21.687" v="159" actId="20577"/>
          <ac:spMkLst>
            <pc:docMk/>
            <pc:sldMk cId="0" sldId="312"/>
            <ac:spMk id="72707" creationId="{E203CAC6-2918-6484-E950-2E2A951BA4A0}"/>
          </ac:spMkLst>
        </pc:spChg>
      </pc:sldChg>
      <pc:sldChg chg="modSp modAnim">
        <pc:chgData name="Alec Wells" userId="527ade61401a42c1" providerId="LiveId" clId="{A9538C26-934E-463C-9866-94E924CCB149}" dt="2024-02-04T23:34:49.366" v="193" actId="20577"/>
        <pc:sldMkLst>
          <pc:docMk/>
          <pc:sldMk cId="0" sldId="313"/>
        </pc:sldMkLst>
        <pc:spChg chg="mod">
          <ac:chgData name="Alec Wells" userId="527ade61401a42c1" providerId="LiveId" clId="{A9538C26-934E-463C-9866-94E924CCB149}" dt="2024-02-04T23:34:49.366" v="193" actId="20577"/>
          <ac:spMkLst>
            <pc:docMk/>
            <pc:sldMk cId="0" sldId="313"/>
            <ac:spMk id="73731" creationId="{AE623F94-62CE-3522-785B-870B1FD22FB0}"/>
          </ac:spMkLst>
        </pc:spChg>
      </pc:sldChg>
    </pc:docChg>
  </pc:docChgLst>
  <pc:docChgLst>
    <pc:chgData name="Alec Wells" userId="527ade61401a42c1" providerId="LiveId" clId="{4B5CF394-5FD1-4F61-B07D-81DDCD2DECD8}"/>
    <pc:docChg chg="undo custSel addSld modSld sldOrd">
      <pc:chgData name="Alec Wells" userId="527ade61401a42c1" providerId="LiveId" clId="{4B5CF394-5FD1-4F61-B07D-81DDCD2DECD8}" dt="2024-02-25T00:25:05.452" v="2176" actId="20577"/>
      <pc:docMkLst>
        <pc:docMk/>
      </pc:docMkLst>
      <pc:sldChg chg="addSp modSp mod">
        <pc:chgData name="Alec Wells" userId="527ade61401a42c1" providerId="LiveId" clId="{4B5CF394-5FD1-4F61-B07D-81DDCD2DECD8}" dt="2024-02-25T00:10:27.276" v="1804" actId="20577"/>
        <pc:sldMkLst>
          <pc:docMk/>
          <pc:sldMk cId="0" sldId="280"/>
        </pc:sldMkLst>
        <pc:spChg chg="mod">
          <ac:chgData name="Alec Wells" userId="527ade61401a42c1" providerId="LiveId" clId="{4B5CF394-5FD1-4F61-B07D-81DDCD2DECD8}" dt="2024-02-25T00:10:27.276" v="1804" actId="20577"/>
          <ac:spMkLst>
            <pc:docMk/>
            <pc:sldMk cId="0" sldId="280"/>
            <ac:spMk id="16387" creationId="{81342D44-74E1-97A4-8589-796867BFD118}"/>
          </ac:spMkLst>
        </pc:spChg>
        <pc:picChg chg="add mod modCrop">
          <ac:chgData name="Alec Wells" userId="527ade61401a42c1" providerId="LiveId" clId="{4B5CF394-5FD1-4F61-B07D-81DDCD2DECD8}" dt="2024-02-25T00:07:49.837" v="1779" actId="1076"/>
          <ac:picMkLst>
            <pc:docMk/>
            <pc:sldMk cId="0" sldId="280"/>
            <ac:picMk id="3" creationId="{A9D1EFE3-605F-5DAB-7074-FD36E008B6C2}"/>
          </ac:picMkLst>
        </pc:picChg>
        <pc:picChg chg="add mod modCrop">
          <ac:chgData name="Alec Wells" userId="527ade61401a42c1" providerId="LiveId" clId="{4B5CF394-5FD1-4F61-B07D-81DDCD2DECD8}" dt="2024-02-25T00:08:00.389" v="1780" actId="1076"/>
          <ac:picMkLst>
            <pc:docMk/>
            <pc:sldMk cId="0" sldId="280"/>
            <ac:picMk id="5" creationId="{7A342E56-C3EB-0B41-24D0-94B99995B49A}"/>
          </ac:picMkLst>
        </pc:picChg>
      </pc:sldChg>
      <pc:sldChg chg="modSp">
        <pc:chgData name="Alec Wells" userId="527ade61401a42c1" providerId="LiveId" clId="{4B5CF394-5FD1-4F61-B07D-81DDCD2DECD8}" dt="2024-02-24T23:53:27.409" v="1615" actId="20578"/>
        <pc:sldMkLst>
          <pc:docMk/>
          <pc:sldMk cId="2344798045" sldId="322"/>
        </pc:sldMkLst>
        <pc:spChg chg="mod">
          <ac:chgData name="Alec Wells" userId="527ade61401a42c1" providerId="LiveId" clId="{4B5CF394-5FD1-4F61-B07D-81DDCD2DECD8}" dt="2024-02-24T23:53:27.409" v="1615" actId="20578"/>
          <ac:spMkLst>
            <pc:docMk/>
            <pc:sldMk cId="2344798045" sldId="322"/>
            <ac:spMk id="9219" creationId="{5CC3486B-08E6-F214-9AB6-A0B28ADAE5A1}"/>
          </ac:spMkLst>
        </pc:spChg>
      </pc:sldChg>
      <pc:sldChg chg="modSp mod">
        <pc:chgData name="Alec Wells" userId="527ade61401a42c1" providerId="LiveId" clId="{4B5CF394-5FD1-4F61-B07D-81DDCD2DECD8}" dt="2024-02-24T23:52:52.537" v="1614" actId="20577"/>
        <pc:sldMkLst>
          <pc:docMk/>
          <pc:sldMk cId="3268456659" sldId="323"/>
        </pc:sldMkLst>
        <pc:spChg chg="mod">
          <ac:chgData name="Alec Wells" userId="527ade61401a42c1" providerId="LiveId" clId="{4B5CF394-5FD1-4F61-B07D-81DDCD2DECD8}" dt="2024-02-24T23:52:52.537" v="1614" actId="20577"/>
          <ac:spMkLst>
            <pc:docMk/>
            <pc:sldMk cId="3268456659" sldId="323"/>
            <ac:spMk id="9218" creationId="{84CF5082-D7F5-B4E5-1C7B-26348DB4895D}"/>
          </ac:spMkLst>
        </pc:spChg>
        <pc:spChg chg="mod">
          <ac:chgData name="Alec Wells" userId="527ade61401a42c1" providerId="LiveId" clId="{4B5CF394-5FD1-4F61-B07D-81DDCD2DECD8}" dt="2024-02-24T23:24:31.360" v="0" actId="20578"/>
          <ac:spMkLst>
            <pc:docMk/>
            <pc:sldMk cId="3268456659" sldId="323"/>
            <ac:spMk id="9219" creationId="{6A7A7E31-0D87-E432-725B-F3E242FA062D}"/>
          </ac:spMkLst>
        </pc:spChg>
      </pc:sldChg>
      <pc:sldChg chg="modSp mod">
        <pc:chgData name="Alec Wells" userId="527ade61401a42c1" providerId="LiveId" clId="{4B5CF394-5FD1-4F61-B07D-81DDCD2DECD8}" dt="2024-02-24T23:53:36.201" v="1617" actId="20577"/>
        <pc:sldMkLst>
          <pc:docMk/>
          <pc:sldMk cId="442707805" sldId="344"/>
        </pc:sldMkLst>
        <pc:spChg chg="mod">
          <ac:chgData name="Alec Wells" userId="527ade61401a42c1" providerId="LiveId" clId="{4B5CF394-5FD1-4F61-B07D-81DDCD2DECD8}" dt="2024-02-24T23:53:36.201" v="1617" actId="20577"/>
          <ac:spMkLst>
            <pc:docMk/>
            <pc:sldMk cId="442707805" sldId="344"/>
            <ac:spMk id="9218" creationId="{9D82E604-2EE0-3E1A-D9B3-3128416C9351}"/>
          </ac:spMkLst>
        </pc:spChg>
        <pc:spChg chg="mod">
          <ac:chgData name="Alec Wells" userId="527ade61401a42c1" providerId="LiveId" clId="{4B5CF394-5FD1-4F61-B07D-81DDCD2DECD8}" dt="2024-02-24T23:51:18.842" v="1591" actId="20577"/>
          <ac:spMkLst>
            <pc:docMk/>
            <pc:sldMk cId="442707805" sldId="344"/>
            <ac:spMk id="9219" creationId="{D7ED8E83-2989-5ED3-76D9-41ED6D69E513}"/>
          </ac:spMkLst>
        </pc:spChg>
      </pc:sldChg>
      <pc:sldChg chg="modSp mod">
        <pc:chgData name="Alec Wells" userId="527ade61401a42c1" providerId="LiveId" clId="{4B5CF394-5FD1-4F61-B07D-81DDCD2DECD8}" dt="2024-02-25T00:19:06.547" v="2114" actId="20577"/>
        <pc:sldMkLst>
          <pc:docMk/>
          <pc:sldMk cId="3493719763" sldId="348"/>
        </pc:sldMkLst>
        <pc:spChg chg="mod">
          <ac:chgData name="Alec Wells" userId="527ade61401a42c1" providerId="LiveId" clId="{4B5CF394-5FD1-4F61-B07D-81DDCD2DECD8}" dt="2024-02-25T00:19:06.547" v="2114" actId="20577"/>
          <ac:spMkLst>
            <pc:docMk/>
            <pc:sldMk cId="3493719763" sldId="348"/>
            <ac:spMk id="16387" creationId="{AE55AA3C-9876-C4AE-1999-7DF0F24255B2}"/>
          </ac:spMkLst>
        </pc:spChg>
      </pc:sldChg>
      <pc:sldChg chg="addSp modSp mod ord">
        <pc:chgData name="Alec Wells" userId="527ade61401a42c1" providerId="LiveId" clId="{4B5CF394-5FD1-4F61-B07D-81DDCD2DECD8}" dt="2024-02-24T23:58:32.396" v="1662" actId="1076"/>
        <pc:sldMkLst>
          <pc:docMk/>
          <pc:sldMk cId="110807449" sldId="349"/>
        </pc:sldMkLst>
        <pc:spChg chg="mod">
          <ac:chgData name="Alec Wells" userId="527ade61401a42c1" providerId="LiveId" clId="{4B5CF394-5FD1-4F61-B07D-81DDCD2DECD8}" dt="2024-02-24T23:58:02.163" v="1660" actId="20577"/>
          <ac:spMkLst>
            <pc:docMk/>
            <pc:sldMk cId="110807449" sldId="349"/>
            <ac:spMk id="16387" creationId="{5C471C45-B70A-48F5-4BB0-0299718FCCF3}"/>
          </ac:spMkLst>
        </pc:spChg>
        <pc:picChg chg="add mod">
          <ac:chgData name="Alec Wells" userId="527ade61401a42c1" providerId="LiveId" clId="{4B5CF394-5FD1-4F61-B07D-81DDCD2DECD8}" dt="2024-02-24T23:58:32.396" v="1662" actId="1076"/>
          <ac:picMkLst>
            <pc:docMk/>
            <pc:sldMk cId="110807449" sldId="349"/>
            <ac:picMk id="3" creationId="{8442FA54-1EBB-410D-BED4-5D9BB89A63D4}"/>
          </ac:picMkLst>
        </pc:picChg>
      </pc:sldChg>
      <pc:sldChg chg="modSp mod ord">
        <pc:chgData name="Alec Wells" userId="527ade61401a42c1" providerId="LiveId" clId="{4B5CF394-5FD1-4F61-B07D-81DDCD2DECD8}" dt="2024-02-24T23:52:00.515" v="1613"/>
        <pc:sldMkLst>
          <pc:docMk/>
          <pc:sldMk cId="49530787" sldId="350"/>
        </pc:sldMkLst>
        <pc:spChg chg="mod">
          <ac:chgData name="Alec Wells" userId="527ade61401a42c1" providerId="LiveId" clId="{4B5CF394-5FD1-4F61-B07D-81DDCD2DECD8}" dt="2024-02-24T23:51:42.175" v="1611" actId="20577"/>
          <ac:spMkLst>
            <pc:docMk/>
            <pc:sldMk cId="49530787" sldId="350"/>
            <ac:spMk id="16386" creationId="{C04D9E68-69C9-7ED7-124D-C4171E4C4309}"/>
          </ac:spMkLst>
        </pc:spChg>
        <pc:spChg chg="mod">
          <ac:chgData name="Alec Wells" userId="527ade61401a42c1" providerId="LiveId" clId="{4B5CF394-5FD1-4F61-B07D-81DDCD2DECD8}" dt="2024-02-24T23:45:22.972" v="599" actId="20577"/>
          <ac:spMkLst>
            <pc:docMk/>
            <pc:sldMk cId="49530787" sldId="350"/>
            <ac:spMk id="16387" creationId="{08E0A061-609E-BD92-34BE-0F168694D455}"/>
          </ac:spMkLst>
        </pc:spChg>
      </pc:sldChg>
      <pc:sldChg chg="modSp add mod ord">
        <pc:chgData name="Alec Wells" userId="527ade61401a42c1" providerId="LiveId" clId="{4B5CF394-5FD1-4F61-B07D-81DDCD2DECD8}" dt="2024-02-24T23:56:15.171" v="1630" actId="20577"/>
        <pc:sldMkLst>
          <pc:docMk/>
          <pc:sldMk cId="2058521988" sldId="351"/>
        </pc:sldMkLst>
        <pc:spChg chg="mod">
          <ac:chgData name="Alec Wells" userId="527ade61401a42c1" providerId="LiveId" clId="{4B5CF394-5FD1-4F61-B07D-81DDCD2DECD8}" dt="2024-02-24T23:46:01.123" v="621" actId="20577"/>
          <ac:spMkLst>
            <pc:docMk/>
            <pc:sldMk cId="2058521988" sldId="351"/>
            <ac:spMk id="16386" creationId="{E05D0109-07BD-D357-89FC-E81B726C8E4F}"/>
          </ac:spMkLst>
        </pc:spChg>
        <pc:spChg chg="mod">
          <ac:chgData name="Alec Wells" userId="527ade61401a42c1" providerId="LiveId" clId="{4B5CF394-5FD1-4F61-B07D-81DDCD2DECD8}" dt="2024-02-24T23:56:15.171" v="1630" actId="20577"/>
          <ac:spMkLst>
            <pc:docMk/>
            <pc:sldMk cId="2058521988" sldId="351"/>
            <ac:spMk id="16387" creationId="{90C57D13-D829-DEF4-6334-666A031B5D3A}"/>
          </ac:spMkLst>
        </pc:spChg>
      </pc:sldChg>
      <pc:sldChg chg="modSp add mod ord">
        <pc:chgData name="Alec Wells" userId="527ade61401a42c1" providerId="LiveId" clId="{4B5CF394-5FD1-4F61-B07D-81DDCD2DECD8}" dt="2024-02-25T00:09:40.985" v="1802" actId="20577"/>
        <pc:sldMkLst>
          <pc:docMk/>
          <pc:sldMk cId="1746413386" sldId="352"/>
        </pc:sldMkLst>
        <pc:spChg chg="mod">
          <ac:chgData name="Alec Wells" userId="527ade61401a42c1" providerId="LiveId" clId="{4B5CF394-5FD1-4F61-B07D-81DDCD2DECD8}" dt="2024-02-24T23:59:02" v="1682" actId="20577"/>
          <ac:spMkLst>
            <pc:docMk/>
            <pc:sldMk cId="1746413386" sldId="352"/>
            <ac:spMk id="16386" creationId="{D61BDA4D-5986-6213-445D-75C4C88D1CD0}"/>
          </ac:spMkLst>
        </pc:spChg>
        <pc:spChg chg="mod">
          <ac:chgData name="Alec Wells" userId="527ade61401a42c1" providerId="LiveId" clId="{4B5CF394-5FD1-4F61-B07D-81DDCD2DECD8}" dt="2024-02-25T00:09:40.985" v="1802" actId="20577"/>
          <ac:spMkLst>
            <pc:docMk/>
            <pc:sldMk cId="1746413386" sldId="352"/>
            <ac:spMk id="16387" creationId="{5E708BE7-253C-C25A-AAB4-BAF62EB67AC3}"/>
          </ac:spMkLst>
        </pc:spChg>
      </pc:sldChg>
      <pc:sldChg chg="addSp modSp add mod ord">
        <pc:chgData name="Alec Wells" userId="527ade61401a42c1" providerId="LiveId" clId="{4B5CF394-5FD1-4F61-B07D-81DDCD2DECD8}" dt="2024-02-25T00:25:05.452" v="2176" actId="20577"/>
        <pc:sldMkLst>
          <pc:docMk/>
          <pc:sldMk cId="3762269615" sldId="353"/>
        </pc:sldMkLst>
        <pc:spChg chg="mod">
          <ac:chgData name="Alec Wells" userId="527ade61401a42c1" providerId="LiveId" clId="{4B5CF394-5FD1-4F61-B07D-81DDCD2DECD8}" dt="2024-02-25T00:25:05.452" v="2176" actId="20577"/>
          <ac:spMkLst>
            <pc:docMk/>
            <pc:sldMk cId="3762269615" sldId="353"/>
            <ac:spMk id="9219" creationId="{79B66C39-F6DB-DA44-6350-FB75ADD7FBDC}"/>
          </ac:spMkLst>
        </pc:spChg>
        <pc:picChg chg="add mod">
          <ac:chgData name="Alec Wells" userId="527ade61401a42c1" providerId="LiveId" clId="{4B5CF394-5FD1-4F61-B07D-81DDCD2DECD8}" dt="2024-02-25T00:24:00.554" v="2167" actId="1036"/>
          <ac:picMkLst>
            <pc:docMk/>
            <pc:sldMk cId="3762269615" sldId="353"/>
            <ac:picMk id="3" creationId="{8F5AC2DE-7C90-251E-139C-5AD464D7103B}"/>
          </ac:picMkLst>
        </pc:picChg>
        <pc:picChg chg="add mod">
          <ac:chgData name="Alec Wells" userId="527ade61401a42c1" providerId="LiveId" clId="{4B5CF394-5FD1-4F61-B07D-81DDCD2DECD8}" dt="2024-02-25T00:24:00.554" v="2167" actId="1036"/>
          <ac:picMkLst>
            <pc:docMk/>
            <pc:sldMk cId="3762269615" sldId="353"/>
            <ac:picMk id="7" creationId="{398EBA43-BAB6-AFCC-3D73-229BFB48ADF9}"/>
          </ac:picMkLst>
        </pc:picChg>
        <pc:cxnChg chg="add mod">
          <ac:chgData name="Alec Wells" userId="527ade61401a42c1" providerId="LiveId" clId="{4B5CF394-5FD1-4F61-B07D-81DDCD2DECD8}" dt="2024-02-25T00:24:00.554" v="2167" actId="1036"/>
          <ac:cxnSpMkLst>
            <pc:docMk/>
            <pc:sldMk cId="3762269615" sldId="353"/>
            <ac:cxnSpMk id="5" creationId="{46B86431-CAF5-AD4D-D1FF-4E2A75645936}"/>
          </ac:cxnSpMkLst>
        </pc:cxnChg>
      </pc:sldChg>
    </pc:docChg>
  </pc:docChgLst>
  <pc:docChgLst>
    <pc:chgData name="Alec Wells" userId="527ade61401a42c1" providerId="LiveId" clId="{723F4AD0-378E-4F33-94CC-155F2A01F709}"/>
    <pc:docChg chg="undo custSel addSld delSld modSld sldOrd">
      <pc:chgData name="Alec Wells" userId="527ade61401a42c1" providerId="LiveId" clId="{723F4AD0-378E-4F33-94CC-155F2A01F709}" dt="2024-02-24T17:15:47.736" v="4746" actId="2696"/>
      <pc:docMkLst>
        <pc:docMk/>
      </pc:docMkLst>
      <pc:sldChg chg="modSp mod">
        <pc:chgData name="Alec Wells" userId="527ade61401a42c1" providerId="LiveId" clId="{723F4AD0-378E-4F33-94CC-155F2A01F709}" dt="2024-02-24T15:51:59.404" v="285" actId="20577"/>
        <pc:sldMkLst>
          <pc:docMk/>
          <pc:sldMk cId="0" sldId="256"/>
        </pc:sldMkLst>
        <pc:spChg chg="mod">
          <ac:chgData name="Alec Wells" userId="527ade61401a42c1" providerId="LiveId" clId="{723F4AD0-378E-4F33-94CC-155F2A01F709}" dt="2024-02-24T15:51:59.404" v="285" actId="20577"/>
          <ac:spMkLst>
            <pc:docMk/>
            <pc:sldMk cId="0" sldId="256"/>
            <ac:spMk id="2050" creationId="{CBD22B11-C1DB-B6A6-2EEE-0A845FB70593}"/>
          </ac:spMkLst>
        </pc:spChg>
        <pc:spChg chg="mod">
          <ac:chgData name="Alec Wells" userId="527ade61401a42c1" providerId="LiveId" clId="{723F4AD0-378E-4F33-94CC-155F2A01F709}" dt="2024-02-24T15:47:30.400" v="5" actId="20577"/>
          <ac:spMkLst>
            <pc:docMk/>
            <pc:sldMk cId="0" sldId="256"/>
            <ac:spMk id="3075" creationId="{DA12F9B4-B776-2DD3-BE3B-4F6AF00DB9ED}"/>
          </ac:spMkLst>
        </pc:spChg>
      </pc:sldChg>
      <pc:sldChg chg="del">
        <pc:chgData name="Alec Wells" userId="527ade61401a42c1" providerId="LiveId" clId="{723F4AD0-378E-4F33-94CC-155F2A01F709}" dt="2024-02-24T17:15:44.268" v="4745" actId="2696"/>
        <pc:sldMkLst>
          <pc:docMk/>
          <pc:sldMk cId="0" sldId="278"/>
        </pc:sldMkLst>
      </pc:sldChg>
      <pc:sldChg chg="del">
        <pc:chgData name="Alec Wells" userId="527ade61401a42c1" providerId="LiveId" clId="{723F4AD0-378E-4F33-94CC-155F2A01F709}" dt="2024-02-24T17:15:12.172" v="4742" actId="47"/>
        <pc:sldMkLst>
          <pc:docMk/>
          <pc:sldMk cId="0" sldId="279"/>
        </pc:sldMkLst>
      </pc:sldChg>
      <pc:sldChg chg="modSp mod ord">
        <pc:chgData name="Alec Wells" userId="527ade61401a42c1" providerId="LiveId" clId="{723F4AD0-378E-4F33-94CC-155F2A01F709}" dt="2024-02-24T16:59:55.485" v="4293" actId="20577"/>
        <pc:sldMkLst>
          <pc:docMk/>
          <pc:sldMk cId="0" sldId="280"/>
        </pc:sldMkLst>
        <pc:spChg chg="mod">
          <ac:chgData name="Alec Wells" userId="527ade61401a42c1" providerId="LiveId" clId="{723F4AD0-378E-4F33-94CC-155F2A01F709}" dt="2024-02-24T16:59:42.538" v="4266" actId="20577"/>
          <ac:spMkLst>
            <pc:docMk/>
            <pc:sldMk cId="0" sldId="280"/>
            <ac:spMk id="16386" creationId="{CF913AC3-A2EB-60CC-3A60-0C428FF5CB8F}"/>
          </ac:spMkLst>
        </pc:spChg>
        <pc:spChg chg="mod">
          <ac:chgData name="Alec Wells" userId="527ade61401a42c1" providerId="LiveId" clId="{723F4AD0-378E-4F33-94CC-155F2A01F709}" dt="2024-02-24T16:59:55.485" v="4293" actId="20577"/>
          <ac:spMkLst>
            <pc:docMk/>
            <pc:sldMk cId="0" sldId="280"/>
            <ac:spMk id="16387" creationId="{81342D44-74E1-97A4-8589-796867BFD118}"/>
          </ac:spMkLst>
        </pc:spChg>
      </pc:sldChg>
      <pc:sldChg chg="del">
        <pc:chgData name="Alec Wells" userId="527ade61401a42c1" providerId="LiveId" clId="{723F4AD0-378E-4F33-94CC-155F2A01F709}" dt="2024-02-24T17:15:07.831" v="4737" actId="47"/>
        <pc:sldMkLst>
          <pc:docMk/>
          <pc:sldMk cId="0" sldId="287"/>
        </pc:sldMkLst>
      </pc:sldChg>
      <pc:sldChg chg="modSp mod">
        <pc:chgData name="Alec Wells" userId="527ade61401a42c1" providerId="LiveId" clId="{723F4AD0-378E-4F33-94CC-155F2A01F709}" dt="2024-02-24T16:41:53.358" v="3819" actId="20577"/>
        <pc:sldMkLst>
          <pc:docMk/>
          <pc:sldMk cId="0" sldId="288"/>
        </pc:sldMkLst>
        <pc:spChg chg="mod">
          <ac:chgData name="Alec Wells" userId="527ade61401a42c1" providerId="LiveId" clId="{723F4AD0-378E-4F33-94CC-155F2A01F709}" dt="2024-02-24T16:41:53.358" v="3819" actId="20577"/>
          <ac:spMkLst>
            <pc:docMk/>
            <pc:sldMk cId="0" sldId="288"/>
            <ac:spMk id="2" creationId="{52DE4ECD-C5F6-A1E5-C293-EDEE52A105BE}"/>
          </ac:spMkLst>
        </pc:spChg>
        <pc:spChg chg="mod">
          <ac:chgData name="Alec Wells" userId="527ade61401a42c1" providerId="LiveId" clId="{723F4AD0-378E-4F33-94CC-155F2A01F709}" dt="2024-02-24T16:11:16.727" v="2315" actId="20577"/>
          <ac:spMkLst>
            <pc:docMk/>
            <pc:sldMk cId="0" sldId="288"/>
            <ac:spMk id="7170" creationId="{C60AED26-C427-6B88-E02C-E6372E5FEC37}"/>
          </ac:spMkLst>
        </pc:spChg>
      </pc:sldChg>
      <pc:sldChg chg="modSp mod">
        <pc:chgData name="Alec Wells" userId="527ade61401a42c1" providerId="LiveId" clId="{723F4AD0-378E-4F33-94CC-155F2A01F709}" dt="2024-02-24T17:08:18.262" v="4656" actId="1076"/>
        <pc:sldMkLst>
          <pc:docMk/>
          <pc:sldMk cId="2823282474" sldId="319"/>
        </pc:sldMkLst>
        <pc:spChg chg="mod">
          <ac:chgData name="Alec Wells" userId="527ade61401a42c1" providerId="LiveId" clId="{723F4AD0-378E-4F33-94CC-155F2A01F709}" dt="2024-02-24T15:51:57.291" v="283" actId="20577"/>
          <ac:spMkLst>
            <pc:docMk/>
            <pc:sldMk cId="2823282474" sldId="319"/>
            <ac:spMk id="5122" creationId="{03008CAA-58BB-9816-3370-99195DD15434}"/>
          </ac:spMkLst>
        </pc:spChg>
        <pc:spChg chg="mod">
          <ac:chgData name="Alec Wells" userId="527ade61401a42c1" providerId="LiveId" clId="{723F4AD0-378E-4F33-94CC-155F2A01F709}" dt="2024-02-24T17:08:18.262" v="4656" actId="1076"/>
          <ac:spMkLst>
            <pc:docMk/>
            <pc:sldMk cId="2823282474" sldId="319"/>
            <ac:spMk id="5123" creationId="{1372D5BC-0841-7191-D4A0-4C1202001BCC}"/>
          </ac:spMkLst>
        </pc:spChg>
      </pc:sldChg>
      <pc:sldChg chg="modSp mod">
        <pc:chgData name="Alec Wells" userId="527ade61401a42c1" providerId="LiveId" clId="{723F4AD0-378E-4F33-94CC-155F2A01F709}" dt="2024-02-24T16:06:10.699" v="1925" actId="14100"/>
        <pc:sldMkLst>
          <pc:docMk/>
          <pc:sldMk cId="4058445389" sldId="320"/>
        </pc:sldMkLst>
        <pc:spChg chg="mod">
          <ac:chgData name="Alec Wells" userId="527ade61401a42c1" providerId="LiveId" clId="{723F4AD0-378E-4F33-94CC-155F2A01F709}" dt="2024-02-24T16:00:12.086" v="884" actId="20577"/>
          <ac:spMkLst>
            <pc:docMk/>
            <pc:sldMk cId="4058445389" sldId="320"/>
            <ac:spMk id="5122" creationId="{CD504D0F-EA23-1C0C-536A-83011BE5839E}"/>
          </ac:spMkLst>
        </pc:spChg>
        <pc:spChg chg="mod">
          <ac:chgData name="Alec Wells" userId="527ade61401a42c1" providerId="LiveId" clId="{723F4AD0-378E-4F33-94CC-155F2A01F709}" dt="2024-02-24T16:06:10.699" v="1925" actId="14100"/>
          <ac:spMkLst>
            <pc:docMk/>
            <pc:sldMk cId="4058445389" sldId="320"/>
            <ac:spMk id="5123" creationId="{09CD60AF-6ED3-765B-7BE5-CC4A717815BA}"/>
          </ac:spMkLst>
        </pc:spChg>
      </pc:sldChg>
      <pc:sldChg chg="modSp mod">
        <pc:chgData name="Alec Wells" userId="527ade61401a42c1" providerId="LiveId" clId="{723F4AD0-378E-4F33-94CC-155F2A01F709}" dt="2024-02-24T16:10:32.331" v="2288" actId="20577"/>
        <pc:sldMkLst>
          <pc:docMk/>
          <pc:sldMk cId="3207795901" sldId="321"/>
        </pc:sldMkLst>
        <pc:spChg chg="mod">
          <ac:chgData name="Alec Wells" userId="527ade61401a42c1" providerId="LiveId" clId="{723F4AD0-378E-4F33-94CC-155F2A01F709}" dt="2024-02-24T16:06:41.954" v="1950" actId="20577"/>
          <ac:spMkLst>
            <pc:docMk/>
            <pc:sldMk cId="3207795901" sldId="321"/>
            <ac:spMk id="5122" creationId="{1A7F4135-10B2-1A5A-493F-627F6C77E720}"/>
          </ac:spMkLst>
        </pc:spChg>
        <pc:spChg chg="mod">
          <ac:chgData name="Alec Wells" userId="527ade61401a42c1" providerId="LiveId" clId="{723F4AD0-378E-4F33-94CC-155F2A01F709}" dt="2024-02-24T16:10:32.331" v="2288" actId="20577"/>
          <ac:spMkLst>
            <pc:docMk/>
            <pc:sldMk cId="3207795901" sldId="321"/>
            <ac:spMk id="5123" creationId="{381CB796-D834-D21F-B872-FD7C60DFEC7A}"/>
          </ac:spMkLst>
        </pc:spChg>
      </pc:sldChg>
      <pc:sldChg chg="modSp mod">
        <pc:chgData name="Alec Wells" userId="527ade61401a42c1" providerId="LiveId" clId="{723F4AD0-378E-4F33-94CC-155F2A01F709}" dt="2024-02-24T16:37:27.773" v="3397" actId="20577"/>
        <pc:sldMkLst>
          <pc:docMk/>
          <pc:sldMk cId="2344798045" sldId="322"/>
        </pc:sldMkLst>
        <pc:spChg chg="mod">
          <ac:chgData name="Alec Wells" userId="527ade61401a42c1" providerId="LiveId" clId="{723F4AD0-378E-4F33-94CC-155F2A01F709}" dt="2024-02-24T16:28:48.910" v="2718" actId="20577"/>
          <ac:spMkLst>
            <pc:docMk/>
            <pc:sldMk cId="2344798045" sldId="322"/>
            <ac:spMk id="9218" creationId="{4A4FC365-8B08-951E-8A6D-A7C79A84A650}"/>
          </ac:spMkLst>
        </pc:spChg>
        <pc:spChg chg="mod">
          <ac:chgData name="Alec Wells" userId="527ade61401a42c1" providerId="LiveId" clId="{723F4AD0-378E-4F33-94CC-155F2A01F709}" dt="2024-02-24T16:37:27.773" v="3397" actId="20577"/>
          <ac:spMkLst>
            <pc:docMk/>
            <pc:sldMk cId="2344798045" sldId="322"/>
            <ac:spMk id="9219" creationId="{5CC3486B-08E6-F214-9AB6-A0B28ADAE5A1}"/>
          </ac:spMkLst>
        </pc:spChg>
      </pc:sldChg>
      <pc:sldChg chg="modSp mod ord">
        <pc:chgData name="Alec Wells" userId="527ade61401a42c1" providerId="LiveId" clId="{723F4AD0-378E-4F33-94CC-155F2A01F709}" dt="2024-02-24T17:09:39.903" v="4665" actId="20577"/>
        <pc:sldMkLst>
          <pc:docMk/>
          <pc:sldMk cId="3268456659" sldId="323"/>
        </pc:sldMkLst>
        <pc:spChg chg="mod">
          <ac:chgData name="Alec Wells" userId="527ade61401a42c1" providerId="LiveId" clId="{723F4AD0-378E-4F33-94CC-155F2A01F709}" dt="2024-02-24T16:27:23.598" v="2686" actId="20577"/>
          <ac:spMkLst>
            <pc:docMk/>
            <pc:sldMk cId="3268456659" sldId="323"/>
            <ac:spMk id="9218" creationId="{84CF5082-D7F5-B4E5-1C7B-26348DB4895D}"/>
          </ac:spMkLst>
        </pc:spChg>
        <pc:spChg chg="mod">
          <ac:chgData name="Alec Wells" userId="527ade61401a42c1" providerId="LiveId" clId="{723F4AD0-378E-4F33-94CC-155F2A01F709}" dt="2024-02-24T17:09:39.903" v="4665" actId="20577"/>
          <ac:spMkLst>
            <pc:docMk/>
            <pc:sldMk cId="3268456659" sldId="323"/>
            <ac:spMk id="9219" creationId="{6A7A7E31-0D87-E432-725B-F3E242FA062D}"/>
          </ac:spMkLst>
        </pc:spChg>
      </pc:sldChg>
      <pc:sldChg chg="del">
        <pc:chgData name="Alec Wells" userId="527ade61401a42c1" providerId="LiveId" clId="{723F4AD0-378E-4F33-94CC-155F2A01F709}" dt="2024-02-24T17:15:09.581" v="4739" actId="47"/>
        <pc:sldMkLst>
          <pc:docMk/>
          <pc:sldMk cId="879616919" sldId="324"/>
        </pc:sldMkLst>
      </pc:sldChg>
      <pc:sldChg chg="del">
        <pc:chgData name="Alec Wells" userId="527ade61401a42c1" providerId="LiveId" clId="{723F4AD0-378E-4F33-94CC-155F2A01F709}" dt="2024-02-24T17:15:44.268" v="4745" actId="2696"/>
        <pc:sldMkLst>
          <pc:docMk/>
          <pc:sldMk cId="1391965417" sldId="325"/>
        </pc:sldMkLst>
      </pc:sldChg>
      <pc:sldChg chg="del">
        <pc:chgData name="Alec Wells" userId="527ade61401a42c1" providerId="LiveId" clId="{723F4AD0-378E-4F33-94CC-155F2A01F709}" dt="2024-02-24T17:15:28.829" v="4744" actId="2696"/>
        <pc:sldMkLst>
          <pc:docMk/>
          <pc:sldMk cId="3864826509" sldId="326"/>
        </pc:sldMkLst>
      </pc:sldChg>
      <pc:sldChg chg="del">
        <pc:chgData name="Alec Wells" userId="527ade61401a42c1" providerId="LiveId" clId="{723F4AD0-378E-4F33-94CC-155F2A01F709}" dt="2024-02-24T17:15:10.506" v="4740" actId="47"/>
        <pc:sldMkLst>
          <pc:docMk/>
          <pc:sldMk cId="4158563032" sldId="327"/>
        </pc:sldMkLst>
      </pc:sldChg>
      <pc:sldChg chg="del">
        <pc:chgData name="Alec Wells" userId="527ade61401a42c1" providerId="LiveId" clId="{723F4AD0-378E-4F33-94CC-155F2A01F709}" dt="2024-02-24T17:15:28.829" v="4744" actId="2696"/>
        <pc:sldMkLst>
          <pc:docMk/>
          <pc:sldMk cId="3476552295" sldId="328"/>
        </pc:sldMkLst>
      </pc:sldChg>
      <pc:sldChg chg="del">
        <pc:chgData name="Alec Wells" userId="527ade61401a42c1" providerId="LiveId" clId="{723F4AD0-378E-4F33-94CC-155F2A01F709}" dt="2024-02-24T17:15:28.829" v="4744" actId="2696"/>
        <pc:sldMkLst>
          <pc:docMk/>
          <pc:sldMk cId="3344046259" sldId="329"/>
        </pc:sldMkLst>
      </pc:sldChg>
      <pc:sldChg chg="del">
        <pc:chgData name="Alec Wells" userId="527ade61401a42c1" providerId="LiveId" clId="{723F4AD0-378E-4F33-94CC-155F2A01F709}" dt="2024-02-24T17:15:11.332" v="4741" actId="47"/>
        <pc:sldMkLst>
          <pc:docMk/>
          <pc:sldMk cId="87286940" sldId="330"/>
        </pc:sldMkLst>
      </pc:sldChg>
      <pc:sldChg chg="del">
        <pc:chgData name="Alec Wells" userId="527ade61401a42c1" providerId="LiveId" clId="{723F4AD0-378E-4F33-94CC-155F2A01F709}" dt="2024-02-24T17:15:28.829" v="4744" actId="2696"/>
        <pc:sldMkLst>
          <pc:docMk/>
          <pc:sldMk cId="974757567" sldId="331"/>
        </pc:sldMkLst>
      </pc:sldChg>
      <pc:sldChg chg="del">
        <pc:chgData name="Alec Wells" userId="527ade61401a42c1" providerId="LiveId" clId="{723F4AD0-378E-4F33-94CC-155F2A01F709}" dt="2024-02-24T17:15:28.829" v="4744" actId="2696"/>
        <pc:sldMkLst>
          <pc:docMk/>
          <pc:sldMk cId="1647069856" sldId="332"/>
        </pc:sldMkLst>
      </pc:sldChg>
      <pc:sldChg chg="del">
        <pc:chgData name="Alec Wells" userId="527ade61401a42c1" providerId="LiveId" clId="{723F4AD0-378E-4F33-94CC-155F2A01F709}" dt="2024-02-24T17:15:28.829" v="4744" actId="2696"/>
        <pc:sldMkLst>
          <pc:docMk/>
          <pc:sldMk cId="1319788838" sldId="333"/>
        </pc:sldMkLst>
      </pc:sldChg>
      <pc:sldChg chg="del">
        <pc:chgData name="Alec Wells" userId="527ade61401a42c1" providerId="LiveId" clId="{723F4AD0-378E-4F33-94CC-155F2A01F709}" dt="2024-02-24T17:15:28.829" v="4744" actId="2696"/>
        <pc:sldMkLst>
          <pc:docMk/>
          <pc:sldMk cId="2884673971" sldId="334"/>
        </pc:sldMkLst>
      </pc:sldChg>
      <pc:sldChg chg="del">
        <pc:chgData name="Alec Wells" userId="527ade61401a42c1" providerId="LiveId" clId="{723F4AD0-378E-4F33-94CC-155F2A01F709}" dt="2024-02-24T17:15:28.829" v="4744" actId="2696"/>
        <pc:sldMkLst>
          <pc:docMk/>
          <pc:sldMk cId="4166522120" sldId="335"/>
        </pc:sldMkLst>
      </pc:sldChg>
      <pc:sldChg chg="del">
        <pc:chgData name="Alec Wells" userId="527ade61401a42c1" providerId="LiveId" clId="{723F4AD0-378E-4F33-94CC-155F2A01F709}" dt="2024-02-24T17:15:47.736" v="4746" actId="2696"/>
        <pc:sldMkLst>
          <pc:docMk/>
          <pc:sldMk cId="2971515164" sldId="336"/>
        </pc:sldMkLst>
      </pc:sldChg>
      <pc:sldChg chg="del">
        <pc:chgData name="Alec Wells" userId="527ade61401a42c1" providerId="LiveId" clId="{723F4AD0-378E-4F33-94CC-155F2A01F709}" dt="2024-02-24T17:15:28.829" v="4744" actId="2696"/>
        <pc:sldMkLst>
          <pc:docMk/>
          <pc:sldMk cId="791825704" sldId="337"/>
        </pc:sldMkLst>
      </pc:sldChg>
      <pc:sldChg chg="del">
        <pc:chgData name="Alec Wells" userId="527ade61401a42c1" providerId="LiveId" clId="{723F4AD0-378E-4F33-94CC-155F2A01F709}" dt="2024-02-24T17:15:28.829" v="4744" actId="2696"/>
        <pc:sldMkLst>
          <pc:docMk/>
          <pc:sldMk cId="4359106" sldId="338"/>
        </pc:sldMkLst>
      </pc:sldChg>
      <pc:sldChg chg="del">
        <pc:chgData name="Alec Wells" userId="527ade61401a42c1" providerId="LiveId" clId="{723F4AD0-378E-4F33-94CC-155F2A01F709}" dt="2024-02-24T17:15:28.829" v="4744" actId="2696"/>
        <pc:sldMkLst>
          <pc:docMk/>
          <pc:sldMk cId="1593952332" sldId="339"/>
        </pc:sldMkLst>
      </pc:sldChg>
      <pc:sldChg chg="del">
        <pc:chgData name="Alec Wells" userId="527ade61401a42c1" providerId="LiveId" clId="{723F4AD0-378E-4F33-94CC-155F2A01F709}" dt="2024-02-24T17:15:28.829" v="4744" actId="2696"/>
        <pc:sldMkLst>
          <pc:docMk/>
          <pc:sldMk cId="628881882" sldId="340"/>
        </pc:sldMkLst>
      </pc:sldChg>
      <pc:sldChg chg="del">
        <pc:chgData name="Alec Wells" userId="527ade61401a42c1" providerId="LiveId" clId="{723F4AD0-378E-4F33-94CC-155F2A01F709}" dt="2024-02-24T17:15:28.829" v="4744" actId="2696"/>
        <pc:sldMkLst>
          <pc:docMk/>
          <pc:sldMk cId="3508670653" sldId="341"/>
        </pc:sldMkLst>
      </pc:sldChg>
      <pc:sldChg chg="del">
        <pc:chgData name="Alec Wells" userId="527ade61401a42c1" providerId="LiveId" clId="{723F4AD0-378E-4F33-94CC-155F2A01F709}" dt="2024-02-24T17:15:44.268" v="4745" actId="2696"/>
        <pc:sldMkLst>
          <pc:docMk/>
          <pc:sldMk cId="2019510536" sldId="342"/>
        </pc:sldMkLst>
      </pc:sldChg>
      <pc:sldChg chg="del">
        <pc:chgData name="Alec Wells" userId="527ade61401a42c1" providerId="LiveId" clId="{723F4AD0-378E-4F33-94CC-155F2A01F709}" dt="2024-02-24T17:15:08.600" v="4738" actId="47"/>
        <pc:sldMkLst>
          <pc:docMk/>
          <pc:sldMk cId="2382564897" sldId="343"/>
        </pc:sldMkLst>
      </pc:sldChg>
      <pc:sldChg chg="modSp add mod">
        <pc:chgData name="Alec Wells" userId="527ade61401a42c1" providerId="LiveId" clId="{723F4AD0-378E-4F33-94CC-155F2A01F709}" dt="2024-02-24T16:50:58.765" v="4231" actId="20577"/>
        <pc:sldMkLst>
          <pc:docMk/>
          <pc:sldMk cId="442707805" sldId="344"/>
        </pc:sldMkLst>
        <pc:spChg chg="mod">
          <ac:chgData name="Alec Wells" userId="527ade61401a42c1" providerId="LiveId" clId="{723F4AD0-378E-4F33-94CC-155F2A01F709}" dt="2024-02-24T16:41:17.367" v="3801" actId="20577"/>
          <ac:spMkLst>
            <pc:docMk/>
            <pc:sldMk cId="442707805" sldId="344"/>
            <ac:spMk id="9218" creationId="{9D82E604-2EE0-3E1A-D9B3-3128416C9351}"/>
          </ac:spMkLst>
        </pc:spChg>
        <pc:spChg chg="mod">
          <ac:chgData name="Alec Wells" userId="527ade61401a42c1" providerId="LiveId" clId="{723F4AD0-378E-4F33-94CC-155F2A01F709}" dt="2024-02-24T16:50:58.765" v="4231" actId="20577"/>
          <ac:spMkLst>
            <pc:docMk/>
            <pc:sldMk cId="442707805" sldId="344"/>
            <ac:spMk id="9219" creationId="{D7ED8E83-2989-5ED3-76D9-41ED6D69E513}"/>
          </ac:spMkLst>
        </pc:spChg>
      </pc:sldChg>
      <pc:sldChg chg="add del">
        <pc:chgData name="Alec Wells" userId="527ade61401a42c1" providerId="LiveId" clId="{723F4AD0-378E-4F33-94CC-155F2A01F709}" dt="2024-02-24T16:36:59.142" v="3337" actId="2696"/>
        <pc:sldMkLst>
          <pc:docMk/>
          <pc:sldMk cId="3528203170" sldId="344"/>
        </pc:sldMkLst>
      </pc:sldChg>
      <pc:sldChg chg="modSp add mod">
        <pc:chgData name="Alec Wells" userId="527ade61401a42c1" providerId="LiveId" clId="{723F4AD0-378E-4F33-94CC-155F2A01F709}" dt="2024-02-24T17:12:10.790" v="4666" actId="20577"/>
        <pc:sldMkLst>
          <pc:docMk/>
          <pc:sldMk cId="3611540969" sldId="345"/>
        </pc:sldMkLst>
        <pc:spChg chg="mod">
          <ac:chgData name="Alec Wells" userId="527ade61401a42c1" providerId="LiveId" clId="{723F4AD0-378E-4F33-94CC-155F2A01F709}" dt="2024-02-24T16:41:23.318" v="3810" actId="20577"/>
          <ac:spMkLst>
            <pc:docMk/>
            <pc:sldMk cId="3611540969" sldId="345"/>
            <ac:spMk id="9218" creationId="{C6CBE2B7-9E70-22E8-7244-2D179CA375E9}"/>
          </ac:spMkLst>
        </pc:spChg>
        <pc:spChg chg="mod">
          <ac:chgData name="Alec Wells" userId="527ade61401a42c1" providerId="LiveId" clId="{723F4AD0-378E-4F33-94CC-155F2A01F709}" dt="2024-02-24T17:12:10.790" v="4666" actId="20577"/>
          <ac:spMkLst>
            <pc:docMk/>
            <pc:sldMk cId="3611540969" sldId="345"/>
            <ac:spMk id="9219" creationId="{9EB8C548-AD7C-FF1C-C7B1-7676895A3A4B}"/>
          </ac:spMkLst>
        </pc:spChg>
      </pc:sldChg>
      <pc:sldChg chg="modSp add mod ord">
        <pc:chgData name="Alec Wells" userId="527ade61401a42c1" providerId="LiveId" clId="{723F4AD0-378E-4F33-94CC-155F2A01F709}" dt="2024-02-24T16:55:30.306" v="4250"/>
        <pc:sldMkLst>
          <pc:docMk/>
          <pc:sldMk cId="2916349856" sldId="346"/>
        </pc:sldMkLst>
        <pc:spChg chg="mod">
          <ac:chgData name="Alec Wells" userId="527ade61401a42c1" providerId="LiveId" clId="{723F4AD0-378E-4F33-94CC-155F2A01F709}" dt="2024-02-24T16:49:56.748" v="4229" actId="20577"/>
          <ac:spMkLst>
            <pc:docMk/>
            <pc:sldMk cId="2916349856" sldId="346"/>
            <ac:spMk id="9219" creationId="{255F690F-621F-421D-C178-FAB40783051F}"/>
          </ac:spMkLst>
        </pc:spChg>
      </pc:sldChg>
      <pc:sldChg chg="addSp delSp modSp add del mod">
        <pc:chgData name="Alec Wells" userId="527ade61401a42c1" providerId="LiveId" clId="{723F4AD0-378E-4F33-94CC-155F2A01F709}" dt="2024-02-24T17:15:12.970" v="4743" actId="47"/>
        <pc:sldMkLst>
          <pc:docMk/>
          <pc:sldMk cId="1130747141" sldId="347"/>
        </pc:sldMkLst>
        <pc:spChg chg="mod">
          <ac:chgData name="Alec Wells" userId="527ade61401a42c1" providerId="LiveId" clId="{723F4AD0-378E-4F33-94CC-155F2A01F709}" dt="2024-02-24T17:00:43.364" v="4323" actId="20577"/>
          <ac:spMkLst>
            <pc:docMk/>
            <pc:sldMk cId="1130747141" sldId="347"/>
            <ac:spMk id="16386" creationId="{E7917697-481F-8A38-2970-AAE6CE294D1C}"/>
          </ac:spMkLst>
        </pc:spChg>
        <pc:spChg chg="mod">
          <ac:chgData name="Alec Wells" userId="527ade61401a42c1" providerId="LiveId" clId="{723F4AD0-378E-4F33-94CC-155F2A01F709}" dt="2024-02-24T17:02:49.517" v="4446" actId="20577"/>
          <ac:spMkLst>
            <pc:docMk/>
            <pc:sldMk cId="1130747141" sldId="347"/>
            <ac:spMk id="16387" creationId="{AF71E25B-45D5-ACF6-1FE7-E80387051255}"/>
          </ac:spMkLst>
        </pc:spChg>
        <pc:graphicFrameChg chg="add del mod">
          <ac:chgData name="Alec Wells" userId="527ade61401a42c1" providerId="LiveId" clId="{723F4AD0-378E-4F33-94CC-155F2A01F709}" dt="2024-02-24T17:01:55.454" v="4358" actId="478"/>
          <ac:graphicFrameMkLst>
            <pc:docMk/>
            <pc:sldMk cId="1130747141" sldId="347"/>
            <ac:graphicFrameMk id="2" creationId="{D2590F1A-5EDA-5E0D-76F5-77737B306973}"/>
          </ac:graphicFrameMkLst>
        </pc:graphicFrameChg>
      </pc:sldChg>
      <pc:sldChg chg="modSp add mod">
        <pc:chgData name="Alec Wells" userId="527ade61401a42c1" providerId="LiveId" clId="{723F4AD0-378E-4F33-94CC-155F2A01F709}" dt="2024-02-24T17:03:20.054" v="4511" actId="20577"/>
        <pc:sldMkLst>
          <pc:docMk/>
          <pc:sldMk cId="3493719763" sldId="348"/>
        </pc:sldMkLst>
        <pc:spChg chg="mod">
          <ac:chgData name="Alec Wells" userId="527ade61401a42c1" providerId="LiveId" clId="{723F4AD0-378E-4F33-94CC-155F2A01F709}" dt="2024-02-24T17:03:03.010" v="4456" actId="20577"/>
          <ac:spMkLst>
            <pc:docMk/>
            <pc:sldMk cId="3493719763" sldId="348"/>
            <ac:spMk id="16386" creationId="{7B79FD36-35B7-F325-11B8-8E97F496E703}"/>
          </ac:spMkLst>
        </pc:spChg>
        <pc:spChg chg="mod">
          <ac:chgData name="Alec Wells" userId="527ade61401a42c1" providerId="LiveId" clId="{723F4AD0-378E-4F33-94CC-155F2A01F709}" dt="2024-02-24T17:03:20.054" v="4511" actId="20577"/>
          <ac:spMkLst>
            <pc:docMk/>
            <pc:sldMk cId="3493719763" sldId="348"/>
            <ac:spMk id="16387" creationId="{AE55AA3C-9876-C4AE-1999-7DF0F24255B2}"/>
          </ac:spMkLst>
        </pc:spChg>
      </pc:sldChg>
      <pc:sldChg chg="modSp add mod ord">
        <pc:chgData name="Alec Wells" userId="527ade61401a42c1" providerId="LiveId" clId="{723F4AD0-378E-4F33-94CC-155F2A01F709}" dt="2024-02-24T17:15:03.405" v="4736"/>
        <pc:sldMkLst>
          <pc:docMk/>
          <pc:sldMk cId="110807449" sldId="349"/>
        </pc:sldMkLst>
        <pc:spChg chg="mod">
          <ac:chgData name="Alec Wells" userId="527ade61401a42c1" providerId="LiveId" clId="{723F4AD0-378E-4F33-94CC-155F2A01F709}" dt="2024-02-24T17:04:05.596" v="4525" actId="20577"/>
          <ac:spMkLst>
            <pc:docMk/>
            <pc:sldMk cId="110807449" sldId="349"/>
            <ac:spMk id="16386" creationId="{5C24FA8F-4920-8F8A-F7A9-3576BD8957A2}"/>
          </ac:spMkLst>
        </pc:spChg>
        <pc:spChg chg="mod">
          <ac:chgData name="Alec Wells" userId="527ade61401a42c1" providerId="LiveId" clId="{723F4AD0-378E-4F33-94CC-155F2A01F709}" dt="2024-02-24T17:04:24.874" v="4625" actId="20577"/>
          <ac:spMkLst>
            <pc:docMk/>
            <pc:sldMk cId="110807449" sldId="349"/>
            <ac:spMk id="16387" creationId="{5C471C45-B70A-48F5-4BB0-0299718FCCF3}"/>
          </ac:spMkLst>
        </pc:spChg>
      </pc:sldChg>
      <pc:sldChg chg="modSp add mod ord">
        <pc:chgData name="Alec Wells" userId="527ade61401a42c1" providerId="LiveId" clId="{723F4AD0-378E-4F33-94CC-155F2A01F709}" dt="2024-02-24T17:13:46.318" v="4721" actId="20577"/>
        <pc:sldMkLst>
          <pc:docMk/>
          <pc:sldMk cId="49530787" sldId="350"/>
        </pc:sldMkLst>
        <pc:spChg chg="mod">
          <ac:chgData name="Alec Wells" userId="527ade61401a42c1" providerId="LiveId" clId="{723F4AD0-378E-4F33-94CC-155F2A01F709}" dt="2024-02-24T17:06:08.026" v="4634" actId="20577"/>
          <ac:spMkLst>
            <pc:docMk/>
            <pc:sldMk cId="49530787" sldId="350"/>
            <ac:spMk id="16386" creationId="{C04D9E68-69C9-7ED7-124D-C4171E4C4309}"/>
          </ac:spMkLst>
        </pc:spChg>
        <pc:spChg chg="mod">
          <ac:chgData name="Alec Wells" userId="527ade61401a42c1" providerId="LiveId" clId="{723F4AD0-378E-4F33-94CC-155F2A01F709}" dt="2024-02-24T17:13:46.318" v="4721" actId="20577"/>
          <ac:spMkLst>
            <pc:docMk/>
            <pc:sldMk cId="49530787" sldId="350"/>
            <ac:spMk id="16387" creationId="{08E0A061-609E-BD92-34BE-0F168694D455}"/>
          </ac:spMkLst>
        </pc:spChg>
      </pc:sldChg>
      <pc:sldChg chg="modSp add del mod">
        <pc:chgData name="Alec Wells" userId="527ade61401a42c1" providerId="LiveId" clId="{723F4AD0-378E-4F33-94CC-155F2A01F709}" dt="2024-02-24T17:15:01.175" v="4734" actId="47"/>
        <pc:sldMkLst>
          <pc:docMk/>
          <pc:sldMk cId="1350260526" sldId="351"/>
        </pc:sldMkLst>
        <pc:spChg chg="mod">
          <ac:chgData name="Alec Wells" userId="527ade61401a42c1" providerId="LiveId" clId="{723F4AD0-378E-4F33-94CC-155F2A01F709}" dt="2024-02-24T17:14:57.619" v="4733" actId="20577"/>
          <ac:spMkLst>
            <pc:docMk/>
            <pc:sldMk cId="1350260526" sldId="351"/>
            <ac:spMk id="16386" creationId="{2A75AF7E-533F-0AA4-76FA-6E1615403A97}"/>
          </ac:spMkLst>
        </pc:spChg>
      </pc:sldChg>
    </pc:docChg>
  </pc:docChgLst>
  <pc:docChgLst>
    <pc:chgData name="Alec Wells" userId="527ade61401a42c1" providerId="LiveId" clId="{EE5E0F48-9A11-47F4-88FB-34198AA52DCB}"/>
    <pc:docChg chg="modSld">
      <pc:chgData name="Alec Wells" userId="527ade61401a42c1" providerId="LiveId" clId="{EE5E0F48-9A11-47F4-88FB-34198AA52DCB}" dt="2024-02-11T23:08:55.218" v="5" actId="20577"/>
      <pc:docMkLst>
        <pc:docMk/>
      </pc:docMkLst>
      <pc:sldChg chg="modSp mod">
        <pc:chgData name="Alec Wells" userId="527ade61401a42c1" providerId="LiveId" clId="{EE5E0F48-9A11-47F4-88FB-34198AA52DCB}" dt="2024-02-11T23:08:55.218" v="5" actId="20577"/>
        <pc:sldMkLst>
          <pc:docMk/>
          <pc:sldMk cId="0" sldId="256"/>
        </pc:sldMkLst>
        <pc:spChg chg="mod">
          <ac:chgData name="Alec Wells" userId="527ade61401a42c1" providerId="LiveId" clId="{EE5E0F48-9A11-47F4-88FB-34198AA52DCB}" dt="2024-02-11T23:08:55.218" v="5" actId="20577"/>
          <ac:spMkLst>
            <pc:docMk/>
            <pc:sldMk cId="0" sldId="256"/>
            <ac:spMk id="2050" creationId="{CBD22B11-C1DB-B6A6-2EEE-0A845FB7059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0C43917-5DA0-DECF-FF69-2A40A360DAC3}"/>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3" name="Date Placeholder 2">
            <a:extLst>
              <a:ext uri="{FF2B5EF4-FFF2-40B4-BE49-F238E27FC236}">
                <a16:creationId xmlns:a16="http://schemas.microsoft.com/office/drawing/2014/main" id="{F17651BE-CB62-1C46-2D82-5CE8C878F164}"/>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fld id="{F8F6FD23-3D60-4451-A465-FCB20600655D}" type="datetimeFigureOut">
              <a:rPr lang="en-GB" altLang="en-US"/>
              <a:pPr>
                <a:defRPr/>
              </a:pPr>
              <a:t>02/04/2025</a:t>
            </a:fld>
            <a:endParaRPr lang="en-GB" altLang="en-US"/>
          </a:p>
        </p:txBody>
      </p:sp>
      <p:sp>
        <p:nvSpPr>
          <p:cNvPr id="4" name="Slide Image Placeholder 3">
            <a:extLst>
              <a:ext uri="{FF2B5EF4-FFF2-40B4-BE49-F238E27FC236}">
                <a16:creationId xmlns:a16="http://schemas.microsoft.com/office/drawing/2014/main" id="{6EB60F19-1FDC-AE14-9F7A-B626270BC290}"/>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DF6E3879-375D-FC9C-BF07-9901CCEEF48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endParaRPr lang="en-GB" altLang="en-US" noProof="0"/>
          </a:p>
        </p:txBody>
      </p:sp>
      <p:sp>
        <p:nvSpPr>
          <p:cNvPr id="6" name="Footer Placeholder 5">
            <a:extLst>
              <a:ext uri="{FF2B5EF4-FFF2-40B4-BE49-F238E27FC236}">
                <a16:creationId xmlns:a16="http://schemas.microsoft.com/office/drawing/2014/main" id="{1F2C8949-BF00-F811-963F-ECEB0B12FDB7}"/>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ltLang="en-US"/>
          </a:p>
        </p:txBody>
      </p:sp>
      <p:sp>
        <p:nvSpPr>
          <p:cNvPr id="7" name="Slide Number Placeholder 6">
            <a:extLst>
              <a:ext uri="{FF2B5EF4-FFF2-40B4-BE49-F238E27FC236}">
                <a16:creationId xmlns:a16="http://schemas.microsoft.com/office/drawing/2014/main" id="{FAA25848-9C49-2CA4-2EC3-282A591EAB7C}"/>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FA21F885-8204-4DD9-BC7B-9FC74636C35C}"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F1054-8DDF-92FF-6688-A92B8B54A2E1}"/>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F6F515CB-7BC9-A3F3-DA17-7143A5E5BB5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577410B9-4EB9-8391-B4F4-860E52A4D8A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9422B773-B09D-0D30-B50C-86C2872B47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2</a:t>
            </a:fld>
            <a:endParaRPr lang="en-GB" altLang="en-US"/>
          </a:p>
        </p:txBody>
      </p:sp>
    </p:spTree>
    <p:extLst>
      <p:ext uri="{BB962C8B-B14F-4D97-AF65-F5344CB8AC3E}">
        <p14:creationId xmlns:p14="http://schemas.microsoft.com/office/powerpoint/2010/main" val="4481773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F07E8-7767-186B-582A-9710C07A7253}"/>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6DD1C52F-78F2-7052-F63A-A7BA028F67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DCEB2D34-2C7C-58B8-90DA-205D79376D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8CA884E1-5DDD-E567-F5F2-C8DC8D562E4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4</a:t>
            </a:fld>
            <a:endParaRPr lang="en-GB" altLang="en-US"/>
          </a:p>
        </p:txBody>
      </p:sp>
    </p:spTree>
    <p:extLst>
      <p:ext uri="{BB962C8B-B14F-4D97-AF65-F5344CB8AC3E}">
        <p14:creationId xmlns:p14="http://schemas.microsoft.com/office/powerpoint/2010/main" val="3260392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6F683-0859-4494-2924-5B9900EF6119}"/>
            </a:ext>
          </a:extLst>
        </p:cNvPr>
        <p:cNvGrpSpPr/>
        <p:nvPr/>
      </p:nvGrpSpPr>
      <p:grpSpPr>
        <a:xfrm>
          <a:off x="0" y="0"/>
          <a:ext cx="0" cy="0"/>
          <a:chOff x="0" y="0"/>
          <a:chExt cx="0" cy="0"/>
        </a:xfrm>
      </p:grpSpPr>
      <p:sp>
        <p:nvSpPr>
          <p:cNvPr id="6146" name="Slide Image Placeholder 1">
            <a:extLst>
              <a:ext uri="{FF2B5EF4-FFF2-40B4-BE49-F238E27FC236}">
                <a16:creationId xmlns:a16="http://schemas.microsoft.com/office/drawing/2014/main" id="{19E9CF09-3886-61AA-2A8A-EF7C21650B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a:extLst>
              <a:ext uri="{FF2B5EF4-FFF2-40B4-BE49-F238E27FC236}">
                <a16:creationId xmlns:a16="http://schemas.microsoft.com/office/drawing/2014/main" id="{8C1C450E-8F36-1639-6ADD-827C28E2578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a:p>
        </p:txBody>
      </p:sp>
      <p:sp>
        <p:nvSpPr>
          <p:cNvPr id="6148" name="Slide Number Placeholder 3">
            <a:extLst>
              <a:ext uri="{FF2B5EF4-FFF2-40B4-BE49-F238E27FC236}">
                <a16:creationId xmlns:a16="http://schemas.microsoft.com/office/drawing/2014/main" id="{28652056-3C60-ED33-90CF-A84C160605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B9F1681-EC19-4A88-9D1E-FFAFBDB113BD}" type="slidenum">
              <a:rPr lang="en-GB" altLang="en-US" smtClean="0"/>
              <a:pPr/>
              <a:t>5</a:t>
            </a:fld>
            <a:endParaRPr lang="en-GB" altLang="en-US"/>
          </a:p>
        </p:txBody>
      </p:sp>
    </p:spTree>
    <p:extLst>
      <p:ext uri="{BB962C8B-B14F-4D97-AF65-F5344CB8AC3E}">
        <p14:creationId xmlns:p14="http://schemas.microsoft.com/office/powerpoint/2010/main" val="29494827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CD4A0-BC52-29A8-41DF-41120DB34B21}"/>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4A2CAD1A-6946-AE66-6EB4-20CAA17ECA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18CBF186-BE79-6FB9-0EEF-0CEB3F22AFB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110A07CB-553D-35CE-AE2C-2E732A69726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7</a:t>
            </a:fld>
            <a:endParaRPr lang="en-GB" altLang="en-US"/>
          </a:p>
        </p:txBody>
      </p:sp>
    </p:spTree>
    <p:extLst>
      <p:ext uri="{BB962C8B-B14F-4D97-AF65-F5344CB8AC3E}">
        <p14:creationId xmlns:p14="http://schemas.microsoft.com/office/powerpoint/2010/main" val="10232879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45C1E-540C-EC5E-5C4F-C29FC3BAE04B}"/>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8B625C9A-EEE5-025F-D8E3-0DCFB39219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4A699013-45B7-4A2F-CCD4-4BADA92004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7C7986A4-C017-594A-BE3D-95895B9ED27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8</a:t>
            </a:fld>
            <a:endParaRPr lang="en-GB" altLang="en-US"/>
          </a:p>
        </p:txBody>
      </p:sp>
    </p:spTree>
    <p:extLst>
      <p:ext uri="{BB962C8B-B14F-4D97-AF65-F5344CB8AC3E}">
        <p14:creationId xmlns:p14="http://schemas.microsoft.com/office/powerpoint/2010/main" val="3996548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05AF2-C1F7-E12C-A7A9-9F23DD25C6A5}"/>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1823AEC5-5FEE-380E-A084-53BB02C390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BD3DA507-8E6C-BE23-3281-7629EE128EA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5EF9E3F2-234B-2EDB-7FE6-290E9E3D77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9</a:t>
            </a:fld>
            <a:endParaRPr lang="en-GB" altLang="en-US"/>
          </a:p>
        </p:txBody>
      </p:sp>
    </p:spTree>
    <p:extLst>
      <p:ext uri="{BB962C8B-B14F-4D97-AF65-F5344CB8AC3E}">
        <p14:creationId xmlns:p14="http://schemas.microsoft.com/office/powerpoint/2010/main" val="842898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C1C65-94D8-C179-05C3-B1ADA5EA8E08}"/>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BA2A31DB-E0AD-9A61-7A85-BD4E09D6943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83291956-1348-9E00-BC03-995B47CAD7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F4B37F76-FB59-BD19-4DA8-D82DCECB30F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10</a:t>
            </a:fld>
            <a:endParaRPr lang="en-GB" altLang="en-US"/>
          </a:p>
        </p:txBody>
      </p:sp>
    </p:spTree>
    <p:extLst>
      <p:ext uri="{BB962C8B-B14F-4D97-AF65-F5344CB8AC3E}">
        <p14:creationId xmlns:p14="http://schemas.microsoft.com/office/powerpoint/2010/main" val="432901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39430-241F-AC4D-F908-98B8A017D6F7}"/>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34A73286-1D5B-7349-98AE-8AB401E8DF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B3D85D46-D283-92CD-B7C3-B0645C41B9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D0E593B0-0D1B-A5A6-EC63-F98DEA02D1E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11</a:t>
            </a:fld>
            <a:endParaRPr lang="en-GB" altLang="en-US"/>
          </a:p>
        </p:txBody>
      </p:sp>
    </p:spTree>
    <p:extLst>
      <p:ext uri="{BB962C8B-B14F-4D97-AF65-F5344CB8AC3E}">
        <p14:creationId xmlns:p14="http://schemas.microsoft.com/office/powerpoint/2010/main" val="30737873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9100D-EC3E-92C0-C4BD-8E848763254F}"/>
            </a:ext>
          </a:extLst>
        </p:cNvPr>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D632C582-8153-1AEB-921F-71F8318DDA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96453846-2C43-9860-8023-FCF836F188B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p>
        </p:txBody>
      </p:sp>
      <p:sp>
        <p:nvSpPr>
          <p:cNvPr id="10244" name="Slide Number Placeholder 3">
            <a:extLst>
              <a:ext uri="{FF2B5EF4-FFF2-40B4-BE49-F238E27FC236}">
                <a16:creationId xmlns:a16="http://schemas.microsoft.com/office/drawing/2014/main" id="{6EE36D48-DB97-A8B1-4BBB-EE9AAF5CC0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MS PGothic" panose="020B0600070205080204" pitchFamily="34" charset="-128"/>
              </a:defRPr>
            </a:lvl1pPr>
            <a:lvl2pPr marL="742950" indent="-285750">
              <a:defRPr>
                <a:solidFill>
                  <a:schemeClr val="tx1"/>
                </a:solidFill>
                <a:latin typeface="Arial" panose="020B0604020202020204" pitchFamily="34" charset="0"/>
                <a:ea typeface="MS PGothic" panose="020B0600070205080204" pitchFamily="34" charset="-128"/>
              </a:defRPr>
            </a:lvl2pPr>
            <a:lvl3pPr marL="1143000" indent="-228600">
              <a:defRPr>
                <a:solidFill>
                  <a:schemeClr val="tx1"/>
                </a:solidFill>
                <a:latin typeface="Arial" panose="020B0604020202020204" pitchFamily="34" charset="0"/>
                <a:ea typeface="MS PGothic" panose="020B0600070205080204" pitchFamily="34" charset="-128"/>
              </a:defRPr>
            </a:lvl3pPr>
            <a:lvl4pPr marL="1600200" indent="-228600">
              <a:defRPr>
                <a:solidFill>
                  <a:schemeClr val="tx1"/>
                </a:solidFill>
                <a:latin typeface="Arial" panose="020B0604020202020204" pitchFamily="34" charset="0"/>
                <a:ea typeface="MS PGothic" panose="020B0600070205080204" pitchFamily="34" charset="-128"/>
              </a:defRPr>
            </a:lvl4pPr>
            <a:lvl5pPr marL="2057400" indent="-228600">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MS PGothic" panose="020B0600070205080204" pitchFamily="34" charset="-128"/>
              </a:defRPr>
            </a:lvl9pPr>
          </a:lstStyle>
          <a:p>
            <a:fld id="{80C6A30B-EE63-4C00-A719-0635AAEB3D31}" type="slidenum">
              <a:rPr lang="en-GB" altLang="en-US" smtClean="0"/>
              <a:pPr/>
              <a:t>17</a:t>
            </a:fld>
            <a:endParaRPr lang="en-GB" altLang="en-US"/>
          </a:p>
        </p:txBody>
      </p:sp>
    </p:spTree>
    <p:extLst>
      <p:ext uri="{BB962C8B-B14F-4D97-AF65-F5344CB8AC3E}">
        <p14:creationId xmlns:p14="http://schemas.microsoft.com/office/powerpoint/2010/main" val="3475681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71BBAFB-C6ED-4820-7CC8-4B2299CB328A}"/>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3D9B34F-007A-4505-C473-7A739958F29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1077DD2-9ABA-4339-C4A0-71FC7FAFE27B}"/>
              </a:ext>
            </a:extLst>
          </p:cNvPr>
          <p:cNvSpPr>
            <a:spLocks noGrp="1"/>
          </p:cNvSpPr>
          <p:nvPr>
            <p:ph type="sldNum" sz="quarter" idx="12"/>
          </p:nvPr>
        </p:nvSpPr>
        <p:spPr/>
        <p:txBody>
          <a:bodyPr/>
          <a:lstStyle>
            <a:lvl1pPr>
              <a:defRPr/>
            </a:lvl1pPr>
          </a:lstStyle>
          <a:p>
            <a:pPr>
              <a:defRPr/>
            </a:pPr>
            <a:fld id="{30BE0E50-4C41-4C5F-A6E6-AC7BF62D1857}" type="slidenum">
              <a:rPr lang="en-GB" altLang="en-US"/>
              <a:pPr>
                <a:defRPr/>
              </a:pPr>
              <a:t>‹#›</a:t>
            </a:fld>
            <a:endParaRPr lang="en-GB" altLang="en-US"/>
          </a:p>
        </p:txBody>
      </p:sp>
    </p:spTree>
    <p:extLst>
      <p:ext uri="{BB962C8B-B14F-4D97-AF65-F5344CB8AC3E}">
        <p14:creationId xmlns:p14="http://schemas.microsoft.com/office/powerpoint/2010/main" val="988784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DD4698-C369-2023-91B9-BF198125B4E0}"/>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64A1741-3F88-8162-B004-697E368D38A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1D36B3B1-73CB-EC00-EED5-0EEA39969896}"/>
              </a:ext>
            </a:extLst>
          </p:cNvPr>
          <p:cNvSpPr>
            <a:spLocks noGrp="1"/>
          </p:cNvSpPr>
          <p:nvPr>
            <p:ph type="sldNum" sz="quarter" idx="12"/>
          </p:nvPr>
        </p:nvSpPr>
        <p:spPr/>
        <p:txBody>
          <a:bodyPr/>
          <a:lstStyle>
            <a:lvl1pPr>
              <a:defRPr/>
            </a:lvl1pPr>
          </a:lstStyle>
          <a:p>
            <a:pPr>
              <a:defRPr/>
            </a:pPr>
            <a:fld id="{7C25BD3A-794A-4E96-98D9-29C2B056AD7D}" type="slidenum">
              <a:rPr lang="en-GB" altLang="en-US"/>
              <a:pPr>
                <a:defRPr/>
              </a:pPr>
              <a:t>‹#›</a:t>
            </a:fld>
            <a:endParaRPr lang="en-GB" altLang="en-US"/>
          </a:p>
        </p:txBody>
      </p:sp>
    </p:spTree>
    <p:extLst>
      <p:ext uri="{BB962C8B-B14F-4D97-AF65-F5344CB8AC3E}">
        <p14:creationId xmlns:p14="http://schemas.microsoft.com/office/powerpoint/2010/main" val="2626168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23E6FFD-939A-BD45-E1E8-529438FC79A5}"/>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E9543CDE-922C-2344-660F-03C06D117A40}"/>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74466662-5449-E588-4330-3A244FF5A028}"/>
              </a:ext>
            </a:extLst>
          </p:cNvPr>
          <p:cNvSpPr>
            <a:spLocks noGrp="1"/>
          </p:cNvSpPr>
          <p:nvPr>
            <p:ph type="sldNum" sz="quarter" idx="12"/>
          </p:nvPr>
        </p:nvSpPr>
        <p:spPr/>
        <p:txBody>
          <a:bodyPr/>
          <a:lstStyle>
            <a:lvl1pPr>
              <a:defRPr/>
            </a:lvl1pPr>
          </a:lstStyle>
          <a:p>
            <a:pPr>
              <a:defRPr/>
            </a:pPr>
            <a:fld id="{81108A3C-4472-4BAF-A76A-4F4F697D913A}" type="slidenum">
              <a:rPr lang="en-GB" altLang="en-US"/>
              <a:pPr>
                <a:defRPr/>
              </a:pPr>
              <a:t>‹#›</a:t>
            </a:fld>
            <a:endParaRPr lang="en-GB" altLang="en-US"/>
          </a:p>
        </p:txBody>
      </p:sp>
    </p:spTree>
    <p:extLst>
      <p:ext uri="{BB962C8B-B14F-4D97-AF65-F5344CB8AC3E}">
        <p14:creationId xmlns:p14="http://schemas.microsoft.com/office/powerpoint/2010/main" val="37002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3F96180A-360A-28AC-BC5B-A14C3263B81D}"/>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E1FAE49A-406E-6125-F6F8-1D8F79C8F15D}"/>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C1914FC4-FB85-D5D5-FABA-19F789F72D39}"/>
              </a:ext>
            </a:extLst>
          </p:cNvPr>
          <p:cNvSpPr>
            <a:spLocks noGrp="1"/>
          </p:cNvSpPr>
          <p:nvPr>
            <p:ph type="sldNum" sz="quarter" idx="12"/>
          </p:nvPr>
        </p:nvSpPr>
        <p:spPr/>
        <p:txBody>
          <a:bodyPr/>
          <a:lstStyle>
            <a:lvl1pPr>
              <a:defRPr/>
            </a:lvl1pPr>
          </a:lstStyle>
          <a:p>
            <a:pPr>
              <a:defRPr/>
            </a:pPr>
            <a:fld id="{B188C25F-8E11-4064-AE56-034BE9F0A5EF}" type="slidenum">
              <a:rPr lang="en-GB" altLang="en-US"/>
              <a:pPr>
                <a:defRPr/>
              </a:pPr>
              <a:t>‹#›</a:t>
            </a:fld>
            <a:endParaRPr lang="en-GB" altLang="en-US"/>
          </a:p>
        </p:txBody>
      </p:sp>
    </p:spTree>
    <p:extLst>
      <p:ext uri="{BB962C8B-B14F-4D97-AF65-F5344CB8AC3E}">
        <p14:creationId xmlns:p14="http://schemas.microsoft.com/office/powerpoint/2010/main" val="23786182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EC118F79-0C6B-8A0F-452A-293937782353}"/>
              </a:ext>
            </a:extLst>
          </p:cNvPr>
          <p:cNvSpPr>
            <a:spLocks noGrp="1"/>
          </p:cNvSpPr>
          <p:nvPr>
            <p:ph type="dt" sz="half" idx="10"/>
          </p:nvPr>
        </p:nvSpPr>
        <p:spPr/>
        <p:txBody>
          <a:bodyPr/>
          <a:lstStyle>
            <a:lvl1pPr>
              <a:defRPr/>
            </a:lvl1pPr>
          </a:lstStyle>
          <a:p>
            <a:pPr>
              <a:defRPr/>
            </a:pPr>
            <a:endParaRPr lang="en-US" altLang="en-US"/>
          </a:p>
        </p:txBody>
      </p:sp>
      <p:sp>
        <p:nvSpPr>
          <p:cNvPr id="8" name="Footer Placeholder 4">
            <a:extLst>
              <a:ext uri="{FF2B5EF4-FFF2-40B4-BE49-F238E27FC236}">
                <a16:creationId xmlns:a16="http://schemas.microsoft.com/office/drawing/2014/main" id="{8DAC1512-3CFA-9ED4-6912-E83D46A6A0F5}"/>
              </a:ext>
            </a:extLst>
          </p:cNvPr>
          <p:cNvSpPr>
            <a:spLocks noGrp="1"/>
          </p:cNvSpPr>
          <p:nvPr>
            <p:ph type="ftr" sz="quarter" idx="11"/>
          </p:nvPr>
        </p:nvSpPr>
        <p:spPr/>
        <p:txBody>
          <a:bodyPr/>
          <a:lstStyle>
            <a:lvl1pPr>
              <a:defRPr/>
            </a:lvl1pPr>
          </a:lstStyle>
          <a:p>
            <a:pPr>
              <a:defRPr/>
            </a:pPr>
            <a:endParaRPr lang="en-US" altLang="en-US"/>
          </a:p>
        </p:txBody>
      </p:sp>
      <p:sp>
        <p:nvSpPr>
          <p:cNvPr id="9" name="Slide Number Placeholder 5">
            <a:extLst>
              <a:ext uri="{FF2B5EF4-FFF2-40B4-BE49-F238E27FC236}">
                <a16:creationId xmlns:a16="http://schemas.microsoft.com/office/drawing/2014/main" id="{9F6B54D7-BD1B-60A9-EE0C-E6240E295A93}"/>
              </a:ext>
            </a:extLst>
          </p:cNvPr>
          <p:cNvSpPr>
            <a:spLocks noGrp="1"/>
          </p:cNvSpPr>
          <p:nvPr>
            <p:ph type="sldNum" sz="quarter" idx="12"/>
          </p:nvPr>
        </p:nvSpPr>
        <p:spPr/>
        <p:txBody>
          <a:bodyPr/>
          <a:lstStyle>
            <a:lvl1pPr>
              <a:defRPr/>
            </a:lvl1pPr>
          </a:lstStyle>
          <a:p>
            <a:pPr>
              <a:defRPr/>
            </a:pPr>
            <a:fld id="{A05C60ED-42C1-4545-9468-EB382124E435}" type="slidenum">
              <a:rPr lang="en-GB" altLang="en-US"/>
              <a:pPr>
                <a:defRPr/>
              </a:pPr>
              <a:t>‹#›</a:t>
            </a:fld>
            <a:endParaRPr lang="en-GB" altLang="en-US"/>
          </a:p>
        </p:txBody>
      </p:sp>
    </p:spTree>
    <p:extLst>
      <p:ext uri="{BB962C8B-B14F-4D97-AF65-F5344CB8AC3E}">
        <p14:creationId xmlns:p14="http://schemas.microsoft.com/office/powerpoint/2010/main" val="2949002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47A73B05-6FFC-20AB-88CD-C36C2814B604}"/>
              </a:ext>
            </a:extLst>
          </p:cNvPr>
          <p:cNvSpPr>
            <a:spLocks noGrp="1"/>
          </p:cNvSpPr>
          <p:nvPr>
            <p:ph type="dt" sz="half" idx="10"/>
          </p:nvPr>
        </p:nvSpPr>
        <p:spPr/>
        <p:txBody>
          <a:bodyPr/>
          <a:lstStyle>
            <a:lvl1pPr>
              <a:defRPr/>
            </a:lvl1pPr>
          </a:lstStyle>
          <a:p>
            <a:pPr>
              <a:defRPr/>
            </a:pPr>
            <a:endParaRPr lang="en-US" altLang="en-US"/>
          </a:p>
        </p:txBody>
      </p:sp>
      <p:sp>
        <p:nvSpPr>
          <p:cNvPr id="4" name="Footer Placeholder 4">
            <a:extLst>
              <a:ext uri="{FF2B5EF4-FFF2-40B4-BE49-F238E27FC236}">
                <a16:creationId xmlns:a16="http://schemas.microsoft.com/office/drawing/2014/main" id="{7D173DA2-E0C4-C94C-1189-0B6927EA5F0E}"/>
              </a:ext>
            </a:extLst>
          </p:cNvPr>
          <p:cNvSpPr>
            <a:spLocks noGrp="1"/>
          </p:cNvSpPr>
          <p:nvPr>
            <p:ph type="ftr" sz="quarter" idx="11"/>
          </p:nvPr>
        </p:nvSpPr>
        <p:spPr/>
        <p:txBody>
          <a:bodyPr/>
          <a:lstStyle>
            <a:lvl1pPr>
              <a:defRPr/>
            </a:lvl1pPr>
          </a:lstStyle>
          <a:p>
            <a:pPr>
              <a:defRPr/>
            </a:pPr>
            <a:endParaRPr lang="en-US" altLang="en-US"/>
          </a:p>
        </p:txBody>
      </p:sp>
      <p:sp>
        <p:nvSpPr>
          <p:cNvPr id="5" name="Slide Number Placeholder 5">
            <a:extLst>
              <a:ext uri="{FF2B5EF4-FFF2-40B4-BE49-F238E27FC236}">
                <a16:creationId xmlns:a16="http://schemas.microsoft.com/office/drawing/2014/main" id="{F9F8BBCA-AB2F-A0B1-0591-4896EDB6C3E6}"/>
              </a:ext>
            </a:extLst>
          </p:cNvPr>
          <p:cNvSpPr>
            <a:spLocks noGrp="1"/>
          </p:cNvSpPr>
          <p:nvPr>
            <p:ph type="sldNum" sz="quarter" idx="12"/>
          </p:nvPr>
        </p:nvSpPr>
        <p:spPr/>
        <p:txBody>
          <a:bodyPr/>
          <a:lstStyle>
            <a:lvl1pPr>
              <a:defRPr/>
            </a:lvl1pPr>
          </a:lstStyle>
          <a:p>
            <a:pPr>
              <a:defRPr/>
            </a:pPr>
            <a:fld id="{D5A3FA38-719B-4553-BB70-BC9B5BFEE365}" type="slidenum">
              <a:rPr lang="en-GB" altLang="en-US"/>
              <a:pPr>
                <a:defRPr/>
              </a:pPr>
              <a:t>‹#›</a:t>
            </a:fld>
            <a:endParaRPr lang="en-GB" altLang="en-US"/>
          </a:p>
        </p:txBody>
      </p:sp>
    </p:spTree>
    <p:extLst>
      <p:ext uri="{BB962C8B-B14F-4D97-AF65-F5344CB8AC3E}">
        <p14:creationId xmlns:p14="http://schemas.microsoft.com/office/powerpoint/2010/main" val="128071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FE38D44-9016-3653-11C1-D7EED8428C20}"/>
              </a:ext>
            </a:extLst>
          </p:cNvPr>
          <p:cNvSpPr>
            <a:spLocks noGrp="1"/>
          </p:cNvSpPr>
          <p:nvPr>
            <p:ph type="dt" sz="half" idx="10"/>
          </p:nvPr>
        </p:nvSpPr>
        <p:spPr/>
        <p:txBody>
          <a:bodyPr/>
          <a:lstStyle>
            <a:lvl1pPr>
              <a:defRPr/>
            </a:lvl1pPr>
          </a:lstStyle>
          <a:p>
            <a:pPr>
              <a:defRPr/>
            </a:pPr>
            <a:endParaRPr lang="en-US" altLang="en-US"/>
          </a:p>
        </p:txBody>
      </p:sp>
      <p:sp>
        <p:nvSpPr>
          <p:cNvPr id="3" name="Footer Placeholder 4">
            <a:extLst>
              <a:ext uri="{FF2B5EF4-FFF2-40B4-BE49-F238E27FC236}">
                <a16:creationId xmlns:a16="http://schemas.microsoft.com/office/drawing/2014/main" id="{59221E15-45F9-4641-B1AD-217C36677594}"/>
              </a:ext>
            </a:extLst>
          </p:cNvPr>
          <p:cNvSpPr>
            <a:spLocks noGrp="1"/>
          </p:cNvSpPr>
          <p:nvPr>
            <p:ph type="ftr" sz="quarter" idx="11"/>
          </p:nvPr>
        </p:nvSpPr>
        <p:spPr/>
        <p:txBody>
          <a:bodyPr/>
          <a:lstStyle>
            <a:lvl1pPr>
              <a:defRPr/>
            </a:lvl1pPr>
          </a:lstStyle>
          <a:p>
            <a:pPr>
              <a:defRPr/>
            </a:pPr>
            <a:endParaRPr lang="en-US" altLang="en-US"/>
          </a:p>
        </p:txBody>
      </p:sp>
      <p:sp>
        <p:nvSpPr>
          <p:cNvPr id="4" name="Slide Number Placeholder 5">
            <a:extLst>
              <a:ext uri="{FF2B5EF4-FFF2-40B4-BE49-F238E27FC236}">
                <a16:creationId xmlns:a16="http://schemas.microsoft.com/office/drawing/2014/main" id="{080A2E8F-4061-8E93-340C-1D20852C28D5}"/>
              </a:ext>
            </a:extLst>
          </p:cNvPr>
          <p:cNvSpPr>
            <a:spLocks noGrp="1"/>
          </p:cNvSpPr>
          <p:nvPr>
            <p:ph type="sldNum" sz="quarter" idx="12"/>
          </p:nvPr>
        </p:nvSpPr>
        <p:spPr/>
        <p:txBody>
          <a:bodyPr/>
          <a:lstStyle>
            <a:lvl1pPr>
              <a:defRPr/>
            </a:lvl1pPr>
          </a:lstStyle>
          <a:p>
            <a:pPr>
              <a:defRPr/>
            </a:pPr>
            <a:fld id="{330F20B5-584E-4376-A04B-5421FA31DE32}" type="slidenum">
              <a:rPr lang="en-GB" altLang="en-US"/>
              <a:pPr>
                <a:defRPr/>
              </a:pPr>
              <a:t>‹#›</a:t>
            </a:fld>
            <a:endParaRPr lang="en-GB" altLang="en-US"/>
          </a:p>
        </p:txBody>
      </p:sp>
    </p:spTree>
    <p:extLst>
      <p:ext uri="{BB962C8B-B14F-4D97-AF65-F5344CB8AC3E}">
        <p14:creationId xmlns:p14="http://schemas.microsoft.com/office/powerpoint/2010/main" val="3789468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308620D2-93DB-34AF-586C-192F933C1D75}"/>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3690FA0B-7904-A676-6163-FD77398C1346}"/>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F1176326-CFAA-29F9-92E3-DCEB4670CBEE}"/>
              </a:ext>
            </a:extLst>
          </p:cNvPr>
          <p:cNvSpPr>
            <a:spLocks noGrp="1"/>
          </p:cNvSpPr>
          <p:nvPr>
            <p:ph type="sldNum" sz="quarter" idx="12"/>
          </p:nvPr>
        </p:nvSpPr>
        <p:spPr/>
        <p:txBody>
          <a:bodyPr/>
          <a:lstStyle>
            <a:lvl1pPr>
              <a:defRPr/>
            </a:lvl1pPr>
          </a:lstStyle>
          <a:p>
            <a:pPr>
              <a:defRPr/>
            </a:pPr>
            <a:fld id="{66C705C3-B364-4629-A107-E36FCF12B0FC}" type="slidenum">
              <a:rPr lang="en-GB" altLang="en-US"/>
              <a:pPr>
                <a:defRPr/>
              </a:pPr>
              <a:t>‹#›</a:t>
            </a:fld>
            <a:endParaRPr lang="en-GB" altLang="en-US"/>
          </a:p>
        </p:txBody>
      </p:sp>
    </p:spTree>
    <p:extLst>
      <p:ext uri="{BB962C8B-B14F-4D97-AF65-F5344CB8AC3E}">
        <p14:creationId xmlns:p14="http://schemas.microsoft.com/office/powerpoint/2010/main" val="4263523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44D5AA8B-B01E-46F3-C62F-FCE7D9A569F1}"/>
              </a:ext>
            </a:extLst>
          </p:cNvPr>
          <p:cNvSpPr>
            <a:spLocks noGrp="1"/>
          </p:cNvSpPr>
          <p:nvPr>
            <p:ph type="dt" sz="half" idx="10"/>
          </p:nvPr>
        </p:nvSpPr>
        <p:spPr/>
        <p:txBody>
          <a:bodyPr/>
          <a:lstStyle>
            <a:lvl1pPr>
              <a:defRPr/>
            </a:lvl1pPr>
          </a:lstStyle>
          <a:p>
            <a:pPr>
              <a:defRPr/>
            </a:pPr>
            <a:endParaRPr lang="en-US" altLang="en-US"/>
          </a:p>
        </p:txBody>
      </p:sp>
      <p:sp>
        <p:nvSpPr>
          <p:cNvPr id="6" name="Footer Placeholder 4">
            <a:extLst>
              <a:ext uri="{FF2B5EF4-FFF2-40B4-BE49-F238E27FC236}">
                <a16:creationId xmlns:a16="http://schemas.microsoft.com/office/drawing/2014/main" id="{08E1609F-5AA5-80F4-30D0-DBCE5236971F}"/>
              </a:ext>
            </a:extLst>
          </p:cNvPr>
          <p:cNvSpPr>
            <a:spLocks noGrp="1"/>
          </p:cNvSpPr>
          <p:nvPr>
            <p:ph type="ftr" sz="quarter" idx="11"/>
          </p:nvPr>
        </p:nvSpPr>
        <p:spPr/>
        <p:txBody>
          <a:bodyPr/>
          <a:lstStyle>
            <a:lvl1pPr>
              <a:defRPr/>
            </a:lvl1pPr>
          </a:lstStyle>
          <a:p>
            <a:pPr>
              <a:defRPr/>
            </a:pPr>
            <a:endParaRPr lang="en-US" altLang="en-US"/>
          </a:p>
        </p:txBody>
      </p:sp>
      <p:sp>
        <p:nvSpPr>
          <p:cNvPr id="7" name="Slide Number Placeholder 5">
            <a:extLst>
              <a:ext uri="{FF2B5EF4-FFF2-40B4-BE49-F238E27FC236}">
                <a16:creationId xmlns:a16="http://schemas.microsoft.com/office/drawing/2014/main" id="{2FA5CEA0-E675-CDA8-9359-23A3EAA6C721}"/>
              </a:ext>
            </a:extLst>
          </p:cNvPr>
          <p:cNvSpPr>
            <a:spLocks noGrp="1"/>
          </p:cNvSpPr>
          <p:nvPr>
            <p:ph type="sldNum" sz="quarter" idx="12"/>
          </p:nvPr>
        </p:nvSpPr>
        <p:spPr/>
        <p:txBody>
          <a:bodyPr/>
          <a:lstStyle>
            <a:lvl1pPr>
              <a:defRPr/>
            </a:lvl1pPr>
          </a:lstStyle>
          <a:p>
            <a:pPr>
              <a:defRPr/>
            </a:pPr>
            <a:fld id="{2D24EF56-4ACE-450F-A7DD-8E4C428E809A}" type="slidenum">
              <a:rPr lang="en-GB" altLang="en-US"/>
              <a:pPr>
                <a:defRPr/>
              </a:pPr>
              <a:t>‹#›</a:t>
            </a:fld>
            <a:endParaRPr lang="en-GB" altLang="en-US"/>
          </a:p>
        </p:txBody>
      </p:sp>
    </p:spTree>
    <p:extLst>
      <p:ext uri="{BB962C8B-B14F-4D97-AF65-F5344CB8AC3E}">
        <p14:creationId xmlns:p14="http://schemas.microsoft.com/office/powerpoint/2010/main" val="1540205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82C65B-8123-09AD-C768-EFA9AA22FD9E}"/>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5275FD1B-7CD8-996E-2C11-932D1F4DBF4E}"/>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45440A63-02C6-C3BE-37F9-0CD17051AB2C}"/>
              </a:ext>
            </a:extLst>
          </p:cNvPr>
          <p:cNvSpPr>
            <a:spLocks noGrp="1"/>
          </p:cNvSpPr>
          <p:nvPr>
            <p:ph type="sldNum" sz="quarter" idx="12"/>
          </p:nvPr>
        </p:nvSpPr>
        <p:spPr/>
        <p:txBody>
          <a:bodyPr/>
          <a:lstStyle>
            <a:lvl1pPr>
              <a:defRPr/>
            </a:lvl1pPr>
          </a:lstStyle>
          <a:p>
            <a:pPr>
              <a:defRPr/>
            </a:pPr>
            <a:fld id="{960B4257-4EAD-4B33-9187-8B0607F59988}" type="slidenum">
              <a:rPr lang="en-GB" altLang="en-US"/>
              <a:pPr>
                <a:defRPr/>
              </a:pPr>
              <a:t>‹#›</a:t>
            </a:fld>
            <a:endParaRPr lang="en-GB" altLang="en-US"/>
          </a:p>
        </p:txBody>
      </p:sp>
    </p:spTree>
    <p:extLst>
      <p:ext uri="{BB962C8B-B14F-4D97-AF65-F5344CB8AC3E}">
        <p14:creationId xmlns:p14="http://schemas.microsoft.com/office/powerpoint/2010/main" val="300163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38E955-62F5-DD4E-EE52-7755BC98615D}"/>
              </a:ext>
            </a:extLst>
          </p:cNvPr>
          <p:cNvSpPr>
            <a:spLocks noGrp="1"/>
          </p:cNvSpPr>
          <p:nvPr>
            <p:ph type="dt" sz="half" idx="10"/>
          </p:nvPr>
        </p:nvSpPr>
        <p:spPr/>
        <p:txBody>
          <a:bodyPr/>
          <a:lstStyle>
            <a:lvl1pPr>
              <a:defRPr/>
            </a:lvl1pPr>
          </a:lstStyle>
          <a:p>
            <a:pPr>
              <a:defRPr/>
            </a:pPr>
            <a:endParaRPr lang="en-US" altLang="en-US"/>
          </a:p>
        </p:txBody>
      </p:sp>
      <p:sp>
        <p:nvSpPr>
          <p:cNvPr id="5" name="Footer Placeholder 4">
            <a:extLst>
              <a:ext uri="{FF2B5EF4-FFF2-40B4-BE49-F238E27FC236}">
                <a16:creationId xmlns:a16="http://schemas.microsoft.com/office/drawing/2014/main" id="{3423F677-8E04-4AF5-7A8F-62E869B9A7D4}"/>
              </a:ext>
            </a:extLst>
          </p:cNvPr>
          <p:cNvSpPr>
            <a:spLocks noGrp="1"/>
          </p:cNvSpPr>
          <p:nvPr>
            <p:ph type="ftr" sz="quarter" idx="11"/>
          </p:nvPr>
        </p:nvSpPr>
        <p:spPr/>
        <p:txBody>
          <a:bodyPr/>
          <a:lstStyle>
            <a:lvl1pPr>
              <a:defRPr/>
            </a:lvl1pPr>
          </a:lstStyle>
          <a:p>
            <a:pPr>
              <a:defRPr/>
            </a:pPr>
            <a:endParaRPr lang="en-US" altLang="en-US"/>
          </a:p>
        </p:txBody>
      </p:sp>
      <p:sp>
        <p:nvSpPr>
          <p:cNvPr id="6" name="Slide Number Placeholder 5">
            <a:extLst>
              <a:ext uri="{FF2B5EF4-FFF2-40B4-BE49-F238E27FC236}">
                <a16:creationId xmlns:a16="http://schemas.microsoft.com/office/drawing/2014/main" id="{AF51409A-F1AF-841D-E371-7B283311DB8C}"/>
              </a:ext>
            </a:extLst>
          </p:cNvPr>
          <p:cNvSpPr>
            <a:spLocks noGrp="1"/>
          </p:cNvSpPr>
          <p:nvPr>
            <p:ph type="sldNum" sz="quarter" idx="12"/>
          </p:nvPr>
        </p:nvSpPr>
        <p:spPr/>
        <p:txBody>
          <a:bodyPr/>
          <a:lstStyle>
            <a:lvl1pPr>
              <a:defRPr/>
            </a:lvl1pPr>
          </a:lstStyle>
          <a:p>
            <a:pPr>
              <a:defRPr/>
            </a:pPr>
            <a:fld id="{23E30639-9610-4849-A845-B7AFDD53177D}" type="slidenum">
              <a:rPr lang="en-GB" altLang="en-US"/>
              <a:pPr>
                <a:defRPr/>
              </a:pPr>
              <a:t>‹#›</a:t>
            </a:fld>
            <a:endParaRPr lang="en-GB" altLang="en-US"/>
          </a:p>
        </p:txBody>
      </p:sp>
    </p:spTree>
    <p:extLst>
      <p:ext uri="{BB962C8B-B14F-4D97-AF65-F5344CB8AC3E}">
        <p14:creationId xmlns:p14="http://schemas.microsoft.com/office/powerpoint/2010/main" val="3437282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A64DF63-3DD7-821E-54F3-A943D67D81F3}"/>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D262D890-8658-5D37-F511-34DD99DB7A1B}"/>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7CEDFAD4-83EC-8E6C-126A-4165CC02B610}"/>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latin typeface="Arial" charset="0"/>
              </a:defRPr>
            </a:lvl1pPr>
          </a:lstStyle>
          <a:p>
            <a:pPr>
              <a:defRPr/>
            </a:pPr>
            <a:endParaRPr lang="en-US" altLang="en-US"/>
          </a:p>
        </p:txBody>
      </p:sp>
      <p:sp>
        <p:nvSpPr>
          <p:cNvPr id="5" name="Footer Placeholder 4">
            <a:extLst>
              <a:ext uri="{FF2B5EF4-FFF2-40B4-BE49-F238E27FC236}">
                <a16:creationId xmlns:a16="http://schemas.microsoft.com/office/drawing/2014/main" id="{3E18FCFC-4EA7-3C10-D20A-1EB4D26558EC}"/>
              </a:ext>
            </a:extLst>
          </p:cNvPr>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latin typeface="Arial" charset="0"/>
              </a:defRPr>
            </a:lvl1pPr>
          </a:lstStyle>
          <a:p>
            <a:pPr>
              <a:defRPr/>
            </a:pPr>
            <a:endParaRPr lang="en-US" altLang="en-US"/>
          </a:p>
        </p:txBody>
      </p:sp>
      <p:sp>
        <p:nvSpPr>
          <p:cNvPr id="6" name="Slide Number Placeholder 5">
            <a:extLst>
              <a:ext uri="{FF2B5EF4-FFF2-40B4-BE49-F238E27FC236}">
                <a16:creationId xmlns:a16="http://schemas.microsoft.com/office/drawing/2014/main" id="{DD2AD705-2A07-18FC-AAED-DB92C7D6C8AA}"/>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49CF8B0-F3D1-4896-8BDE-4D5FE3D569F5}"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ctr" defTabSz="457200" rtl="0" eaLnBrk="0" fontAlgn="base" hangingPunct="0">
        <a:spcBef>
          <a:spcPct val="0"/>
        </a:spcBef>
        <a:spcAft>
          <a:spcPct val="0"/>
        </a:spcAft>
        <a:defRPr sz="4400" kern="1200">
          <a:solidFill>
            <a:schemeClr val="tx1"/>
          </a:solidFill>
          <a:latin typeface="+mj-lt"/>
          <a:ea typeface="MS PGothic" pitchFamily="34" charset="-128"/>
          <a:cs typeface="MS PGothic" pitchFamily="34" charset="-128"/>
        </a:defRPr>
      </a:lvl1pPr>
      <a:lvl2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2pPr>
      <a:lvl3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3pPr>
      <a:lvl4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4pPr>
      <a:lvl5pPr algn="ctr" defTabSz="457200" rtl="0" eaLnBrk="0" fontAlgn="base" hangingPunct="0">
        <a:spcBef>
          <a:spcPct val="0"/>
        </a:spcBef>
        <a:spcAft>
          <a:spcPct val="0"/>
        </a:spcAft>
        <a:defRPr sz="4400">
          <a:solidFill>
            <a:schemeClr val="tx1"/>
          </a:solidFill>
          <a:latin typeface="Calibri" charset="0"/>
          <a:ea typeface="MS PGothic" pitchFamily="34" charset="-128"/>
          <a:cs typeface="MS PGothic" pitchFamily="34" charset="-128"/>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itchFamily="34" charset="-128"/>
          <a:cs typeface="MS PGothic" pitchFamily="34" charset="-128"/>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itchFamily="34"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itchFamily="34"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itchFamily="34"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3techs.com/technologies/details/cp-javascript"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hyperlink" Target="http://www.w3schools.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D22B11-C1DB-B6A6-2EEE-0A845FB70593}"/>
              </a:ext>
            </a:extLst>
          </p:cNvPr>
          <p:cNvSpPr>
            <a:spLocks noGrp="1" noChangeArrowheads="1"/>
          </p:cNvSpPr>
          <p:nvPr>
            <p:ph type="ctrTitle"/>
          </p:nvPr>
        </p:nvSpPr>
        <p:spPr/>
        <p:txBody>
          <a:bodyPr rtlCol="0">
            <a:normAutofit/>
          </a:bodyPr>
          <a:lstStyle/>
          <a:p>
            <a:pPr eaLnBrk="1" fontAlgn="auto" hangingPunct="1">
              <a:spcAft>
                <a:spcPts val="0"/>
              </a:spcAft>
              <a:defRPr/>
            </a:pPr>
            <a:r>
              <a:rPr lang="en-GB" dirty="0">
                <a:latin typeface="Arial" charset="0"/>
                <a:ea typeface="+mj-ea"/>
                <a:cs typeface="+mj-cs"/>
              </a:rPr>
              <a:t>COM4012M - JavaScript</a:t>
            </a:r>
          </a:p>
        </p:txBody>
      </p:sp>
      <p:sp>
        <p:nvSpPr>
          <p:cNvPr id="3075" name="Rectangle 3">
            <a:extLst>
              <a:ext uri="{FF2B5EF4-FFF2-40B4-BE49-F238E27FC236}">
                <a16:creationId xmlns:a16="http://schemas.microsoft.com/office/drawing/2014/main" id="{DA12F9B4-B776-2DD3-BE3B-4F6AF00DB9ED}"/>
              </a:ext>
            </a:extLst>
          </p:cNvPr>
          <p:cNvSpPr>
            <a:spLocks noGrp="1"/>
          </p:cNvSpPr>
          <p:nvPr>
            <p:ph type="subTitle" idx="1"/>
          </p:nvPr>
        </p:nvSpPr>
        <p:spPr/>
        <p:txBody>
          <a:bodyPr/>
          <a:lstStyle/>
          <a:p>
            <a:pPr eaLnBrk="1" hangingPunct="1">
              <a:buFont typeface="Wingdings" panose="05000000000000000000" pitchFamily="2" charset="2"/>
              <a:buNone/>
            </a:pPr>
            <a:r>
              <a:rPr lang="en-GB" altLang="en-US" dirty="0">
                <a:solidFill>
                  <a:srgbClr val="898989"/>
                </a:solidFill>
                <a:latin typeface="Arial" panose="020B0604020202020204" pitchFamily="34" charset="0"/>
              </a:rPr>
              <a:t>Week 4 Lab Session 4</a:t>
            </a:r>
          </a:p>
          <a:p>
            <a:pPr eaLnBrk="1" hangingPunct="1">
              <a:buFont typeface="Wingdings" panose="05000000000000000000" pitchFamily="2" charset="2"/>
              <a:buNone/>
            </a:pPr>
            <a:endParaRPr lang="en-GB" altLang="en-US" dirty="0">
              <a:solidFill>
                <a:srgbClr val="89898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718F653-B16D-8A80-B338-53FD53F624B1}"/>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03008CAA-58BB-9816-3370-99195DD15434}"/>
              </a:ext>
            </a:extLst>
          </p:cNvPr>
          <p:cNvSpPr>
            <a:spLocks noGrp="1"/>
          </p:cNvSpPr>
          <p:nvPr>
            <p:ph type="title"/>
          </p:nvPr>
        </p:nvSpPr>
        <p:spPr>
          <a:xfrm>
            <a:off x="533400" y="228600"/>
            <a:ext cx="8229600" cy="838200"/>
          </a:xfrm>
        </p:spPr>
        <p:txBody>
          <a:bodyPr/>
          <a:lstStyle/>
          <a:p>
            <a:pPr eaLnBrk="1" hangingPunct="1"/>
            <a:r>
              <a:rPr lang="en-GB" altLang="en-US" dirty="0">
                <a:latin typeface="Arial" panose="020B0604020202020204" pitchFamily="34" charset="0"/>
              </a:rPr>
              <a:t>JavaScript</a:t>
            </a:r>
          </a:p>
        </p:txBody>
      </p:sp>
      <p:sp>
        <p:nvSpPr>
          <p:cNvPr id="5123" name="Rectangle 3">
            <a:extLst>
              <a:ext uri="{FF2B5EF4-FFF2-40B4-BE49-F238E27FC236}">
                <a16:creationId xmlns:a16="http://schemas.microsoft.com/office/drawing/2014/main" id="{1372D5BC-0841-7191-D4A0-4C1202001BCC}"/>
              </a:ext>
            </a:extLst>
          </p:cNvPr>
          <p:cNvSpPr>
            <a:spLocks noGrp="1"/>
          </p:cNvSpPr>
          <p:nvPr>
            <p:ph idx="1"/>
          </p:nvPr>
        </p:nvSpPr>
        <p:spPr>
          <a:xfrm>
            <a:off x="457200" y="1447800"/>
            <a:ext cx="8229600" cy="4724400"/>
          </a:xfrm>
        </p:spPr>
        <p:txBody>
          <a:bodyPr/>
          <a:lstStyle/>
          <a:p>
            <a:pPr eaLnBrk="1" hangingPunct="1">
              <a:lnSpc>
                <a:spcPct val="90000"/>
              </a:lnSpc>
            </a:pPr>
            <a:r>
              <a:rPr lang="en-GB" altLang="en-US" sz="2400" dirty="0">
                <a:latin typeface="Arial" panose="020B0604020202020204" pitchFamily="34" charset="0"/>
              </a:rPr>
              <a:t>JavaScript (JS) is a scripting language and is a core technology of web development. </a:t>
            </a:r>
          </a:p>
          <a:p>
            <a:pPr lvl="1" eaLnBrk="1" hangingPunct="1">
              <a:lnSpc>
                <a:spcPct val="90000"/>
              </a:lnSpc>
            </a:pPr>
            <a:r>
              <a:rPr lang="en-GB" altLang="en-US" sz="2000" dirty="0">
                <a:latin typeface="Arial" panose="020B0604020202020204" pitchFamily="34" charset="0"/>
              </a:rPr>
              <a:t>JavaScript is used for the client-side webpage behaviour to create interactive and dynamic webpages. </a:t>
            </a:r>
          </a:p>
          <a:p>
            <a:pPr lvl="1" eaLnBrk="1" hangingPunct="1">
              <a:lnSpc>
                <a:spcPct val="90000"/>
              </a:lnSpc>
            </a:pPr>
            <a:r>
              <a:rPr lang="en-GB" altLang="en-US" sz="2000" dirty="0">
                <a:latin typeface="Arial" panose="020B0604020202020204" pitchFamily="34" charset="0"/>
              </a:rPr>
              <a:t>JavaScript is a high-level (abstract abbreviations) object orientate coding language that incorporates third-party libraries, that compiles during execution (just-in-time). </a:t>
            </a:r>
          </a:p>
          <a:p>
            <a:pPr lvl="1" eaLnBrk="1" hangingPunct="1">
              <a:lnSpc>
                <a:spcPct val="90000"/>
              </a:lnSpc>
            </a:pPr>
            <a:r>
              <a:rPr lang="en-GB" altLang="en-US" sz="2000" dirty="0">
                <a:latin typeface="Arial" panose="020B0604020202020204" pitchFamily="34" charset="0"/>
              </a:rPr>
              <a:t>As of 2024, 98.9% of websites use JavaScript on the client side for webpage behaviour (</a:t>
            </a:r>
            <a:r>
              <a:rPr lang="en-GB" sz="2000" dirty="0">
                <a:latin typeface="Arial" panose="020B0604020202020204" pitchFamily="34" charset="0"/>
                <a:cs typeface="Arial" panose="020B0604020202020204" pitchFamily="34" charset="0"/>
                <a:hlinkClick r:id="rId3"/>
              </a:rPr>
              <a:t>Usage Statistics of JavaScript as Client-side Programming Language on Websites, February 2024 (w3techs.com)</a:t>
            </a:r>
            <a:r>
              <a:rPr lang="en-GB" sz="2000" dirty="0">
                <a:latin typeface="Arial" panose="020B0604020202020204" pitchFamily="34" charset="0"/>
                <a:cs typeface="Arial" panose="020B0604020202020204" pitchFamily="34" charset="0"/>
              </a:rPr>
              <a:t>)</a:t>
            </a:r>
          </a:p>
          <a:p>
            <a:pPr lvl="1" eaLnBrk="1" hangingPunct="1">
              <a:lnSpc>
                <a:spcPct val="90000"/>
              </a:lnSpc>
            </a:pPr>
            <a:r>
              <a:rPr lang="en-GB" altLang="en-US" sz="2000" dirty="0">
                <a:latin typeface="Arial" panose="020B0604020202020204" pitchFamily="34" charset="0"/>
                <a:cs typeface="Arial" panose="020B0604020202020204" pitchFamily="34" charset="0"/>
              </a:rPr>
              <a:t>Not to be confused with Java. Although they have a similar name, syntax and standard libraries they are both distinct and differ in design. </a:t>
            </a:r>
          </a:p>
          <a:p>
            <a:pPr lvl="1" eaLnBrk="1" hangingPunct="1">
              <a:lnSpc>
                <a:spcPct val="90000"/>
              </a:lnSpc>
            </a:pPr>
            <a:endParaRPr lang="en-GB" altLang="en-US" sz="2000" dirty="0">
              <a:latin typeface="Arial" panose="020B0604020202020204" pitchFamily="34" charset="0"/>
            </a:endParaRPr>
          </a:p>
          <a:p>
            <a:pPr lvl="1" eaLnBrk="1" hangingPunct="1">
              <a:lnSpc>
                <a:spcPct val="90000"/>
              </a:lnSpc>
            </a:pPr>
            <a:endParaRPr lang="en-GB" altLang="en-US" sz="1800" dirty="0">
              <a:latin typeface="Arial" panose="020B0604020202020204" pitchFamily="34" charset="0"/>
            </a:endParaRPr>
          </a:p>
          <a:p>
            <a:pPr lvl="1" eaLnBrk="1" hangingPunct="1">
              <a:lnSpc>
                <a:spcPct val="90000"/>
              </a:lnSpc>
            </a:pPr>
            <a:endParaRPr lang="en-GB" altLang="en-US" sz="1800" dirty="0">
              <a:latin typeface="Arial" panose="020B0604020202020204" pitchFamily="34" charset="0"/>
            </a:endParaRPr>
          </a:p>
          <a:p>
            <a:pPr lvl="1" eaLnBrk="1" hangingPunct="1">
              <a:lnSpc>
                <a:spcPct val="90000"/>
              </a:lnSpc>
            </a:pPr>
            <a:endParaRPr lang="en-GB" altLang="en-US" sz="1800" dirty="0">
              <a:latin typeface="Arial" panose="020B0604020202020204" pitchFamily="34" charset="0"/>
            </a:endParaRPr>
          </a:p>
          <a:p>
            <a:pPr lvl="1" eaLnBrk="1" hangingPunct="1">
              <a:lnSpc>
                <a:spcPct val="90000"/>
              </a:lnSpc>
            </a:pPr>
            <a:endParaRPr lang="en-GB" altLang="en-US" sz="1800" dirty="0">
              <a:latin typeface="Arial" panose="020B0604020202020204" pitchFamily="34" charset="0"/>
            </a:endParaRPr>
          </a:p>
          <a:p>
            <a:pPr lvl="1" eaLnBrk="1" hangingPunct="1">
              <a:lnSpc>
                <a:spcPct val="90000"/>
              </a:lnSpc>
            </a:pPr>
            <a:endParaRPr lang="en-GB" altLang="en-US" sz="1800" dirty="0">
              <a:latin typeface="Arial" panose="020B0604020202020204" pitchFamily="34" charset="0"/>
            </a:endParaRPr>
          </a:p>
          <a:p>
            <a:pPr lvl="1" eaLnBrk="1" hangingPunct="1">
              <a:lnSpc>
                <a:spcPct val="90000"/>
              </a:lnSpc>
            </a:pPr>
            <a:endParaRPr lang="en-GB" altLang="en-US" sz="1800" dirty="0">
              <a:latin typeface="Arial" panose="020B0604020202020204" pitchFamily="34" charset="0"/>
            </a:endParaRPr>
          </a:p>
          <a:p>
            <a:pPr lvl="1" eaLnBrk="1" hangingPunct="1">
              <a:lnSpc>
                <a:spcPct val="90000"/>
              </a:lnSpc>
            </a:pPr>
            <a:endParaRPr lang="en-GB" altLang="en-US" sz="1800" dirty="0">
              <a:latin typeface="Arial" panose="020B0604020202020204" pitchFamily="34" charset="0"/>
            </a:endParaRPr>
          </a:p>
          <a:p>
            <a:pPr lvl="1" eaLnBrk="1" hangingPunct="1">
              <a:lnSpc>
                <a:spcPct val="90000"/>
              </a:lnSpc>
            </a:pPr>
            <a:endParaRPr lang="en-GB" altLang="en-US" sz="1800" dirty="0">
              <a:latin typeface="Arial" panose="020B0604020202020204" pitchFamily="34" charset="0"/>
            </a:endParaRPr>
          </a:p>
          <a:p>
            <a:pPr marL="457200" lvl="1" indent="0" eaLnBrk="1" hangingPunct="1">
              <a:lnSpc>
                <a:spcPct val="90000"/>
              </a:lnSpc>
              <a:buNone/>
            </a:pPr>
            <a:endParaRPr lang="en-GB" altLang="en-US" sz="2000" dirty="0">
              <a:latin typeface="Arial" panose="020B0604020202020204" pitchFamily="34" charset="0"/>
            </a:endParaRPr>
          </a:p>
        </p:txBody>
      </p:sp>
    </p:spTree>
    <p:extLst>
      <p:ext uri="{BB962C8B-B14F-4D97-AF65-F5344CB8AC3E}">
        <p14:creationId xmlns:p14="http://schemas.microsoft.com/office/powerpoint/2010/main" val="28232824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0FF247-8686-907A-9A56-EBFA135860CF}"/>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C04D9E68-69C9-7ED7-124D-C4171E4C4309}"/>
              </a:ext>
            </a:extLst>
          </p:cNvPr>
          <p:cNvSpPr>
            <a:spLocks noGrp="1"/>
          </p:cNvSpPr>
          <p:nvPr>
            <p:ph type="title"/>
          </p:nvPr>
        </p:nvSpPr>
        <p:spPr/>
        <p:txBody>
          <a:bodyPr/>
          <a:lstStyle/>
          <a:p>
            <a:pPr eaLnBrk="1" hangingPunct="1"/>
            <a:r>
              <a:rPr lang="en-GB" altLang="en-US" dirty="0">
                <a:latin typeface="Arial" panose="020B0604020202020204" pitchFamily="34" charset="0"/>
              </a:rPr>
              <a:t>Object Orientated</a:t>
            </a:r>
          </a:p>
        </p:txBody>
      </p:sp>
      <p:sp>
        <p:nvSpPr>
          <p:cNvPr id="16387" name="Rectangle 3">
            <a:extLst>
              <a:ext uri="{FF2B5EF4-FFF2-40B4-BE49-F238E27FC236}">
                <a16:creationId xmlns:a16="http://schemas.microsoft.com/office/drawing/2014/main" id="{08E0A061-609E-BD92-34BE-0F168694D455}"/>
              </a:ext>
            </a:extLst>
          </p:cNvPr>
          <p:cNvSpPr>
            <a:spLocks noGrp="1"/>
          </p:cNvSpPr>
          <p:nvPr>
            <p:ph idx="1"/>
          </p:nvPr>
        </p:nvSpPr>
        <p:spPr/>
        <p:txBody>
          <a:bodyPr/>
          <a:lstStyle/>
          <a:p>
            <a:pPr eaLnBrk="1" hangingPunct="1"/>
            <a:r>
              <a:rPr lang="en-GB" altLang="en-US" sz="2400" dirty="0">
                <a:latin typeface="Arial" panose="020B0604020202020204" pitchFamily="34" charset="0"/>
              </a:rPr>
              <a:t>JavaScript is an object orientated language (organises software design around data/objectives rather than functions). In the case of JavaScript, the objects are the variables you create which are organised in the structure and hierarchy of a HTML page:</a:t>
            </a:r>
          </a:p>
          <a:p>
            <a:pPr eaLnBrk="1" hangingPunct="1"/>
            <a:endParaRPr lang="en-GB" altLang="en-US" sz="2400" dirty="0">
              <a:latin typeface="Arial" panose="020B0604020202020204" pitchFamily="34" charset="0"/>
            </a:endParaRPr>
          </a:p>
          <a:p>
            <a:pPr marL="457200" indent="-457200" eaLnBrk="1" hangingPunct="1">
              <a:buFont typeface="+mj-lt"/>
              <a:buAutoNum type="arabicPeriod"/>
            </a:pPr>
            <a:r>
              <a:rPr lang="en-GB" altLang="en-US" sz="2400" dirty="0">
                <a:latin typeface="Arial" panose="020B0604020202020204" pitchFamily="34" charset="0"/>
              </a:rPr>
              <a:t>Window (location, history, document)</a:t>
            </a:r>
          </a:p>
          <a:p>
            <a:pPr marL="457200" indent="-457200" eaLnBrk="1" hangingPunct="1">
              <a:buFont typeface="+mj-lt"/>
              <a:buAutoNum type="arabicPeriod"/>
            </a:pPr>
            <a:r>
              <a:rPr lang="en-GB" altLang="en-US" sz="2400" dirty="0">
                <a:latin typeface="Arial" panose="020B0604020202020204" pitchFamily="34" charset="0"/>
              </a:rPr>
              <a:t>Document (2 most common are links &amp; forms)</a:t>
            </a:r>
          </a:p>
          <a:p>
            <a:pPr marL="457200" indent="-457200" eaLnBrk="1" hangingPunct="1">
              <a:buFont typeface="+mj-lt"/>
              <a:buAutoNum type="arabicPeriod"/>
            </a:pPr>
            <a:r>
              <a:rPr lang="en-GB" altLang="en-US" sz="2400" dirty="0">
                <a:latin typeface="Arial" panose="020B0604020202020204" pitchFamily="34" charset="0"/>
              </a:rPr>
              <a:t>Forms (text fields, </a:t>
            </a:r>
            <a:r>
              <a:rPr lang="en-GB" altLang="en-US" sz="2400" dirty="0" err="1">
                <a:latin typeface="Arial" panose="020B0604020202020204" pitchFamily="34" charset="0"/>
              </a:rPr>
              <a:t>textarea</a:t>
            </a:r>
            <a:r>
              <a:rPr lang="en-GB" altLang="en-US" sz="2400" dirty="0">
                <a:latin typeface="Arial" panose="020B0604020202020204" pitchFamily="34" charset="0"/>
              </a:rPr>
              <a:t>, checkbox, radio, button, submit, reset)</a:t>
            </a:r>
          </a:p>
        </p:txBody>
      </p:sp>
    </p:spTree>
    <p:extLst>
      <p:ext uri="{BB962C8B-B14F-4D97-AF65-F5344CB8AC3E}">
        <p14:creationId xmlns:p14="http://schemas.microsoft.com/office/powerpoint/2010/main" val="49530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339219C-22A4-6CB1-35DC-B96E899A972A}"/>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CD504D0F-EA23-1C0C-536A-83011BE5839E}"/>
              </a:ext>
            </a:extLst>
          </p:cNvPr>
          <p:cNvSpPr>
            <a:spLocks noGrp="1"/>
          </p:cNvSpPr>
          <p:nvPr>
            <p:ph type="title"/>
          </p:nvPr>
        </p:nvSpPr>
        <p:spPr>
          <a:xfrm>
            <a:off x="533400" y="228600"/>
            <a:ext cx="8229600" cy="838200"/>
          </a:xfrm>
        </p:spPr>
        <p:txBody>
          <a:bodyPr/>
          <a:lstStyle/>
          <a:p>
            <a:pPr eaLnBrk="1" hangingPunct="1">
              <a:lnSpc>
                <a:spcPct val="90000"/>
              </a:lnSpc>
            </a:pPr>
            <a:r>
              <a:rPr lang="en-GB" altLang="en-US" sz="4400" dirty="0">
                <a:latin typeface="Arial" panose="020B0604020202020204" pitchFamily="34" charset="0"/>
              </a:rPr>
              <a:t>Internal vs External</a:t>
            </a:r>
          </a:p>
        </p:txBody>
      </p:sp>
      <p:sp>
        <p:nvSpPr>
          <p:cNvPr id="5123" name="Rectangle 3">
            <a:extLst>
              <a:ext uri="{FF2B5EF4-FFF2-40B4-BE49-F238E27FC236}">
                <a16:creationId xmlns:a16="http://schemas.microsoft.com/office/drawing/2014/main" id="{09CD60AF-6ED3-765B-7BE5-CC4A717815BA}"/>
              </a:ext>
            </a:extLst>
          </p:cNvPr>
          <p:cNvSpPr>
            <a:spLocks noGrp="1"/>
          </p:cNvSpPr>
          <p:nvPr>
            <p:ph idx="1"/>
          </p:nvPr>
        </p:nvSpPr>
        <p:spPr>
          <a:xfrm>
            <a:off x="457200" y="1371600"/>
            <a:ext cx="8229600" cy="5257800"/>
          </a:xfrm>
        </p:spPr>
        <p:txBody>
          <a:bodyPr/>
          <a:lstStyle/>
          <a:p>
            <a:pPr eaLnBrk="1" hangingPunct="1">
              <a:lnSpc>
                <a:spcPct val="90000"/>
              </a:lnSpc>
            </a:pPr>
            <a:r>
              <a:rPr lang="en-GB" altLang="en-US" sz="2800" dirty="0">
                <a:latin typeface="Arial" panose="020B0604020202020204" pitchFamily="34" charset="0"/>
              </a:rPr>
              <a:t>Like CSS, JavaScript can also be done either internally within a HTML document or done externally in a separate file that your HTML document points to. </a:t>
            </a:r>
          </a:p>
          <a:p>
            <a:pPr eaLnBrk="1" hangingPunct="1">
              <a:lnSpc>
                <a:spcPct val="90000"/>
              </a:lnSpc>
            </a:pPr>
            <a:r>
              <a:rPr lang="en-GB" altLang="en-US" sz="2800" dirty="0">
                <a:latin typeface="Arial" panose="020B0604020202020204" pitchFamily="34" charset="0"/>
              </a:rPr>
              <a:t>Choosing to do either internal or external JavaScript is for the same reasoning you would for CSS. If this is a unique instance of JavaScript, then you can do it internally. If this is a piece of JavaScript that is going to be used across many pages, do it externally. </a:t>
            </a:r>
          </a:p>
          <a:p>
            <a:pPr eaLnBrk="1" hangingPunct="1">
              <a:lnSpc>
                <a:spcPct val="90000"/>
              </a:lnSpc>
            </a:pPr>
            <a:r>
              <a:rPr lang="en-GB" altLang="en-US" sz="2800" dirty="0">
                <a:latin typeface="Arial" panose="020B0604020202020204" pitchFamily="34" charset="0"/>
              </a:rPr>
              <a:t>Compared to CSS, which is virtually always external, JavaScript is a bit more likely to be done internally.</a:t>
            </a:r>
          </a:p>
          <a:p>
            <a:pPr lvl="1" eaLnBrk="1" hangingPunct="1">
              <a:lnSpc>
                <a:spcPct val="90000"/>
              </a:lnSpc>
            </a:pPr>
            <a:endParaRPr lang="en-GB" altLang="en-US" sz="2000" dirty="0">
              <a:latin typeface="Arial" panose="020B0604020202020204" pitchFamily="34" charset="0"/>
            </a:endParaRPr>
          </a:p>
          <a:p>
            <a:pPr marL="457200" lvl="1" indent="0" eaLnBrk="1" hangingPunct="1">
              <a:lnSpc>
                <a:spcPct val="90000"/>
              </a:lnSpc>
              <a:buNone/>
            </a:pPr>
            <a:endParaRPr lang="en-GB" altLang="en-US" sz="2400" dirty="0">
              <a:latin typeface="Arial" panose="020B0604020202020204" pitchFamily="34" charset="0"/>
            </a:endParaRPr>
          </a:p>
        </p:txBody>
      </p:sp>
    </p:spTree>
    <p:extLst>
      <p:ext uri="{BB962C8B-B14F-4D97-AF65-F5344CB8AC3E}">
        <p14:creationId xmlns:p14="http://schemas.microsoft.com/office/powerpoint/2010/main" val="4058445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A05F03E-BDF1-EAEB-10B6-F1754A882F54}"/>
            </a:ext>
          </a:extLst>
        </p:cNvPr>
        <p:cNvGrpSpPr/>
        <p:nvPr/>
      </p:nvGrpSpPr>
      <p:grpSpPr>
        <a:xfrm>
          <a:off x="0" y="0"/>
          <a:ext cx="0" cy="0"/>
          <a:chOff x="0" y="0"/>
          <a:chExt cx="0" cy="0"/>
        </a:xfrm>
      </p:grpSpPr>
      <p:sp>
        <p:nvSpPr>
          <p:cNvPr id="5122" name="Rectangle 2">
            <a:extLst>
              <a:ext uri="{FF2B5EF4-FFF2-40B4-BE49-F238E27FC236}">
                <a16:creationId xmlns:a16="http://schemas.microsoft.com/office/drawing/2014/main" id="{1A7F4135-10B2-1A5A-493F-627F6C77E720}"/>
              </a:ext>
            </a:extLst>
          </p:cNvPr>
          <p:cNvSpPr>
            <a:spLocks noGrp="1"/>
          </p:cNvSpPr>
          <p:nvPr>
            <p:ph type="title"/>
          </p:nvPr>
        </p:nvSpPr>
        <p:spPr>
          <a:xfrm>
            <a:off x="533400" y="228600"/>
            <a:ext cx="8229600" cy="838200"/>
          </a:xfrm>
        </p:spPr>
        <p:txBody>
          <a:bodyPr/>
          <a:lstStyle/>
          <a:p>
            <a:pPr eaLnBrk="1" hangingPunct="1">
              <a:lnSpc>
                <a:spcPct val="90000"/>
              </a:lnSpc>
            </a:pPr>
            <a:r>
              <a:rPr lang="en-GB" altLang="en-US" sz="4400" dirty="0">
                <a:latin typeface="Arial" panose="020B0604020202020204" pitchFamily="34" charset="0"/>
              </a:rPr>
              <a:t>Internal JavaScript</a:t>
            </a:r>
          </a:p>
        </p:txBody>
      </p:sp>
      <p:sp>
        <p:nvSpPr>
          <p:cNvPr id="5123" name="Rectangle 3">
            <a:extLst>
              <a:ext uri="{FF2B5EF4-FFF2-40B4-BE49-F238E27FC236}">
                <a16:creationId xmlns:a16="http://schemas.microsoft.com/office/drawing/2014/main" id="{381CB796-D834-D21F-B872-FD7C60DFEC7A}"/>
              </a:ext>
            </a:extLst>
          </p:cNvPr>
          <p:cNvSpPr>
            <a:spLocks noGrp="1"/>
          </p:cNvSpPr>
          <p:nvPr>
            <p:ph idx="1"/>
          </p:nvPr>
        </p:nvSpPr>
        <p:spPr>
          <a:xfrm>
            <a:off x="457200" y="1371600"/>
            <a:ext cx="8229600" cy="4724400"/>
          </a:xfrm>
        </p:spPr>
        <p:txBody>
          <a:bodyPr/>
          <a:lstStyle/>
          <a:p>
            <a:pPr eaLnBrk="1" hangingPunct="1">
              <a:lnSpc>
                <a:spcPct val="90000"/>
              </a:lnSpc>
            </a:pPr>
            <a:r>
              <a:rPr lang="en-GB" altLang="en-US" sz="2800" dirty="0">
                <a:latin typeface="Arial" panose="020B0604020202020204" pitchFamily="34" charset="0"/>
              </a:rPr>
              <a:t>Internal JavaScript can be placed either in the head or body section of your HTML pages.</a:t>
            </a:r>
          </a:p>
          <a:p>
            <a:pPr eaLnBrk="1" hangingPunct="1">
              <a:lnSpc>
                <a:spcPct val="90000"/>
              </a:lnSpc>
            </a:pPr>
            <a:r>
              <a:rPr lang="en-GB" altLang="en-US" sz="2800" dirty="0">
                <a:latin typeface="Arial" panose="020B0604020202020204" pitchFamily="34" charset="0"/>
              </a:rPr>
              <a:t>Perhaps this will make more sense when you’ve seen examples of JavaScript, but when choosing whether to put JS in the Head or Body Sections:</a:t>
            </a:r>
          </a:p>
          <a:p>
            <a:pPr lvl="1" eaLnBrk="1" hangingPunct="1">
              <a:lnSpc>
                <a:spcPct val="90000"/>
              </a:lnSpc>
            </a:pPr>
            <a:r>
              <a:rPr lang="en-GB" altLang="en-US" sz="2000" dirty="0">
                <a:latin typeface="Arial" panose="020B0604020202020204" pitchFamily="34" charset="0"/>
              </a:rPr>
              <a:t>Scripts to be executed when they are called, or when an event is triggered, are placed in functions. Put your functions in the head section, this way they are all in one place, and they do not interfere with page content.</a:t>
            </a:r>
          </a:p>
          <a:p>
            <a:pPr lvl="1" eaLnBrk="1" hangingPunct="1">
              <a:lnSpc>
                <a:spcPct val="90000"/>
              </a:lnSpc>
            </a:pPr>
            <a:r>
              <a:rPr lang="en-GB" altLang="en-US" sz="2000" dirty="0">
                <a:latin typeface="Arial" panose="020B0604020202020204" pitchFamily="34" charset="0"/>
              </a:rPr>
              <a:t>If your script is not placed inside a function, or if your script writes page content, it should be placed in the body section. It is a good idea to place scripts at the bottom of the &lt;body&gt; element. This can improve page load, because script compilation can slow down the display.</a:t>
            </a:r>
          </a:p>
          <a:p>
            <a:pPr lvl="1" eaLnBrk="1" hangingPunct="1">
              <a:lnSpc>
                <a:spcPct val="90000"/>
              </a:lnSpc>
            </a:pPr>
            <a:endParaRPr lang="en-GB" altLang="en-US" sz="2000" dirty="0">
              <a:latin typeface="Arial" panose="020B0604020202020204" pitchFamily="34" charset="0"/>
            </a:endParaRPr>
          </a:p>
          <a:p>
            <a:pPr marL="457200" lvl="1" indent="0" eaLnBrk="1" hangingPunct="1">
              <a:lnSpc>
                <a:spcPct val="90000"/>
              </a:lnSpc>
              <a:buNone/>
            </a:pPr>
            <a:endParaRPr lang="en-GB" altLang="en-US" sz="2400" dirty="0">
              <a:latin typeface="Arial" panose="020B0604020202020204" pitchFamily="34" charset="0"/>
            </a:endParaRPr>
          </a:p>
        </p:txBody>
      </p:sp>
    </p:spTree>
    <p:extLst>
      <p:ext uri="{BB962C8B-B14F-4D97-AF65-F5344CB8AC3E}">
        <p14:creationId xmlns:p14="http://schemas.microsoft.com/office/powerpoint/2010/main" val="3207795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60AED26-C427-6B88-E02C-E6372E5FEC37}"/>
              </a:ext>
            </a:extLst>
          </p:cNvPr>
          <p:cNvSpPr>
            <a:spLocks noGrp="1"/>
          </p:cNvSpPr>
          <p:nvPr>
            <p:ph type="title"/>
          </p:nvPr>
        </p:nvSpPr>
        <p:spPr>
          <a:xfrm>
            <a:off x="381000" y="0"/>
            <a:ext cx="8229600" cy="1371600"/>
          </a:xfrm>
        </p:spPr>
        <p:txBody>
          <a:bodyPr/>
          <a:lstStyle/>
          <a:p>
            <a:pPr eaLnBrk="1" hangingPunct="1"/>
            <a:r>
              <a:rPr lang="en-GB" altLang="en-US" dirty="0">
                <a:latin typeface="Arial" panose="020B0604020202020204" pitchFamily="34" charset="0"/>
              </a:rPr>
              <a:t>External JavaScript</a:t>
            </a:r>
          </a:p>
        </p:txBody>
      </p:sp>
      <p:sp>
        <p:nvSpPr>
          <p:cNvPr id="2" name="Rectangle 3">
            <a:extLst>
              <a:ext uri="{FF2B5EF4-FFF2-40B4-BE49-F238E27FC236}">
                <a16:creationId xmlns:a16="http://schemas.microsoft.com/office/drawing/2014/main" id="{52DE4ECD-C5F6-A1E5-C293-EDEE52A105BE}"/>
              </a:ext>
            </a:extLst>
          </p:cNvPr>
          <p:cNvSpPr>
            <a:spLocks noGrp="1"/>
          </p:cNvSpPr>
          <p:nvPr>
            <p:ph idx="1"/>
          </p:nvPr>
        </p:nvSpPr>
        <p:spPr>
          <a:xfrm>
            <a:off x="457200" y="1371600"/>
            <a:ext cx="8229600" cy="4724400"/>
          </a:xfrm>
        </p:spPr>
        <p:txBody>
          <a:bodyPr/>
          <a:lstStyle/>
          <a:p>
            <a:pPr eaLnBrk="1" hangingPunct="1">
              <a:lnSpc>
                <a:spcPct val="90000"/>
              </a:lnSpc>
            </a:pPr>
            <a:r>
              <a:rPr lang="en-GB" altLang="en-US" dirty="0">
                <a:latin typeface="Arial" panose="020B0604020202020204" pitchFamily="34" charset="0"/>
              </a:rPr>
              <a:t>A JavaScript files ends with the .</a:t>
            </a:r>
            <a:r>
              <a:rPr lang="en-GB" altLang="en-US" dirty="0" err="1">
                <a:latin typeface="Arial" panose="020B0604020202020204" pitchFamily="34" charset="0"/>
              </a:rPr>
              <a:t>js</a:t>
            </a:r>
            <a:r>
              <a:rPr lang="en-GB" altLang="en-US" dirty="0">
                <a:latin typeface="Arial" panose="020B0604020202020204" pitchFamily="34" charset="0"/>
              </a:rPr>
              <a:t> file extension:</a:t>
            </a:r>
          </a:p>
          <a:p>
            <a:pPr lvl="1" eaLnBrk="1" hangingPunct="1">
              <a:lnSpc>
                <a:spcPct val="90000"/>
              </a:lnSpc>
            </a:pPr>
            <a:r>
              <a:rPr lang="en-GB" altLang="en-US" dirty="0">
                <a:latin typeface="Arial" panose="020B0604020202020204" pitchFamily="34" charset="0"/>
              </a:rPr>
              <a:t>myScript.js</a:t>
            </a:r>
          </a:p>
          <a:p>
            <a:pPr lvl="1" eaLnBrk="1" hangingPunct="1">
              <a:lnSpc>
                <a:spcPct val="90000"/>
              </a:lnSpc>
            </a:pPr>
            <a:r>
              <a:rPr lang="en-GB" altLang="en-US" dirty="0">
                <a:latin typeface="Arial" panose="020B0604020202020204" pitchFamily="34" charset="0"/>
              </a:rPr>
              <a:t>scripts.js</a:t>
            </a:r>
          </a:p>
          <a:p>
            <a:pPr lvl="1" eaLnBrk="1" hangingPunct="1">
              <a:lnSpc>
                <a:spcPct val="90000"/>
              </a:lnSpc>
            </a:pPr>
            <a:endParaRPr lang="en-GB" altLang="en-US" dirty="0">
              <a:latin typeface="Arial" panose="020B0604020202020204" pitchFamily="34" charset="0"/>
            </a:endParaRPr>
          </a:p>
          <a:p>
            <a:pPr eaLnBrk="1" hangingPunct="1">
              <a:lnSpc>
                <a:spcPct val="90000"/>
              </a:lnSpc>
            </a:pPr>
            <a:r>
              <a:rPr lang="en-GB" altLang="en-US" dirty="0">
                <a:latin typeface="Arial" panose="020B0604020202020204" pitchFamily="34" charset="0"/>
              </a:rPr>
              <a:t>In the head of your HTML document, you then refer to that file like so:</a:t>
            </a:r>
          </a:p>
          <a:p>
            <a:pPr marL="0" indent="0" eaLnBrk="1" hangingPunct="1">
              <a:lnSpc>
                <a:spcPct val="90000"/>
              </a:lnSpc>
              <a:buNone/>
            </a:pPr>
            <a:r>
              <a:rPr lang="en-GB" altLang="en-US" sz="2000" dirty="0">
                <a:latin typeface="Arial" panose="020B0604020202020204" pitchFamily="34" charset="0"/>
              </a:rPr>
              <a:t>	&lt;head&gt;</a:t>
            </a:r>
          </a:p>
          <a:p>
            <a:pPr marL="914400" lvl="2" indent="0" eaLnBrk="1" hangingPunct="1">
              <a:lnSpc>
                <a:spcPct val="90000"/>
              </a:lnSpc>
              <a:buNone/>
            </a:pPr>
            <a:r>
              <a:rPr lang="en-GB" altLang="en-US" sz="2000" dirty="0">
                <a:latin typeface="Arial" panose="020B0604020202020204" pitchFamily="34" charset="0"/>
              </a:rPr>
              <a:t>&lt;script type="text/</a:t>
            </a:r>
            <a:r>
              <a:rPr lang="en-GB" altLang="en-US" sz="2000" dirty="0" err="1">
                <a:latin typeface="Arial" panose="020B0604020202020204" pitchFamily="34" charset="0"/>
              </a:rPr>
              <a:t>javascript</a:t>
            </a:r>
            <a:r>
              <a:rPr lang="en-GB" altLang="en-US" sz="2000" dirty="0">
                <a:latin typeface="Arial" panose="020B0604020202020204" pitchFamily="34" charset="0"/>
              </a:rPr>
              <a:t>“ </a:t>
            </a:r>
            <a:r>
              <a:rPr lang="en-GB" altLang="en-US" sz="2000" dirty="0" err="1">
                <a:latin typeface="Arial" panose="020B0604020202020204" pitchFamily="34" charset="0"/>
              </a:rPr>
              <a:t>src</a:t>
            </a:r>
            <a:r>
              <a:rPr lang="en-GB" altLang="en-US" sz="2000" dirty="0">
                <a:latin typeface="Arial" panose="020B0604020202020204" pitchFamily="34" charset="0"/>
              </a:rPr>
              <a:t>=“scripts.js"&gt;</a:t>
            </a:r>
          </a:p>
          <a:p>
            <a:pPr marL="457200" lvl="1" indent="0" eaLnBrk="1" hangingPunct="1">
              <a:lnSpc>
                <a:spcPct val="90000"/>
              </a:lnSpc>
              <a:buNone/>
            </a:pPr>
            <a:r>
              <a:rPr lang="en-GB" altLang="en-US" sz="2000" dirty="0">
                <a:latin typeface="Arial" panose="020B0604020202020204" pitchFamily="34" charset="0"/>
              </a:rPr>
              <a:t>	&lt;/script&gt;</a:t>
            </a:r>
          </a:p>
          <a:p>
            <a:pPr marL="457200" lvl="1" indent="0" eaLnBrk="1" hangingPunct="1">
              <a:lnSpc>
                <a:spcPct val="90000"/>
              </a:lnSpc>
              <a:buNone/>
            </a:pPr>
            <a:r>
              <a:rPr lang="en-GB" altLang="en-US" sz="2000" dirty="0">
                <a:latin typeface="Arial" panose="020B0604020202020204" pitchFamily="34" charset="0"/>
              </a:rPr>
              <a:t>&lt;/head&gt;</a:t>
            </a:r>
          </a:p>
          <a:p>
            <a:pPr marL="457200" lvl="1" indent="0" eaLnBrk="1" hangingPunct="1">
              <a:lnSpc>
                <a:spcPct val="90000"/>
              </a:lnSpc>
              <a:buNone/>
            </a:pPr>
            <a:endParaRPr lang="en-GB" altLang="en-US" dirty="0">
              <a:latin typeface="Arial" panose="020B0604020202020204" pitchFamily="34" charset="0"/>
            </a:endParaRPr>
          </a:p>
          <a:p>
            <a:pPr marL="457200" lvl="1" indent="0" eaLnBrk="1" hangingPunct="1">
              <a:lnSpc>
                <a:spcPct val="90000"/>
              </a:lnSpc>
              <a:buNone/>
            </a:pPr>
            <a:endParaRPr lang="en-GB" altLang="en-US" dirty="0">
              <a:latin typeface="Arial" panose="020B0604020202020204" pitchFamily="34" charset="0"/>
            </a:endParaRPr>
          </a:p>
          <a:p>
            <a:pPr marL="457200" lvl="1" indent="0" eaLnBrk="1" hangingPunct="1">
              <a:lnSpc>
                <a:spcPct val="90000"/>
              </a:lnSpc>
              <a:buNone/>
            </a:pPr>
            <a:endParaRPr lang="en-GB" altLang="en-US" sz="2000" dirty="0">
              <a:latin typeface="Arial" panose="020B0604020202020204" pitchFamily="34" charset="0"/>
            </a:endParaRPr>
          </a:p>
          <a:p>
            <a:pPr lvl="1" eaLnBrk="1" hangingPunct="1">
              <a:lnSpc>
                <a:spcPct val="90000"/>
              </a:lnSpc>
            </a:pPr>
            <a:endParaRPr lang="en-GB" altLang="en-US" sz="2000" dirty="0">
              <a:latin typeface="Arial" panose="020B0604020202020204" pitchFamily="34" charset="0"/>
            </a:endParaRPr>
          </a:p>
          <a:p>
            <a:pPr marL="457200" lvl="1" indent="0" eaLnBrk="1" hangingPunct="1">
              <a:lnSpc>
                <a:spcPct val="90000"/>
              </a:lnSpc>
              <a:buNone/>
            </a:pPr>
            <a:endParaRPr lang="en-GB" altLang="en-US" sz="2400" dirty="0">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A7E39B3-2B4A-4AA4-BA80-8C72AAA8AC7A}"/>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84CF5082-D7F5-B4E5-1C7B-26348DB4895D}"/>
              </a:ext>
            </a:extLst>
          </p:cNvPr>
          <p:cNvSpPr>
            <a:spLocks noGrp="1"/>
          </p:cNvSpPr>
          <p:nvPr>
            <p:ph type="title"/>
          </p:nvPr>
        </p:nvSpPr>
        <p:spPr/>
        <p:txBody>
          <a:bodyPr/>
          <a:lstStyle/>
          <a:p>
            <a:pPr eaLnBrk="1" hangingPunct="1"/>
            <a:r>
              <a:rPr lang="en-GB" altLang="en-US" dirty="0">
                <a:latin typeface="Arial" panose="020B0604020202020204" pitchFamily="34" charset="0"/>
              </a:rPr>
              <a:t>JavaScript Example</a:t>
            </a:r>
          </a:p>
        </p:txBody>
      </p:sp>
      <p:sp>
        <p:nvSpPr>
          <p:cNvPr id="9219" name="Rectangle 3">
            <a:extLst>
              <a:ext uri="{FF2B5EF4-FFF2-40B4-BE49-F238E27FC236}">
                <a16:creationId xmlns:a16="http://schemas.microsoft.com/office/drawing/2014/main" id="{6A7A7E31-0D87-E432-725B-F3E242FA062D}"/>
              </a:ext>
            </a:extLst>
          </p:cNvPr>
          <p:cNvSpPr>
            <a:spLocks noGrp="1"/>
          </p:cNvSpPr>
          <p:nvPr>
            <p:ph idx="1"/>
          </p:nvPr>
        </p:nvSpPr>
        <p:spPr>
          <a:xfrm>
            <a:off x="457200" y="1417638"/>
            <a:ext cx="8229600" cy="4525963"/>
          </a:xfrm>
        </p:spPr>
        <p:txBody>
          <a:bodyPr/>
          <a:lstStyle/>
          <a:p>
            <a:pPr marL="0" indent="0" eaLnBrk="1" hangingPunct="1">
              <a:buFont typeface="Wingdings" panose="05000000000000000000" pitchFamily="2" charset="2"/>
              <a:buNone/>
            </a:pPr>
            <a:r>
              <a:rPr lang="en-GB" altLang="en-US" sz="1600" dirty="0">
                <a:latin typeface="Arial" panose="020B0604020202020204" pitchFamily="34" charset="0"/>
              </a:rPr>
              <a:t>&lt;head&gt;</a:t>
            </a:r>
          </a:p>
          <a:p>
            <a:pPr marL="0" indent="0" eaLnBrk="1" hangingPunct="1">
              <a:buFont typeface="Wingdings" panose="05000000000000000000" pitchFamily="2" charset="2"/>
              <a:buNone/>
            </a:pPr>
            <a:r>
              <a:rPr lang="en-GB" altLang="en-US" sz="1600" dirty="0">
                <a:latin typeface="Arial" panose="020B0604020202020204" pitchFamily="34" charset="0"/>
              </a:rPr>
              <a:t>	&lt;script type="text/</a:t>
            </a:r>
            <a:r>
              <a:rPr lang="en-GB" altLang="en-US" sz="1600" dirty="0" err="1">
                <a:latin typeface="Arial" panose="020B0604020202020204" pitchFamily="34" charset="0"/>
              </a:rPr>
              <a:t>javascript</a:t>
            </a:r>
            <a:r>
              <a:rPr lang="en-GB" altLang="en-US" sz="1600" dirty="0">
                <a:latin typeface="Arial" panose="020B0604020202020204" pitchFamily="34" charset="0"/>
              </a:rPr>
              <a:t>"&gt;</a:t>
            </a:r>
          </a:p>
          <a:p>
            <a:pPr marL="0" indent="0" eaLnBrk="1" hangingPunct="1">
              <a:buFont typeface="Wingdings" panose="05000000000000000000" pitchFamily="2" charset="2"/>
              <a:buNone/>
            </a:pPr>
            <a:r>
              <a:rPr lang="en-GB" altLang="en-US" sz="1600" dirty="0">
                <a:latin typeface="Arial" panose="020B0604020202020204" pitchFamily="34" charset="0"/>
              </a:rPr>
              <a:t>		var day = new Date();</a:t>
            </a:r>
          </a:p>
          <a:p>
            <a:pPr marL="0" indent="0" eaLnBrk="1" hangingPunct="1">
              <a:buFont typeface="Wingdings" panose="05000000000000000000" pitchFamily="2" charset="2"/>
              <a:buNone/>
            </a:pPr>
            <a:r>
              <a:rPr lang="en-GB" altLang="en-US" sz="1600" dirty="0">
                <a:latin typeface="Arial" panose="020B0604020202020204" pitchFamily="34" charset="0"/>
              </a:rPr>
              <a:t>		var today = </a:t>
            </a:r>
            <a:r>
              <a:rPr lang="en-GB" altLang="en-US" sz="1600" dirty="0" err="1">
                <a:latin typeface="Arial" panose="020B0604020202020204" pitchFamily="34" charset="0"/>
              </a:rPr>
              <a:t>day.getDay</a:t>
            </a:r>
            <a:r>
              <a:rPr lang="en-GB" altLang="en-US" sz="1600" dirty="0">
                <a:latin typeface="Arial" panose="020B0604020202020204" pitchFamily="34" charset="0"/>
              </a:rPr>
              <a:t>();</a:t>
            </a:r>
          </a:p>
          <a:p>
            <a:pPr marL="0" indent="0" eaLnBrk="1" hangingPunct="1">
              <a:buFont typeface="Wingdings" panose="05000000000000000000" pitchFamily="2" charset="2"/>
              <a:buNone/>
            </a:pPr>
            <a:r>
              <a:rPr lang="en-GB" altLang="en-US" sz="1600" dirty="0">
                <a:latin typeface="Arial" panose="020B0604020202020204" pitchFamily="34" charset="0"/>
              </a:rPr>
              <a:t>		var weekday = new Array(7);</a:t>
            </a:r>
          </a:p>
          <a:p>
            <a:pPr marL="0" indent="0" eaLnBrk="1" hangingPunct="1">
              <a:buFont typeface="Wingdings" panose="05000000000000000000" pitchFamily="2" charset="2"/>
              <a:buNone/>
            </a:pPr>
            <a:r>
              <a:rPr lang="en-GB" altLang="en-US" sz="1600" dirty="0">
                <a:latin typeface="Arial" panose="020B0604020202020204" pitchFamily="34" charset="0"/>
              </a:rPr>
              <a:t>    			weekday[0]="Sunday";</a:t>
            </a:r>
          </a:p>
          <a:p>
            <a:pPr marL="0" indent="0" eaLnBrk="1" hangingPunct="1">
              <a:buFont typeface="Wingdings" panose="05000000000000000000" pitchFamily="2" charset="2"/>
              <a:buNone/>
            </a:pPr>
            <a:r>
              <a:rPr lang="en-GB" altLang="en-US" sz="1600" dirty="0">
                <a:latin typeface="Arial" panose="020B0604020202020204" pitchFamily="34" charset="0"/>
              </a:rPr>
              <a:t>    			weekday[1]="Monday";</a:t>
            </a:r>
          </a:p>
          <a:p>
            <a:pPr marL="0" indent="0" eaLnBrk="1" hangingPunct="1">
              <a:buFont typeface="Wingdings" panose="05000000000000000000" pitchFamily="2" charset="2"/>
              <a:buNone/>
            </a:pPr>
            <a:r>
              <a:rPr lang="en-GB" altLang="en-US" sz="1600" dirty="0">
                <a:latin typeface="Arial" panose="020B0604020202020204" pitchFamily="34" charset="0"/>
              </a:rPr>
              <a:t>    			weekday[2]="Tuesday";</a:t>
            </a:r>
          </a:p>
          <a:p>
            <a:pPr marL="0" indent="0" eaLnBrk="1" hangingPunct="1">
              <a:buFont typeface="Wingdings" panose="05000000000000000000" pitchFamily="2" charset="2"/>
              <a:buNone/>
            </a:pPr>
            <a:r>
              <a:rPr lang="en-GB" altLang="en-US" sz="1600" dirty="0">
                <a:latin typeface="Arial" panose="020B0604020202020204" pitchFamily="34" charset="0"/>
              </a:rPr>
              <a:t>    			weekday[3]="Wednesday";</a:t>
            </a:r>
          </a:p>
          <a:p>
            <a:pPr marL="0" indent="0" eaLnBrk="1" hangingPunct="1">
              <a:buFont typeface="Wingdings" panose="05000000000000000000" pitchFamily="2" charset="2"/>
              <a:buNone/>
            </a:pPr>
            <a:r>
              <a:rPr lang="en-GB" altLang="en-US" sz="1600" dirty="0">
                <a:latin typeface="Arial" panose="020B0604020202020204" pitchFamily="34" charset="0"/>
              </a:rPr>
              <a:t>    			weekday[4]="Thursday";</a:t>
            </a:r>
          </a:p>
          <a:p>
            <a:pPr marL="0" indent="0" eaLnBrk="1" hangingPunct="1">
              <a:buFont typeface="Wingdings" panose="05000000000000000000" pitchFamily="2" charset="2"/>
              <a:buNone/>
            </a:pPr>
            <a:r>
              <a:rPr lang="en-GB" altLang="en-US" sz="1600" dirty="0">
                <a:latin typeface="Arial" panose="020B0604020202020204" pitchFamily="34" charset="0"/>
              </a:rPr>
              <a:t>    			weekday[5]="Friday";</a:t>
            </a:r>
          </a:p>
          <a:p>
            <a:pPr marL="0" indent="0" eaLnBrk="1" hangingPunct="1">
              <a:buFont typeface="Wingdings" panose="05000000000000000000" pitchFamily="2" charset="2"/>
              <a:buNone/>
            </a:pPr>
            <a:r>
              <a:rPr lang="en-GB" altLang="en-US" sz="1600" dirty="0">
                <a:latin typeface="Arial" panose="020B0604020202020204" pitchFamily="34" charset="0"/>
              </a:rPr>
              <a:t>    			weekday[6]="Saturday";</a:t>
            </a:r>
          </a:p>
          <a:p>
            <a:pPr marL="0" indent="0" eaLnBrk="1" hangingPunct="1">
              <a:buFont typeface="Wingdings" panose="05000000000000000000" pitchFamily="2" charset="2"/>
              <a:buNone/>
            </a:pPr>
            <a:r>
              <a:rPr lang="en-GB" altLang="en-US" sz="1600" dirty="0">
                <a:latin typeface="Arial" panose="020B0604020202020204" pitchFamily="34" charset="0"/>
              </a:rPr>
              <a:t>		</a:t>
            </a:r>
            <a:r>
              <a:rPr lang="en-GB" altLang="en-US" sz="1600" dirty="0" err="1">
                <a:latin typeface="Arial" panose="020B0604020202020204" pitchFamily="34" charset="0"/>
              </a:rPr>
              <a:t>document.write</a:t>
            </a:r>
            <a:r>
              <a:rPr lang="en-GB" altLang="en-US" sz="1600" dirty="0">
                <a:latin typeface="Arial" panose="020B0604020202020204" pitchFamily="34" charset="0"/>
              </a:rPr>
              <a:t>("Today is " + weekday[today] + ".");</a:t>
            </a:r>
          </a:p>
          <a:p>
            <a:pPr marL="0" indent="0" eaLnBrk="1" hangingPunct="1">
              <a:buFont typeface="Wingdings" panose="05000000000000000000" pitchFamily="2" charset="2"/>
              <a:buNone/>
            </a:pPr>
            <a:r>
              <a:rPr lang="en-GB" altLang="en-US" sz="1600" dirty="0">
                <a:latin typeface="Arial" panose="020B0604020202020204" pitchFamily="34" charset="0"/>
              </a:rPr>
              <a:t>  	&lt;/script&gt;</a:t>
            </a:r>
          </a:p>
          <a:p>
            <a:pPr marL="0" indent="0" eaLnBrk="1" hangingPunct="1">
              <a:buFont typeface="Wingdings" panose="05000000000000000000" pitchFamily="2" charset="2"/>
              <a:buNone/>
            </a:pPr>
            <a:r>
              <a:rPr lang="en-GB" altLang="en-US" sz="1600" dirty="0">
                <a:latin typeface="Arial" panose="020B0604020202020204" pitchFamily="34" charset="0"/>
              </a:rPr>
              <a:t>&lt;/head&gt;</a:t>
            </a:r>
          </a:p>
          <a:p>
            <a:pPr marL="0" indent="0" eaLnBrk="1" hangingPunct="1">
              <a:buFont typeface="Wingdings" panose="05000000000000000000" pitchFamily="2" charset="2"/>
              <a:buNone/>
            </a:pPr>
            <a:endParaRPr lang="en-GB" altLang="en-US" sz="1600" dirty="0">
              <a:latin typeface="Arial" panose="020B0604020202020204" pitchFamily="34" charset="0"/>
            </a:endParaRPr>
          </a:p>
          <a:p>
            <a:pPr marL="0" indent="0" eaLnBrk="1" hangingPunct="1">
              <a:buFont typeface="Wingdings" panose="05000000000000000000" pitchFamily="2" charset="2"/>
              <a:buNone/>
            </a:pPr>
            <a:r>
              <a:rPr lang="en-GB" altLang="en-US" sz="1600" dirty="0">
                <a:latin typeface="Arial" panose="020B0604020202020204" pitchFamily="34" charset="0"/>
              </a:rPr>
              <a:t>This script creates variables and retrieves the current day with the method as a number which is compared to an Array. It will then print out the current day. </a:t>
            </a:r>
          </a:p>
        </p:txBody>
      </p:sp>
    </p:spTree>
    <p:extLst>
      <p:ext uri="{BB962C8B-B14F-4D97-AF65-F5344CB8AC3E}">
        <p14:creationId xmlns:p14="http://schemas.microsoft.com/office/powerpoint/2010/main" val="3268456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CD45C587-E7B3-4074-21D8-55E0AA787F68}"/>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4A4FC365-8B08-951E-8A6D-A7C79A84A650}"/>
              </a:ext>
            </a:extLst>
          </p:cNvPr>
          <p:cNvSpPr>
            <a:spLocks noGrp="1"/>
          </p:cNvSpPr>
          <p:nvPr>
            <p:ph type="title"/>
          </p:nvPr>
        </p:nvSpPr>
        <p:spPr/>
        <p:txBody>
          <a:bodyPr/>
          <a:lstStyle/>
          <a:p>
            <a:pPr eaLnBrk="1" hangingPunct="1"/>
            <a:r>
              <a:rPr lang="en-GB" altLang="en-US" dirty="0">
                <a:latin typeface="Arial" panose="020B0604020202020204" pitchFamily="34" charset="0"/>
              </a:rPr>
              <a:t>Basics of JavaScript</a:t>
            </a:r>
          </a:p>
        </p:txBody>
      </p:sp>
      <p:sp>
        <p:nvSpPr>
          <p:cNvPr id="9219" name="Rectangle 3">
            <a:extLst>
              <a:ext uri="{FF2B5EF4-FFF2-40B4-BE49-F238E27FC236}">
                <a16:creationId xmlns:a16="http://schemas.microsoft.com/office/drawing/2014/main" id="{5CC3486B-08E6-F214-9AB6-A0B28ADAE5A1}"/>
              </a:ext>
            </a:extLst>
          </p:cNvPr>
          <p:cNvSpPr>
            <a:spLocks noGrp="1"/>
          </p:cNvSpPr>
          <p:nvPr>
            <p:ph idx="1"/>
          </p:nvPr>
        </p:nvSpPr>
        <p:spPr>
          <a:xfrm>
            <a:off x="457200" y="1600200"/>
            <a:ext cx="8229600" cy="4572000"/>
          </a:xfrm>
        </p:spPr>
        <p:txBody>
          <a:bodyPr/>
          <a:lstStyle/>
          <a:p>
            <a:pPr eaLnBrk="1" hangingPunct="1"/>
            <a:r>
              <a:rPr lang="en-GB" altLang="en-US" sz="2400" dirty="0">
                <a:latin typeface="Arial" panose="020B0604020202020204" pitchFamily="34" charset="0"/>
              </a:rPr>
              <a:t>In a HTML document you begin JavaScript with the script tag: </a:t>
            </a:r>
          </a:p>
          <a:p>
            <a:pPr lvl="1" eaLnBrk="1" hangingPunct="1"/>
            <a:r>
              <a:rPr lang="en-GB" altLang="en-US" sz="2400" dirty="0">
                <a:latin typeface="Arial" panose="020B0604020202020204" pitchFamily="34" charset="0"/>
              </a:rPr>
              <a:t>&lt;script&gt; &lt;/script&gt;</a:t>
            </a:r>
          </a:p>
          <a:p>
            <a:pPr eaLnBrk="1" hangingPunct="1"/>
            <a:r>
              <a:rPr lang="en-GB" altLang="en-US" sz="2400" dirty="0">
                <a:latin typeface="Arial" panose="020B0604020202020204" pitchFamily="34" charset="0"/>
              </a:rPr>
              <a:t>JavaScript statements are separated by semicolons (it ignores white spaces and line breaks):</a:t>
            </a:r>
          </a:p>
          <a:p>
            <a:pPr lvl="1" eaLnBrk="1" hangingPunct="1"/>
            <a:r>
              <a:rPr lang="en-GB" altLang="en-US" sz="2400" dirty="0">
                <a:latin typeface="Arial" panose="020B0604020202020204" pitchFamily="34" charset="0"/>
              </a:rPr>
              <a:t>x = 5; </a:t>
            </a:r>
          </a:p>
          <a:p>
            <a:pPr lvl="1" eaLnBrk="1" hangingPunct="1"/>
            <a:r>
              <a:rPr lang="en-GB" altLang="en-US" sz="2400" dirty="0">
                <a:latin typeface="Arial" panose="020B0604020202020204" pitchFamily="34" charset="0"/>
              </a:rPr>
              <a:t>y = 6; </a:t>
            </a:r>
          </a:p>
          <a:p>
            <a:pPr lvl="1" eaLnBrk="1" hangingPunct="1"/>
            <a:r>
              <a:rPr lang="en-GB" altLang="en-US" sz="2400" dirty="0">
                <a:latin typeface="Arial" panose="020B0604020202020204" pitchFamily="34" charset="0"/>
              </a:rPr>
              <a:t>z = x + y;</a:t>
            </a:r>
          </a:p>
          <a:p>
            <a:pPr eaLnBrk="1" hangingPunct="1"/>
            <a:r>
              <a:rPr lang="en-GB" altLang="en-US" sz="2400" dirty="0">
                <a:latin typeface="Arial" panose="020B0604020202020204" pitchFamily="34" charset="0"/>
              </a:rPr>
              <a:t>Strings of text are written within double or single quotes.</a:t>
            </a:r>
          </a:p>
          <a:p>
            <a:pPr eaLnBrk="1" hangingPunct="1"/>
            <a:r>
              <a:rPr lang="en-GB" altLang="en-US" sz="2400" dirty="0">
                <a:latin typeface="Arial" panose="020B0604020202020204" pitchFamily="34" charset="0"/>
              </a:rPr>
              <a:t>You can comment JavaScript with //:</a:t>
            </a:r>
          </a:p>
          <a:p>
            <a:pPr lvl="1" eaLnBrk="1" hangingPunct="1"/>
            <a:r>
              <a:rPr lang="en-GB" altLang="en-US" sz="2400" dirty="0">
                <a:latin typeface="Arial" panose="020B0604020202020204" pitchFamily="34" charset="0"/>
              </a:rPr>
              <a:t>// This is a comment.</a:t>
            </a:r>
          </a:p>
          <a:p>
            <a:pPr marL="457200" lvl="1" indent="0" eaLnBrk="1" hangingPunct="1">
              <a:buNone/>
            </a:pPr>
            <a:endParaRPr lang="en-GB" altLang="en-US" sz="2000" dirty="0">
              <a:latin typeface="Arial" panose="020B0604020202020204" pitchFamily="34" charset="0"/>
            </a:endParaRPr>
          </a:p>
          <a:p>
            <a:pPr marL="457200" lvl="1" indent="0" eaLnBrk="1" hangingPunct="1">
              <a:buNone/>
            </a:pPr>
            <a:endParaRPr lang="en-GB" altLang="en-US" sz="2000" dirty="0">
              <a:latin typeface="Arial" panose="020B0604020202020204" pitchFamily="34" charset="0"/>
            </a:endParaRPr>
          </a:p>
        </p:txBody>
      </p:sp>
    </p:spTree>
    <p:extLst>
      <p:ext uri="{BB962C8B-B14F-4D97-AF65-F5344CB8AC3E}">
        <p14:creationId xmlns:p14="http://schemas.microsoft.com/office/powerpoint/2010/main" val="23447980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9FADA3D-CA9B-FC49-78AE-BF26035811A3}"/>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9D82E604-2EE0-3E1A-D9B3-3128416C9351}"/>
              </a:ext>
            </a:extLst>
          </p:cNvPr>
          <p:cNvSpPr>
            <a:spLocks noGrp="1"/>
          </p:cNvSpPr>
          <p:nvPr>
            <p:ph type="title"/>
          </p:nvPr>
        </p:nvSpPr>
        <p:spPr/>
        <p:txBody>
          <a:bodyPr/>
          <a:lstStyle/>
          <a:p>
            <a:pPr eaLnBrk="1" hangingPunct="1"/>
            <a:r>
              <a:rPr lang="en-GB" altLang="en-US" dirty="0">
                <a:latin typeface="Arial" panose="020B0604020202020204" pitchFamily="34" charset="0"/>
              </a:rPr>
              <a:t>JavaScript Variables</a:t>
            </a:r>
          </a:p>
        </p:txBody>
      </p:sp>
      <p:sp>
        <p:nvSpPr>
          <p:cNvPr id="9219" name="Rectangle 3">
            <a:extLst>
              <a:ext uri="{FF2B5EF4-FFF2-40B4-BE49-F238E27FC236}">
                <a16:creationId xmlns:a16="http://schemas.microsoft.com/office/drawing/2014/main" id="{D7ED8E83-2989-5ED3-76D9-41ED6D69E513}"/>
              </a:ext>
            </a:extLst>
          </p:cNvPr>
          <p:cNvSpPr>
            <a:spLocks noGrp="1"/>
          </p:cNvSpPr>
          <p:nvPr>
            <p:ph idx="1"/>
          </p:nvPr>
        </p:nvSpPr>
        <p:spPr>
          <a:xfrm>
            <a:off x="457200" y="1600200"/>
            <a:ext cx="8229600" cy="4572000"/>
          </a:xfrm>
        </p:spPr>
        <p:txBody>
          <a:bodyPr/>
          <a:lstStyle/>
          <a:p>
            <a:pPr eaLnBrk="1" hangingPunct="1"/>
            <a:r>
              <a:rPr lang="en-GB" altLang="en-US" sz="2400" dirty="0">
                <a:latin typeface="Arial" panose="020B0604020202020204" pitchFamily="34" charset="0"/>
              </a:rPr>
              <a:t>JavaScript variables can be declared in 3 ways.</a:t>
            </a:r>
          </a:p>
          <a:p>
            <a:pPr eaLnBrk="1" hangingPunct="1"/>
            <a:r>
              <a:rPr lang="en-GB" altLang="en-US" sz="2400" dirty="0">
                <a:latin typeface="Arial" panose="020B0604020202020204" pitchFamily="34" charset="0"/>
              </a:rPr>
              <a:t>var x = 5; </a:t>
            </a:r>
          </a:p>
          <a:p>
            <a:pPr eaLnBrk="1" hangingPunct="1"/>
            <a:r>
              <a:rPr lang="en-GB" altLang="en-US" sz="2400" dirty="0">
                <a:latin typeface="Arial" panose="020B0604020202020204" pitchFamily="34" charset="0"/>
              </a:rPr>
              <a:t>let y = 6;</a:t>
            </a:r>
          </a:p>
          <a:p>
            <a:pPr eaLnBrk="1" hangingPunct="1"/>
            <a:r>
              <a:rPr lang="en-GB" altLang="en-US" sz="2400" dirty="0" err="1">
                <a:latin typeface="Arial" panose="020B0604020202020204" pitchFamily="34" charset="0"/>
              </a:rPr>
              <a:t>const</a:t>
            </a:r>
            <a:r>
              <a:rPr lang="en-GB" altLang="en-US" sz="2400" dirty="0">
                <a:latin typeface="Arial" panose="020B0604020202020204" pitchFamily="34" charset="0"/>
              </a:rPr>
              <a:t> z = 10;</a:t>
            </a:r>
          </a:p>
          <a:p>
            <a:pPr eaLnBrk="1" hangingPunct="1"/>
            <a:endParaRPr lang="en-GB" altLang="en-US" sz="2400" dirty="0">
              <a:latin typeface="Arial" panose="020B0604020202020204" pitchFamily="34" charset="0"/>
            </a:endParaRPr>
          </a:p>
          <a:p>
            <a:pPr eaLnBrk="1" hangingPunct="1"/>
            <a:r>
              <a:rPr lang="en-GB" altLang="en-US" sz="2400" dirty="0" err="1">
                <a:latin typeface="Arial" panose="020B0604020202020204" pitchFamily="34" charset="0"/>
              </a:rPr>
              <a:t>const</a:t>
            </a:r>
            <a:r>
              <a:rPr lang="en-GB" altLang="en-US" sz="2400" dirty="0">
                <a:latin typeface="Arial" panose="020B0604020202020204" pitchFamily="34" charset="0"/>
              </a:rPr>
              <a:t> is a value that should not be changed.</a:t>
            </a:r>
          </a:p>
          <a:p>
            <a:pPr eaLnBrk="1" hangingPunct="1"/>
            <a:r>
              <a:rPr lang="en-GB" altLang="en-US" sz="2400" dirty="0">
                <a:latin typeface="Arial" panose="020B0604020202020204" pitchFamily="34" charset="0"/>
              </a:rPr>
              <a:t>let is for when you want a block-scoped variable that can be reassigned.</a:t>
            </a:r>
          </a:p>
          <a:p>
            <a:pPr eaLnBrk="1" hangingPunct="1"/>
            <a:r>
              <a:rPr lang="en-GB" altLang="en-US" sz="2400" dirty="0">
                <a:latin typeface="Arial" panose="020B0604020202020204" pitchFamily="34" charset="0"/>
              </a:rPr>
              <a:t>var is for when you want function scoped variables that can be hoisted.</a:t>
            </a:r>
            <a:endParaRPr lang="en-GB" altLang="en-US" sz="2000" dirty="0">
              <a:latin typeface="Arial" panose="020B0604020202020204" pitchFamily="34" charset="0"/>
            </a:endParaRPr>
          </a:p>
        </p:txBody>
      </p:sp>
    </p:spTree>
    <p:extLst>
      <p:ext uri="{BB962C8B-B14F-4D97-AF65-F5344CB8AC3E}">
        <p14:creationId xmlns:p14="http://schemas.microsoft.com/office/powerpoint/2010/main" val="442707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E8ED0792-0C23-DCCC-8C86-05718A7B2D78}"/>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8077DC94-12E0-5BC8-C5CF-4CE419F078CC}"/>
              </a:ext>
            </a:extLst>
          </p:cNvPr>
          <p:cNvSpPr>
            <a:spLocks noGrp="1"/>
          </p:cNvSpPr>
          <p:nvPr>
            <p:ph type="title"/>
          </p:nvPr>
        </p:nvSpPr>
        <p:spPr/>
        <p:txBody>
          <a:bodyPr/>
          <a:lstStyle/>
          <a:p>
            <a:pPr eaLnBrk="1" hangingPunct="1"/>
            <a:r>
              <a:rPr lang="en-GB" altLang="en-US" dirty="0">
                <a:latin typeface="Arial" panose="020B0604020202020204" pitchFamily="34" charset="0"/>
              </a:rPr>
              <a:t>Basic JavaScript Output</a:t>
            </a:r>
          </a:p>
        </p:txBody>
      </p:sp>
      <p:sp>
        <p:nvSpPr>
          <p:cNvPr id="9219" name="Rectangle 3">
            <a:extLst>
              <a:ext uri="{FF2B5EF4-FFF2-40B4-BE49-F238E27FC236}">
                <a16:creationId xmlns:a16="http://schemas.microsoft.com/office/drawing/2014/main" id="{255F690F-621F-421D-C178-FAB40783051F}"/>
              </a:ext>
            </a:extLst>
          </p:cNvPr>
          <p:cNvSpPr>
            <a:spLocks noGrp="1"/>
          </p:cNvSpPr>
          <p:nvPr>
            <p:ph idx="1"/>
          </p:nvPr>
        </p:nvSpPr>
        <p:spPr>
          <a:xfrm>
            <a:off x="457200" y="1600200"/>
            <a:ext cx="8229600" cy="4572000"/>
          </a:xfrm>
        </p:spPr>
        <p:txBody>
          <a:bodyPr/>
          <a:lstStyle/>
          <a:p>
            <a:pPr marL="0" indent="0" eaLnBrk="1" hangingPunct="1">
              <a:buNone/>
            </a:pPr>
            <a:r>
              <a:rPr lang="en-GB" altLang="en-US" sz="2400" dirty="0">
                <a:latin typeface="Arial" panose="020B0604020202020204" pitchFamily="34" charset="0"/>
              </a:rPr>
              <a:t>Depending on where you want your JavaScript to output to you can use the following:</a:t>
            </a:r>
          </a:p>
          <a:p>
            <a:pPr marL="0" indent="0" eaLnBrk="1" hangingPunct="1">
              <a:buNone/>
            </a:pPr>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Changing HTML element, use </a:t>
            </a:r>
            <a:r>
              <a:rPr lang="en-GB" altLang="en-US" sz="2400" dirty="0" err="1">
                <a:latin typeface="Arial" panose="020B0604020202020204" pitchFamily="34" charset="0"/>
              </a:rPr>
              <a:t>innerHTML</a:t>
            </a:r>
            <a:r>
              <a:rPr lang="en-GB" altLang="en-US" sz="2400" dirty="0">
                <a:latin typeface="Arial" panose="020B0604020202020204" pitchFamily="34" charset="0"/>
              </a:rPr>
              <a:t>.</a:t>
            </a:r>
          </a:p>
          <a:p>
            <a:pPr eaLnBrk="1" hangingPunct="1"/>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Writing into the HTML output, use </a:t>
            </a:r>
            <a:r>
              <a:rPr lang="en-GB" altLang="en-US" sz="2400" dirty="0" err="1">
                <a:latin typeface="Arial" panose="020B0604020202020204" pitchFamily="34" charset="0"/>
              </a:rPr>
              <a:t>document.write</a:t>
            </a:r>
            <a:r>
              <a:rPr lang="en-GB" altLang="en-US" sz="2400" dirty="0">
                <a:latin typeface="Arial" panose="020B0604020202020204" pitchFamily="34" charset="0"/>
              </a:rPr>
              <a:t>().</a:t>
            </a:r>
          </a:p>
          <a:p>
            <a:pPr eaLnBrk="1" hangingPunct="1"/>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Writing into an alert box, use </a:t>
            </a:r>
            <a:r>
              <a:rPr lang="en-GB" altLang="en-US" sz="2400" dirty="0" err="1">
                <a:latin typeface="Arial" panose="020B0604020202020204" pitchFamily="34" charset="0"/>
              </a:rPr>
              <a:t>window.alert</a:t>
            </a:r>
            <a:r>
              <a:rPr lang="en-GB" altLang="en-US" sz="2400" dirty="0">
                <a:latin typeface="Arial" panose="020B0604020202020204" pitchFamily="34" charset="0"/>
              </a:rPr>
              <a:t>().</a:t>
            </a:r>
          </a:p>
          <a:p>
            <a:pPr eaLnBrk="1" hangingPunct="1"/>
            <a:endParaRPr lang="en-GB" altLang="en-US" sz="2400" dirty="0">
              <a:latin typeface="Arial" panose="020B0604020202020204" pitchFamily="34" charset="0"/>
            </a:endParaRPr>
          </a:p>
          <a:p>
            <a:pPr eaLnBrk="1" hangingPunct="1"/>
            <a:r>
              <a:rPr lang="en-GB" altLang="en-US" sz="2400" dirty="0">
                <a:latin typeface="Arial" panose="020B0604020202020204" pitchFamily="34" charset="0"/>
              </a:rPr>
              <a:t>Writing into the browser console, use console.log().</a:t>
            </a:r>
          </a:p>
        </p:txBody>
      </p:sp>
    </p:spTree>
    <p:extLst>
      <p:ext uri="{BB962C8B-B14F-4D97-AF65-F5344CB8AC3E}">
        <p14:creationId xmlns:p14="http://schemas.microsoft.com/office/powerpoint/2010/main" val="29163498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F99CA474-C228-57BB-FF4E-B27DB45D9E8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C6CBE2B7-9E70-22E8-7244-2D179CA375E9}"/>
              </a:ext>
            </a:extLst>
          </p:cNvPr>
          <p:cNvSpPr>
            <a:spLocks noGrp="1"/>
          </p:cNvSpPr>
          <p:nvPr>
            <p:ph type="title"/>
          </p:nvPr>
        </p:nvSpPr>
        <p:spPr/>
        <p:txBody>
          <a:bodyPr/>
          <a:lstStyle/>
          <a:p>
            <a:pPr eaLnBrk="1" hangingPunct="1"/>
            <a:r>
              <a:rPr lang="en-GB" altLang="en-US" dirty="0">
                <a:latin typeface="Arial" panose="020B0604020202020204" pitchFamily="34" charset="0"/>
              </a:rPr>
              <a:t>Basic JavaScript Output</a:t>
            </a:r>
          </a:p>
        </p:txBody>
      </p:sp>
      <p:sp>
        <p:nvSpPr>
          <p:cNvPr id="9219" name="Rectangle 3">
            <a:extLst>
              <a:ext uri="{FF2B5EF4-FFF2-40B4-BE49-F238E27FC236}">
                <a16:creationId xmlns:a16="http://schemas.microsoft.com/office/drawing/2014/main" id="{9EB8C548-AD7C-FF1C-C7B1-7676895A3A4B}"/>
              </a:ext>
            </a:extLst>
          </p:cNvPr>
          <p:cNvSpPr>
            <a:spLocks noGrp="1"/>
          </p:cNvSpPr>
          <p:nvPr>
            <p:ph idx="1"/>
          </p:nvPr>
        </p:nvSpPr>
        <p:spPr>
          <a:xfrm>
            <a:off x="457200" y="1600200"/>
            <a:ext cx="8229600" cy="4572000"/>
          </a:xfrm>
        </p:spPr>
        <p:txBody>
          <a:bodyPr/>
          <a:lstStyle/>
          <a:p>
            <a:pPr eaLnBrk="1" hangingPunct="1"/>
            <a:r>
              <a:rPr lang="en-GB" altLang="en-US" sz="1800" dirty="0">
                <a:latin typeface="Arial" panose="020B0604020202020204" pitchFamily="34" charset="0"/>
              </a:rPr>
              <a:t>To access a HTML element, JavaScript can use the </a:t>
            </a:r>
            <a:r>
              <a:rPr lang="en-GB" altLang="en-US" sz="1800" dirty="0" err="1">
                <a:latin typeface="Arial" panose="020B0604020202020204" pitchFamily="34" charset="0"/>
              </a:rPr>
              <a:t>document.getElementById</a:t>
            </a:r>
            <a:r>
              <a:rPr lang="en-GB" altLang="en-US" sz="1800" dirty="0">
                <a:latin typeface="Arial" panose="020B0604020202020204" pitchFamily="34" charset="0"/>
              </a:rPr>
              <a:t>(id) method.</a:t>
            </a:r>
          </a:p>
          <a:p>
            <a:pPr eaLnBrk="1" hangingPunct="1"/>
            <a:r>
              <a:rPr lang="en-GB" altLang="en-US" sz="1800" dirty="0">
                <a:latin typeface="Arial" panose="020B0604020202020204" pitchFamily="34" charset="0"/>
              </a:rPr>
              <a:t>&lt;!DOCTYPE html&gt;</a:t>
            </a:r>
          </a:p>
          <a:p>
            <a:pPr marL="0" indent="0" eaLnBrk="1" hangingPunct="1">
              <a:buNone/>
            </a:pPr>
            <a:r>
              <a:rPr lang="en-GB" altLang="en-US" sz="1800" dirty="0">
                <a:latin typeface="Arial" panose="020B0604020202020204" pitchFamily="34" charset="0"/>
              </a:rPr>
              <a:t>	&lt;html&gt;</a:t>
            </a:r>
          </a:p>
          <a:p>
            <a:pPr marL="0" indent="0" eaLnBrk="1" hangingPunct="1">
              <a:buNone/>
            </a:pPr>
            <a:r>
              <a:rPr lang="en-GB" altLang="en-US" sz="1800" dirty="0">
                <a:latin typeface="Arial" panose="020B0604020202020204" pitchFamily="34" charset="0"/>
              </a:rPr>
              <a:t>		&lt;body&gt;</a:t>
            </a:r>
          </a:p>
          <a:p>
            <a:pPr marL="0" indent="0" eaLnBrk="1" hangingPunct="1">
              <a:buNone/>
            </a:pPr>
            <a:r>
              <a:rPr lang="en-GB" altLang="en-US" sz="1800" dirty="0">
                <a:latin typeface="Arial" panose="020B0604020202020204" pitchFamily="34" charset="0"/>
              </a:rPr>
              <a:t>			&lt;h1&gt;My First Web Page&lt;/h1&gt;</a:t>
            </a:r>
          </a:p>
          <a:p>
            <a:pPr marL="0" indent="0" eaLnBrk="1" hangingPunct="1">
              <a:buNone/>
            </a:pPr>
            <a:r>
              <a:rPr lang="en-GB" altLang="en-US" sz="1800" dirty="0">
                <a:latin typeface="Arial" panose="020B0604020202020204" pitchFamily="34" charset="0"/>
              </a:rPr>
              <a:t>			&lt;p&gt;My First Paragraph&lt;/p&gt;</a:t>
            </a:r>
          </a:p>
          <a:p>
            <a:pPr marL="0" indent="0" eaLnBrk="1" hangingPunct="1">
              <a:buNone/>
            </a:pPr>
            <a:r>
              <a:rPr lang="en-GB" altLang="en-US" sz="1800" dirty="0">
                <a:latin typeface="Arial" panose="020B0604020202020204" pitchFamily="34" charset="0"/>
              </a:rPr>
              <a:t>			&lt;p id="demo"&gt;&lt;/p&gt;</a:t>
            </a:r>
          </a:p>
          <a:p>
            <a:pPr marL="0" indent="0" eaLnBrk="1" hangingPunct="1">
              <a:buNone/>
            </a:pPr>
            <a:r>
              <a:rPr lang="en-GB" altLang="en-US" sz="1800" dirty="0">
                <a:latin typeface="Arial" panose="020B0604020202020204" pitchFamily="34" charset="0"/>
              </a:rPr>
              <a:t>			&lt;script&gt;</a:t>
            </a:r>
          </a:p>
          <a:p>
            <a:pPr marL="0" indent="0" eaLnBrk="1" hangingPunct="1">
              <a:buNone/>
            </a:pPr>
            <a:r>
              <a:rPr lang="en-GB" altLang="en-US" sz="1800" dirty="0">
                <a:latin typeface="Arial" panose="020B0604020202020204" pitchFamily="34" charset="0"/>
              </a:rPr>
              <a:t>				</a:t>
            </a:r>
            <a:r>
              <a:rPr lang="en-GB" altLang="en-US" sz="1800" dirty="0" err="1">
                <a:latin typeface="Arial" panose="020B0604020202020204" pitchFamily="34" charset="0"/>
              </a:rPr>
              <a:t>document.getElementById</a:t>
            </a:r>
            <a:r>
              <a:rPr lang="en-GB" altLang="en-US" sz="1800" dirty="0">
                <a:latin typeface="Arial" panose="020B0604020202020204" pitchFamily="34" charset="0"/>
              </a:rPr>
              <a:t>("demo").</a:t>
            </a:r>
            <a:r>
              <a:rPr lang="en-GB" altLang="en-US" sz="1800" dirty="0" err="1">
                <a:latin typeface="Arial" panose="020B0604020202020204" pitchFamily="34" charset="0"/>
              </a:rPr>
              <a:t>innerHTML</a:t>
            </a:r>
            <a:r>
              <a:rPr lang="en-GB" altLang="en-US" sz="1800" dirty="0">
                <a:latin typeface="Arial" panose="020B0604020202020204" pitchFamily="34" charset="0"/>
              </a:rPr>
              <a:t> = 5 + 6;</a:t>
            </a:r>
          </a:p>
          <a:p>
            <a:pPr marL="0" indent="0" eaLnBrk="1" hangingPunct="1">
              <a:buNone/>
            </a:pPr>
            <a:r>
              <a:rPr lang="en-GB" altLang="en-US" sz="1800" dirty="0">
                <a:latin typeface="Arial" panose="020B0604020202020204" pitchFamily="34" charset="0"/>
              </a:rPr>
              <a:t>			&lt;/script&gt;</a:t>
            </a:r>
          </a:p>
          <a:p>
            <a:pPr marL="0" indent="0" eaLnBrk="1" hangingPunct="1">
              <a:buNone/>
            </a:pPr>
            <a:r>
              <a:rPr lang="en-GB" altLang="en-US" sz="1800" dirty="0">
                <a:latin typeface="Arial" panose="020B0604020202020204" pitchFamily="34" charset="0"/>
              </a:rPr>
              <a:t>		&lt;/body&gt;</a:t>
            </a:r>
          </a:p>
          <a:p>
            <a:pPr marL="0" indent="0" eaLnBrk="1" hangingPunct="1">
              <a:buNone/>
            </a:pPr>
            <a:r>
              <a:rPr lang="en-GB" altLang="en-US" sz="1800" dirty="0">
                <a:latin typeface="Arial" panose="020B0604020202020204" pitchFamily="34" charset="0"/>
              </a:rPr>
              <a:t>	&lt;/html&gt;</a:t>
            </a:r>
          </a:p>
          <a:p>
            <a:pPr eaLnBrk="1" hangingPunct="1"/>
            <a:r>
              <a:rPr lang="en-GB" altLang="en-US" sz="1800" dirty="0">
                <a:latin typeface="Arial" panose="020B0604020202020204" pitchFamily="34" charset="0"/>
              </a:rPr>
              <a:t>The id attribute defines the HTML element. The </a:t>
            </a:r>
            <a:r>
              <a:rPr lang="en-GB" altLang="en-US" sz="1800" dirty="0" err="1">
                <a:latin typeface="Arial" panose="020B0604020202020204" pitchFamily="34" charset="0"/>
              </a:rPr>
              <a:t>innerHTML</a:t>
            </a:r>
            <a:r>
              <a:rPr lang="en-GB" altLang="en-US" sz="1800" dirty="0">
                <a:latin typeface="Arial" panose="020B0604020202020204" pitchFamily="34" charset="0"/>
              </a:rPr>
              <a:t> property defines the HTML content:</a:t>
            </a:r>
          </a:p>
          <a:p>
            <a:pPr marL="0" indent="0" eaLnBrk="1" hangingPunct="1">
              <a:buNone/>
            </a:pPr>
            <a:endParaRPr lang="en-GB" altLang="en-US" sz="2400" dirty="0">
              <a:latin typeface="Arial" panose="020B0604020202020204" pitchFamily="34" charset="0"/>
            </a:endParaRPr>
          </a:p>
        </p:txBody>
      </p:sp>
    </p:spTree>
    <p:extLst>
      <p:ext uri="{BB962C8B-B14F-4D97-AF65-F5344CB8AC3E}">
        <p14:creationId xmlns:p14="http://schemas.microsoft.com/office/powerpoint/2010/main" val="36115409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27D00DDD-B511-FA5B-E349-719BE3B1C2B9}"/>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E05D0109-07BD-D357-89FC-E81B726C8E4F}"/>
              </a:ext>
            </a:extLst>
          </p:cNvPr>
          <p:cNvSpPr>
            <a:spLocks noGrp="1"/>
          </p:cNvSpPr>
          <p:nvPr>
            <p:ph type="title"/>
          </p:nvPr>
        </p:nvSpPr>
        <p:spPr/>
        <p:txBody>
          <a:bodyPr/>
          <a:lstStyle/>
          <a:p>
            <a:pPr eaLnBrk="1" hangingPunct="1"/>
            <a:r>
              <a:rPr lang="en-GB" altLang="en-US" dirty="0">
                <a:latin typeface="Arial" panose="020B0604020202020204" pitchFamily="34" charset="0"/>
              </a:rPr>
              <a:t>Event Handlers</a:t>
            </a:r>
          </a:p>
        </p:txBody>
      </p:sp>
      <p:sp>
        <p:nvSpPr>
          <p:cNvPr id="16387" name="Rectangle 3">
            <a:extLst>
              <a:ext uri="{FF2B5EF4-FFF2-40B4-BE49-F238E27FC236}">
                <a16:creationId xmlns:a16="http://schemas.microsoft.com/office/drawing/2014/main" id="{90C57D13-D829-DEF4-6334-666A031B5D3A}"/>
              </a:ext>
            </a:extLst>
          </p:cNvPr>
          <p:cNvSpPr>
            <a:spLocks noGrp="1"/>
          </p:cNvSpPr>
          <p:nvPr>
            <p:ph idx="1"/>
          </p:nvPr>
        </p:nvSpPr>
        <p:spPr/>
        <p:txBody>
          <a:bodyPr/>
          <a:lstStyle/>
          <a:p>
            <a:pPr eaLnBrk="1" hangingPunct="1"/>
            <a:r>
              <a:rPr lang="en-GB" altLang="en-US" sz="1800" dirty="0">
                <a:latin typeface="Arial" panose="020B0604020202020204" pitchFamily="34" charset="0"/>
              </a:rPr>
              <a:t>One of the most common ways to invoke JavaScript is to use an event handler to invoke a script. The most common events are:</a:t>
            </a:r>
          </a:p>
          <a:p>
            <a:pPr eaLnBrk="1" hangingPunct="1"/>
            <a:endParaRPr lang="en-GB" altLang="en-US" sz="1800" dirty="0">
              <a:latin typeface="Arial" panose="020B0604020202020204" pitchFamily="34" charset="0"/>
            </a:endParaRPr>
          </a:p>
          <a:p>
            <a:pPr eaLnBrk="1" hangingPunct="1"/>
            <a:r>
              <a:rPr lang="en-GB" altLang="en-US" sz="1800" dirty="0" err="1">
                <a:latin typeface="Arial" panose="020B0604020202020204" pitchFamily="34" charset="0"/>
              </a:rPr>
              <a:t>onBlur</a:t>
            </a:r>
            <a:r>
              <a:rPr lang="en-GB" altLang="en-US" sz="1800" dirty="0">
                <a:latin typeface="Arial" panose="020B0604020202020204" pitchFamily="34" charset="0"/>
              </a:rPr>
              <a:t>			- when the user removes focus from an element</a:t>
            </a:r>
          </a:p>
          <a:p>
            <a:pPr eaLnBrk="1" hangingPunct="1"/>
            <a:r>
              <a:rPr lang="en-GB" altLang="en-US" sz="1800" dirty="0" err="1">
                <a:latin typeface="Arial" panose="020B0604020202020204" pitchFamily="34" charset="0"/>
              </a:rPr>
              <a:t>onClick</a:t>
            </a:r>
            <a:r>
              <a:rPr lang="en-GB" altLang="en-US" sz="1800" dirty="0">
                <a:latin typeface="Arial" panose="020B0604020202020204" pitchFamily="34" charset="0"/>
              </a:rPr>
              <a:t>			- when the user clicks a button/link</a:t>
            </a:r>
          </a:p>
          <a:p>
            <a:pPr eaLnBrk="1" hangingPunct="1"/>
            <a:r>
              <a:rPr lang="en-GB" altLang="en-US" sz="1800" dirty="0" err="1">
                <a:latin typeface="Arial" panose="020B0604020202020204" pitchFamily="34" charset="0"/>
              </a:rPr>
              <a:t>onChange</a:t>
            </a:r>
            <a:r>
              <a:rPr lang="en-GB" altLang="en-US" sz="1800" dirty="0">
                <a:latin typeface="Arial" panose="020B0604020202020204" pitchFamily="34" charset="0"/>
              </a:rPr>
              <a:t>		- when the user changes a value or form element</a:t>
            </a:r>
          </a:p>
          <a:p>
            <a:pPr eaLnBrk="1" hangingPunct="1"/>
            <a:r>
              <a:rPr lang="en-GB" altLang="en-US" sz="1800" dirty="0" err="1">
                <a:latin typeface="Arial" panose="020B0604020202020204" pitchFamily="34" charset="0"/>
              </a:rPr>
              <a:t>onFocus</a:t>
            </a:r>
            <a:r>
              <a:rPr lang="en-GB" altLang="en-US" sz="1800" dirty="0">
                <a:latin typeface="Arial" panose="020B0604020202020204" pitchFamily="34" charset="0"/>
              </a:rPr>
              <a:t>			- when the user selects an element</a:t>
            </a:r>
          </a:p>
          <a:p>
            <a:pPr eaLnBrk="1" hangingPunct="1"/>
            <a:r>
              <a:rPr lang="en-GB" altLang="en-US" sz="1800" dirty="0" err="1">
                <a:latin typeface="Arial" panose="020B0604020202020204" pitchFamily="34" charset="0"/>
              </a:rPr>
              <a:t>onLoad</a:t>
            </a:r>
            <a:r>
              <a:rPr lang="en-GB" altLang="en-US" sz="1800" dirty="0">
                <a:latin typeface="Arial" panose="020B0604020202020204" pitchFamily="34" charset="0"/>
              </a:rPr>
              <a:t>			- when the page is loaded</a:t>
            </a:r>
          </a:p>
          <a:p>
            <a:pPr eaLnBrk="1" hangingPunct="1"/>
            <a:r>
              <a:rPr lang="en-GB" altLang="en-US" sz="1800" dirty="0" err="1">
                <a:latin typeface="Arial" panose="020B0604020202020204" pitchFamily="34" charset="0"/>
              </a:rPr>
              <a:t>onMouseOver</a:t>
            </a:r>
            <a:r>
              <a:rPr lang="en-GB" altLang="en-US" sz="1800" dirty="0">
                <a:latin typeface="Arial" panose="020B0604020202020204" pitchFamily="34" charset="0"/>
              </a:rPr>
              <a:t>		- when the mouse hovers over a link</a:t>
            </a:r>
          </a:p>
          <a:p>
            <a:pPr eaLnBrk="1" hangingPunct="1"/>
            <a:r>
              <a:rPr lang="en-GB" altLang="en-US" sz="1800" dirty="0" err="1">
                <a:latin typeface="Arial" panose="020B0604020202020204" pitchFamily="34" charset="0"/>
              </a:rPr>
              <a:t>onSelect</a:t>
            </a:r>
            <a:r>
              <a:rPr lang="en-GB" altLang="en-US" sz="1800" dirty="0">
                <a:latin typeface="Arial" panose="020B0604020202020204" pitchFamily="34" charset="0"/>
              </a:rPr>
              <a:t>			- when the user selects an input field</a:t>
            </a:r>
          </a:p>
          <a:p>
            <a:pPr eaLnBrk="1" hangingPunct="1"/>
            <a:r>
              <a:rPr lang="en-GB" altLang="en-US" sz="1800" dirty="0" err="1">
                <a:latin typeface="Arial" panose="020B0604020202020204" pitchFamily="34" charset="0"/>
              </a:rPr>
              <a:t>onSubmit</a:t>
            </a:r>
            <a:r>
              <a:rPr lang="en-GB" altLang="en-US" sz="1800" dirty="0">
                <a:latin typeface="Arial" panose="020B0604020202020204" pitchFamily="34" charset="0"/>
              </a:rPr>
              <a:t>			- when the user submits a form</a:t>
            </a:r>
          </a:p>
          <a:p>
            <a:pPr eaLnBrk="1" hangingPunct="1"/>
            <a:r>
              <a:rPr lang="en-GB" altLang="en-US" sz="1800" dirty="0" err="1">
                <a:latin typeface="Arial" panose="020B0604020202020204" pitchFamily="34" charset="0"/>
              </a:rPr>
              <a:t>onUnload</a:t>
            </a:r>
            <a:r>
              <a:rPr lang="en-GB" altLang="en-US" sz="1800" dirty="0">
                <a:latin typeface="Arial" panose="020B0604020202020204" pitchFamily="34" charset="0"/>
              </a:rPr>
              <a:t>			- when the user leaves a page</a:t>
            </a:r>
          </a:p>
          <a:p>
            <a:pPr eaLnBrk="1" hangingPunct="1"/>
            <a:endParaRPr lang="en-GB" altLang="en-US" sz="1800" dirty="0">
              <a:latin typeface="Arial" panose="020B0604020202020204" pitchFamily="34" charset="0"/>
            </a:endParaRPr>
          </a:p>
          <a:p>
            <a:pPr eaLnBrk="1" hangingPunct="1"/>
            <a:r>
              <a:rPr lang="en-GB" altLang="en-US" sz="1800" dirty="0">
                <a:latin typeface="Arial" panose="020B0604020202020204" pitchFamily="34" charset="0"/>
              </a:rPr>
              <a:t>&lt;button onclick="</a:t>
            </a:r>
            <a:r>
              <a:rPr lang="en-GB" altLang="en-US" sz="1800" dirty="0" err="1">
                <a:latin typeface="Arial" panose="020B0604020202020204" pitchFamily="34" charset="0"/>
              </a:rPr>
              <a:t>document.getElementById</a:t>
            </a:r>
            <a:r>
              <a:rPr lang="en-GB" altLang="en-US" sz="1800" dirty="0">
                <a:latin typeface="Arial" panose="020B0604020202020204" pitchFamily="34" charset="0"/>
              </a:rPr>
              <a:t>('demo').</a:t>
            </a:r>
            <a:r>
              <a:rPr lang="en-GB" altLang="en-US" sz="1800" dirty="0" err="1">
                <a:latin typeface="Arial" panose="020B0604020202020204" pitchFamily="34" charset="0"/>
              </a:rPr>
              <a:t>innerHTML</a:t>
            </a:r>
            <a:r>
              <a:rPr lang="en-GB" altLang="en-US" sz="1800" dirty="0">
                <a:latin typeface="Arial" panose="020B0604020202020204" pitchFamily="34" charset="0"/>
              </a:rPr>
              <a:t>=Date()"&gt;The time is?&lt;/button&gt;</a:t>
            </a:r>
          </a:p>
        </p:txBody>
      </p:sp>
    </p:spTree>
    <p:extLst>
      <p:ext uri="{BB962C8B-B14F-4D97-AF65-F5344CB8AC3E}">
        <p14:creationId xmlns:p14="http://schemas.microsoft.com/office/powerpoint/2010/main" val="2058521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54F981EE-1653-B130-1E35-4926A29D150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5C24FA8F-4920-8F8A-F7A9-3576BD8957A2}"/>
              </a:ext>
            </a:extLst>
          </p:cNvPr>
          <p:cNvSpPr>
            <a:spLocks noGrp="1"/>
          </p:cNvSpPr>
          <p:nvPr>
            <p:ph type="title"/>
          </p:nvPr>
        </p:nvSpPr>
        <p:spPr/>
        <p:txBody>
          <a:bodyPr/>
          <a:lstStyle/>
          <a:p>
            <a:pPr eaLnBrk="1" hangingPunct="1"/>
            <a:r>
              <a:rPr lang="en-GB" altLang="en-US" dirty="0">
                <a:latin typeface="Arial" panose="020B0604020202020204" pitchFamily="34" charset="0"/>
              </a:rPr>
              <a:t>HTML Forms</a:t>
            </a:r>
          </a:p>
        </p:txBody>
      </p:sp>
      <p:sp>
        <p:nvSpPr>
          <p:cNvPr id="16387" name="Rectangle 3">
            <a:extLst>
              <a:ext uri="{FF2B5EF4-FFF2-40B4-BE49-F238E27FC236}">
                <a16:creationId xmlns:a16="http://schemas.microsoft.com/office/drawing/2014/main" id="{5C471C45-B70A-48F5-4BB0-0299718FCCF3}"/>
              </a:ext>
            </a:extLst>
          </p:cNvPr>
          <p:cNvSpPr>
            <a:spLocks noGrp="1"/>
          </p:cNvSpPr>
          <p:nvPr>
            <p:ph idx="1"/>
          </p:nvPr>
        </p:nvSpPr>
        <p:spPr/>
        <p:txBody>
          <a:bodyPr/>
          <a:lstStyle/>
          <a:p>
            <a:pPr eaLnBrk="1" hangingPunct="1"/>
            <a:r>
              <a:rPr lang="en-GB" altLang="en-US" sz="2400" dirty="0">
                <a:latin typeface="Arial" panose="020B0604020202020204" pitchFamily="34" charset="0"/>
              </a:rPr>
              <a:t>One of the main things you will add JavaScript to will be HTML forms.</a:t>
            </a:r>
          </a:p>
          <a:p>
            <a:pPr eaLnBrk="1" hangingPunct="1"/>
            <a:r>
              <a:rPr lang="en-GB" altLang="en-US" sz="2400" dirty="0">
                <a:latin typeface="Arial" panose="020B0604020202020204" pitchFamily="34" charset="0"/>
              </a:rPr>
              <a:t>&lt;form&gt;</a:t>
            </a:r>
          </a:p>
          <a:p>
            <a:pPr marL="0" indent="0" eaLnBrk="1" hangingPunct="1">
              <a:buNone/>
            </a:pPr>
            <a:r>
              <a:rPr lang="en-GB" altLang="en-US" sz="2400" dirty="0">
                <a:latin typeface="Arial" panose="020B0604020202020204" pitchFamily="34" charset="0"/>
              </a:rPr>
              <a:t>		&lt;label for="</a:t>
            </a:r>
            <a:r>
              <a:rPr lang="en-GB" altLang="en-US" sz="2400" dirty="0" err="1">
                <a:latin typeface="Arial" panose="020B0604020202020204" pitchFamily="34" charset="0"/>
              </a:rPr>
              <a:t>fname</a:t>
            </a:r>
            <a:r>
              <a:rPr lang="en-GB" altLang="en-US" sz="2400" dirty="0">
                <a:latin typeface="Arial" panose="020B0604020202020204" pitchFamily="34" charset="0"/>
              </a:rPr>
              <a:t>"&gt;First name:&lt;/label&gt;&lt;</a:t>
            </a:r>
            <a:r>
              <a:rPr lang="en-GB" altLang="en-US" sz="2400" dirty="0" err="1">
                <a:latin typeface="Arial" panose="020B0604020202020204" pitchFamily="34" charset="0"/>
              </a:rPr>
              <a:t>br</a:t>
            </a:r>
            <a:r>
              <a:rPr lang="en-GB" altLang="en-US" sz="2400" dirty="0">
                <a:latin typeface="Arial" panose="020B0604020202020204" pitchFamily="34" charset="0"/>
              </a:rPr>
              <a:t>&gt;</a:t>
            </a:r>
          </a:p>
          <a:p>
            <a:pPr marL="0" indent="0" eaLnBrk="1" hangingPunct="1">
              <a:buNone/>
            </a:pPr>
            <a:r>
              <a:rPr lang="en-GB" altLang="en-US" sz="2400" dirty="0">
                <a:latin typeface="Arial" panose="020B0604020202020204" pitchFamily="34" charset="0"/>
              </a:rPr>
              <a:t>		&lt;input type="text" id="</a:t>
            </a:r>
            <a:r>
              <a:rPr lang="en-GB" altLang="en-US" sz="2400" dirty="0" err="1">
                <a:latin typeface="Arial" panose="020B0604020202020204" pitchFamily="34" charset="0"/>
              </a:rPr>
              <a:t>fname</a:t>
            </a:r>
            <a:r>
              <a:rPr lang="en-GB" altLang="en-US" sz="2400" dirty="0">
                <a:latin typeface="Arial" panose="020B0604020202020204" pitchFamily="34" charset="0"/>
              </a:rPr>
              <a:t>" name="</a:t>
            </a:r>
            <a:r>
              <a:rPr lang="en-GB" altLang="en-US" sz="2400" dirty="0" err="1">
                <a:latin typeface="Arial" panose="020B0604020202020204" pitchFamily="34" charset="0"/>
              </a:rPr>
              <a:t>fname</a:t>
            </a:r>
            <a:r>
              <a:rPr lang="en-GB" altLang="en-US" sz="2400" dirty="0">
                <a:latin typeface="Arial" panose="020B0604020202020204" pitchFamily="34" charset="0"/>
              </a:rPr>
              <a:t>"&gt;&lt;</a:t>
            </a:r>
            <a:r>
              <a:rPr lang="en-GB" altLang="en-US" sz="2400" dirty="0" err="1">
                <a:latin typeface="Arial" panose="020B0604020202020204" pitchFamily="34" charset="0"/>
              </a:rPr>
              <a:t>br</a:t>
            </a:r>
            <a:r>
              <a:rPr lang="en-GB" altLang="en-US" sz="2400" dirty="0">
                <a:latin typeface="Arial" panose="020B0604020202020204" pitchFamily="34" charset="0"/>
              </a:rPr>
              <a:t>&gt;</a:t>
            </a:r>
          </a:p>
          <a:p>
            <a:pPr marL="0" indent="0" eaLnBrk="1" hangingPunct="1">
              <a:buNone/>
            </a:pPr>
            <a:r>
              <a:rPr lang="en-GB" altLang="en-US" sz="2400" dirty="0">
                <a:latin typeface="Arial" panose="020B0604020202020204" pitchFamily="34" charset="0"/>
              </a:rPr>
              <a:t>		&lt;label for="</a:t>
            </a:r>
            <a:r>
              <a:rPr lang="en-GB" altLang="en-US" sz="2400" dirty="0" err="1">
                <a:latin typeface="Arial" panose="020B0604020202020204" pitchFamily="34" charset="0"/>
              </a:rPr>
              <a:t>lname</a:t>
            </a:r>
            <a:r>
              <a:rPr lang="en-GB" altLang="en-US" sz="2400" dirty="0">
                <a:latin typeface="Arial" panose="020B0604020202020204" pitchFamily="34" charset="0"/>
              </a:rPr>
              <a:t>"&gt;Last name:&lt;/label&gt;&lt;</a:t>
            </a:r>
            <a:r>
              <a:rPr lang="en-GB" altLang="en-US" sz="2400" dirty="0" err="1">
                <a:latin typeface="Arial" panose="020B0604020202020204" pitchFamily="34" charset="0"/>
              </a:rPr>
              <a:t>br</a:t>
            </a:r>
            <a:r>
              <a:rPr lang="en-GB" altLang="en-US" sz="2400" dirty="0">
                <a:latin typeface="Arial" panose="020B0604020202020204" pitchFamily="34" charset="0"/>
              </a:rPr>
              <a:t>&gt;</a:t>
            </a:r>
          </a:p>
          <a:p>
            <a:pPr marL="0" indent="0" eaLnBrk="1" hangingPunct="1">
              <a:buNone/>
            </a:pPr>
            <a:r>
              <a:rPr lang="en-GB" altLang="en-US" sz="2400" dirty="0">
                <a:latin typeface="Arial" panose="020B0604020202020204" pitchFamily="34" charset="0"/>
              </a:rPr>
              <a:t>		&lt;input type="text" id="</a:t>
            </a:r>
            <a:r>
              <a:rPr lang="en-GB" altLang="en-US" sz="2400" dirty="0" err="1">
                <a:latin typeface="Arial" panose="020B0604020202020204" pitchFamily="34" charset="0"/>
              </a:rPr>
              <a:t>lname</a:t>
            </a:r>
            <a:r>
              <a:rPr lang="en-GB" altLang="en-US" sz="2400" dirty="0">
                <a:latin typeface="Arial" panose="020B0604020202020204" pitchFamily="34" charset="0"/>
              </a:rPr>
              <a:t>" name="</a:t>
            </a:r>
            <a:r>
              <a:rPr lang="en-GB" altLang="en-US" sz="2400" dirty="0" err="1">
                <a:latin typeface="Arial" panose="020B0604020202020204" pitchFamily="34" charset="0"/>
              </a:rPr>
              <a:t>lname</a:t>
            </a:r>
            <a:r>
              <a:rPr lang="en-GB" altLang="en-US" sz="2400" dirty="0">
                <a:latin typeface="Arial" panose="020B0604020202020204" pitchFamily="34" charset="0"/>
              </a:rPr>
              <a:t>"&gt;</a:t>
            </a:r>
          </a:p>
          <a:p>
            <a:pPr marL="0" indent="0" eaLnBrk="1" hangingPunct="1">
              <a:buNone/>
            </a:pPr>
            <a:r>
              <a:rPr lang="en-GB" altLang="en-US" sz="2400" dirty="0">
                <a:latin typeface="Arial" panose="020B0604020202020204" pitchFamily="34" charset="0"/>
              </a:rPr>
              <a:t>	&lt;/form&gt;</a:t>
            </a:r>
          </a:p>
        </p:txBody>
      </p:sp>
      <p:pic>
        <p:nvPicPr>
          <p:cNvPr id="3" name="Picture 2" descr="Form Example">
            <a:extLst>
              <a:ext uri="{FF2B5EF4-FFF2-40B4-BE49-F238E27FC236}">
                <a16:creationId xmlns:a16="http://schemas.microsoft.com/office/drawing/2014/main" id="{8442FA54-1EBB-410D-BED4-5D9BB89A63D4}"/>
              </a:ext>
            </a:extLst>
          </p:cNvPr>
          <p:cNvPicPr>
            <a:picLocks noChangeAspect="1"/>
          </p:cNvPicPr>
          <p:nvPr/>
        </p:nvPicPr>
        <p:blipFill>
          <a:blip r:embed="rId2"/>
          <a:stretch>
            <a:fillRect/>
          </a:stretch>
        </p:blipFill>
        <p:spPr>
          <a:xfrm>
            <a:off x="3476625" y="5257800"/>
            <a:ext cx="2190750" cy="1171575"/>
          </a:xfrm>
          <a:prstGeom prst="rect">
            <a:avLst/>
          </a:prstGeom>
        </p:spPr>
      </p:pic>
    </p:spTree>
    <p:extLst>
      <p:ext uri="{BB962C8B-B14F-4D97-AF65-F5344CB8AC3E}">
        <p14:creationId xmlns:p14="http://schemas.microsoft.com/office/powerpoint/2010/main" val="110807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8D730374-D1F0-728C-FCC4-7E20D0BD30C8}"/>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D61BDA4D-5986-6213-445D-75C4C88D1CD0}"/>
              </a:ext>
            </a:extLst>
          </p:cNvPr>
          <p:cNvSpPr>
            <a:spLocks noGrp="1"/>
          </p:cNvSpPr>
          <p:nvPr>
            <p:ph type="title"/>
          </p:nvPr>
        </p:nvSpPr>
        <p:spPr/>
        <p:txBody>
          <a:bodyPr/>
          <a:lstStyle/>
          <a:p>
            <a:pPr eaLnBrk="1" hangingPunct="1"/>
            <a:r>
              <a:rPr lang="en-GB" altLang="en-US" dirty="0">
                <a:latin typeface="Arial" panose="020B0604020202020204" pitchFamily="34" charset="0"/>
              </a:rPr>
              <a:t>HTML Forms</a:t>
            </a:r>
          </a:p>
        </p:txBody>
      </p:sp>
      <p:sp>
        <p:nvSpPr>
          <p:cNvPr id="16387" name="Rectangle 3">
            <a:extLst>
              <a:ext uri="{FF2B5EF4-FFF2-40B4-BE49-F238E27FC236}">
                <a16:creationId xmlns:a16="http://schemas.microsoft.com/office/drawing/2014/main" id="{5E708BE7-253C-C25A-AAB4-BAF62EB67AC3}"/>
              </a:ext>
            </a:extLst>
          </p:cNvPr>
          <p:cNvSpPr>
            <a:spLocks noGrp="1"/>
          </p:cNvSpPr>
          <p:nvPr>
            <p:ph idx="1"/>
          </p:nvPr>
        </p:nvSpPr>
        <p:spPr/>
        <p:txBody>
          <a:bodyPr/>
          <a:lstStyle/>
          <a:p>
            <a:pPr eaLnBrk="1" hangingPunct="1"/>
            <a:r>
              <a:rPr lang="en-GB" altLang="en-US" sz="2000" dirty="0">
                <a:latin typeface="Arial" panose="020B0604020202020204" pitchFamily="34" charset="0"/>
              </a:rPr>
              <a:t>&lt;input type="text"&gt;		Displays a single-line text input field</a:t>
            </a:r>
          </a:p>
          <a:p>
            <a:pPr eaLnBrk="1" hangingPunct="1"/>
            <a:r>
              <a:rPr lang="en-GB" altLang="en-US" sz="2000" dirty="0">
                <a:latin typeface="Arial" panose="020B0604020202020204" pitchFamily="34" charset="0"/>
              </a:rPr>
              <a:t>&lt;input type="radio"&gt;		Displays a radio button (for selecting one 							of many choices)</a:t>
            </a:r>
          </a:p>
          <a:p>
            <a:pPr eaLnBrk="1" hangingPunct="1"/>
            <a:r>
              <a:rPr lang="en-GB" altLang="en-US" sz="2000" dirty="0">
                <a:latin typeface="Arial" panose="020B0604020202020204" pitchFamily="34" charset="0"/>
              </a:rPr>
              <a:t>&lt;input type="checkbox"&gt;	Displays a checkbox (for selecting zero or 							more of many choices)</a:t>
            </a:r>
          </a:p>
          <a:p>
            <a:pPr eaLnBrk="1" hangingPunct="1"/>
            <a:r>
              <a:rPr lang="en-GB" altLang="en-US" sz="2000" dirty="0">
                <a:latin typeface="Arial" panose="020B0604020202020204" pitchFamily="34" charset="0"/>
              </a:rPr>
              <a:t>&lt;input type="submit"&gt;	Displays a submit button (for submitting 								the form)</a:t>
            </a:r>
          </a:p>
          <a:p>
            <a:pPr eaLnBrk="1" hangingPunct="1"/>
            <a:r>
              <a:rPr lang="en-GB" altLang="en-US" sz="2000" dirty="0">
                <a:latin typeface="Arial" panose="020B0604020202020204" pitchFamily="34" charset="0"/>
              </a:rPr>
              <a:t>&lt;input type="button"&gt;	Displays a clickable button</a:t>
            </a:r>
          </a:p>
          <a:p>
            <a:pPr eaLnBrk="1" hangingPunct="1"/>
            <a:endParaRPr lang="en-GB" altLang="en-US" sz="2000" dirty="0">
              <a:latin typeface="Arial" panose="020B0604020202020204" pitchFamily="34" charset="0"/>
            </a:endParaRPr>
          </a:p>
          <a:p>
            <a:pPr eaLnBrk="1" hangingPunct="1"/>
            <a:r>
              <a:rPr lang="en-GB" altLang="en-US" sz="2000" dirty="0">
                <a:latin typeface="Arial" panose="020B0604020202020204" pitchFamily="34" charset="0"/>
              </a:rPr>
              <a:t>&lt;input type="button" value="Press me" onclick=" </a:t>
            </a:r>
            <a:r>
              <a:rPr lang="en-GB" altLang="en-US" sz="2000" dirty="0" err="1">
                <a:latin typeface="Arial" panose="020B0604020202020204" pitchFamily="34" charset="0"/>
              </a:rPr>
              <a:t>window.status</a:t>
            </a:r>
            <a:r>
              <a:rPr lang="en-GB" altLang="en-US" sz="2000" dirty="0">
                <a:latin typeface="Arial" panose="020B0604020202020204" pitchFamily="34" charset="0"/>
              </a:rPr>
              <a:t>='You clicked a button'; return true;" /&gt;</a:t>
            </a:r>
          </a:p>
        </p:txBody>
      </p:sp>
    </p:spTree>
    <p:extLst>
      <p:ext uri="{BB962C8B-B14F-4D97-AF65-F5344CB8AC3E}">
        <p14:creationId xmlns:p14="http://schemas.microsoft.com/office/powerpoint/2010/main" val="1746413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F913AC3-A2EB-60CC-3A60-0C428FF5CB8F}"/>
              </a:ext>
            </a:extLst>
          </p:cNvPr>
          <p:cNvSpPr>
            <a:spLocks noGrp="1"/>
          </p:cNvSpPr>
          <p:nvPr>
            <p:ph type="title"/>
          </p:nvPr>
        </p:nvSpPr>
        <p:spPr/>
        <p:txBody>
          <a:bodyPr/>
          <a:lstStyle/>
          <a:p>
            <a:pPr eaLnBrk="1" hangingPunct="1"/>
            <a:r>
              <a:rPr lang="en-GB" altLang="en-US" dirty="0">
                <a:latin typeface="Arial" panose="020B0604020202020204" pitchFamily="34" charset="0"/>
              </a:rPr>
              <a:t>Message Boxes</a:t>
            </a:r>
          </a:p>
        </p:txBody>
      </p:sp>
      <p:sp>
        <p:nvSpPr>
          <p:cNvPr id="16387" name="Rectangle 3">
            <a:extLst>
              <a:ext uri="{FF2B5EF4-FFF2-40B4-BE49-F238E27FC236}">
                <a16:creationId xmlns:a16="http://schemas.microsoft.com/office/drawing/2014/main" id="{81342D44-74E1-97A4-8589-796867BFD118}"/>
              </a:ext>
            </a:extLst>
          </p:cNvPr>
          <p:cNvSpPr>
            <a:spLocks noGrp="1"/>
          </p:cNvSpPr>
          <p:nvPr>
            <p:ph idx="1"/>
          </p:nvPr>
        </p:nvSpPr>
        <p:spPr/>
        <p:txBody>
          <a:bodyPr/>
          <a:lstStyle/>
          <a:p>
            <a:pPr eaLnBrk="1" hangingPunct="1"/>
            <a:r>
              <a:rPr lang="en-GB" altLang="en-US" sz="2000" dirty="0">
                <a:latin typeface="Arial" panose="020B0604020202020204" pitchFamily="34" charset="0"/>
              </a:rPr>
              <a:t>alert</a:t>
            </a:r>
          </a:p>
          <a:p>
            <a:pPr marL="0" indent="0" eaLnBrk="1" hangingPunct="1">
              <a:buNone/>
            </a:pPr>
            <a:r>
              <a:rPr lang="en-GB" altLang="en-US" sz="2000" dirty="0">
                <a:latin typeface="Arial" panose="020B0604020202020204" pitchFamily="34" charset="0"/>
              </a:rPr>
              <a:t>&lt;button onclick="</a:t>
            </a:r>
            <a:r>
              <a:rPr lang="en-GB" altLang="en-US" sz="2000" dirty="0" err="1">
                <a:latin typeface="Arial" panose="020B0604020202020204" pitchFamily="34" charset="0"/>
              </a:rPr>
              <a:t>myFunction</a:t>
            </a:r>
            <a:r>
              <a:rPr lang="en-GB" altLang="en-US" sz="2000" dirty="0">
                <a:latin typeface="Arial" panose="020B0604020202020204" pitchFamily="34" charset="0"/>
              </a:rPr>
              <a:t>()"&gt;Try it&lt;/button&gt;</a:t>
            </a:r>
          </a:p>
          <a:p>
            <a:pPr marL="0" indent="0" eaLnBrk="1" hangingPunct="1">
              <a:buNone/>
            </a:pPr>
            <a:r>
              <a:rPr lang="en-GB" altLang="en-US" sz="2000" dirty="0">
                <a:latin typeface="Arial" panose="020B0604020202020204" pitchFamily="34" charset="0"/>
              </a:rPr>
              <a:t>&lt;script&gt;</a:t>
            </a:r>
          </a:p>
          <a:p>
            <a:pPr marL="0" indent="0" eaLnBrk="1" hangingPunct="1">
              <a:buNone/>
            </a:pPr>
            <a:r>
              <a:rPr lang="en-GB" altLang="en-US" sz="2000" dirty="0">
                <a:latin typeface="Arial" panose="020B0604020202020204" pitchFamily="34" charset="0"/>
              </a:rPr>
              <a:t>	function </a:t>
            </a:r>
            <a:r>
              <a:rPr lang="en-GB" altLang="en-US" sz="2000" dirty="0" err="1">
                <a:latin typeface="Arial" panose="020B0604020202020204" pitchFamily="34" charset="0"/>
              </a:rPr>
              <a:t>myFunction</a:t>
            </a:r>
            <a:r>
              <a:rPr lang="en-GB" altLang="en-US" sz="2000" dirty="0">
                <a:latin typeface="Arial" panose="020B0604020202020204" pitchFamily="34" charset="0"/>
              </a:rPr>
              <a:t>() { </a:t>
            </a:r>
          </a:p>
          <a:p>
            <a:pPr marL="0" indent="0" eaLnBrk="1" hangingPunct="1">
              <a:buNone/>
            </a:pPr>
            <a:r>
              <a:rPr lang="en-GB" altLang="en-US" sz="2000" dirty="0">
                <a:latin typeface="Arial" panose="020B0604020202020204" pitchFamily="34" charset="0"/>
              </a:rPr>
              <a:t>		alert("I am an alert box!");</a:t>
            </a:r>
          </a:p>
          <a:p>
            <a:pPr marL="0" indent="0" eaLnBrk="1" hangingPunct="1">
              <a:buNone/>
            </a:pPr>
            <a:r>
              <a:rPr lang="en-GB" altLang="en-US" sz="2000" dirty="0">
                <a:latin typeface="Arial" panose="020B0604020202020204" pitchFamily="34" charset="0"/>
              </a:rPr>
              <a:t>	}</a:t>
            </a:r>
          </a:p>
          <a:p>
            <a:pPr marL="0" indent="0" eaLnBrk="1" hangingPunct="1">
              <a:buNone/>
            </a:pPr>
            <a:r>
              <a:rPr lang="en-GB" altLang="en-US" sz="2000" dirty="0">
                <a:latin typeface="Arial" panose="020B0604020202020204" pitchFamily="34" charset="0"/>
              </a:rPr>
              <a:t>&lt;/script&gt;</a:t>
            </a:r>
          </a:p>
          <a:p>
            <a:pPr marL="0" indent="0" eaLnBrk="1" hangingPunct="1">
              <a:buNone/>
            </a:pPr>
            <a:endParaRPr lang="en-GB" altLang="en-US" sz="2000" dirty="0">
              <a:latin typeface="Arial" panose="020B0604020202020204" pitchFamily="34" charset="0"/>
            </a:endParaRPr>
          </a:p>
          <a:p>
            <a:pPr eaLnBrk="1" hangingPunct="1"/>
            <a:r>
              <a:rPr lang="en-GB" altLang="en-US" sz="2000" dirty="0">
                <a:latin typeface="Arial" panose="020B0604020202020204" pitchFamily="34" charset="0"/>
              </a:rPr>
              <a:t>prompt</a:t>
            </a:r>
          </a:p>
          <a:p>
            <a:pPr marL="0" indent="0" eaLnBrk="1" hangingPunct="1">
              <a:buNone/>
            </a:pPr>
            <a:r>
              <a:rPr lang="en-GB" altLang="en-US" sz="2000" dirty="0">
                <a:latin typeface="Arial" panose="020B0604020202020204" pitchFamily="34" charset="0"/>
              </a:rPr>
              <a:t>function </a:t>
            </a:r>
            <a:r>
              <a:rPr lang="en-GB" altLang="en-US" sz="2000" dirty="0" err="1">
                <a:latin typeface="Arial" panose="020B0604020202020204" pitchFamily="34" charset="0"/>
              </a:rPr>
              <a:t>myFunction</a:t>
            </a:r>
            <a:r>
              <a:rPr lang="en-GB" altLang="en-US" sz="2000" dirty="0">
                <a:latin typeface="Arial" panose="020B0604020202020204" pitchFamily="34" charset="0"/>
              </a:rPr>
              <a:t>() {</a:t>
            </a:r>
          </a:p>
          <a:p>
            <a:pPr marL="0" indent="0" eaLnBrk="1" hangingPunct="1">
              <a:buNone/>
            </a:pPr>
            <a:r>
              <a:rPr lang="en-GB" altLang="en-US" sz="2000" dirty="0">
                <a:latin typeface="Arial" panose="020B0604020202020204" pitchFamily="34" charset="0"/>
              </a:rPr>
              <a:t>	let person = prompt("Please enter your name:", "Name");</a:t>
            </a:r>
          </a:p>
        </p:txBody>
      </p:sp>
      <p:pic>
        <p:nvPicPr>
          <p:cNvPr id="3" name="Picture 2" descr="Alert box">
            <a:extLst>
              <a:ext uri="{FF2B5EF4-FFF2-40B4-BE49-F238E27FC236}">
                <a16:creationId xmlns:a16="http://schemas.microsoft.com/office/drawing/2014/main" id="{A9D1EFE3-605F-5DAB-7074-FD36E008B6C2}"/>
              </a:ext>
            </a:extLst>
          </p:cNvPr>
          <p:cNvPicPr>
            <a:picLocks noChangeAspect="1"/>
          </p:cNvPicPr>
          <p:nvPr/>
        </p:nvPicPr>
        <p:blipFill rotWithShape="1">
          <a:blip r:embed="rId2"/>
          <a:srcRect t="28878"/>
          <a:stretch/>
        </p:blipFill>
        <p:spPr>
          <a:xfrm>
            <a:off x="4876800" y="2678327"/>
            <a:ext cx="3810000" cy="750673"/>
          </a:xfrm>
          <a:prstGeom prst="rect">
            <a:avLst/>
          </a:prstGeom>
        </p:spPr>
      </p:pic>
      <p:pic>
        <p:nvPicPr>
          <p:cNvPr id="5" name="Picture 4" descr="prompt">
            <a:extLst>
              <a:ext uri="{FF2B5EF4-FFF2-40B4-BE49-F238E27FC236}">
                <a16:creationId xmlns:a16="http://schemas.microsoft.com/office/drawing/2014/main" id="{7A342E56-C3EB-0B41-24D0-94B99995B49A}"/>
              </a:ext>
            </a:extLst>
          </p:cNvPr>
          <p:cNvPicPr>
            <a:picLocks noChangeAspect="1"/>
          </p:cNvPicPr>
          <p:nvPr/>
        </p:nvPicPr>
        <p:blipFill rotWithShape="1">
          <a:blip r:embed="rId3"/>
          <a:srcRect t="23030"/>
          <a:stretch/>
        </p:blipFill>
        <p:spPr>
          <a:xfrm>
            <a:off x="4890083" y="3863181"/>
            <a:ext cx="3796717" cy="105547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79D1F532-F45B-F70E-5741-80CAA165386D}"/>
            </a:ext>
          </a:extLst>
        </p:cNvPr>
        <p:cNvGrpSpPr/>
        <p:nvPr/>
      </p:nvGrpSpPr>
      <p:grpSpPr>
        <a:xfrm>
          <a:off x="0" y="0"/>
          <a:ext cx="0" cy="0"/>
          <a:chOff x="0" y="0"/>
          <a:chExt cx="0" cy="0"/>
        </a:xfrm>
      </p:grpSpPr>
      <p:sp>
        <p:nvSpPr>
          <p:cNvPr id="16386" name="Rectangle 2">
            <a:extLst>
              <a:ext uri="{FF2B5EF4-FFF2-40B4-BE49-F238E27FC236}">
                <a16:creationId xmlns:a16="http://schemas.microsoft.com/office/drawing/2014/main" id="{7B79FD36-35B7-F325-11B8-8E97F496E703}"/>
              </a:ext>
            </a:extLst>
          </p:cNvPr>
          <p:cNvSpPr>
            <a:spLocks noGrp="1"/>
          </p:cNvSpPr>
          <p:nvPr>
            <p:ph type="title"/>
          </p:nvPr>
        </p:nvSpPr>
        <p:spPr/>
        <p:txBody>
          <a:bodyPr/>
          <a:lstStyle/>
          <a:p>
            <a:pPr eaLnBrk="1" hangingPunct="1"/>
            <a:r>
              <a:rPr lang="en-GB" altLang="en-US" dirty="0">
                <a:latin typeface="Arial" panose="020B0604020202020204" pitchFamily="34" charset="0"/>
              </a:rPr>
              <a:t>Functions</a:t>
            </a:r>
          </a:p>
        </p:txBody>
      </p:sp>
      <p:sp>
        <p:nvSpPr>
          <p:cNvPr id="16387" name="Rectangle 3">
            <a:extLst>
              <a:ext uri="{FF2B5EF4-FFF2-40B4-BE49-F238E27FC236}">
                <a16:creationId xmlns:a16="http://schemas.microsoft.com/office/drawing/2014/main" id="{AE55AA3C-9876-C4AE-1999-7DF0F24255B2}"/>
              </a:ext>
            </a:extLst>
          </p:cNvPr>
          <p:cNvSpPr>
            <a:spLocks noGrp="1"/>
          </p:cNvSpPr>
          <p:nvPr>
            <p:ph idx="1"/>
          </p:nvPr>
        </p:nvSpPr>
        <p:spPr/>
        <p:txBody>
          <a:bodyPr/>
          <a:lstStyle/>
          <a:p>
            <a:pPr eaLnBrk="1" hangingPunct="1"/>
            <a:r>
              <a:rPr lang="en-GB" altLang="en-US" sz="2800" dirty="0">
                <a:latin typeface="Arial" panose="020B0604020202020204" pitchFamily="34" charset="0"/>
              </a:rPr>
              <a:t>Functions work similarly to how they do in Python. You create a function to do a task that you will want to call repeatedly later on.</a:t>
            </a:r>
          </a:p>
          <a:p>
            <a:pPr eaLnBrk="1" hangingPunct="1"/>
            <a:r>
              <a:rPr lang="en-GB" altLang="en-US" sz="2800" dirty="0">
                <a:latin typeface="Arial" panose="020B0604020202020204" pitchFamily="34" charset="0"/>
              </a:rPr>
              <a:t>Create function:</a:t>
            </a:r>
          </a:p>
          <a:p>
            <a:pPr lvl="1" eaLnBrk="1" hangingPunct="1"/>
            <a:r>
              <a:rPr lang="en-GB" altLang="en-US" sz="2400" dirty="0">
                <a:latin typeface="Arial" panose="020B0604020202020204" pitchFamily="34" charset="0"/>
              </a:rPr>
              <a:t>function </a:t>
            </a:r>
            <a:r>
              <a:rPr lang="en-GB" altLang="en-US" sz="2400" dirty="0" err="1">
                <a:latin typeface="Arial" panose="020B0604020202020204" pitchFamily="34" charset="0"/>
              </a:rPr>
              <a:t>nameOfFunction</a:t>
            </a:r>
            <a:r>
              <a:rPr lang="en-GB" altLang="en-US" sz="2400" dirty="0">
                <a:latin typeface="Arial" panose="020B0604020202020204" pitchFamily="34" charset="0"/>
              </a:rPr>
              <a:t>(</a:t>
            </a:r>
            <a:r>
              <a:rPr lang="en-GB" altLang="en-US" sz="2400" dirty="0" err="1">
                <a:latin typeface="Arial" panose="020B0604020202020204" pitchFamily="34" charset="0"/>
              </a:rPr>
              <a:t>inputvariables</a:t>
            </a:r>
            <a:r>
              <a:rPr lang="en-GB" altLang="en-US" sz="2400" dirty="0">
                <a:latin typeface="Arial" panose="020B0604020202020204" pitchFamily="34" charset="0"/>
              </a:rPr>
              <a:t>){</a:t>
            </a:r>
          </a:p>
          <a:p>
            <a:pPr marL="457200" lvl="1" indent="0" eaLnBrk="1" hangingPunct="1">
              <a:buNone/>
            </a:pPr>
            <a:r>
              <a:rPr lang="en-GB" altLang="en-US" sz="2400" dirty="0">
                <a:latin typeface="Arial" panose="020B0604020202020204" pitchFamily="34" charset="0"/>
              </a:rPr>
              <a:t>	}</a:t>
            </a:r>
            <a:endParaRPr lang="en-GB" altLang="en-US" sz="2800" dirty="0">
              <a:latin typeface="Arial" panose="020B0604020202020204" pitchFamily="34" charset="0"/>
            </a:endParaRPr>
          </a:p>
          <a:p>
            <a:pPr eaLnBrk="1" hangingPunct="1"/>
            <a:r>
              <a:rPr lang="en-GB" altLang="en-US" sz="2800" dirty="0">
                <a:latin typeface="Arial" panose="020B0604020202020204" pitchFamily="34" charset="0"/>
              </a:rPr>
              <a:t>Calling function:</a:t>
            </a:r>
          </a:p>
          <a:p>
            <a:pPr lvl="1" eaLnBrk="1" hangingPunct="1"/>
            <a:r>
              <a:rPr lang="en-GB" altLang="en-US" sz="2400" dirty="0">
                <a:latin typeface="Arial" panose="020B0604020202020204" pitchFamily="34" charset="0"/>
              </a:rPr>
              <a:t>&lt;input type="button" value=“</a:t>
            </a:r>
            <a:r>
              <a:rPr lang="en-GB" altLang="en-US" sz="2400" dirty="0" err="1">
                <a:latin typeface="Arial" panose="020B0604020202020204" pitchFamily="34" charset="0"/>
              </a:rPr>
              <a:t>DoFunction</a:t>
            </a:r>
            <a:r>
              <a:rPr lang="en-GB" altLang="en-US" sz="2400" dirty="0">
                <a:latin typeface="Arial" panose="020B0604020202020204" pitchFamily="34" charset="0"/>
              </a:rPr>
              <a:t>"</a:t>
            </a:r>
          </a:p>
          <a:p>
            <a:pPr lvl="1" eaLnBrk="1" hangingPunct="1"/>
            <a:r>
              <a:rPr lang="en-GB" altLang="en-US" sz="2400" dirty="0">
                <a:latin typeface="Arial" panose="020B0604020202020204" pitchFamily="34" charset="0"/>
              </a:rPr>
              <a:t>onclick="</a:t>
            </a:r>
            <a:r>
              <a:rPr lang="en-GB" altLang="en-US" sz="2400" dirty="0" err="1">
                <a:latin typeface="Arial" panose="020B0604020202020204" pitchFamily="34" charset="0"/>
              </a:rPr>
              <a:t>document.myForm.answer.value</a:t>
            </a:r>
            <a:r>
              <a:rPr lang="en-GB" altLang="en-US" sz="2400" dirty="0">
                <a:latin typeface="Arial" panose="020B0604020202020204" pitchFamily="34" charset="0"/>
              </a:rPr>
              <a:t>= </a:t>
            </a:r>
            <a:r>
              <a:rPr lang="en-GB" altLang="en-US" sz="2400" dirty="0" err="1">
                <a:latin typeface="Arial" panose="020B0604020202020204" pitchFamily="34" charset="0"/>
              </a:rPr>
              <a:t>nameOfFunction</a:t>
            </a:r>
            <a:r>
              <a:rPr lang="en-GB" altLang="en-US" sz="2400" dirty="0">
                <a:latin typeface="Arial" panose="020B0604020202020204" pitchFamily="34" charset="0"/>
              </a:rPr>
              <a:t>(variable);"&gt;</a:t>
            </a:r>
          </a:p>
          <a:p>
            <a:pPr lvl="1" eaLnBrk="1" hangingPunct="1"/>
            <a:endParaRPr lang="en-GB" altLang="en-US" sz="2400" dirty="0">
              <a:latin typeface="Arial" panose="020B0604020202020204" pitchFamily="34" charset="0"/>
            </a:endParaRPr>
          </a:p>
        </p:txBody>
      </p:sp>
    </p:spTree>
    <p:extLst>
      <p:ext uri="{BB962C8B-B14F-4D97-AF65-F5344CB8AC3E}">
        <p14:creationId xmlns:p14="http://schemas.microsoft.com/office/powerpoint/2010/main" val="3493719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4355806-8655-F503-1413-84FBE0A9F81A}"/>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2197A732-CAEB-3BE0-E633-BE5D11E597E5}"/>
              </a:ext>
            </a:extLst>
          </p:cNvPr>
          <p:cNvSpPr>
            <a:spLocks noGrp="1"/>
          </p:cNvSpPr>
          <p:nvPr>
            <p:ph type="title"/>
          </p:nvPr>
        </p:nvSpPr>
        <p:spPr/>
        <p:txBody>
          <a:bodyPr/>
          <a:lstStyle/>
          <a:p>
            <a:pPr eaLnBrk="1" hangingPunct="1"/>
            <a:r>
              <a:rPr lang="en-GB" altLang="en-US" dirty="0">
                <a:latin typeface="Arial" panose="020B0604020202020204" pitchFamily="34" charset="0"/>
              </a:rPr>
              <a:t>JavaScript Example</a:t>
            </a:r>
          </a:p>
        </p:txBody>
      </p:sp>
      <p:sp>
        <p:nvSpPr>
          <p:cNvPr id="9219" name="Rectangle 3">
            <a:extLst>
              <a:ext uri="{FF2B5EF4-FFF2-40B4-BE49-F238E27FC236}">
                <a16:creationId xmlns:a16="http://schemas.microsoft.com/office/drawing/2014/main" id="{79B66C39-F6DB-DA44-6350-FB75ADD7FBDC}"/>
              </a:ext>
            </a:extLst>
          </p:cNvPr>
          <p:cNvSpPr>
            <a:spLocks noGrp="1"/>
          </p:cNvSpPr>
          <p:nvPr>
            <p:ph idx="1"/>
          </p:nvPr>
        </p:nvSpPr>
        <p:spPr>
          <a:xfrm>
            <a:off x="457200" y="1417638"/>
            <a:ext cx="8229600" cy="5059362"/>
          </a:xfrm>
        </p:spPr>
        <p:txBody>
          <a:bodyPr/>
          <a:lstStyle/>
          <a:p>
            <a:pPr marL="0" indent="0" eaLnBrk="1" hangingPunct="1">
              <a:buFont typeface="Wingdings" panose="05000000000000000000" pitchFamily="2" charset="2"/>
              <a:buNone/>
            </a:pPr>
            <a:r>
              <a:rPr lang="en-GB" altLang="en-US" sz="1600" dirty="0">
                <a:latin typeface="Arial" panose="020B0604020202020204" pitchFamily="34" charset="0"/>
              </a:rPr>
              <a:t>&lt;head&gt;</a:t>
            </a:r>
          </a:p>
          <a:p>
            <a:pPr marL="0" indent="0" eaLnBrk="1" hangingPunct="1">
              <a:buFont typeface="Wingdings" panose="05000000000000000000" pitchFamily="2" charset="2"/>
              <a:buNone/>
            </a:pPr>
            <a:r>
              <a:rPr lang="en-GB" altLang="en-US" sz="1600" dirty="0">
                <a:latin typeface="Arial" panose="020B0604020202020204" pitchFamily="34" charset="0"/>
              </a:rPr>
              <a:t>	&lt;script type="text/</a:t>
            </a:r>
            <a:r>
              <a:rPr lang="en-GB" altLang="en-US" sz="1600" dirty="0" err="1">
                <a:latin typeface="Arial" panose="020B0604020202020204" pitchFamily="34" charset="0"/>
              </a:rPr>
              <a:t>javascript</a:t>
            </a:r>
            <a:r>
              <a:rPr lang="en-GB" altLang="en-US" sz="1600" dirty="0">
                <a:latin typeface="Arial" panose="020B0604020202020204" pitchFamily="34" charset="0"/>
              </a:rPr>
              <a:t>"&gt;</a:t>
            </a:r>
          </a:p>
          <a:p>
            <a:pPr marL="0" indent="0" eaLnBrk="1" hangingPunct="1">
              <a:buFont typeface="Wingdings" panose="05000000000000000000" pitchFamily="2" charset="2"/>
              <a:buNone/>
            </a:pPr>
            <a:r>
              <a:rPr lang="en-GB" altLang="en-US" sz="1600" dirty="0">
                <a:latin typeface="Arial" panose="020B0604020202020204" pitchFamily="34" charset="0"/>
              </a:rPr>
              <a:t>		function </a:t>
            </a:r>
            <a:r>
              <a:rPr lang="en-GB" altLang="en-US" sz="1600" dirty="0" err="1">
                <a:latin typeface="Arial" panose="020B0604020202020204" pitchFamily="34" charset="0"/>
              </a:rPr>
              <a:t>calculateCircumference</a:t>
            </a:r>
            <a:r>
              <a:rPr lang="en-GB" altLang="en-US" sz="1600" dirty="0">
                <a:latin typeface="Arial" panose="020B0604020202020204" pitchFamily="34" charset="0"/>
              </a:rPr>
              <a:t>(radius){</a:t>
            </a:r>
          </a:p>
          <a:p>
            <a:pPr marL="0" indent="0" eaLnBrk="1" hangingPunct="1">
              <a:buFont typeface="Wingdings" panose="05000000000000000000" pitchFamily="2" charset="2"/>
              <a:buNone/>
            </a:pPr>
            <a:r>
              <a:rPr lang="en-GB" altLang="en-US" sz="1600" dirty="0">
                <a:latin typeface="Arial" panose="020B0604020202020204" pitchFamily="34" charset="0"/>
              </a:rPr>
              <a:t>		var circumference = 2 * </a:t>
            </a:r>
            <a:r>
              <a:rPr lang="en-GB" altLang="en-US" sz="1600" dirty="0" err="1">
                <a:latin typeface="Arial" panose="020B0604020202020204" pitchFamily="34" charset="0"/>
              </a:rPr>
              <a:t>Math.PI</a:t>
            </a:r>
            <a:r>
              <a:rPr lang="en-GB" altLang="en-US" sz="1600" dirty="0">
                <a:latin typeface="Arial" panose="020B0604020202020204" pitchFamily="34" charset="0"/>
              </a:rPr>
              <a:t> * radius;</a:t>
            </a:r>
          </a:p>
          <a:p>
            <a:pPr marL="0" indent="0" eaLnBrk="1" hangingPunct="1">
              <a:buFont typeface="Wingdings" panose="05000000000000000000" pitchFamily="2" charset="2"/>
              <a:buNone/>
            </a:pPr>
            <a:r>
              <a:rPr lang="en-GB" altLang="en-US" sz="1600" dirty="0">
                <a:latin typeface="Arial" panose="020B0604020202020204" pitchFamily="34" charset="0"/>
              </a:rPr>
              <a:t>		return circumference;</a:t>
            </a:r>
          </a:p>
          <a:p>
            <a:pPr marL="0" indent="0" eaLnBrk="1" hangingPunct="1">
              <a:buFont typeface="Wingdings" panose="05000000000000000000" pitchFamily="2" charset="2"/>
              <a:buNone/>
            </a:pPr>
            <a:r>
              <a:rPr lang="en-GB" altLang="en-US" sz="1600" dirty="0">
                <a:latin typeface="Arial" panose="020B0604020202020204" pitchFamily="34" charset="0"/>
              </a:rPr>
              <a:t>		}</a:t>
            </a:r>
          </a:p>
          <a:p>
            <a:pPr marL="0" indent="0" eaLnBrk="1" hangingPunct="1">
              <a:buFont typeface="Wingdings" panose="05000000000000000000" pitchFamily="2" charset="2"/>
              <a:buNone/>
            </a:pPr>
            <a:r>
              <a:rPr lang="en-GB" altLang="en-US" sz="1600" dirty="0">
                <a:latin typeface="Arial" panose="020B0604020202020204" pitchFamily="34" charset="0"/>
              </a:rPr>
              <a:t>	&lt;/script&gt;</a:t>
            </a:r>
          </a:p>
          <a:p>
            <a:pPr marL="0" indent="0" eaLnBrk="1" hangingPunct="1">
              <a:buFont typeface="Wingdings" panose="05000000000000000000" pitchFamily="2" charset="2"/>
              <a:buNone/>
            </a:pPr>
            <a:r>
              <a:rPr lang="en-GB" altLang="en-US" sz="1600" dirty="0">
                <a:latin typeface="Arial" panose="020B0604020202020204" pitchFamily="34" charset="0"/>
              </a:rPr>
              <a:t>&lt;/head&gt;</a:t>
            </a:r>
          </a:p>
          <a:p>
            <a:pPr marL="0" indent="0" eaLnBrk="1" hangingPunct="1">
              <a:buFont typeface="Wingdings" panose="05000000000000000000" pitchFamily="2" charset="2"/>
              <a:buNone/>
            </a:pPr>
            <a:r>
              <a:rPr lang="en-GB" altLang="en-US" sz="1600" dirty="0">
                <a:latin typeface="Arial" panose="020B0604020202020204" pitchFamily="34" charset="0"/>
              </a:rPr>
              <a:t>&lt;body&gt;</a:t>
            </a:r>
          </a:p>
          <a:p>
            <a:pPr marL="0" indent="0" eaLnBrk="1" hangingPunct="1">
              <a:buFont typeface="Wingdings" panose="05000000000000000000" pitchFamily="2" charset="2"/>
              <a:buNone/>
            </a:pPr>
            <a:r>
              <a:rPr lang="en-GB" altLang="en-US" sz="1600" dirty="0">
                <a:latin typeface="Arial" panose="020B0604020202020204" pitchFamily="34" charset="0"/>
              </a:rPr>
              <a:t>	&lt;form name="</a:t>
            </a:r>
            <a:r>
              <a:rPr lang="en-GB" altLang="en-US" sz="1600" dirty="0" err="1">
                <a:latin typeface="Arial" panose="020B0604020202020204" pitchFamily="34" charset="0"/>
              </a:rPr>
              <a:t>myForm</a:t>
            </a:r>
            <a:r>
              <a:rPr lang="en-GB" altLang="en-US" sz="1600" dirty="0">
                <a:latin typeface="Arial" panose="020B0604020202020204" pitchFamily="34" charset="0"/>
              </a:rPr>
              <a:t>"&gt;</a:t>
            </a:r>
          </a:p>
          <a:p>
            <a:pPr marL="0" indent="0" eaLnBrk="1" hangingPunct="1">
              <a:buFont typeface="Wingdings" panose="05000000000000000000" pitchFamily="2" charset="2"/>
              <a:buNone/>
            </a:pPr>
            <a:r>
              <a:rPr lang="en-GB" altLang="en-US" sz="1600" dirty="0">
                <a:latin typeface="Arial" panose="020B0604020202020204" pitchFamily="34" charset="0"/>
              </a:rPr>
              <a:t>	&lt;input type="button" value="Calculate" onclick="</a:t>
            </a:r>
            <a:r>
              <a:rPr lang="en-GB" altLang="en-US" sz="1600" dirty="0" err="1">
                <a:latin typeface="Arial" panose="020B0604020202020204" pitchFamily="34" charset="0"/>
              </a:rPr>
              <a:t>document.myForm.answer.value</a:t>
            </a:r>
            <a:r>
              <a:rPr lang="en-GB" altLang="en-US" sz="1600" dirty="0">
                <a:latin typeface="Arial" panose="020B0604020202020204" pitchFamily="34" charset="0"/>
              </a:rPr>
              <a:t>= 	</a:t>
            </a:r>
            <a:r>
              <a:rPr lang="en-GB" altLang="en-US" sz="1600" dirty="0" err="1">
                <a:latin typeface="Arial" panose="020B0604020202020204" pitchFamily="34" charset="0"/>
              </a:rPr>
              <a:t>calculateCircumference</a:t>
            </a:r>
            <a:r>
              <a:rPr lang="en-GB" altLang="en-US" sz="1600" dirty="0">
                <a:latin typeface="Arial" panose="020B0604020202020204" pitchFamily="34" charset="0"/>
              </a:rPr>
              <a:t>(2.71);" /&gt;</a:t>
            </a:r>
          </a:p>
          <a:p>
            <a:pPr marL="0" indent="0" eaLnBrk="1" hangingPunct="1">
              <a:buFont typeface="Wingdings" panose="05000000000000000000" pitchFamily="2" charset="2"/>
              <a:buNone/>
            </a:pPr>
            <a:r>
              <a:rPr lang="en-GB" altLang="en-US" sz="1600" dirty="0">
                <a:latin typeface="Arial" panose="020B0604020202020204" pitchFamily="34" charset="0"/>
              </a:rPr>
              <a:t>	&lt;</a:t>
            </a:r>
            <a:r>
              <a:rPr lang="en-GB" altLang="en-US" sz="1600" dirty="0" err="1">
                <a:latin typeface="Arial" panose="020B0604020202020204" pitchFamily="34" charset="0"/>
              </a:rPr>
              <a:t>br</a:t>
            </a:r>
            <a:r>
              <a:rPr lang="en-GB" altLang="en-US" sz="1600" dirty="0">
                <a:latin typeface="Arial" panose="020B0604020202020204" pitchFamily="34" charset="0"/>
              </a:rPr>
              <a:t> /&gt;</a:t>
            </a:r>
          </a:p>
          <a:p>
            <a:pPr marL="0" indent="0" eaLnBrk="1" hangingPunct="1">
              <a:buFont typeface="Wingdings" panose="05000000000000000000" pitchFamily="2" charset="2"/>
              <a:buNone/>
            </a:pPr>
            <a:r>
              <a:rPr lang="en-GB" altLang="en-US" sz="1600" dirty="0">
                <a:latin typeface="Arial" panose="020B0604020202020204" pitchFamily="34" charset="0"/>
              </a:rPr>
              <a:t>	&lt;input type="text" name="answer" /&gt;</a:t>
            </a:r>
          </a:p>
          <a:p>
            <a:pPr marL="0" indent="0" eaLnBrk="1" hangingPunct="1">
              <a:buFont typeface="Wingdings" panose="05000000000000000000" pitchFamily="2" charset="2"/>
              <a:buNone/>
            </a:pPr>
            <a:r>
              <a:rPr lang="en-GB" altLang="en-US" sz="1600" dirty="0">
                <a:latin typeface="Arial" panose="020B0604020202020204" pitchFamily="34" charset="0"/>
              </a:rPr>
              <a:t>	&lt;/form&gt;</a:t>
            </a:r>
          </a:p>
          <a:p>
            <a:pPr marL="0" indent="0" eaLnBrk="1" hangingPunct="1">
              <a:buFont typeface="Wingdings" panose="05000000000000000000" pitchFamily="2" charset="2"/>
              <a:buNone/>
            </a:pPr>
            <a:r>
              <a:rPr lang="en-GB" altLang="en-US" sz="1600" dirty="0">
                <a:latin typeface="Arial" panose="020B0604020202020204" pitchFamily="34" charset="0"/>
              </a:rPr>
              <a:t>&lt;/body&gt;</a:t>
            </a:r>
          </a:p>
          <a:p>
            <a:pPr marL="0" indent="0" eaLnBrk="1" hangingPunct="1">
              <a:buFont typeface="Wingdings" panose="05000000000000000000" pitchFamily="2" charset="2"/>
              <a:buNone/>
            </a:pPr>
            <a:endParaRPr lang="en-GB" altLang="en-US" sz="1600" dirty="0">
              <a:latin typeface="Arial" panose="020B0604020202020204" pitchFamily="34" charset="0"/>
            </a:endParaRPr>
          </a:p>
        </p:txBody>
      </p:sp>
      <p:pic>
        <p:nvPicPr>
          <p:cNvPr id="3" name="Picture 2" descr="Circumference calculator example">
            <a:extLst>
              <a:ext uri="{FF2B5EF4-FFF2-40B4-BE49-F238E27FC236}">
                <a16:creationId xmlns:a16="http://schemas.microsoft.com/office/drawing/2014/main" id="{8F5AC2DE-7C90-251E-139C-5AD464D7103B}"/>
              </a:ext>
            </a:extLst>
          </p:cNvPr>
          <p:cNvPicPr>
            <a:picLocks noChangeAspect="1"/>
          </p:cNvPicPr>
          <p:nvPr/>
        </p:nvPicPr>
        <p:blipFill>
          <a:blip r:embed="rId3"/>
          <a:stretch>
            <a:fillRect/>
          </a:stretch>
        </p:blipFill>
        <p:spPr>
          <a:xfrm>
            <a:off x="6477000" y="2076450"/>
            <a:ext cx="1781175" cy="504825"/>
          </a:xfrm>
          <a:prstGeom prst="rect">
            <a:avLst/>
          </a:prstGeom>
        </p:spPr>
      </p:pic>
      <p:cxnSp>
        <p:nvCxnSpPr>
          <p:cNvPr id="5" name="Straight Arrow Connector 4">
            <a:extLst>
              <a:ext uri="{FF2B5EF4-FFF2-40B4-BE49-F238E27FC236}">
                <a16:creationId xmlns:a16="http://schemas.microsoft.com/office/drawing/2014/main" id="{46B86431-CAF5-AD4D-D1FF-4E2A75645936}"/>
              </a:ext>
              <a:ext uri="{C183D7F6-B498-43B3-948B-1728B52AA6E4}">
                <adec:decorative xmlns:adec="http://schemas.microsoft.com/office/drawing/2017/decorative" val="1"/>
              </a:ext>
            </a:extLst>
          </p:cNvPr>
          <p:cNvCxnSpPr/>
          <p:nvPr/>
        </p:nvCxnSpPr>
        <p:spPr>
          <a:xfrm>
            <a:off x="7367587" y="2686050"/>
            <a:ext cx="0" cy="45720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pic>
        <p:nvPicPr>
          <p:cNvPr id="7" name="Picture 6" descr="Circumference calculator example">
            <a:extLst>
              <a:ext uri="{FF2B5EF4-FFF2-40B4-BE49-F238E27FC236}">
                <a16:creationId xmlns:a16="http://schemas.microsoft.com/office/drawing/2014/main" id="{398EBA43-BAB6-AFCC-3D73-229BFB48ADF9}"/>
              </a:ext>
            </a:extLst>
          </p:cNvPr>
          <p:cNvPicPr>
            <a:picLocks noChangeAspect="1"/>
          </p:cNvPicPr>
          <p:nvPr/>
        </p:nvPicPr>
        <p:blipFill>
          <a:blip r:embed="rId4"/>
          <a:stretch>
            <a:fillRect/>
          </a:stretch>
        </p:blipFill>
        <p:spPr>
          <a:xfrm>
            <a:off x="6477000" y="3248025"/>
            <a:ext cx="1781173" cy="561975"/>
          </a:xfrm>
          <a:prstGeom prst="rect">
            <a:avLst/>
          </a:prstGeom>
        </p:spPr>
      </p:pic>
    </p:spTree>
    <p:extLst>
      <p:ext uri="{BB962C8B-B14F-4D97-AF65-F5344CB8AC3E}">
        <p14:creationId xmlns:p14="http://schemas.microsoft.com/office/powerpoint/2010/main" val="3762269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F5A56DE6-4F93-1651-3797-3EB61F286E83}"/>
              </a:ext>
            </a:extLst>
          </p:cNvPr>
          <p:cNvSpPr>
            <a:spLocks noGrp="1"/>
          </p:cNvSpPr>
          <p:nvPr>
            <p:ph type="title"/>
          </p:nvPr>
        </p:nvSpPr>
        <p:spPr/>
        <p:txBody>
          <a:bodyPr/>
          <a:lstStyle/>
          <a:p>
            <a:pPr eaLnBrk="1" hangingPunct="1"/>
            <a:r>
              <a:rPr lang="en-GB" altLang="en-US" dirty="0">
                <a:latin typeface="Arial" panose="020B0604020202020204" pitchFamily="34" charset="0"/>
              </a:rPr>
              <a:t>Sourced</a:t>
            </a:r>
          </a:p>
        </p:txBody>
      </p:sp>
      <p:sp>
        <p:nvSpPr>
          <p:cNvPr id="28675" name="Rectangle 3">
            <a:extLst>
              <a:ext uri="{FF2B5EF4-FFF2-40B4-BE49-F238E27FC236}">
                <a16:creationId xmlns:a16="http://schemas.microsoft.com/office/drawing/2014/main" id="{59967F90-AC6E-E533-0567-1BC35A047667}"/>
              </a:ext>
            </a:extLst>
          </p:cNvPr>
          <p:cNvSpPr>
            <a:spLocks noGrp="1"/>
          </p:cNvSpPr>
          <p:nvPr>
            <p:ph idx="1"/>
          </p:nvPr>
        </p:nvSpPr>
        <p:spPr/>
        <p:txBody>
          <a:bodyPr/>
          <a:lstStyle/>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endParaRPr lang="en-GB" altLang="en-US" sz="2800" dirty="0">
              <a:latin typeface="Arial" panose="020B0604020202020204" pitchFamily="34" charset="0"/>
              <a:hlinkClick r:id="rId2"/>
            </a:endParaRPr>
          </a:p>
          <a:p>
            <a:pPr marL="0" indent="0" algn="ctr" eaLnBrk="1" hangingPunct="1">
              <a:buNone/>
            </a:pPr>
            <a:r>
              <a:rPr lang="en-GB" altLang="en-US" sz="2800" dirty="0">
                <a:latin typeface="Arial" panose="020B0604020202020204" pitchFamily="34" charset="0"/>
                <a:hlinkClick r:id="rId2"/>
              </a:rPr>
              <a:t>www.w3schools.com</a:t>
            </a:r>
            <a:endParaRPr lang="en-GB" altLang="en-US" sz="2800" dirty="0">
              <a:latin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328</TotalTime>
  <Words>1634</Words>
  <Application>Microsoft Macintosh PowerPoint</Application>
  <PresentationFormat>On-screen Show (4:3)</PresentationFormat>
  <Paragraphs>185</Paragraphs>
  <Slides>18</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Wingdings</vt:lpstr>
      <vt:lpstr>Office Theme</vt:lpstr>
      <vt:lpstr>COM4012M - JavaScript</vt:lpstr>
      <vt:lpstr>JavaScript</vt:lpstr>
      <vt:lpstr>Object Orientated</vt:lpstr>
      <vt:lpstr>Internal vs External</vt:lpstr>
      <vt:lpstr>Internal JavaScript</vt:lpstr>
      <vt:lpstr>External JavaScript</vt:lpstr>
      <vt:lpstr>JavaScript Example</vt:lpstr>
      <vt:lpstr>Basics of JavaScript</vt:lpstr>
      <vt:lpstr>JavaScript Variables</vt:lpstr>
      <vt:lpstr>Basic JavaScript Output</vt:lpstr>
      <vt:lpstr>Basic JavaScript Output</vt:lpstr>
      <vt:lpstr>Event Handlers</vt:lpstr>
      <vt:lpstr>HTML Forms</vt:lpstr>
      <vt:lpstr>HTML Forms</vt:lpstr>
      <vt:lpstr>Message Boxes</vt:lpstr>
      <vt:lpstr>Functions</vt:lpstr>
      <vt:lpstr>JavaScript Example</vt:lpstr>
      <vt:lpstr>Sourced</vt:lpstr>
    </vt:vector>
  </TitlesOfParts>
  <Company>York St John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1IT060 Developing Hypermedia</dc:title>
  <dc:creator>adkins</dc:creator>
  <cp:lastModifiedBy>Bassma Al-Jubouri</cp:lastModifiedBy>
  <cp:revision>81</cp:revision>
  <dcterms:created xsi:type="dcterms:W3CDTF">2004-02-03T17:25:57Z</dcterms:created>
  <dcterms:modified xsi:type="dcterms:W3CDTF">2025-04-02T14:49:08Z</dcterms:modified>
</cp:coreProperties>
</file>