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7" r:id="rId1"/>
  </p:sldMasterIdLst>
  <p:notesMasterIdLst>
    <p:notesMasterId r:id="rId24"/>
  </p:notesMasterIdLst>
  <p:sldIdLst>
    <p:sldId id="256" r:id="rId2"/>
    <p:sldId id="319" r:id="rId3"/>
    <p:sldId id="368" r:id="rId4"/>
    <p:sldId id="378" r:id="rId5"/>
    <p:sldId id="354" r:id="rId6"/>
    <p:sldId id="369" r:id="rId7"/>
    <p:sldId id="350" r:id="rId8"/>
    <p:sldId id="374" r:id="rId9"/>
    <p:sldId id="375" r:id="rId10"/>
    <p:sldId id="376" r:id="rId11"/>
    <p:sldId id="371" r:id="rId12"/>
    <p:sldId id="379" r:id="rId13"/>
    <p:sldId id="380" r:id="rId14"/>
    <p:sldId id="377" r:id="rId15"/>
    <p:sldId id="349" r:id="rId16"/>
    <p:sldId id="352" r:id="rId17"/>
    <p:sldId id="280" r:id="rId18"/>
    <p:sldId id="373" r:id="rId19"/>
    <p:sldId id="381" r:id="rId20"/>
    <p:sldId id="382" r:id="rId21"/>
    <p:sldId id="383" r:id="rId22"/>
    <p:sldId id="316" r:id="rId23"/>
  </p:sldIdLst>
  <p:sldSz cx="9144000" cy="6858000" type="screen4x3"/>
  <p:notesSz cx="6858000" cy="9144000"/>
  <p:defaultTextStyle>
    <a:defPPr>
      <a:defRPr lang="en-GB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D0DF8F6-AF04-4C85-9181-8ECC256CFED2}" v="24" dt="2024-03-09T17:23:48.82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3462" autoAdjust="0"/>
    <p:restoredTop sz="84737" autoAdjust="0"/>
  </p:normalViewPr>
  <p:slideViewPr>
    <p:cSldViewPr>
      <p:cViewPr varScale="1">
        <p:scale>
          <a:sx n="106" d="100"/>
          <a:sy n="106" d="100"/>
        </p:scale>
        <p:origin x="192" y="21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28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ec Wells" userId="527ade61401a42c1" providerId="LiveId" clId="{C7BBFF10-0E0B-4437-B677-BD2CA36F4949}"/>
    <pc:docChg chg="custSel addSld modSld sldOrd">
      <pc:chgData name="Alec Wells" userId="527ade61401a42c1" providerId="LiveId" clId="{C7BBFF10-0E0B-4437-B677-BD2CA36F4949}" dt="2024-03-04T00:01:17.985" v="890" actId="20577"/>
      <pc:docMkLst>
        <pc:docMk/>
      </pc:docMkLst>
      <pc:sldChg chg="modSp mod">
        <pc:chgData name="Alec Wells" userId="527ade61401a42c1" providerId="LiveId" clId="{C7BBFF10-0E0B-4437-B677-BD2CA36F4949}" dt="2024-03-03T23:48:57.330" v="885" actId="403"/>
        <pc:sldMkLst>
          <pc:docMk/>
          <pc:sldMk cId="3207795901" sldId="321"/>
        </pc:sldMkLst>
        <pc:spChg chg="mod">
          <ac:chgData name="Alec Wells" userId="527ade61401a42c1" providerId="LiveId" clId="{C7BBFF10-0E0B-4437-B677-BD2CA36F4949}" dt="2024-03-03T23:48:57.330" v="885" actId="403"/>
          <ac:spMkLst>
            <pc:docMk/>
            <pc:sldMk cId="3207795901" sldId="321"/>
            <ac:spMk id="5123" creationId="{381CB796-D834-D21F-B872-FD7C60DFEC7A}"/>
          </ac:spMkLst>
        </pc:spChg>
      </pc:sldChg>
      <pc:sldChg chg="modSp mod">
        <pc:chgData name="Alec Wells" userId="527ade61401a42c1" providerId="LiveId" clId="{C7BBFF10-0E0B-4437-B677-BD2CA36F4949}" dt="2024-03-03T23:59:52.233" v="887" actId="20577"/>
        <pc:sldMkLst>
          <pc:docMk/>
          <pc:sldMk cId="3493719763" sldId="348"/>
        </pc:sldMkLst>
        <pc:spChg chg="mod">
          <ac:chgData name="Alec Wells" userId="527ade61401a42c1" providerId="LiveId" clId="{C7BBFF10-0E0B-4437-B677-BD2CA36F4949}" dt="2024-03-03T23:59:52.233" v="887" actId="20577"/>
          <ac:spMkLst>
            <pc:docMk/>
            <pc:sldMk cId="3493719763" sldId="348"/>
            <ac:spMk id="16387" creationId="{AE55AA3C-9876-C4AE-1999-7DF0F24255B2}"/>
          </ac:spMkLst>
        </pc:spChg>
      </pc:sldChg>
      <pc:sldChg chg="modSp mod">
        <pc:chgData name="Alec Wells" userId="527ade61401a42c1" providerId="LiveId" clId="{C7BBFF10-0E0B-4437-B677-BD2CA36F4949}" dt="2024-03-03T23:55:09.357" v="886" actId="20577"/>
        <pc:sldMkLst>
          <pc:docMk/>
          <pc:sldMk cId="587010487" sldId="358"/>
        </pc:sldMkLst>
        <pc:spChg chg="mod">
          <ac:chgData name="Alec Wells" userId="527ade61401a42c1" providerId="LiveId" clId="{C7BBFF10-0E0B-4437-B677-BD2CA36F4949}" dt="2024-03-03T23:55:09.357" v="886" actId="20577"/>
          <ac:spMkLst>
            <pc:docMk/>
            <pc:sldMk cId="587010487" sldId="358"/>
            <ac:spMk id="9219" creationId="{AFBFF55A-A9FE-FCFA-6018-709590391234}"/>
          </ac:spMkLst>
        </pc:spChg>
      </pc:sldChg>
      <pc:sldChg chg="modSp mod">
        <pc:chgData name="Alec Wells" userId="527ade61401a42c1" providerId="LiveId" clId="{C7BBFF10-0E0B-4437-B677-BD2CA36F4949}" dt="2024-03-04T00:00:40.468" v="888" actId="403"/>
        <pc:sldMkLst>
          <pc:docMk/>
          <pc:sldMk cId="1540216628" sldId="359"/>
        </pc:sldMkLst>
        <pc:spChg chg="mod">
          <ac:chgData name="Alec Wells" userId="527ade61401a42c1" providerId="LiveId" clId="{C7BBFF10-0E0B-4437-B677-BD2CA36F4949}" dt="2024-03-04T00:00:40.468" v="888" actId="403"/>
          <ac:spMkLst>
            <pc:docMk/>
            <pc:sldMk cId="1540216628" sldId="359"/>
            <ac:spMk id="2" creationId="{D60014A9-FF3C-EEAC-E4B5-C3F61D6E6809}"/>
          </ac:spMkLst>
        </pc:spChg>
      </pc:sldChg>
      <pc:sldChg chg="modSp mod">
        <pc:chgData name="Alec Wells" userId="527ade61401a42c1" providerId="LiveId" clId="{C7BBFF10-0E0B-4437-B677-BD2CA36F4949}" dt="2024-03-04T00:01:17.985" v="890" actId="20577"/>
        <pc:sldMkLst>
          <pc:docMk/>
          <pc:sldMk cId="1629402692" sldId="360"/>
        </pc:sldMkLst>
        <pc:spChg chg="mod">
          <ac:chgData name="Alec Wells" userId="527ade61401a42c1" providerId="LiveId" clId="{C7BBFF10-0E0B-4437-B677-BD2CA36F4949}" dt="2024-03-04T00:01:17.985" v="890" actId="20577"/>
          <ac:spMkLst>
            <pc:docMk/>
            <pc:sldMk cId="1629402692" sldId="360"/>
            <ac:spMk id="2" creationId="{B8DB393A-3416-0442-977C-1C417F0AFAC0}"/>
          </ac:spMkLst>
        </pc:spChg>
      </pc:sldChg>
      <pc:sldChg chg="modSp mod">
        <pc:chgData name="Alec Wells" userId="527ade61401a42c1" providerId="LiveId" clId="{C7BBFF10-0E0B-4437-B677-BD2CA36F4949}" dt="2024-03-03T23:14:16.482" v="58" actId="404"/>
        <pc:sldMkLst>
          <pc:docMk/>
          <pc:sldMk cId="82340334" sldId="362"/>
        </pc:sldMkLst>
        <pc:spChg chg="mod">
          <ac:chgData name="Alec Wells" userId="527ade61401a42c1" providerId="LiveId" clId="{C7BBFF10-0E0B-4437-B677-BD2CA36F4949}" dt="2024-03-03T23:14:16.482" v="58" actId="404"/>
          <ac:spMkLst>
            <pc:docMk/>
            <pc:sldMk cId="82340334" sldId="362"/>
            <ac:spMk id="2" creationId="{5D273B96-CC3F-BD1B-5D4E-8F0BB4FC36F0}"/>
          </ac:spMkLst>
        </pc:spChg>
      </pc:sldChg>
      <pc:sldChg chg="modSp mod">
        <pc:chgData name="Alec Wells" userId="527ade61401a42c1" providerId="LiveId" clId="{C7BBFF10-0E0B-4437-B677-BD2CA36F4949}" dt="2024-03-03T23:19:59.115" v="400" actId="404"/>
        <pc:sldMkLst>
          <pc:docMk/>
          <pc:sldMk cId="473473277" sldId="363"/>
        </pc:sldMkLst>
        <pc:spChg chg="mod">
          <ac:chgData name="Alec Wells" userId="527ade61401a42c1" providerId="LiveId" clId="{C7BBFF10-0E0B-4437-B677-BD2CA36F4949}" dt="2024-03-03T23:19:59.115" v="400" actId="404"/>
          <ac:spMkLst>
            <pc:docMk/>
            <pc:sldMk cId="473473277" sldId="363"/>
            <ac:spMk id="2" creationId="{2876EB33-78D0-9609-E783-7386BA06A611}"/>
          </ac:spMkLst>
        </pc:spChg>
      </pc:sldChg>
      <pc:sldChg chg="modSp add mod ord">
        <pc:chgData name="Alec Wells" userId="527ade61401a42c1" providerId="LiveId" clId="{C7BBFF10-0E0B-4437-B677-BD2CA36F4949}" dt="2024-03-03T23:28:36.070" v="884" actId="20577"/>
        <pc:sldMkLst>
          <pc:docMk/>
          <pc:sldMk cId="2043993520" sldId="364"/>
        </pc:sldMkLst>
        <pc:spChg chg="mod">
          <ac:chgData name="Alec Wells" userId="527ade61401a42c1" providerId="LiveId" clId="{C7BBFF10-0E0B-4437-B677-BD2CA36F4949}" dt="2024-03-03T23:28:36.070" v="884" actId="20577"/>
          <ac:spMkLst>
            <pc:docMk/>
            <pc:sldMk cId="2043993520" sldId="364"/>
            <ac:spMk id="2" creationId="{746FCFF2-E602-F799-CB11-E13309B0968D}"/>
          </ac:spMkLst>
        </pc:spChg>
      </pc:sldChg>
      <pc:sldChg chg="modSp add mod">
        <pc:chgData name="Alec Wells" userId="527ade61401a42c1" providerId="LiveId" clId="{C7BBFF10-0E0B-4437-B677-BD2CA36F4949}" dt="2024-03-03T23:23:26.447" v="514" actId="20577"/>
        <pc:sldMkLst>
          <pc:docMk/>
          <pc:sldMk cId="2165264343" sldId="365"/>
        </pc:sldMkLst>
        <pc:spChg chg="mod">
          <ac:chgData name="Alec Wells" userId="527ade61401a42c1" providerId="LiveId" clId="{C7BBFF10-0E0B-4437-B677-BD2CA36F4949}" dt="2024-03-03T23:23:26.447" v="514" actId="20577"/>
          <ac:spMkLst>
            <pc:docMk/>
            <pc:sldMk cId="2165264343" sldId="365"/>
            <ac:spMk id="2" creationId="{E038B1FF-07A9-A19A-64CF-E9234E0E8B95}"/>
          </ac:spMkLst>
        </pc:spChg>
      </pc:sldChg>
      <pc:sldChg chg="modSp add mod">
        <pc:chgData name="Alec Wells" userId="527ade61401a42c1" providerId="LiveId" clId="{C7BBFF10-0E0B-4437-B677-BD2CA36F4949}" dt="2024-03-03T23:24:19.424" v="648" actId="20577"/>
        <pc:sldMkLst>
          <pc:docMk/>
          <pc:sldMk cId="3286551196" sldId="366"/>
        </pc:sldMkLst>
        <pc:spChg chg="mod">
          <ac:chgData name="Alec Wells" userId="527ade61401a42c1" providerId="LiveId" clId="{C7BBFF10-0E0B-4437-B677-BD2CA36F4949}" dt="2024-03-03T23:24:19.424" v="648" actId="20577"/>
          <ac:spMkLst>
            <pc:docMk/>
            <pc:sldMk cId="3286551196" sldId="366"/>
            <ac:spMk id="2" creationId="{6C6BE878-7C2F-0AD1-DBD1-C5CEA6E50D7A}"/>
          </ac:spMkLst>
        </pc:spChg>
      </pc:sldChg>
      <pc:sldChg chg="modSp add mod">
        <pc:chgData name="Alec Wells" userId="527ade61401a42c1" providerId="LiveId" clId="{C7BBFF10-0E0B-4437-B677-BD2CA36F4949}" dt="2024-03-03T23:26:32.687" v="863" actId="20577"/>
        <pc:sldMkLst>
          <pc:docMk/>
          <pc:sldMk cId="251505049" sldId="367"/>
        </pc:sldMkLst>
        <pc:spChg chg="mod">
          <ac:chgData name="Alec Wells" userId="527ade61401a42c1" providerId="LiveId" clId="{C7BBFF10-0E0B-4437-B677-BD2CA36F4949}" dt="2024-03-03T23:26:32.687" v="863" actId="20577"/>
          <ac:spMkLst>
            <pc:docMk/>
            <pc:sldMk cId="251505049" sldId="367"/>
            <ac:spMk id="2" creationId="{0D7C5E95-90A3-A357-2CE0-AB0B458B53C7}"/>
          </ac:spMkLst>
        </pc:spChg>
      </pc:sldChg>
    </pc:docChg>
  </pc:docChgLst>
  <pc:docChgLst>
    <pc:chgData name="Alec Wells" userId="527ade61401a42c1" providerId="LiveId" clId="{AD0DF8F6-AF04-4C85-9181-8ECC256CFED2}"/>
    <pc:docChg chg="undo custSel addSld delSld modSld sldOrd">
      <pc:chgData name="Alec Wells" userId="527ade61401a42c1" providerId="LiveId" clId="{AD0DF8F6-AF04-4C85-9181-8ECC256CFED2}" dt="2024-03-09T17:24:52.117" v="6867" actId="20577"/>
      <pc:docMkLst>
        <pc:docMk/>
      </pc:docMkLst>
      <pc:sldChg chg="modSp mod">
        <pc:chgData name="Alec Wells" userId="527ade61401a42c1" providerId="LiveId" clId="{AD0DF8F6-AF04-4C85-9181-8ECC256CFED2}" dt="2024-03-08T00:54:27.170" v="9" actId="20577"/>
        <pc:sldMkLst>
          <pc:docMk/>
          <pc:sldMk cId="0" sldId="256"/>
        </pc:sldMkLst>
        <pc:spChg chg="mod">
          <ac:chgData name="Alec Wells" userId="527ade61401a42c1" providerId="LiveId" clId="{AD0DF8F6-AF04-4C85-9181-8ECC256CFED2}" dt="2024-03-08T00:54:27.170" v="9" actId="20577"/>
          <ac:spMkLst>
            <pc:docMk/>
            <pc:sldMk cId="0" sldId="256"/>
            <ac:spMk id="2050" creationId="{CBD22B11-C1DB-B6A6-2EEE-0A845FB70593}"/>
          </ac:spMkLst>
        </pc:spChg>
        <pc:spChg chg="mod">
          <ac:chgData name="Alec Wells" userId="527ade61401a42c1" providerId="LiveId" clId="{AD0DF8F6-AF04-4C85-9181-8ECC256CFED2}" dt="2024-03-08T00:54:21.380" v="5" actId="20577"/>
          <ac:spMkLst>
            <pc:docMk/>
            <pc:sldMk cId="0" sldId="256"/>
            <ac:spMk id="3075" creationId="{DA12F9B4-B776-2DD3-BE3B-4F6AF00DB9ED}"/>
          </ac:spMkLst>
        </pc:spChg>
      </pc:sldChg>
      <pc:sldChg chg="add del">
        <pc:chgData name="Alec Wells" userId="527ade61401a42c1" providerId="LiveId" clId="{AD0DF8F6-AF04-4C85-9181-8ECC256CFED2}" dt="2024-03-09T16:58:00.086" v="5164" actId="2696"/>
        <pc:sldMkLst>
          <pc:docMk/>
          <pc:sldMk cId="0" sldId="280"/>
        </pc:sldMkLst>
      </pc:sldChg>
      <pc:sldChg chg="del">
        <pc:chgData name="Alec Wells" userId="527ade61401a42c1" providerId="LiveId" clId="{AD0DF8F6-AF04-4C85-9181-8ECC256CFED2}" dt="2024-03-09T13:23:08.719" v="4227" actId="2696"/>
        <pc:sldMkLst>
          <pc:docMk/>
          <pc:sldMk cId="0" sldId="288"/>
        </pc:sldMkLst>
      </pc:sldChg>
      <pc:sldChg chg="modSp mod">
        <pc:chgData name="Alec Wells" userId="527ade61401a42c1" providerId="LiveId" clId="{AD0DF8F6-AF04-4C85-9181-8ECC256CFED2}" dt="2024-03-09T16:27:11.854" v="4563" actId="20577"/>
        <pc:sldMkLst>
          <pc:docMk/>
          <pc:sldMk cId="2823282474" sldId="319"/>
        </pc:sldMkLst>
        <pc:spChg chg="mod">
          <ac:chgData name="Alec Wells" userId="527ade61401a42c1" providerId="LiveId" clId="{AD0DF8F6-AF04-4C85-9181-8ECC256CFED2}" dt="2024-03-08T00:54:33.482" v="13" actId="20577"/>
          <ac:spMkLst>
            <pc:docMk/>
            <pc:sldMk cId="2823282474" sldId="319"/>
            <ac:spMk id="5122" creationId="{03008CAA-58BB-9816-3370-99195DD15434}"/>
          </ac:spMkLst>
        </pc:spChg>
        <pc:spChg chg="mod">
          <ac:chgData name="Alec Wells" userId="527ade61401a42c1" providerId="LiveId" clId="{AD0DF8F6-AF04-4C85-9181-8ECC256CFED2}" dt="2024-03-09T16:27:11.854" v="4563" actId="20577"/>
          <ac:spMkLst>
            <pc:docMk/>
            <pc:sldMk cId="2823282474" sldId="319"/>
            <ac:spMk id="5123" creationId="{1372D5BC-0841-7191-D4A0-4C1202001BCC}"/>
          </ac:spMkLst>
        </pc:spChg>
      </pc:sldChg>
      <pc:sldChg chg="modSp del mod">
        <pc:chgData name="Alec Wells" userId="527ade61401a42c1" providerId="LiveId" clId="{AD0DF8F6-AF04-4C85-9181-8ECC256CFED2}" dt="2024-03-08T01:13:18.792" v="1811" actId="2696"/>
        <pc:sldMkLst>
          <pc:docMk/>
          <pc:sldMk cId="4058445389" sldId="320"/>
        </pc:sldMkLst>
        <pc:spChg chg="mod">
          <ac:chgData name="Alec Wells" userId="527ade61401a42c1" providerId="LiveId" clId="{AD0DF8F6-AF04-4C85-9181-8ECC256CFED2}" dt="2024-03-08T01:13:11.823" v="1808" actId="20577"/>
          <ac:spMkLst>
            <pc:docMk/>
            <pc:sldMk cId="4058445389" sldId="320"/>
            <ac:spMk id="5122" creationId="{CD504D0F-EA23-1C0C-536A-83011BE5839E}"/>
          </ac:spMkLst>
        </pc:spChg>
      </pc:sldChg>
      <pc:sldChg chg="del">
        <pc:chgData name="Alec Wells" userId="527ade61401a42c1" providerId="LiveId" clId="{AD0DF8F6-AF04-4C85-9181-8ECC256CFED2}" dt="2024-03-09T13:23:08.719" v="4227" actId="2696"/>
        <pc:sldMkLst>
          <pc:docMk/>
          <pc:sldMk cId="3207795901" sldId="321"/>
        </pc:sldMkLst>
      </pc:sldChg>
      <pc:sldChg chg="add del">
        <pc:chgData name="Alec Wells" userId="527ade61401a42c1" providerId="LiveId" clId="{AD0DF8F6-AF04-4C85-9181-8ECC256CFED2}" dt="2024-03-09T16:58:04.973" v="5167" actId="2696"/>
        <pc:sldMkLst>
          <pc:docMk/>
          <pc:sldMk cId="3268456659" sldId="323"/>
        </pc:sldMkLst>
      </pc:sldChg>
      <pc:sldChg chg="add del">
        <pc:chgData name="Alec Wells" userId="527ade61401a42c1" providerId="LiveId" clId="{AD0DF8F6-AF04-4C85-9181-8ECC256CFED2}" dt="2024-03-09T16:58:17.320" v="5168" actId="2696"/>
        <pc:sldMkLst>
          <pc:docMk/>
          <pc:sldMk cId="3493719763" sldId="348"/>
        </pc:sldMkLst>
      </pc:sldChg>
      <pc:sldChg chg="ord">
        <pc:chgData name="Alec Wells" userId="527ade61401a42c1" providerId="LiveId" clId="{AD0DF8F6-AF04-4C85-9181-8ECC256CFED2}" dt="2024-03-09T16:57:58.977" v="5162" actId="20578"/>
        <pc:sldMkLst>
          <pc:docMk/>
          <pc:sldMk cId="110807449" sldId="349"/>
        </pc:sldMkLst>
      </pc:sldChg>
      <pc:sldChg chg="modSp mod">
        <pc:chgData name="Alec Wells" userId="527ade61401a42c1" providerId="LiveId" clId="{AD0DF8F6-AF04-4C85-9181-8ECC256CFED2}" dt="2024-03-09T16:35:11.100" v="4613" actId="20577"/>
        <pc:sldMkLst>
          <pc:docMk/>
          <pc:sldMk cId="49530787" sldId="350"/>
        </pc:sldMkLst>
        <pc:spChg chg="mod">
          <ac:chgData name="Alec Wells" userId="527ade61401a42c1" providerId="LiveId" clId="{AD0DF8F6-AF04-4C85-9181-8ECC256CFED2}" dt="2024-03-08T01:13:09.446" v="1807" actId="20577"/>
          <ac:spMkLst>
            <pc:docMk/>
            <pc:sldMk cId="49530787" sldId="350"/>
            <ac:spMk id="16386" creationId="{C04D9E68-69C9-7ED7-124D-C4171E4C4309}"/>
          </ac:spMkLst>
        </pc:spChg>
        <pc:spChg chg="mod">
          <ac:chgData name="Alec Wells" userId="527ade61401a42c1" providerId="LiveId" clId="{AD0DF8F6-AF04-4C85-9181-8ECC256CFED2}" dt="2024-03-09T16:35:11.100" v="4613" actId="20577"/>
          <ac:spMkLst>
            <pc:docMk/>
            <pc:sldMk cId="49530787" sldId="350"/>
            <ac:spMk id="16387" creationId="{08E0A061-609E-BD92-34BE-0F168694D455}"/>
          </ac:spMkLst>
        </pc:spChg>
      </pc:sldChg>
      <pc:sldChg chg="add del">
        <pc:chgData name="Alec Wells" userId="527ade61401a42c1" providerId="LiveId" clId="{AD0DF8F6-AF04-4C85-9181-8ECC256CFED2}" dt="2024-03-09T16:58:00.392" v="5165" actId="2696"/>
        <pc:sldMkLst>
          <pc:docMk/>
          <pc:sldMk cId="1746413386" sldId="352"/>
        </pc:sldMkLst>
      </pc:sldChg>
      <pc:sldChg chg="add del">
        <pc:chgData name="Alec Wells" userId="527ade61401a42c1" providerId="LiveId" clId="{AD0DF8F6-AF04-4C85-9181-8ECC256CFED2}" dt="2024-03-09T16:58:17.320" v="5168" actId="2696"/>
        <pc:sldMkLst>
          <pc:docMk/>
          <pc:sldMk cId="3762269615" sldId="353"/>
        </pc:sldMkLst>
      </pc:sldChg>
      <pc:sldChg chg="modSp mod">
        <pc:chgData name="Alec Wells" userId="527ade61401a42c1" providerId="LiveId" clId="{AD0DF8F6-AF04-4C85-9181-8ECC256CFED2}" dt="2024-03-09T16:25:58.468" v="4513" actId="113"/>
        <pc:sldMkLst>
          <pc:docMk/>
          <pc:sldMk cId="3374849251" sldId="354"/>
        </pc:sldMkLst>
        <pc:spChg chg="mod">
          <ac:chgData name="Alec Wells" userId="527ade61401a42c1" providerId="LiveId" clId="{AD0DF8F6-AF04-4C85-9181-8ECC256CFED2}" dt="2024-03-08T01:06:02.707" v="1212" actId="20577"/>
          <ac:spMkLst>
            <pc:docMk/>
            <pc:sldMk cId="3374849251" sldId="354"/>
            <ac:spMk id="5122" creationId="{57AF4AD4-BC7B-DD4E-D35E-52BDF77B85E3}"/>
          </ac:spMkLst>
        </pc:spChg>
        <pc:spChg chg="mod">
          <ac:chgData name="Alec Wells" userId="527ade61401a42c1" providerId="LiveId" clId="{AD0DF8F6-AF04-4C85-9181-8ECC256CFED2}" dt="2024-03-09T16:25:58.468" v="4513" actId="113"/>
          <ac:spMkLst>
            <pc:docMk/>
            <pc:sldMk cId="3374849251" sldId="354"/>
            <ac:spMk id="5123" creationId="{365B6720-18E1-F23B-07F7-0F262BFCBA87}"/>
          </ac:spMkLst>
        </pc:spChg>
      </pc:sldChg>
      <pc:sldChg chg="del">
        <pc:chgData name="Alec Wells" userId="527ade61401a42c1" providerId="LiveId" clId="{AD0DF8F6-AF04-4C85-9181-8ECC256CFED2}" dt="2024-03-09T16:57:02.777" v="5155" actId="2696"/>
        <pc:sldMkLst>
          <pc:docMk/>
          <pc:sldMk cId="4241106793" sldId="355"/>
        </pc:sldMkLst>
      </pc:sldChg>
      <pc:sldChg chg="add del">
        <pc:chgData name="Alec Wells" userId="527ade61401a42c1" providerId="LiveId" clId="{AD0DF8F6-AF04-4C85-9181-8ECC256CFED2}" dt="2024-03-09T16:58:04.973" v="5167" actId="2696"/>
        <pc:sldMkLst>
          <pc:docMk/>
          <pc:sldMk cId="2362606726" sldId="356"/>
        </pc:sldMkLst>
      </pc:sldChg>
      <pc:sldChg chg="add del">
        <pc:chgData name="Alec Wells" userId="527ade61401a42c1" providerId="LiveId" clId="{AD0DF8F6-AF04-4C85-9181-8ECC256CFED2}" dt="2024-03-09T16:58:04.973" v="5167" actId="2696"/>
        <pc:sldMkLst>
          <pc:docMk/>
          <pc:sldMk cId="2039970856" sldId="357"/>
        </pc:sldMkLst>
      </pc:sldChg>
      <pc:sldChg chg="add del">
        <pc:chgData name="Alec Wells" userId="527ade61401a42c1" providerId="LiveId" clId="{AD0DF8F6-AF04-4C85-9181-8ECC256CFED2}" dt="2024-03-09T16:58:04.973" v="5167" actId="2696"/>
        <pc:sldMkLst>
          <pc:docMk/>
          <pc:sldMk cId="587010487" sldId="358"/>
        </pc:sldMkLst>
      </pc:sldChg>
      <pc:sldChg chg="add del">
        <pc:chgData name="Alec Wells" userId="527ade61401a42c1" providerId="LiveId" clId="{AD0DF8F6-AF04-4C85-9181-8ECC256CFED2}" dt="2024-03-09T16:58:17.320" v="5168" actId="2696"/>
        <pc:sldMkLst>
          <pc:docMk/>
          <pc:sldMk cId="1540216628" sldId="359"/>
        </pc:sldMkLst>
      </pc:sldChg>
      <pc:sldChg chg="add del">
        <pc:chgData name="Alec Wells" userId="527ade61401a42c1" providerId="LiveId" clId="{AD0DF8F6-AF04-4C85-9181-8ECC256CFED2}" dt="2024-03-09T16:58:17.320" v="5168" actId="2696"/>
        <pc:sldMkLst>
          <pc:docMk/>
          <pc:sldMk cId="1629402692" sldId="360"/>
        </pc:sldMkLst>
      </pc:sldChg>
      <pc:sldChg chg="add del">
        <pc:chgData name="Alec Wells" userId="527ade61401a42c1" providerId="LiveId" clId="{AD0DF8F6-AF04-4C85-9181-8ECC256CFED2}" dt="2024-03-09T16:58:17.320" v="5168" actId="2696"/>
        <pc:sldMkLst>
          <pc:docMk/>
          <pc:sldMk cId="1464846336" sldId="361"/>
        </pc:sldMkLst>
      </pc:sldChg>
      <pc:sldChg chg="add del">
        <pc:chgData name="Alec Wells" userId="527ade61401a42c1" providerId="LiveId" clId="{AD0DF8F6-AF04-4C85-9181-8ECC256CFED2}" dt="2024-03-09T16:58:17.320" v="5168" actId="2696"/>
        <pc:sldMkLst>
          <pc:docMk/>
          <pc:sldMk cId="82340334" sldId="362"/>
        </pc:sldMkLst>
      </pc:sldChg>
      <pc:sldChg chg="add del">
        <pc:chgData name="Alec Wells" userId="527ade61401a42c1" providerId="LiveId" clId="{AD0DF8F6-AF04-4C85-9181-8ECC256CFED2}" dt="2024-03-09T16:58:17.320" v="5168" actId="2696"/>
        <pc:sldMkLst>
          <pc:docMk/>
          <pc:sldMk cId="473473277" sldId="363"/>
        </pc:sldMkLst>
      </pc:sldChg>
      <pc:sldChg chg="add del">
        <pc:chgData name="Alec Wells" userId="527ade61401a42c1" providerId="LiveId" clId="{AD0DF8F6-AF04-4C85-9181-8ECC256CFED2}" dt="2024-03-09T16:58:17.320" v="5168" actId="2696"/>
        <pc:sldMkLst>
          <pc:docMk/>
          <pc:sldMk cId="2043993520" sldId="364"/>
        </pc:sldMkLst>
      </pc:sldChg>
      <pc:sldChg chg="add del">
        <pc:chgData name="Alec Wells" userId="527ade61401a42c1" providerId="LiveId" clId="{AD0DF8F6-AF04-4C85-9181-8ECC256CFED2}" dt="2024-03-09T16:58:17.320" v="5168" actId="2696"/>
        <pc:sldMkLst>
          <pc:docMk/>
          <pc:sldMk cId="2165264343" sldId="365"/>
        </pc:sldMkLst>
      </pc:sldChg>
      <pc:sldChg chg="add del">
        <pc:chgData name="Alec Wells" userId="527ade61401a42c1" providerId="LiveId" clId="{AD0DF8F6-AF04-4C85-9181-8ECC256CFED2}" dt="2024-03-09T16:58:17.320" v="5168" actId="2696"/>
        <pc:sldMkLst>
          <pc:docMk/>
          <pc:sldMk cId="3286551196" sldId="366"/>
        </pc:sldMkLst>
      </pc:sldChg>
      <pc:sldChg chg="add del">
        <pc:chgData name="Alec Wells" userId="527ade61401a42c1" providerId="LiveId" clId="{AD0DF8F6-AF04-4C85-9181-8ECC256CFED2}" dt="2024-03-09T16:58:17.320" v="5168" actId="2696"/>
        <pc:sldMkLst>
          <pc:docMk/>
          <pc:sldMk cId="251505049" sldId="367"/>
        </pc:sldMkLst>
      </pc:sldChg>
      <pc:sldChg chg="modSp add mod">
        <pc:chgData name="Alec Wells" userId="527ade61401a42c1" providerId="LiveId" clId="{AD0DF8F6-AF04-4C85-9181-8ECC256CFED2}" dt="2024-03-09T16:29:17.123" v="4564" actId="20577"/>
        <pc:sldMkLst>
          <pc:docMk/>
          <pc:sldMk cId="3805411026" sldId="368"/>
        </pc:sldMkLst>
        <pc:spChg chg="mod">
          <ac:chgData name="Alec Wells" userId="527ade61401a42c1" providerId="LiveId" clId="{AD0DF8F6-AF04-4C85-9181-8ECC256CFED2}" dt="2024-03-08T01:00:11.894" v="467" actId="20577"/>
          <ac:spMkLst>
            <pc:docMk/>
            <pc:sldMk cId="3805411026" sldId="368"/>
            <ac:spMk id="5122" creationId="{03008CAA-58BB-9816-3370-99195DD15434}"/>
          </ac:spMkLst>
        </pc:spChg>
        <pc:spChg chg="mod">
          <ac:chgData name="Alec Wells" userId="527ade61401a42c1" providerId="LiveId" clId="{AD0DF8F6-AF04-4C85-9181-8ECC256CFED2}" dt="2024-03-09T16:29:17.123" v="4564" actId="20577"/>
          <ac:spMkLst>
            <pc:docMk/>
            <pc:sldMk cId="3805411026" sldId="368"/>
            <ac:spMk id="5123" creationId="{1372D5BC-0841-7191-D4A0-4C1202001BCC}"/>
          </ac:spMkLst>
        </pc:spChg>
      </pc:sldChg>
      <pc:sldChg chg="addSp modSp add mod setBg">
        <pc:chgData name="Alec Wells" userId="527ade61401a42c1" providerId="LiveId" clId="{AD0DF8F6-AF04-4C85-9181-8ECC256CFED2}" dt="2024-03-08T01:11:16.278" v="1789" actId="20577"/>
        <pc:sldMkLst>
          <pc:docMk/>
          <pc:sldMk cId="3982036518" sldId="369"/>
        </pc:sldMkLst>
        <pc:spChg chg="add">
          <ac:chgData name="Alec Wells" userId="527ade61401a42c1" providerId="LiveId" clId="{AD0DF8F6-AF04-4C85-9181-8ECC256CFED2}" dt="2024-03-08T01:10:46.427" v="1767"/>
          <ac:spMkLst>
            <pc:docMk/>
            <pc:sldMk cId="3982036518" sldId="369"/>
            <ac:spMk id="2" creationId="{E7C31C76-5233-FF57-A95E-C894524BC256}"/>
          </ac:spMkLst>
        </pc:spChg>
        <pc:spChg chg="mod">
          <ac:chgData name="Alec Wells" userId="527ade61401a42c1" providerId="LiveId" clId="{AD0DF8F6-AF04-4C85-9181-8ECC256CFED2}" dt="2024-03-08T01:10:39.757" v="1766" actId="20577"/>
          <ac:spMkLst>
            <pc:docMk/>
            <pc:sldMk cId="3982036518" sldId="369"/>
            <ac:spMk id="5122" creationId="{57AF4AD4-BC7B-DD4E-D35E-52BDF77B85E3}"/>
          </ac:spMkLst>
        </pc:spChg>
        <pc:spChg chg="mod">
          <ac:chgData name="Alec Wells" userId="527ade61401a42c1" providerId="LiveId" clId="{AD0DF8F6-AF04-4C85-9181-8ECC256CFED2}" dt="2024-03-08T01:11:16.278" v="1789" actId="20577"/>
          <ac:spMkLst>
            <pc:docMk/>
            <pc:sldMk cId="3982036518" sldId="369"/>
            <ac:spMk id="5123" creationId="{365B6720-18E1-F23B-07F7-0F262BFCBA87}"/>
          </ac:spMkLst>
        </pc:spChg>
      </pc:sldChg>
      <pc:sldChg chg="modSp add del mod">
        <pc:chgData name="Alec Wells" userId="527ade61401a42c1" providerId="LiveId" clId="{AD0DF8F6-AF04-4C85-9181-8ECC256CFED2}" dt="2024-03-09T01:13:00.600" v="3382" actId="2696"/>
        <pc:sldMkLst>
          <pc:docMk/>
          <pc:sldMk cId="1439159269" sldId="370"/>
        </pc:sldMkLst>
        <pc:spChg chg="mod">
          <ac:chgData name="Alec Wells" userId="527ade61401a42c1" providerId="LiveId" clId="{AD0DF8F6-AF04-4C85-9181-8ECC256CFED2}" dt="2024-03-08T01:13:31.249" v="1839" actId="20577"/>
          <ac:spMkLst>
            <pc:docMk/>
            <pc:sldMk cId="1439159269" sldId="370"/>
            <ac:spMk id="16386" creationId="{C04D9E68-69C9-7ED7-124D-C4171E4C4309}"/>
          </ac:spMkLst>
        </pc:spChg>
      </pc:sldChg>
      <pc:sldChg chg="add del">
        <pc:chgData name="Alec Wells" userId="527ade61401a42c1" providerId="LiveId" clId="{AD0DF8F6-AF04-4C85-9181-8ECC256CFED2}" dt="2024-03-08T01:13:16.882" v="1810" actId="2696"/>
        <pc:sldMkLst>
          <pc:docMk/>
          <pc:sldMk cId="4108759623" sldId="370"/>
        </pc:sldMkLst>
      </pc:sldChg>
      <pc:sldChg chg="modSp add mod ord">
        <pc:chgData name="Alec Wells" userId="527ade61401a42c1" providerId="LiveId" clId="{AD0DF8F6-AF04-4C85-9181-8ECC256CFED2}" dt="2024-03-09T16:42:04.095" v="4838" actId="20577"/>
        <pc:sldMkLst>
          <pc:docMk/>
          <pc:sldMk cId="83212731" sldId="371"/>
        </pc:sldMkLst>
        <pc:spChg chg="mod">
          <ac:chgData name="Alec Wells" userId="527ade61401a42c1" providerId="LiveId" clId="{AD0DF8F6-AF04-4C85-9181-8ECC256CFED2}" dt="2024-03-08T01:13:38.909" v="1854" actId="20577"/>
          <ac:spMkLst>
            <pc:docMk/>
            <pc:sldMk cId="83212731" sldId="371"/>
            <ac:spMk id="16386" creationId="{C04D9E68-69C9-7ED7-124D-C4171E4C4309}"/>
          </ac:spMkLst>
        </pc:spChg>
        <pc:spChg chg="mod">
          <ac:chgData name="Alec Wells" userId="527ade61401a42c1" providerId="LiveId" clId="{AD0DF8F6-AF04-4C85-9181-8ECC256CFED2}" dt="2024-03-09T16:42:04.095" v="4838" actId="20577"/>
          <ac:spMkLst>
            <pc:docMk/>
            <pc:sldMk cId="83212731" sldId="371"/>
            <ac:spMk id="16387" creationId="{08E0A061-609E-BD92-34BE-0F168694D455}"/>
          </ac:spMkLst>
        </pc:spChg>
      </pc:sldChg>
      <pc:sldChg chg="modSp add del mod">
        <pc:chgData name="Alec Wells" userId="527ade61401a42c1" providerId="LiveId" clId="{AD0DF8F6-AF04-4C85-9181-8ECC256CFED2}" dt="2024-03-09T01:28:18.196" v="3994" actId="2696"/>
        <pc:sldMkLst>
          <pc:docMk/>
          <pc:sldMk cId="1244599910" sldId="372"/>
        </pc:sldMkLst>
        <pc:spChg chg="mod">
          <ac:chgData name="Alec Wells" userId="527ade61401a42c1" providerId="LiveId" clId="{AD0DF8F6-AF04-4C85-9181-8ECC256CFED2}" dt="2024-03-08T01:13:46.739" v="1866" actId="20577"/>
          <ac:spMkLst>
            <pc:docMk/>
            <pc:sldMk cId="1244599910" sldId="372"/>
            <ac:spMk id="16386" creationId="{C04D9E68-69C9-7ED7-124D-C4171E4C4309}"/>
          </ac:spMkLst>
        </pc:spChg>
      </pc:sldChg>
      <pc:sldChg chg="addSp modSp add mod ord setBg">
        <pc:chgData name="Alec Wells" userId="527ade61401a42c1" providerId="LiveId" clId="{AD0DF8F6-AF04-4C85-9181-8ECC256CFED2}" dt="2024-03-09T17:18:01.704" v="6155" actId="20577"/>
        <pc:sldMkLst>
          <pc:docMk/>
          <pc:sldMk cId="3178569890" sldId="373"/>
        </pc:sldMkLst>
        <pc:spChg chg="add">
          <ac:chgData name="Alec Wells" userId="527ade61401a42c1" providerId="LiveId" clId="{AD0DF8F6-AF04-4C85-9181-8ECC256CFED2}" dt="2024-03-09T17:02:37.533" v="5676"/>
          <ac:spMkLst>
            <pc:docMk/>
            <pc:sldMk cId="3178569890" sldId="373"/>
            <ac:spMk id="2" creationId="{6FA6ACE3-E839-3E9D-1005-4974953CFAEE}"/>
          </ac:spMkLst>
        </pc:spChg>
        <pc:spChg chg="mod">
          <ac:chgData name="Alec Wells" userId="527ade61401a42c1" providerId="LiveId" clId="{AD0DF8F6-AF04-4C85-9181-8ECC256CFED2}" dt="2024-03-09T17:17:38.079" v="6143" actId="20577"/>
          <ac:spMkLst>
            <pc:docMk/>
            <pc:sldMk cId="3178569890" sldId="373"/>
            <ac:spMk id="16386" creationId="{C04D9E68-69C9-7ED7-124D-C4171E4C4309}"/>
          </ac:spMkLst>
        </pc:spChg>
        <pc:spChg chg="mod">
          <ac:chgData name="Alec Wells" userId="527ade61401a42c1" providerId="LiveId" clId="{AD0DF8F6-AF04-4C85-9181-8ECC256CFED2}" dt="2024-03-09T17:18:01.704" v="6155" actId="20577"/>
          <ac:spMkLst>
            <pc:docMk/>
            <pc:sldMk cId="3178569890" sldId="373"/>
            <ac:spMk id="16387" creationId="{08E0A061-609E-BD92-34BE-0F168694D455}"/>
          </ac:spMkLst>
        </pc:spChg>
      </pc:sldChg>
      <pc:sldChg chg="modSp add mod">
        <pc:chgData name="Alec Wells" userId="527ade61401a42c1" providerId="LiveId" clId="{AD0DF8F6-AF04-4C85-9181-8ECC256CFED2}" dt="2024-03-09T17:24:52.117" v="6867" actId="20577"/>
        <pc:sldMkLst>
          <pc:docMk/>
          <pc:sldMk cId="2600614731" sldId="374"/>
        </pc:sldMkLst>
        <pc:spChg chg="mod">
          <ac:chgData name="Alec Wells" userId="527ade61401a42c1" providerId="LiveId" clId="{AD0DF8F6-AF04-4C85-9181-8ECC256CFED2}" dt="2024-03-09T17:24:52.117" v="6867" actId="20577"/>
          <ac:spMkLst>
            <pc:docMk/>
            <pc:sldMk cId="2600614731" sldId="374"/>
            <ac:spMk id="16387" creationId="{08E0A061-609E-BD92-34BE-0F168694D455}"/>
          </ac:spMkLst>
        </pc:spChg>
      </pc:sldChg>
      <pc:sldChg chg="modSp add mod ord">
        <pc:chgData name="Alec Wells" userId="527ade61401a42c1" providerId="LiveId" clId="{AD0DF8F6-AF04-4C85-9181-8ECC256CFED2}" dt="2024-03-09T16:52:36.115" v="5148" actId="5793"/>
        <pc:sldMkLst>
          <pc:docMk/>
          <pc:sldMk cId="3493309931" sldId="375"/>
        </pc:sldMkLst>
        <pc:spChg chg="mod">
          <ac:chgData name="Alec Wells" userId="527ade61401a42c1" providerId="LiveId" clId="{AD0DF8F6-AF04-4C85-9181-8ECC256CFED2}" dt="2024-03-09T01:12:56.118" v="3381" actId="20577"/>
          <ac:spMkLst>
            <pc:docMk/>
            <pc:sldMk cId="3493309931" sldId="375"/>
            <ac:spMk id="16386" creationId="{C04D9E68-69C9-7ED7-124D-C4171E4C4309}"/>
          </ac:spMkLst>
        </pc:spChg>
        <pc:spChg chg="mod">
          <ac:chgData name="Alec Wells" userId="527ade61401a42c1" providerId="LiveId" clId="{AD0DF8F6-AF04-4C85-9181-8ECC256CFED2}" dt="2024-03-09T16:52:36.115" v="5148" actId="5793"/>
          <ac:spMkLst>
            <pc:docMk/>
            <pc:sldMk cId="3493309931" sldId="375"/>
            <ac:spMk id="16387" creationId="{08E0A061-609E-BD92-34BE-0F168694D455}"/>
          </ac:spMkLst>
        </pc:spChg>
      </pc:sldChg>
      <pc:sldChg chg="modSp add mod ord">
        <pc:chgData name="Alec Wells" userId="527ade61401a42c1" providerId="LiveId" clId="{AD0DF8F6-AF04-4C85-9181-8ECC256CFED2}" dt="2024-03-09T16:49:27.287" v="5055"/>
        <pc:sldMkLst>
          <pc:docMk/>
          <pc:sldMk cId="428630207" sldId="376"/>
        </pc:sldMkLst>
        <pc:spChg chg="mod">
          <ac:chgData name="Alec Wells" userId="527ade61401a42c1" providerId="LiveId" clId="{AD0DF8F6-AF04-4C85-9181-8ECC256CFED2}" dt="2024-03-09T01:18:38.728" v="3985" actId="20577"/>
          <ac:spMkLst>
            <pc:docMk/>
            <pc:sldMk cId="428630207" sldId="376"/>
            <ac:spMk id="16387" creationId="{08E0A061-609E-BD92-34BE-0F168694D455}"/>
          </ac:spMkLst>
        </pc:spChg>
      </pc:sldChg>
      <pc:sldChg chg="modSp add mod ord">
        <pc:chgData name="Alec Wells" userId="527ade61401a42c1" providerId="LiveId" clId="{AD0DF8F6-AF04-4C85-9181-8ECC256CFED2}" dt="2024-03-09T16:56:04.105" v="5154" actId="20577"/>
        <pc:sldMkLst>
          <pc:docMk/>
          <pc:sldMk cId="3095627477" sldId="377"/>
        </pc:sldMkLst>
        <pc:spChg chg="mod">
          <ac:chgData name="Alec Wells" userId="527ade61401a42c1" providerId="LiveId" clId="{AD0DF8F6-AF04-4C85-9181-8ECC256CFED2}" dt="2024-03-09T01:28:14.809" v="3993" actId="20577"/>
          <ac:spMkLst>
            <pc:docMk/>
            <pc:sldMk cId="3095627477" sldId="377"/>
            <ac:spMk id="16386" creationId="{C04D9E68-69C9-7ED7-124D-C4171E4C4309}"/>
          </ac:spMkLst>
        </pc:spChg>
        <pc:spChg chg="mod">
          <ac:chgData name="Alec Wells" userId="527ade61401a42c1" providerId="LiveId" clId="{AD0DF8F6-AF04-4C85-9181-8ECC256CFED2}" dt="2024-03-09T16:56:04.105" v="5154" actId="20577"/>
          <ac:spMkLst>
            <pc:docMk/>
            <pc:sldMk cId="3095627477" sldId="377"/>
            <ac:spMk id="16387" creationId="{08E0A061-609E-BD92-34BE-0F168694D455}"/>
          </ac:spMkLst>
        </pc:spChg>
      </pc:sldChg>
      <pc:sldChg chg="modSp add mod ord">
        <pc:chgData name="Alec Wells" userId="527ade61401a42c1" providerId="LiveId" clId="{AD0DF8F6-AF04-4C85-9181-8ECC256CFED2}" dt="2024-03-09T16:24:22.985" v="4238"/>
        <pc:sldMkLst>
          <pc:docMk/>
          <pc:sldMk cId="2774362858" sldId="378"/>
        </pc:sldMkLst>
        <pc:spChg chg="mod">
          <ac:chgData name="Alec Wells" userId="527ade61401a42c1" providerId="LiveId" clId="{AD0DF8F6-AF04-4C85-9181-8ECC256CFED2}" dt="2024-03-09T16:24:17.782" v="4234" actId="20577"/>
          <ac:spMkLst>
            <pc:docMk/>
            <pc:sldMk cId="2774362858" sldId="378"/>
            <ac:spMk id="5123" creationId="{365B6720-18E1-F23B-07F7-0F262BFCBA87}"/>
          </ac:spMkLst>
        </pc:spChg>
      </pc:sldChg>
      <pc:sldChg chg="modSp add mod">
        <pc:chgData name="Alec Wells" userId="527ade61401a42c1" providerId="LiveId" clId="{AD0DF8F6-AF04-4C85-9181-8ECC256CFED2}" dt="2024-03-09T16:54:48.097" v="5151" actId="20577"/>
        <pc:sldMkLst>
          <pc:docMk/>
          <pc:sldMk cId="1127671632" sldId="379"/>
        </pc:sldMkLst>
        <pc:spChg chg="mod">
          <ac:chgData name="Alec Wells" userId="527ade61401a42c1" providerId="LiveId" clId="{AD0DF8F6-AF04-4C85-9181-8ECC256CFED2}" dt="2024-03-09T16:48:18.440" v="5047" actId="20577"/>
          <ac:spMkLst>
            <pc:docMk/>
            <pc:sldMk cId="1127671632" sldId="379"/>
            <ac:spMk id="16386" creationId="{C04D9E68-69C9-7ED7-124D-C4171E4C4309}"/>
          </ac:spMkLst>
        </pc:spChg>
        <pc:spChg chg="mod">
          <ac:chgData name="Alec Wells" userId="527ade61401a42c1" providerId="LiveId" clId="{AD0DF8F6-AF04-4C85-9181-8ECC256CFED2}" dt="2024-03-09T16:54:48.097" v="5151" actId="20577"/>
          <ac:spMkLst>
            <pc:docMk/>
            <pc:sldMk cId="1127671632" sldId="379"/>
            <ac:spMk id="16387" creationId="{08E0A061-609E-BD92-34BE-0F168694D455}"/>
          </ac:spMkLst>
        </pc:spChg>
      </pc:sldChg>
      <pc:sldChg chg="modSp add mod">
        <pc:chgData name="Alec Wells" userId="527ade61401a42c1" providerId="LiveId" clId="{AD0DF8F6-AF04-4C85-9181-8ECC256CFED2}" dt="2024-03-09T16:48:24.905" v="5050" actId="20577"/>
        <pc:sldMkLst>
          <pc:docMk/>
          <pc:sldMk cId="4080425950" sldId="380"/>
        </pc:sldMkLst>
        <pc:spChg chg="mod">
          <ac:chgData name="Alec Wells" userId="527ade61401a42c1" providerId="LiveId" clId="{AD0DF8F6-AF04-4C85-9181-8ECC256CFED2}" dt="2024-03-09T16:48:14.759" v="5046" actId="20577"/>
          <ac:spMkLst>
            <pc:docMk/>
            <pc:sldMk cId="4080425950" sldId="380"/>
            <ac:spMk id="16386" creationId="{C04D9E68-69C9-7ED7-124D-C4171E4C4309}"/>
          </ac:spMkLst>
        </pc:spChg>
        <pc:spChg chg="mod">
          <ac:chgData name="Alec Wells" userId="527ade61401a42c1" providerId="LiveId" clId="{AD0DF8F6-AF04-4C85-9181-8ECC256CFED2}" dt="2024-03-09T16:48:24.905" v="5050" actId="20577"/>
          <ac:spMkLst>
            <pc:docMk/>
            <pc:sldMk cId="4080425950" sldId="380"/>
            <ac:spMk id="16387" creationId="{08E0A061-609E-BD92-34BE-0F168694D455}"/>
          </ac:spMkLst>
        </pc:spChg>
      </pc:sldChg>
      <pc:sldChg chg="addSp modSp add mod setBg">
        <pc:chgData name="Alec Wells" userId="527ade61401a42c1" providerId="LiveId" clId="{AD0DF8F6-AF04-4C85-9181-8ECC256CFED2}" dt="2024-03-09T17:10:26.012" v="5830" actId="20577"/>
        <pc:sldMkLst>
          <pc:docMk/>
          <pc:sldMk cId="2315007373" sldId="381"/>
        </pc:sldMkLst>
        <pc:spChg chg="add">
          <ac:chgData name="Alec Wells" userId="527ade61401a42c1" providerId="LiveId" clId="{AD0DF8F6-AF04-4C85-9181-8ECC256CFED2}" dt="2024-03-09T17:05:26.550" v="5737"/>
          <ac:spMkLst>
            <pc:docMk/>
            <pc:sldMk cId="2315007373" sldId="381"/>
            <ac:spMk id="2" creationId="{77C19DA2-38FB-9C76-BB5B-1D6C860C930C}"/>
          </ac:spMkLst>
        </pc:spChg>
        <pc:spChg chg="mod">
          <ac:chgData name="Alec Wells" userId="527ade61401a42c1" providerId="LiveId" clId="{AD0DF8F6-AF04-4C85-9181-8ECC256CFED2}" dt="2024-03-09T17:10:26.012" v="5830" actId="20577"/>
          <ac:spMkLst>
            <pc:docMk/>
            <pc:sldMk cId="2315007373" sldId="381"/>
            <ac:spMk id="16387" creationId="{08E0A061-609E-BD92-34BE-0F168694D455}"/>
          </ac:spMkLst>
        </pc:spChg>
      </pc:sldChg>
      <pc:sldChg chg="modSp add mod">
        <pc:chgData name="Alec Wells" userId="527ade61401a42c1" providerId="LiveId" clId="{AD0DF8F6-AF04-4C85-9181-8ECC256CFED2}" dt="2024-03-09T17:14:27.688" v="6094" actId="20577"/>
        <pc:sldMkLst>
          <pc:docMk/>
          <pc:sldMk cId="2125734906" sldId="382"/>
        </pc:sldMkLst>
        <pc:spChg chg="mod">
          <ac:chgData name="Alec Wells" userId="527ade61401a42c1" providerId="LiveId" clId="{AD0DF8F6-AF04-4C85-9181-8ECC256CFED2}" dt="2024-03-09T17:08:15.199" v="5755" actId="20577"/>
          <ac:spMkLst>
            <pc:docMk/>
            <pc:sldMk cId="2125734906" sldId="382"/>
            <ac:spMk id="16386" creationId="{C04D9E68-69C9-7ED7-124D-C4171E4C4309}"/>
          </ac:spMkLst>
        </pc:spChg>
        <pc:spChg chg="mod">
          <ac:chgData name="Alec Wells" userId="527ade61401a42c1" providerId="LiveId" clId="{AD0DF8F6-AF04-4C85-9181-8ECC256CFED2}" dt="2024-03-09T17:14:27.688" v="6094" actId="20577"/>
          <ac:spMkLst>
            <pc:docMk/>
            <pc:sldMk cId="2125734906" sldId="382"/>
            <ac:spMk id="16387" creationId="{08E0A061-609E-BD92-34BE-0F168694D455}"/>
          </ac:spMkLst>
        </pc:spChg>
      </pc:sldChg>
      <pc:sldChg chg="modSp add mod ord">
        <pc:chgData name="Alec Wells" userId="527ade61401a42c1" providerId="LiveId" clId="{AD0DF8F6-AF04-4C85-9181-8ECC256CFED2}" dt="2024-03-09T17:23:59.048" v="6815" actId="20577"/>
        <pc:sldMkLst>
          <pc:docMk/>
          <pc:sldMk cId="1568801087" sldId="383"/>
        </pc:sldMkLst>
        <pc:spChg chg="mod">
          <ac:chgData name="Alec Wells" userId="527ade61401a42c1" providerId="LiveId" clId="{AD0DF8F6-AF04-4C85-9181-8ECC256CFED2}" dt="2024-03-09T17:23:48.823" v="6808" actId="2711"/>
          <ac:spMkLst>
            <pc:docMk/>
            <pc:sldMk cId="1568801087" sldId="383"/>
            <ac:spMk id="16386" creationId="{C04D9E68-69C9-7ED7-124D-C4171E4C4309}"/>
          </ac:spMkLst>
        </pc:spChg>
        <pc:spChg chg="mod">
          <ac:chgData name="Alec Wells" userId="527ade61401a42c1" providerId="LiveId" clId="{AD0DF8F6-AF04-4C85-9181-8ECC256CFED2}" dt="2024-03-09T17:23:59.048" v="6815" actId="20577"/>
          <ac:spMkLst>
            <pc:docMk/>
            <pc:sldMk cId="1568801087" sldId="383"/>
            <ac:spMk id="16387" creationId="{08E0A061-609E-BD92-34BE-0F168694D455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0C43917-5DA0-DECF-FF69-2A40A360DAC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17651BE-CB62-1C46-2D82-5CE8C878F164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fld id="{F8F6FD23-3D60-4451-A465-FCB20600655D}" type="datetimeFigureOut">
              <a:rPr lang="en-GB" altLang="en-US"/>
              <a:pPr>
                <a:defRPr/>
              </a:pPr>
              <a:t>02/04/2025</a:t>
            </a:fld>
            <a:endParaRPr lang="en-GB" alt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6EB60F19-1FDC-AE14-9F7A-B626270BC29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GB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DF6E3879-375D-FC9C-BF07-9901CCEEF4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noProof="0"/>
              <a:t>Click to edit Master text styles</a:t>
            </a:r>
          </a:p>
          <a:p>
            <a:pPr lvl="1"/>
            <a:r>
              <a:rPr lang="en-US" altLang="en-US" noProof="0"/>
              <a:t>Second level</a:t>
            </a:r>
          </a:p>
          <a:p>
            <a:pPr lvl="2"/>
            <a:r>
              <a:rPr lang="en-US" altLang="en-US" noProof="0"/>
              <a:t>Third level</a:t>
            </a:r>
          </a:p>
          <a:p>
            <a:pPr lvl="3"/>
            <a:r>
              <a:rPr lang="en-US" altLang="en-US" noProof="0"/>
              <a:t>Fourth level</a:t>
            </a:r>
          </a:p>
          <a:p>
            <a:pPr lvl="4"/>
            <a:r>
              <a:rPr lang="en-US" altLang="en-US" noProof="0"/>
              <a:t>Fifth level</a:t>
            </a:r>
            <a:endParaRPr lang="en-GB" altLang="en-US" noProof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2C8949-BF00-F811-963F-ECEB0B12FDB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A25848-9C49-2CA4-2EC3-282A591EAB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FA21F885-8204-4DD9-BC7B-9FC74636C35C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5F1054-8DDF-92FF-6688-A92B8B54A2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Image Placeholder 1">
            <a:extLst>
              <a:ext uri="{FF2B5EF4-FFF2-40B4-BE49-F238E27FC236}">
                <a16:creationId xmlns:a16="http://schemas.microsoft.com/office/drawing/2014/main" id="{F6F515CB-7BC9-A3F3-DA17-7143A5E5BB5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Notes Placeholder 2">
            <a:extLst>
              <a:ext uri="{FF2B5EF4-FFF2-40B4-BE49-F238E27FC236}">
                <a16:creationId xmlns:a16="http://schemas.microsoft.com/office/drawing/2014/main" id="{577410B9-4EB9-8391-B4F4-860E52A4D8A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GB" altLang="en-US"/>
          </a:p>
        </p:txBody>
      </p:sp>
      <p:sp>
        <p:nvSpPr>
          <p:cNvPr id="6148" name="Slide Number Placeholder 3">
            <a:extLst>
              <a:ext uri="{FF2B5EF4-FFF2-40B4-BE49-F238E27FC236}">
                <a16:creationId xmlns:a16="http://schemas.microsoft.com/office/drawing/2014/main" id="{9422B773-B09D-0D30-B50C-86C2872B47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8B9F1681-EC19-4A88-9D1E-FFAFBDB113BD}" type="slidenum">
              <a:rPr lang="en-GB" altLang="en-US" smtClean="0"/>
              <a:pPr/>
              <a:t>2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4481773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5F1054-8DDF-92FF-6688-A92B8B54A2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Image Placeholder 1">
            <a:extLst>
              <a:ext uri="{FF2B5EF4-FFF2-40B4-BE49-F238E27FC236}">
                <a16:creationId xmlns:a16="http://schemas.microsoft.com/office/drawing/2014/main" id="{F6F515CB-7BC9-A3F3-DA17-7143A5E5BB5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Notes Placeholder 2">
            <a:extLst>
              <a:ext uri="{FF2B5EF4-FFF2-40B4-BE49-F238E27FC236}">
                <a16:creationId xmlns:a16="http://schemas.microsoft.com/office/drawing/2014/main" id="{577410B9-4EB9-8391-B4F4-860E52A4D8A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GB" altLang="en-US"/>
          </a:p>
        </p:txBody>
      </p:sp>
      <p:sp>
        <p:nvSpPr>
          <p:cNvPr id="6148" name="Slide Number Placeholder 3">
            <a:extLst>
              <a:ext uri="{FF2B5EF4-FFF2-40B4-BE49-F238E27FC236}">
                <a16:creationId xmlns:a16="http://schemas.microsoft.com/office/drawing/2014/main" id="{9422B773-B09D-0D30-B50C-86C2872B47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8B9F1681-EC19-4A88-9D1E-FFAFBDB113BD}" type="slidenum">
              <a:rPr lang="en-GB" altLang="en-US" smtClean="0"/>
              <a:pPr/>
              <a:t>3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5946707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68891E-DB40-50B8-E92D-5649597CA5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Image Placeholder 1">
            <a:extLst>
              <a:ext uri="{FF2B5EF4-FFF2-40B4-BE49-F238E27FC236}">
                <a16:creationId xmlns:a16="http://schemas.microsoft.com/office/drawing/2014/main" id="{676B7482-0CA7-9BEB-5728-FF32CAA5754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Notes Placeholder 2">
            <a:extLst>
              <a:ext uri="{FF2B5EF4-FFF2-40B4-BE49-F238E27FC236}">
                <a16:creationId xmlns:a16="http://schemas.microsoft.com/office/drawing/2014/main" id="{F1A184ED-DAA5-76CF-88A6-46CD47B2E41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GB" altLang="en-US"/>
          </a:p>
        </p:txBody>
      </p:sp>
      <p:sp>
        <p:nvSpPr>
          <p:cNvPr id="6148" name="Slide Number Placeholder 3">
            <a:extLst>
              <a:ext uri="{FF2B5EF4-FFF2-40B4-BE49-F238E27FC236}">
                <a16:creationId xmlns:a16="http://schemas.microsoft.com/office/drawing/2014/main" id="{2B8D858E-E10C-27A4-48DB-B220E6FBB1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8B9F1681-EC19-4A88-9D1E-FFAFBDB113BD}" type="slidenum">
              <a:rPr lang="en-GB" altLang="en-US" smtClean="0"/>
              <a:pPr/>
              <a:t>4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801519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68891E-DB40-50B8-E92D-5649597CA5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Image Placeholder 1">
            <a:extLst>
              <a:ext uri="{FF2B5EF4-FFF2-40B4-BE49-F238E27FC236}">
                <a16:creationId xmlns:a16="http://schemas.microsoft.com/office/drawing/2014/main" id="{676B7482-0CA7-9BEB-5728-FF32CAA5754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Notes Placeholder 2">
            <a:extLst>
              <a:ext uri="{FF2B5EF4-FFF2-40B4-BE49-F238E27FC236}">
                <a16:creationId xmlns:a16="http://schemas.microsoft.com/office/drawing/2014/main" id="{F1A184ED-DAA5-76CF-88A6-46CD47B2E41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GB" altLang="en-US"/>
          </a:p>
        </p:txBody>
      </p:sp>
      <p:sp>
        <p:nvSpPr>
          <p:cNvPr id="6148" name="Slide Number Placeholder 3">
            <a:extLst>
              <a:ext uri="{FF2B5EF4-FFF2-40B4-BE49-F238E27FC236}">
                <a16:creationId xmlns:a16="http://schemas.microsoft.com/office/drawing/2014/main" id="{2B8D858E-E10C-27A4-48DB-B220E6FBB1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8B9F1681-EC19-4A88-9D1E-FFAFBDB113BD}" type="slidenum">
              <a:rPr lang="en-GB" altLang="en-US" smtClean="0"/>
              <a:pPr/>
              <a:t>5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2507275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68891E-DB40-50B8-E92D-5649597CA5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Image Placeholder 1">
            <a:extLst>
              <a:ext uri="{FF2B5EF4-FFF2-40B4-BE49-F238E27FC236}">
                <a16:creationId xmlns:a16="http://schemas.microsoft.com/office/drawing/2014/main" id="{676B7482-0CA7-9BEB-5728-FF32CAA5754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Notes Placeholder 2">
            <a:extLst>
              <a:ext uri="{FF2B5EF4-FFF2-40B4-BE49-F238E27FC236}">
                <a16:creationId xmlns:a16="http://schemas.microsoft.com/office/drawing/2014/main" id="{F1A184ED-DAA5-76CF-88A6-46CD47B2E41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GB" altLang="en-US"/>
          </a:p>
        </p:txBody>
      </p:sp>
      <p:sp>
        <p:nvSpPr>
          <p:cNvPr id="6148" name="Slide Number Placeholder 3">
            <a:extLst>
              <a:ext uri="{FF2B5EF4-FFF2-40B4-BE49-F238E27FC236}">
                <a16:creationId xmlns:a16="http://schemas.microsoft.com/office/drawing/2014/main" id="{2B8D858E-E10C-27A4-48DB-B220E6FBB1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8B9F1681-EC19-4A88-9D1E-FFAFBDB113BD}" type="slidenum">
              <a:rPr lang="en-GB" altLang="en-US" smtClean="0"/>
              <a:pPr/>
              <a:t>6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8646250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1BBAFB-C6ED-4820-7CC8-4B2299CB32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D9B34F-007A-4505-C473-7A739958F2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077DD2-9ABA-4339-C4A0-71FC7FAFE2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BE0E50-4C41-4C5F-A6E6-AC7BF62D1857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988784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DD4698-C369-2023-91B9-BF198125B4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4A1741-3F88-8162-B004-697E368D38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36B3B1-73CB-EC00-EED5-0EEA39969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25BD3A-794A-4E96-98D9-29C2B056AD7D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6261686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3E6FFD-939A-BD45-E1E8-529438FC79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543CDE-922C-2344-660F-03C06D117A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466662-5449-E588-4330-3A244FF5A0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1108A3C-4472-4BAF-A76A-4F4F697D913A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70021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3F96180A-360A-28AC-BC5B-A14C3263B8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E1FAE49A-406E-6125-F6F8-1D8F79C8F1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C1914FC4-FB85-D5D5-FABA-19F789F72D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188C25F-8E11-4064-AE56-034BE9F0A5EF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3786182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EC118F79-0C6B-8A0F-452A-2939377823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8DAC1512-3CFA-9ED4-6912-E83D46A6A0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9F6B54D7-BD1B-60A9-EE0C-E6240E295A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5C60ED-42C1-4545-9468-EB382124E435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9490020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47A73B05-6FFC-20AB-88CD-C36C2814B6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7D173DA2-E0C4-C94C-1189-0B6927EA5F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9F8BBCA-AB2F-A0B1-0591-4896EDB6C3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5A3FA38-719B-4553-BB70-BC9B5BFEE365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2807142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6FE38D44-9016-3653-11C1-D7EED8428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59221E15-45F9-4641-B1AD-217C366775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080A2E8F-4061-8E93-340C-1D20852C28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0F20B5-584E-4376-A04B-5421FA31DE32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7894688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308620D2-93DB-34AF-586C-192F933C1D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3690FA0B-7904-A676-6163-FD77398C13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F1176326-CFAA-29F9-92E3-DCEB4670CB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6C705C3-B364-4629-A107-E36FCF12B0FC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42635233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44D5AA8B-B01E-46F3-C62F-FCE7D9A569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08E1609F-5AA5-80F4-30D0-DBCE523697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2FA5CEA0-E675-CDA8-9359-23A3EAA6C7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24EF56-4ACE-450F-A7DD-8E4C428E809A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5402053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82C65B-8123-09AD-C768-EFA9AA22FD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75FD1B-7CD8-996E-2C11-932D1F4DBF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440A63-02C6-C3BE-37F9-0CD17051AB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60B4257-4EAD-4B33-9187-8B0607F59988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001638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38E955-62F5-DD4E-EE52-7755BC9861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23F677-8E04-4AF5-7A8F-62E869B9A7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51409A-F1AF-841D-E371-7B283311DB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3E30639-9610-4849-A845-B7AFDD53177D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4372821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CA64DF63-3DD7-821E-54F3-A943D67D81F3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Master title style</a:t>
            </a:r>
            <a:endParaRPr lang="en-US" altLang="en-US"/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D262D890-8658-5D37-F511-34DD99DB7A1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Master text styles</a:t>
            </a:r>
          </a:p>
          <a:p>
            <a:pPr lvl="1"/>
            <a:r>
              <a:rPr lang="en-GB" altLang="en-US"/>
              <a:t>Second level</a:t>
            </a:r>
          </a:p>
          <a:p>
            <a:pPr lvl="2"/>
            <a:r>
              <a:rPr lang="en-GB" altLang="en-US"/>
              <a:t>Third level</a:t>
            </a:r>
          </a:p>
          <a:p>
            <a:pPr lvl="3"/>
            <a:r>
              <a:rPr lang="en-GB" altLang="en-US"/>
              <a:t>Fourth level</a:t>
            </a:r>
          </a:p>
          <a:p>
            <a:pPr lvl="4"/>
            <a:r>
              <a:rPr lang="en-GB" altLang="en-US"/>
              <a:t>Fifth level</a:t>
            </a:r>
            <a:endParaRPr lang="en-US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EDFAD4-83EC-8E6C-126A-4165CC02B6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rgbClr val="898989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18FCFC-4EA7-3C10-D20A-1EB4D26558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200">
                <a:solidFill>
                  <a:srgbClr val="898989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2AD705-2A07-18FC-AAED-DB92C7D6C8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A49CF8B0-F3D1-4896-8BDE-4D5FE3D569F5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</p:sldLayoutIdLst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MS PGothic" pitchFamily="34" charset="-128"/>
          <a:cs typeface="MS PGothic" pitchFamily="34" charset="-128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MS PGothic" pitchFamily="34" charset="-128"/>
          <a:cs typeface="MS PGothic" pitchFamily="34" charset="-128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MS PGothic" pitchFamily="34" charset="-128"/>
          <a:cs typeface="MS PGothic" pitchFamily="34" charset="-128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MS PGothic" pitchFamily="34" charset="-128"/>
          <a:cs typeface="MS PGothic" pitchFamily="34" charset="-128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MS PGothic" pitchFamily="34" charset="-128"/>
          <a:cs typeface="MS PGothic" pitchFamily="34" charset="-128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MS PGothic" pitchFamily="34" charset="-128"/>
          <a:cs typeface="MS PGothic" pitchFamily="34" charset="-128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MS PGothic" pitchFamily="34" charset="-128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MS PGothic" pitchFamily="34" charset="-128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MS PGothic" pitchFamily="34" charset="-128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MS PGothic" pitchFamily="34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hyperlink" Target="http://www.w3schools.com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CBD22B11-C1DB-B6A6-2EEE-0A845FB70593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47700" y="2133600"/>
            <a:ext cx="7848600" cy="1470025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GB" dirty="0">
                <a:ea typeface="+mj-ea"/>
                <a:cs typeface="+mj-cs"/>
              </a:rPr>
              <a:t>COM4012M – PHP</a:t>
            </a:r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DA12F9B4-B776-2DD3-BE3B-4F6AF00DB9E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GB" altLang="en-US" dirty="0">
                <a:solidFill>
                  <a:srgbClr val="898989"/>
                </a:solidFill>
                <a:latin typeface="+mj-lt"/>
              </a:rPr>
              <a:t>Week 6 Lab Session 6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GB" altLang="en-US" dirty="0">
              <a:solidFill>
                <a:srgbClr val="898989"/>
              </a:solidFill>
              <a:latin typeface="+mj-l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E718F653-B16D-8A80-B338-53FD53F624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03008CAA-58BB-9816-3370-99195DD154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228600"/>
            <a:ext cx="8229600" cy="838200"/>
          </a:xfrm>
        </p:spPr>
        <p:txBody>
          <a:bodyPr/>
          <a:lstStyle/>
          <a:p>
            <a:pPr eaLnBrk="1" hangingPunct="1"/>
            <a:r>
              <a:rPr lang="en-GB" altLang="en-US" dirty="0">
                <a:latin typeface="+mn-lt"/>
              </a:rPr>
              <a:t>PHP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1372D5BC-0841-7191-D4A0-4C1202001B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47244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GB" altLang="en-US" sz="2800" dirty="0"/>
              <a:t>PHP is a server scripting language, it used to be an abbreviation of Personal Home Page but now stands for PHP: Hypertext Preprocessor.</a:t>
            </a:r>
          </a:p>
          <a:p>
            <a:pPr eaLnBrk="1" hangingPunct="1">
              <a:lnSpc>
                <a:spcPct val="90000"/>
              </a:lnSpc>
            </a:pPr>
            <a:endParaRPr lang="en-GB" altLang="en-US" sz="2800" dirty="0"/>
          </a:p>
          <a:p>
            <a:pPr eaLnBrk="1" hangingPunct="1">
              <a:lnSpc>
                <a:spcPct val="90000"/>
              </a:lnSpc>
            </a:pPr>
            <a:r>
              <a:rPr lang="en-GB" altLang="en-US" sz="2800" dirty="0"/>
              <a:t>PHP is open source and executes scripts on the server, which are then returned to a browser as plain HTML. Essentially, PHP output HTML pages.</a:t>
            </a:r>
          </a:p>
          <a:p>
            <a:pPr eaLnBrk="1" hangingPunct="1">
              <a:lnSpc>
                <a:spcPct val="90000"/>
              </a:lnSpc>
            </a:pPr>
            <a:endParaRPr lang="en-GB" altLang="en-US" sz="2800" dirty="0"/>
          </a:p>
          <a:p>
            <a:pPr eaLnBrk="1" hangingPunct="1">
              <a:lnSpc>
                <a:spcPct val="90000"/>
              </a:lnSpc>
            </a:pPr>
            <a:r>
              <a:rPr lang="en-GB" altLang="en-US" sz="2800" dirty="0"/>
              <a:t>PHP files can contain text, HTML, CSS, JavaScript and PHP code. They end in the .</a:t>
            </a:r>
            <a:r>
              <a:rPr lang="en-GB" altLang="en-US" sz="2800" dirty="0" err="1"/>
              <a:t>php</a:t>
            </a:r>
            <a:r>
              <a:rPr lang="en-GB" altLang="en-US" sz="2800" dirty="0"/>
              <a:t> file extension.</a:t>
            </a:r>
          </a:p>
          <a:p>
            <a:pPr lvl="1" eaLnBrk="1" hangingPunct="1">
              <a:lnSpc>
                <a:spcPct val="90000"/>
              </a:lnSpc>
            </a:pPr>
            <a:endParaRPr lang="en-GB" altLang="en-US" sz="2000" dirty="0"/>
          </a:p>
          <a:p>
            <a:pPr lvl="1" eaLnBrk="1" hangingPunct="1">
              <a:lnSpc>
                <a:spcPct val="90000"/>
              </a:lnSpc>
            </a:pPr>
            <a:endParaRPr lang="en-GB" altLang="en-US" sz="1800" dirty="0"/>
          </a:p>
          <a:p>
            <a:pPr lvl="1" eaLnBrk="1" hangingPunct="1">
              <a:lnSpc>
                <a:spcPct val="90000"/>
              </a:lnSpc>
            </a:pPr>
            <a:endParaRPr lang="en-GB" altLang="en-US" sz="1800" dirty="0"/>
          </a:p>
          <a:p>
            <a:pPr lvl="1" eaLnBrk="1" hangingPunct="1">
              <a:lnSpc>
                <a:spcPct val="90000"/>
              </a:lnSpc>
            </a:pPr>
            <a:endParaRPr lang="en-GB" altLang="en-US" sz="1800" dirty="0"/>
          </a:p>
          <a:p>
            <a:pPr lvl="1" eaLnBrk="1" hangingPunct="1">
              <a:lnSpc>
                <a:spcPct val="90000"/>
              </a:lnSpc>
            </a:pPr>
            <a:endParaRPr lang="en-GB" altLang="en-US" sz="1800" dirty="0"/>
          </a:p>
          <a:p>
            <a:pPr lvl="1" eaLnBrk="1" hangingPunct="1">
              <a:lnSpc>
                <a:spcPct val="90000"/>
              </a:lnSpc>
            </a:pPr>
            <a:endParaRPr lang="en-GB" altLang="en-US" sz="1800" dirty="0"/>
          </a:p>
          <a:p>
            <a:pPr lvl="1" eaLnBrk="1" hangingPunct="1">
              <a:lnSpc>
                <a:spcPct val="90000"/>
              </a:lnSpc>
            </a:pPr>
            <a:endParaRPr lang="en-GB" altLang="en-US" sz="1800" dirty="0"/>
          </a:p>
          <a:p>
            <a:pPr lvl="1" eaLnBrk="1" hangingPunct="1">
              <a:lnSpc>
                <a:spcPct val="90000"/>
              </a:lnSpc>
            </a:pPr>
            <a:endParaRPr lang="en-GB" altLang="en-US" sz="1800" dirty="0"/>
          </a:p>
          <a:p>
            <a:pPr lvl="1" eaLnBrk="1" hangingPunct="1">
              <a:lnSpc>
                <a:spcPct val="90000"/>
              </a:lnSpc>
            </a:pPr>
            <a:endParaRPr lang="en-GB" altLang="en-US" sz="1800" dirty="0"/>
          </a:p>
          <a:p>
            <a:pPr marL="457200" lvl="1" indent="0" eaLnBrk="1" hangingPunct="1">
              <a:lnSpc>
                <a:spcPct val="90000"/>
              </a:lnSpc>
              <a:buNone/>
            </a:pPr>
            <a:endParaRPr lang="en-GB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8232824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E718F653-B16D-8A80-B338-53FD53F624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03008CAA-58BB-9816-3370-99195DD154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228600"/>
            <a:ext cx="8229600" cy="838200"/>
          </a:xfrm>
        </p:spPr>
        <p:txBody>
          <a:bodyPr/>
          <a:lstStyle/>
          <a:p>
            <a:pPr eaLnBrk="1" hangingPunct="1"/>
            <a:r>
              <a:rPr lang="en-GB" altLang="en-US" dirty="0">
                <a:latin typeface="+mn-lt"/>
              </a:rPr>
              <a:t>Why Use PHP?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1372D5BC-0841-7191-D4A0-4C1202001B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47244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GB" altLang="en-US" sz="2400" dirty="0"/>
              <a:t>PHP is used for a variety of functions including:</a:t>
            </a:r>
          </a:p>
          <a:p>
            <a:pPr lvl="1" eaLnBrk="1" hangingPunct="1">
              <a:lnSpc>
                <a:spcPct val="90000"/>
              </a:lnSpc>
            </a:pPr>
            <a:r>
              <a:rPr lang="en-GB" altLang="en-US" sz="2400" dirty="0"/>
              <a:t>Dynamic page content</a:t>
            </a:r>
          </a:p>
          <a:p>
            <a:pPr lvl="1" eaLnBrk="1" hangingPunct="1">
              <a:lnSpc>
                <a:spcPct val="90000"/>
              </a:lnSpc>
            </a:pPr>
            <a:r>
              <a:rPr lang="en-GB" altLang="en-US" sz="2400" dirty="0"/>
              <a:t>Create, open, write, delete and close files on a server.</a:t>
            </a:r>
          </a:p>
          <a:p>
            <a:pPr lvl="1" eaLnBrk="1" hangingPunct="1">
              <a:lnSpc>
                <a:spcPct val="90000"/>
              </a:lnSpc>
            </a:pPr>
            <a:r>
              <a:rPr lang="en-GB" altLang="en-US" sz="2400" dirty="0"/>
              <a:t>Collect data from forms.</a:t>
            </a:r>
          </a:p>
          <a:p>
            <a:pPr lvl="1" eaLnBrk="1" hangingPunct="1">
              <a:lnSpc>
                <a:spcPct val="90000"/>
              </a:lnSpc>
            </a:pPr>
            <a:r>
              <a:rPr lang="en-GB" altLang="en-US" sz="2400" dirty="0"/>
              <a:t>Send and receive cookies.</a:t>
            </a:r>
          </a:p>
          <a:p>
            <a:pPr lvl="1" eaLnBrk="1" hangingPunct="1">
              <a:lnSpc>
                <a:spcPct val="90000"/>
              </a:lnSpc>
            </a:pPr>
            <a:r>
              <a:rPr lang="en-GB" altLang="en-US" sz="2400" dirty="0"/>
              <a:t>Add, delete, or modify data in a database.</a:t>
            </a:r>
          </a:p>
          <a:p>
            <a:pPr lvl="1" eaLnBrk="1" hangingPunct="1">
              <a:lnSpc>
                <a:spcPct val="90000"/>
              </a:lnSpc>
            </a:pPr>
            <a:r>
              <a:rPr lang="en-GB" altLang="en-US" sz="2400" dirty="0"/>
              <a:t>Control user access.</a:t>
            </a:r>
          </a:p>
          <a:p>
            <a:pPr lvl="1" eaLnBrk="1" hangingPunct="1">
              <a:lnSpc>
                <a:spcPct val="90000"/>
              </a:lnSpc>
            </a:pPr>
            <a:r>
              <a:rPr lang="en-GB" altLang="en-US" sz="2400" dirty="0"/>
              <a:t>Encrypt data.</a:t>
            </a:r>
          </a:p>
          <a:p>
            <a:pPr lvl="1" eaLnBrk="1" hangingPunct="1">
              <a:lnSpc>
                <a:spcPct val="90000"/>
              </a:lnSpc>
            </a:pPr>
            <a:endParaRPr lang="en-GB" altLang="en-US" sz="2400" dirty="0"/>
          </a:p>
          <a:p>
            <a:pPr eaLnBrk="1" hangingPunct="1">
              <a:lnSpc>
                <a:spcPct val="90000"/>
              </a:lnSpc>
            </a:pPr>
            <a:r>
              <a:rPr lang="en-GB" altLang="en-US" sz="2400" dirty="0"/>
              <a:t>PHP runs on a wide variety or operating systems (Windows, Linux, Mac, etc.), is compatible with almost all servers (Apache, IIS, etc.), and supports a wide range of databases.</a:t>
            </a:r>
            <a:endParaRPr lang="en-GB" altLang="en-US" sz="1600" dirty="0"/>
          </a:p>
          <a:p>
            <a:pPr lvl="1" eaLnBrk="1" hangingPunct="1">
              <a:lnSpc>
                <a:spcPct val="90000"/>
              </a:lnSpc>
            </a:pPr>
            <a:endParaRPr lang="en-GB" altLang="en-US" sz="1600" dirty="0"/>
          </a:p>
          <a:p>
            <a:pPr lvl="1" eaLnBrk="1" hangingPunct="1">
              <a:lnSpc>
                <a:spcPct val="90000"/>
              </a:lnSpc>
            </a:pPr>
            <a:endParaRPr lang="en-GB" altLang="en-US" sz="1600" dirty="0"/>
          </a:p>
          <a:p>
            <a:pPr lvl="1" eaLnBrk="1" hangingPunct="1">
              <a:lnSpc>
                <a:spcPct val="90000"/>
              </a:lnSpc>
            </a:pPr>
            <a:endParaRPr lang="en-GB" altLang="en-US" sz="1600" dirty="0"/>
          </a:p>
          <a:p>
            <a:pPr lvl="1" eaLnBrk="1" hangingPunct="1">
              <a:lnSpc>
                <a:spcPct val="90000"/>
              </a:lnSpc>
            </a:pPr>
            <a:endParaRPr lang="en-GB" altLang="en-US" sz="1600" dirty="0"/>
          </a:p>
          <a:p>
            <a:pPr lvl="1" eaLnBrk="1" hangingPunct="1">
              <a:lnSpc>
                <a:spcPct val="90000"/>
              </a:lnSpc>
            </a:pPr>
            <a:endParaRPr lang="en-GB" altLang="en-US" sz="1600" dirty="0"/>
          </a:p>
          <a:p>
            <a:pPr lvl="1" eaLnBrk="1" hangingPunct="1">
              <a:lnSpc>
                <a:spcPct val="90000"/>
              </a:lnSpc>
            </a:pPr>
            <a:endParaRPr lang="en-GB" altLang="en-US" sz="1600" dirty="0"/>
          </a:p>
          <a:p>
            <a:pPr lvl="1" eaLnBrk="1" hangingPunct="1">
              <a:lnSpc>
                <a:spcPct val="90000"/>
              </a:lnSpc>
            </a:pPr>
            <a:endParaRPr lang="en-GB" altLang="en-US" sz="1600" dirty="0"/>
          </a:p>
          <a:p>
            <a:pPr marL="457200" lvl="1" indent="0" eaLnBrk="1" hangingPunct="1">
              <a:lnSpc>
                <a:spcPct val="90000"/>
              </a:lnSpc>
              <a:buNone/>
            </a:pPr>
            <a:endParaRPr lang="en-GB" altLang="en-US" sz="1800" dirty="0"/>
          </a:p>
        </p:txBody>
      </p:sp>
    </p:spTree>
    <p:extLst>
      <p:ext uri="{BB962C8B-B14F-4D97-AF65-F5344CB8AC3E}">
        <p14:creationId xmlns:p14="http://schemas.microsoft.com/office/powerpoint/2010/main" val="38054110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01E2D7AB-F6B6-7EB6-6E30-9720B3FC7F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57AF4AD4-BC7B-DD4E-D35E-52BDF77B85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228600"/>
            <a:ext cx="8229600" cy="838200"/>
          </a:xfrm>
        </p:spPr>
        <p:txBody>
          <a:bodyPr/>
          <a:lstStyle/>
          <a:p>
            <a:pPr eaLnBrk="1" hangingPunct="1"/>
            <a:r>
              <a:rPr lang="en-GB" altLang="en-US" dirty="0">
                <a:latin typeface="+mn-lt"/>
              </a:rPr>
              <a:t>Using PHP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365B6720-18E1-F23B-07F7-0F262BFCBA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49530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GB" altLang="en-US" sz="2800" dirty="0"/>
              <a:t>In order to use/preview your PHP files, you will need to host them on a web server (ysjcs.net). Things like brackets live preview won’t work for PHP.</a:t>
            </a:r>
          </a:p>
          <a:p>
            <a:pPr eaLnBrk="1" hangingPunct="1">
              <a:lnSpc>
                <a:spcPct val="90000"/>
              </a:lnSpc>
            </a:pPr>
            <a:endParaRPr lang="en-GB" altLang="en-US" sz="2800" dirty="0"/>
          </a:p>
          <a:p>
            <a:pPr eaLnBrk="1" hangingPunct="1">
              <a:lnSpc>
                <a:spcPct val="90000"/>
              </a:lnSpc>
            </a:pPr>
            <a:r>
              <a:rPr lang="en-GB" altLang="en-US" sz="2800" dirty="0"/>
              <a:t>PHP script can be nested in-between two tags like so:</a:t>
            </a:r>
          </a:p>
          <a:p>
            <a:pPr eaLnBrk="1" hangingPunct="1">
              <a:lnSpc>
                <a:spcPct val="90000"/>
              </a:lnSpc>
            </a:pPr>
            <a:endParaRPr lang="en-GB" altLang="en-US" sz="2800" dirty="0"/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GB" altLang="en-US" sz="2800" dirty="0"/>
              <a:t>	&lt;?</a:t>
            </a:r>
            <a:r>
              <a:rPr lang="en-GB" altLang="en-US" sz="2800" dirty="0" err="1"/>
              <a:t>php</a:t>
            </a:r>
            <a:endParaRPr lang="en-GB" altLang="en-US" sz="2800" dirty="0"/>
          </a:p>
          <a:p>
            <a:pPr marL="457200" lvl="1" indent="0" eaLnBrk="1" hangingPunct="1">
              <a:lnSpc>
                <a:spcPct val="90000"/>
              </a:lnSpc>
              <a:buNone/>
            </a:pPr>
            <a:r>
              <a:rPr lang="en-GB" altLang="en-US" dirty="0"/>
              <a:t>//</a:t>
            </a:r>
            <a:r>
              <a:rPr lang="en-GB" altLang="en-US" dirty="0" err="1"/>
              <a:t>php</a:t>
            </a:r>
            <a:r>
              <a:rPr lang="en-GB" altLang="en-US" dirty="0"/>
              <a:t> code goes here</a:t>
            </a:r>
          </a:p>
          <a:p>
            <a:pPr marL="457200" lvl="1" indent="0" eaLnBrk="1" hangingPunct="1">
              <a:lnSpc>
                <a:spcPct val="90000"/>
              </a:lnSpc>
              <a:buNone/>
            </a:pPr>
            <a:r>
              <a:rPr lang="en-GB" altLang="en-US" dirty="0"/>
              <a:t>?&gt;</a:t>
            </a:r>
          </a:p>
          <a:p>
            <a:pPr marL="0" indent="0" eaLnBrk="1" hangingPunct="1">
              <a:lnSpc>
                <a:spcPct val="90000"/>
              </a:lnSpc>
              <a:buNone/>
            </a:pPr>
            <a:endParaRPr lang="en-GB" altLang="en-US" sz="2800" dirty="0"/>
          </a:p>
          <a:p>
            <a:pPr lvl="1" eaLnBrk="1" hangingPunct="1">
              <a:lnSpc>
                <a:spcPct val="90000"/>
              </a:lnSpc>
            </a:pPr>
            <a:endParaRPr lang="en-GB" altLang="en-US" sz="1800" dirty="0"/>
          </a:p>
          <a:p>
            <a:pPr lvl="1" eaLnBrk="1" hangingPunct="1">
              <a:lnSpc>
                <a:spcPct val="90000"/>
              </a:lnSpc>
            </a:pPr>
            <a:endParaRPr lang="en-GB" altLang="en-US" sz="1800" dirty="0"/>
          </a:p>
          <a:p>
            <a:pPr lvl="1" eaLnBrk="1" hangingPunct="1">
              <a:lnSpc>
                <a:spcPct val="90000"/>
              </a:lnSpc>
            </a:pPr>
            <a:endParaRPr lang="en-GB" altLang="en-US" sz="1800" dirty="0"/>
          </a:p>
          <a:p>
            <a:pPr lvl="1" eaLnBrk="1" hangingPunct="1">
              <a:lnSpc>
                <a:spcPct val="90000"/>
              </a:lnSpc>
            </a:pPr>
            <a:endParaRPr lang="en-GB" altLang="en-US" sz="1800" dirty="0"/>
          </a:p>
          <a:p>
            <a:pPr lvl="1" eaLnBrk="1" hangingPunct="1">
              <a:lnSpc>
                <a:spcPct val="90000"/>
              </a:lnSpc>
            </a:pPr>
            <a:endParaRPr lang="en-GB" altLang="en-US" sz="1800" dirty="0"/>
          </a:p>
          <a:p>
            <a:pPr lvl="1" eaLnBrk="1" hangingPunct="1">
              <a:lnSpc>
                <a:spcPct val="90000"/>
              </a:lnSpc>
            </a:pPr>
            <a:endParaRPr lang="en-GB" altLang="en-US" sz="1800" dirty="0"/>
          </a:p>
          <a:p>
            <a:pPr lvl="1" eaLnBrk="1" hangingPunct="1">
              <a:lnSpc>
                <a:spcPct val="90000"/>
              </a:lnSpc>
            </a:pPr>
            <a:endParaRPr lang="en-GB" altLang="en-US" sz="1800" dirty="0"/>
          </a:p>
          <a:p>
            <a:pPr marL="457200" lvl="1" indent="0" eaLnBrk="1" hangingPunct="1">
              <a:lnSpc>
                <a:spcPct val="90000"/>
              </a:lnSpc>
              <a:buNone/>
            </a:pPr>
            <a:endParaRPr lang="en-GB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7743628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01E2D7AB-F6B6-7EB6-6E30-9720B3FC7F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57AF4AD4-BC7B-DD4E-D35E-52BDF77B85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228600"/>
            <a:ext cx="8229600" cy="838200"/>
          </a:xfrm>
        </p:spPr>
        <p:txBody>
          <a:bodyPr/>
          <a:lstStyle/>
          <a:p>
            <a:pPr eaLnBrk="1" hangingPunct="1"/>
            <a:r>
              <a:rPr lang="en-GB" altLang="en-US" dirty="0">
                <a:latin typeface="+mn-lt"/>
              </a:rPr>
              <a:t>Using PHP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365B6720-18E1-F23B-07F7-0F262BFCBA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49530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GB" altLang="en-US" sz="2800" dirty="0"/>
              <a:t>PHP script can be placed anywhere in the document. You can have any number of PHP scripts on a page with HTML between each of them. Though any PHP must have the .</a:t>
            </a:r>
            <a:r>
              <a:rPr lang="en-GB" altLang="en-US" sz="2800" dirty="0" err="1"/>
              <a:t>php</a:t>
            </a:r>
            <a:r>
              <a:rPr lang="en-GB" altLang="en-US" sz="2800" dirty="0"/>
              <a:t> extension.</a:t>
            </a:r>
          </a:p>
          <a:p>
            <a:pPr eaLnBrk="1" hangingPunct="1">
              <a:lnSpc>
                <a:spcPct val="90000"/>
              </a:lnSpc>
            </a:pPr>
            <a:endParaRPr lang="en-GB" altLang="en-US" sz="2800" dirty="0"/>
          </a:p>
          <a:p>
            <a:pPr eaLnBrk="1" hangingPunct="1">
              <a:lnSpc>
                <a:spcPct val="90000"/>
              </a:lnSpc>
            </a:pPr>
            <a:r>
              <a:rPr lang="en-GB" altLang="en-US" sz="2800" dirty="0"/>
              <a:t>PHP is </a:t>
            </a:r>
            <a:r>
              <a:rPr lang="en-GB" altLang="en-US" sz="2800" b="1" dirty="0"/>
              <a:t>case-sensitive</a:t>
            </a:r>
            <a:r>
              <a:rPr lang="en-GB" altLang="en-US" sz="2800" dirty="0"/>
              <a:t>.</a:t>
            </a:r>
          </a:p>
          <a:p>
            <a:pPr eaLnBrk="1" hangingPunct="1">
              <a:lnSpc>
                <a:spcPct val="90000"/>
              </a:lnSpc>
            </a:pPr>
            <a:endParaRPr lang="en-GB" altLang="en-US" sz="2800" dirty="0"/>
          </a:p>
          <a:p>
            <a:pPr eaLnBrk="1" hangingPunct="1">
              <a:lnSpc>
                <a:spcPct val="90000"/>
              </a:lnSpc>
            </a:pPr>
            <a:r>
              <a:rPr lang="en-GB" altLang="en-US" sz="2800" dirty="0"/>
              <a:t>Each line of PHP code must end in a </a:t>
            </a:r>
            <a:r>
              <a:rPr lang="en-GB" altLang="en-US" sz="2800" b="1" dirty="0"/>
              <a:t>semi-colon</a:t>
            </a:r>
            <a:r>
              <a:rPr lang="en-GB" altLang="en-US" sz="2800" dirty="0"/>
              <a:t> </a:t>
            </a:r>
            <a:r>
              <a:rPr lang="en-GB" altLang="en-US" sz="2800" b="1" dirty="0"/>
              <a:t>;</a:t>
            </a:r>
          </a:p>
          <a:p>
            <a:pPr eaLnBrk="1" hangingPunct="1">
              <a:lnSpc>
                <a:spcPct val="90000"/>
              </a:lnSpc>
            </a:pPr>
            <a:endParaRPr lang="en-GB" altLang="en-US" sz="2800" dirty="0"/>
          </a:p>
          <a:p>
            <a:pPr eaLnBrk="1" hangingPunct="1">
              <a:lnSpc>
                <a:spcPct val="90000"/>
              </a:lnSpc>
            </a:pPr>
            <a:r>
              <a:rPr lang="en-GB" altLang="en-US" sz="2800" b="1" dirty="0"/>
              <a:t>echo</a:t>
            </a:r>
            <a:r>
              <a:rPr lang="en-GB" altLang="en-US" sz="2800" dirty="0"/>
              <a:t> is the equivalent of the print function and writes HTML from within the script.</a:t>
            </a:r>
          </a:p>
          <a:p>
            <a:pPr marL="0" indent="0" eaLnBrk="1" hangingPunct="1">
              <a:lnSpc>
                <a:spcPct val="90000"/>
              </a:lnSpc>
              <a:buNone/>
            </a:pPr>
            <a:endParaRPr lang="en-GB" altLang="en-US" sz="2800" dirty="0"/>
          </a:p>
          <a:p>
            <a:pPr lvl="1" eaLnBrk="1" hangingPunct="1">
              <a:lnSpc>
                <a:spcPct val="90000"/>
              </a:lnSpc>
            </a:pPr>
            <a:endParaRPr lang="en-GB" altLang="en-US" sz="1800" dirty="0"/>
          </a:p>
          <a:p>
            <a:pPr lvl="1" eaLnBrk="1" hangingPunct="1">
              <a:lnSpc>
                <a:spcPct val="90000"/>
              </a:lnSpc>
            </a:pPr>
            <a:endParaRPr lang="en-GB" altLang="en-US" sz="1800" dirty="0"/>
          </a:p>
          <a:p>
            <a:pPr lvl="1" eaLnBrk="1" hangingPunct="1">
              <a:lnSpc>
                <a:spcPct val="90000"/>
              </a:lnSpc>
            </a:pPr>
            <a:endParaRPr lang="en-GB" altLang="en-US" sz="1800" dirty="0"/>
          </a:p>
          <a:p>
            <a:pPr lvl="1" eaLnBrk="1" hangingPunct="1">
              <a:lnSpc>
                <a:spcPct val="90000"/>
              </a:lnSpc>
            </a:pPr>
            <a:endParaRPr lang="en-GB" altLang="en-US" sz="1800" dirty="0"/>
          </a:p>
          <a:p>
            <a:pPr lvl="1" eaLnBrk="1" hangingPunct="1">
              <a:lnSpc>
                <a:spcPct val="90000"/>
              </a:lnSpc>
            </a:pPr>
            <a:endParaRPr lang="en-GB" altLang="en-US" sz="1800" dirty="0"/>
          </a:p>
          <a:p>
            <a:pPr lvl="1" eaLnBrk="1" hangingPunct="1">
              <a:lnSpc>
                <a:spcPct val="90000"/>
              </a:lnSpc>
            </a:pPr>
            <a:endParaRPr lang="en-GB" altLang="en-US" sz="1800" dirty="0"/>
          </a:p>
          <a:p>
            <a:pPr lvl="1" eaLnBrk="1" hangingPunct="1">
              <a:lnSpc>
                <a:spcPct val="90000"/>
              </a:lnSpc>
            </a:pPr>
            <a:endParaRPr lang="en-GB" altLang="en-US" sz="1800" dirty="0"/>
          </a:p>
          <a:p>
            <a:pPr marL="457200" lvl="1" indent="0" eaLnBrk="1" hangingPunct="1">
              <a:lnSpc>
                <a:spcPct val="90000"/>
              </a:lnSpc>
              <a:buNone/>
            </a:pPr>
            <a:endParaRPr lang="en-GB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3748492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01E2D7AB-F6B6-7EB6-6E30-9720B3FC7F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57AF4AD4-BC7B-DD4E-D35E-52BDF77B85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228600"/>
            <a:ext cx="8229600" cy="838200"/>
          </a:xfrm>
        </p:spPr>
        <p:txBody>
          <a:bodyPr/>
          <a:lstStyle/>
          <a:p>
            <a:pPr eaLnBrk="1" hangingPunct="1"/>
            <a:r>
              <a:rPr lang="en-GB" altLang="en-US" dirty="0">
                <a:latin typeface="+mn-lt"/>
              </a:rPr>
              <a:t>Example PHP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365B6720-18E1-F23B-07F7-0F262BFCBA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4724400"/>
          </a:xfrm>
        </p:spPr>
        <p:txBody>
          <a:bodyPr/>
          <a:lstStyle/>
          <a:p>
            <a:pPr marL="0" indent="0" eaLnBrk="1" hangingPunct="1">
              <a:lnSpc>
                <a:spcPct val="90000"/>
              </a:lnSpc>
              <a:buNone/>
            </a:pPr>
            <a:r>
              <a:rPr lang="en-GB" altLang="en-US" sz="2800" dirty="0"/>
              <a:t>&lt;!DOCTYPE html&gt;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GB" altLang="en-US" sz="2800" dirty="0"/>
              <a:t>&lt;html&gt;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GB" altLang="en-US" sz="2800" dirty="0"/>
              <a:t>&lt;body&gt;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GB" altLang="en-US" sz="2800" dirty="0"/>
              <a:t>	&lt;h1&gt;My first PHP page&lt;/h1&gt;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GB" altLang="en-US" sz="2800" dirty="0"/>
              <a:t>	&lt;?</a:t>
            </a:r>
            <a:r>
              <a:rPr lang="en-GB" altLang="en-US" sz="2800" dirty="0" err="1"/>
              <a:t>php</a:t>
            </a:r>
            <a:endParaRPr lang="en-GB" altLang="en-US" sz="2800" dirty="0"/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GB" altLang="en-US" sz="2800" dirty="0"/>
              <a:t>	echo "Hello World!";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GB" altLang="en-US" sz="2800" dirty="0"/>
              <a:t>	?&gt;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GB" altLang="en-US" sz="2800" dirty="0"/>
              <a:t>&lt;/body&gt;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GB" altLang="en-US" sz="2800" dirty="0"/>
              <a:t>&lt;/html&gt;</a:t>
            </a:r>
            <a:endParaRPr lang="en-GB" altLang="en-US" sz="1800" dirty="0"/>
          </a:p>
          <a:p>
            <a:pPr lvl="1" eaLnBrk="1" hangingPunct="1">
              <a:lnSpc>
                <a:spcPct val="90000"/>
              </a:lnSpc>
            </a:pPr>
            <a:endParaRPr lang="en-GB" altLang="en-US" sz="1800" dirty="0"/>
          </a:p>
          <a:p>
            <a:pPr lvl="1" eaLnBrk="1" hangingPunct="1">
              <a:lnSpc>
                <a:spcPct val="90000"/>
              </a:lnSpc>
            </a:pPr>
            <a:endParaRPr lang="en-GB" altLang="en-US" sz="1800" dirty="0"/>
          </a:p>
          <a:p>
            <a:pPr lvl="1" eaLnBrk="1" hangingPunct="1">
              <a:lnSpc>
                <a:spcPct val="90000"/>
              </a:lnSpc>
            </a:pPr>
            <a:endParaRPr lang="en-GB" altLang="en-US" sz="1800" dirty="0"/>
          </a:p>
          <a:p>
            <a:pPr lvl="1" eaLnBrk="1" hangingPunct="1">
              <a:lnSpc>
                <a:spcPct val="90000"/>
              </a:lnSpc>
            </a:pPr>
            <a:endParaRPr lang="en-GB" altLang="en-US" sz="1800" dirty="0"/>
          </a:p>
          <a:p>
            <a:pPr lvl="1" eaLnBrk="1" hangingPunct="1">
              <a:lnSpc>
                <a:spcPct val="90000"/>
              </a:lnSpc>
            </a:pPr>
            <a:endParaRPr lang="en-GB" altLang="en-US" sz="1800" dirty="0"/>
          </a:p>
          <a:p>
            <a:pPr lvl="1" eaLnBrk="1" hangingPunct="1">
              <a:lnSpc>
                <a:spcPct val="90000"/>
              </a:lnSpc>
            </a:pPr>
            <a:endParaRPr lang="en-GB" altLang="en-US" sz="1800" dirty="0"/>
          </a:p>
          <a:p>
            <a:pPr marL="457200" lvl="1" indent="0" eaLnBrk="1" hangingPunct="1">
              <a:lnSpc>
                <a:spcPct val="90000"/>
              </a:lnSpc>
              <a:buNone/>
            </a:pPr>
            <a:endParaRPr lang="en-GB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9820365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E80FF247-8686-907A-9A56-EBFA135860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C04D9E68-69C9-7ED7-124D-C4171E4C43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 dirty="0">
                <a:latin typeface="+mn-lt"/>
              </a:rPr>
              <a:t>Variables</a:t>
            </a:r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08E0A061-609E-BD92-34BE-0F168694D4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altLang="en-US" sz="2400" dirty="0"/>
              <a:t>In PHP you can define variables with the $ sign followed by the name of the variable like so:</a:t>
            </a:r>
          </a:p>
          <a:p>
            <a:pPr eaLnBrk="1" hangingPunct="1"/>
            <a:endParaRPr lang="en-GB" altLang="en-US" sz="2400" b="1" dirty="0"/>
          </a:p>
          <a:p>
            <a:pPr eaLnBrk="1" hangingPunct="1"/>
            <a:r>
              <a:rPr lang="en-GB" altLang="en-US" sz="2400" dirty="0"/>
              <a:t>$x = 5;</a:t>
            </a:r>
          </a:p>
          <a:p>
            <a:pPr eaLnBrk="1" hangingPunct="1"/>
            <a:r>
              <a:rPr lang="en-GB" altLang="en-US" sz="2400" dirty="0"/>
              <a:t>$y = “John”;</a:t>
            </a:r>
          </a:p>
          <a:p>
            <a:pPr eaLnBrk="1" hangingPunct="1"/>
            <a:endParaRPr lang="en-GB" altLang="en-US" sz="2400" dirty="0"/>
          </a:p>
          <a:p>
            <a:pPr eaLnBrk="1" hangingPunct="1"/>
            <a:r>
              <a:rPr lang="en-GB" altLang="en-US" sz="2400" dirty="0"/>
              <a:t>You may notice that no data type was declared. That is because PHP is a loosely typed language and will automatically associate most data types to the variable depending on the variable. </a:t>
            </a:r>
          </a:p>
        </p:txBody>
      </p:sp>
    </p:spTree>
    <p:extLst>
      <p:ext uri="{BB962C8B-B14F-4D97-AF65-F5344CB8AC3E}">
        <p14:creationId xmlns:p14="http://schemas.microsoft.com/office/powerpoint/2010/main" val="495307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E80FF247-8686-907A-9A56-EBFA135860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C04D9E68-69C9-7ED7-124D-C4171E4C43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 dirty="0">
                <a:latin typeface="+mn-lt"/>
              </a:rPr>
              <a:t>Variables</a:t>
            </a:r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08E0A061-609E-BD92-34BE-0F168694D4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altLang="en-US" sz="2400" dirty="0">
                <a:latin typeface="+mj-lt"/>
              </a:rPr>
              <a:t>PHP supports the following data types:</a:t>
            </a:r>
          </a:p>
          <a:p>
            <a:pPr eaLnBrk="1" hangingPunct="1"/>
            <a:endParaRPr lang="en-GB" altLang="en-US" sz="3600" dirty="0">
              <a:latin typeface="+mj-lt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GB" sz="2000" b="0" i="0" dirty="0">
                <a:solidFill>
                  <a:srgbClr val="000000"/>
                </a:solidFill>
                <a:effectLst/>
                <a:latin typeface="+mj-lt"/>
              </a:rPr>
              <a:t>String							- Text (can be “ or ‘)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sz="2000" b="0" i="0" dirty="0">
                <a:solidFill>
                  <a:srgbClr val="000000"/>
                </a:solidFill>
                <a:effectLst/>
                <a:latin typeface="+mj-lt"/>
              </a:rPr>
              <a:t>Integer							- Whole number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sz="2000" b="0" i="0" dirty="0">
                <a:solidFill>
                  <a:srgbClr val="000000"/>
                </a:solidFill>
                <a:effectLst/>
                <a:latin typeface="+mj-lt"/>
              </a:rPr>
              <a:t>Float (floating point number)		- Numbers with decimal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sz="2000" b="0" i="0" dirty="0">
                <a:solidFill>
                  <a:srgbClr val="000000"/>
                </a:solidFill>
                <a:effectLst/>
                <a:latin typeface="+mj-lt"/>
              </a:rPr>
              <a:t>Boolean							- True/False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sz="2000" b="0" i="0" dirty="0">
                <a:solidFill>
                  <a:srgbClr val="000000"/>
                </a:solidFill>
                <a:effectLst/>
                <a:latin typeface="+mj-lt"/>
              </a:rPr>
              <a:t>Array								- </a:t>
            </a:r>
            <a:r>
              <a:rPr lang="en-GB" sz="2000" dirty="0">
                <a:solidFill>
                  <a:srgbClr val="000000"/>
                </a:solidFill>
                <a:latin typeface="+mj-lt"/>
              </a:rPr>
              <a:t>L</a:t>
            </a:r>
            <a:r>
              <a:rPr lang="en-GB" sz="2000" b="0" i="0" dirty="0">
                <a:solidFill>
                  <a:srgbClr val="000000"/>
                </a:solidFill>
                <a:effectLst/>
                <a:latin typeface="+mj-lt"/>
              </a:rPr>
              <a:t>ists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sz="2000" b="0" i="0" dirty="0">
                <a:solidFill>
                  <a:srgbClr val="000000"/>
                </a:solidFill>
                <a:effectLst/>
                <a:latin typeface="+mj-lt"/>
              </a:rPr>
              <a:t>Class/Object						- Objects are Class properties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sz="2000" b="0" i="0" dirty="0">
                <a:solidFill>
                  <a:srgbClr val="000000"/>
                </a:solidFill>
                <a:effectLst/>
                <a:latin typeface="+mj-lt"/>
              </a:rPr>
              <a:t>NULL								- Only one value of NULL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sz="2000" b="0" i="0" dirty="0">
                <a:solidFill>
                  <a:srgbClr val="000000"/>
                </a:solidFill>
                <a:effectLst/>
                <a:latin typeface="+mj-lt"/>
              </a:rPr>
              <a:t>Resource							- Not technically a data type but</a:t>
            </a:r>
            <a:r>
              <a:rPr lang="en-GB" sz="2000" dirty="0">
                <a:solidFill>
                  <a:srgbClr val="000000"/>
                </a:solidFill>
                <a:latin typeface="+mj-lt"/>
              </a:rPr>
              <a:t> 										r</a:t>
            </a:r>
            <a:r>
              <a:rPr lang="en-GB" sz="2000" b="0" i="0" dirty="0">
                <a:solidFill>
                  <a:srgbClr val="000000"/>
                </a:solidFill>
                <a:effectLst/>
                <a:latin typeface="+mj-lt"/>
              </a:rPr>
              <a:t>eferences external resources and 										functions.</a:t>
            </a:r>
          </a:p>
          <a:p>
            <a:pPr eaLnBrk="1" hangingPunct="1"/>
            <a:endParaRPr lang="en-GB" altLang="en-US" sz="24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6006147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E80FF247-8686-907A-9A56-EBFA135860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C04D9E68-69C9-7ED7-124D-C4171E4C43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 dirty="0">
                <a:latin typeface="+mn-lt"/>
              </a:rPr>
              <a:t>For Loops</a:t>
            </a:r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08E0A061-609E-BD92-34BE-0F168694D4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83162"/>
          </a:xfrm>
        </p:spPr>
        <p:txBody>
          <a:bodyPr/>
          <a:lstStyle/>
          <a:p>
            <a:pPr eaLnBrk="1" hangingPunct="1"/>
            <a:r>
              <a:rPr lang="en-GB" altLang="en-US" sz="2400" dirty="0"/>
              <a:t>A for loop will loop through a block of code a specified number of times.</a:t>
            </a:r>
          </a:p>
          <a:p>
            <a:pPr eaLnBrk="1" hangingPunct="1"/>
            <a:endParaRPr lang="en-GB" altLang="en-US" sz="2400" dirty="0"/>
          </a:p>
          <a:p>
            <a:pPr eaLnBrk="1" hangingPunct="1"/>
            <a:r>
              <a:rPr lang="en-GB" altLang="en-US" sz="2400" dirty="0"/>
              <a:t>for ($x = 0; $x &lt;= 10; $x++) {</a:t>
            </a:r>
          </a:p>
          <a:p>
            <a:pPr marL="0" indent="0" eaLnBrk="1" hangingPunct="1">
              <a:buNone/>
            </a:pPr>
            <a:r>
              <a:rPr lang="en-GB" altLang="en-US" sz="2400" dirty="0"/>
              <a:t>		echo "The number is: $x &lt;</a:t>
            </a:r>
            <a:r>
              <a:rPr lang="en-GB" altLang="en-US" sz="2400" dirty="0" err="1"/>
              <a:t>br</a:t>
            </a:r>
            <a:r>
              <a:rPr lang="en-GB" altLang="en-US" sz="2400" dirty="0"/>
              <a:t>&gt;";</a:t>
            </a:r>
          </a:p>
          <a:p>
            <a:pPr marL="0" indent="0" eaLnBrk="1" hangingPunct="1">
              <a:buNone/>
            </a:pPr>
            <a:r>
              <a:rPr lang="en-GB" altLang="en-US" sz="2400" dirty="0"/>
              <a:t>	}</a:t>
            </a:r>
          </a:p>
          <a:p>
            <a:pPr eaLnBrk="1" hangingPunct="1"/>
            <a:endParaRPr lang="en-GB" altLang="en-US" sz="2400" dirty="0"/>
          </a:p>
          <a:p>
            <a:pPr eaLnBrk="1" hangingPunct="1"/>
            <a:r>
              <a:rPr lang="en-GB" altLang="en-US" sz="2000" dirty="0"/>
              <a:t>The first expression is evaluated once and sets the initial counter.</a:t>
            </a:r>
          </a:p>
          <a:p>
            <a:pPr eaLnBrk="1" hangingPunct="1"/>
            <a:r>
              <a:rPr lang="en-GB" altLang="en-US" sz="2000" dirty="0"/>
              <a:t>The second expression is evaluated before each iteration until the expression evaluates to false.</a:t>
            </a:r>
          </a:p>
          <a:p>
            <a:pPr eaLnBrk="1" hangingPunct="1"/>
            <a:r>
              <a:rPr lang="en-GB" altLang="en-US" sz="2000" dirty="0"/>
              <a:t>The third expression is evaluated after each iteration and changes the variable. (…; $x+=10) – example for iterating by 10 instead of 1.</a:t>
            </a:r>
          </a:p>
          <a:p>
            <a:pPr lvl="1" eaLnBrk="1" hangingPunct="1"/>
            <a:endParaRPr lang="en-GB" altLang="en-US" sz="1800" dirty="0"/>
          </a:p>
          <a:p>
            <a:pPr marL="457200" lvl="1" indent="0" eaLnBrk="1" hangingPunct="1">
              <a:buNone/>
            </a:pPr>
            <a:endParaRPr lang="en-GB" altLang="en-US" sz="1800" dirty="0"/>
          </a:p>
          <a:p>
            <a:pPr lvl="1" eaLnBrk="1" hangingPunct="1"/>
            <a:endParaRPr lang="en-GB" altLang="en-US" sz="1800" dirty="0"/>
          </a:p>
          <a:p>
            <a:pPr lvl="1" eaLnBrk="1" hangingPunct="1"/>
            <a:endParaRPr lang="en-GB" altLang="en-US" sz="1800" dirty="0"/>
          </a:p>
        </p:txBody>
      </p:sp>
    </p:spTree>
    <p:extLst>
      <p:ext uri="{BB962C8B-B14F-4D97-AF65-F5344CB8AC3E}">
        <p14:creationId xmlns:p14="http://schemas.microsoft.com/office/powerpoint/2010/main" val="34933099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E80FF247-8686-907A-9A56-EBFA135860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C04D9E68-69C9-7ED7-124D-C4171E4C43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 dirty="0">
                <a:latin typeface="+mn-lt"/>
              </a:rPr>
              <a:t>For Loops</a:t>
            </a:r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08E0A061-609E-BD92-34BE-0F168694D4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83162"/>
          </a:xfrm>
        </p:spPr>
        <p:txBody>
          <a:bodyPr/>
          <a:lstStyle/>
          <a:p>
            <a:pPr eaLnBrk="1" hangingPunct="1"/>
            <a:r>
              <a:rPr lang="en-GB" altLang="en-US" sz="2400" dirty="0"/>
              <a:t>Break statements stop the loop even if the 2</a:t>
            </a:r>
            <a:r>
              <a:rPr lang="en-GB" altLang="en-US" sz="2400" baseline="30000" dirty="0"/>
              <a:t>nd</a:t>
            </a:r>
            <a:r>
              <a:rPr lang="en-GB" altLang="en-US" sz="2400" dirty="0"/>
              <a:t> expression is still true.</a:t>
            </a:r>
          </a:p>
          <a:p>
            <a:pPr eaLnBrk="1" hangingPunct="1"/>
            <a:r>
              <a:rPr lang="en-GB" altLang="en-US" sz="2400" dirty="0"/>
              <a:t>for ($x = 0; $x &lt;= 10; $x++) {</a:t>
            </a:r>
          </a:p>
          <a:p>
            <a:pPr marL="0" indent="0" eaLnBrk="1" hangingPunct="1">
              <a:buNone/>
            </a:pPr>
            <a:r>
              <a:rPr lang="en-GB" altLang="en-US" sz="2400" dirty="0"/>
              <a:t>		if ($</a:t>
            </a:r>
            <a:r>
              <a:rPr lang="en-GB" altLang="en-US" sz="2400" dirty="0" err="1"/>
              <a:t>i</a:t>
            </a:r>
            <a:r>
              <a:rPr lang="en-GB" altLang="en-US" sz="2400" dirty="0"/>
              <a:t> == 3) break;</a:t>
            </a:r>
          </a:p>
          <a:p>
            <a:pPr marL="0" indent="0" eaLnBrk="1" hangingPunct="1">
              <a:buNone/>
            </a:pPr>
            <a:r>
              <a:rPr lang="en-GB" altLang="en-US" sz="2400" dirty="0"/>
              <a:t>		echo "The number is: $x &lt;</a:t>
            </a:r>
            <a:r>
              <a:rPr lang="en-GB" altLang="en-US" sz="2400" dirty="0" err="1"/>
              <a:t>br</a:t>
            </a:r>
            <a:r>
              <a:rPr lang="en-GB" altLang="en-US" sz="2400" dirty="0"/>
              <a:t>&gt;";</a:t>
            </a:r>
          </a:p>
          <a:p>
            <a:pPr marL="0" indent="0" eaLnBrk="1" hangingPunct="1">
              <a:buNone/>
            </a:pPr>
            <a:r>
              <a:rPr lang="en-GB" altLang="en-US" sz="2400" dirty="0"/>
              <a:t>	}</a:t>
            </a:r>
          </a:p>
          <a:p>
            <a:pPr eaLnBrk="1" hangingPunct="1"/>
            <a:r>
              <a:rPr lang="en-GB" altLang="en-US" sz="2400" dirty="0"/>
              <a:t>Continue statements stop the current loop and continue with the next.</a:t>
            </a:r>
          </a:p>
          <a:p>
            <a:pPr eaLnBrk="1" hangingPunct="1"/>
            <a:r>
              <a:rPr lang="en-GB" altLang="en-US" sz="2400" dirty="0"/>
              <a:t>for ($x = 0; $x &lt;= 10; $x++) {</a:t>
            </a:r>
          </a:p>
          <a:p>
            <a:pPr marL="0" indent="0" eaLnBrk="1" hangingPunct="1">
              <a:buNone/>
            </a:pPr>
            <a:r>
              <a:rPr lang="en-GB" altLang="en-US" sz="2400" dirty="0"/>
              <a:t>		if ($</a:t>
            </a:r>
            <a:r>
              <a:rPr lang="en-GB" altLang="en-US" sz="2400" dirty="0" err="1"/>
              <a:t>i</a:t>
            </a:r>
            <a:r>
              <a:rPr lang="en-GB" altLang="en-US" sz="2400" dirty="0"/>
              <a:t> == 3) continue;</a:t>
            </a:r>
          </a:p>
          <a:p>
            <a:pPr marL="0" indent="0" eaLnBrk="1" hangingPunct="1">
              <a:buNone/>
            </a:pPr>
            <a:r>
              <a:rPr lang="en-GB" altLang="en-US" sz="2400" dirty="0"/>
              <a:t>		echo "The number is: $x &lt;</a:t>
            </a:r>
            <a:r>
              <a:rPr lang="en-GB" altLang="en-US" sz="2400" dirty="0" err="1"/>
              <a:t>br</a:t>
            </a:r>
            <a:r>
              <a:rPr lang="en-GB" altLang="en-US" sz="2400" dirty="0"/>
              <a:t>&gt;";</a:t>
            </a:r>
          </a:p>
          <a:p>
            <a:pPr marL="0" indent="0" eaLnBrk="1" hangingPunct="1">
              <a:buNone/>
            </a:pPr>
            <a:r>
              <a:rPr lang="en-GB" altLang="en-US" sz="2400" dirty="0"/>
              <a:t>	}</a:t>
            </a:r>
          </a:p>
          <a:p>
            <a:pPr marL="0" indent="0" eaLnBrk="1" hangingPunct="1">
              <a:buNone/>
            </a:pPr>
            <a:endParaRPr lang="en-GB" altLang="en-US" sz="1800" dirty="0"/>
          </a:p>
          <a:p>
            <a:pPr marL="457200" lvl="1" indent="0" eaLnBrk="1" hangingPunct="1">
              <a:buNone/>
            </a:pPr>
            <a:endParaRPr lang="en-GB" altLang="en-US" sz="1800" dirty="0"/>
          </a:p>
          <a:p>
            <a:pPr lvl="1" eaLnBrk="1" hangingPunct="1"/>
            <a:endParaRPr lang="en-GB" altLang="en-US" sz="1800" dirty="0"/>
          </a:p>
          <a:p>
            <a:pPr lvl="1" eaLnBrk="1" hangingPunct="1"/>
            <a:endParaRPr lang="en-GB" altLang="en-US" sz="1800" dirty="0"/>
          </a:p>
        </p:txBody>
      </p:sp>
    </p:spTree>
    <p:extLst>
      <p:ext uri="{BB962C8B-B14F-4D97-AF65-F5344CB8AC3E}">
        <p14:creationId xmlns:p14="http://schemas.microsoft.com/office/powerpoint/2010/main" val="4286302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E80FF247-8686-907A-9A56-EBFA135860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C04D9E68-69C9-7ED7-124D-C4171E4C43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 dirty="0">
                <a:latin typeface="+mn-lt"/>
              </a:rPr>
              <a:t>If Statements</a:t>
            </a:r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08E0A061-609E-BD92-34BE-0F168694D4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458200" cy="4983162"/>
          </a:xfrm>
        </p:spPr>
        <p:txBody>
          <a:bodyPr/>
          <a:lstStyle/>
          <a:p>
            <a:pPr eaLnBrk="1" hangingPunct="1"/>
            <a:r>
              <a:rPr lang="en-GB" altLang="en-US" sz="2400" dirty="0"/>
              <a:t>If statements are used to perform different actions/instructions {} based on different conditional statements (). </a:t>
            </a:r>
          </a:p>
          <a:p>
            <a:pPr eaLnBrk="1" hangingPunct="1"/>
            <a:endParaRPr lang="en-GB" altLang="en-US" sz="2400" dirty="0"/>
          </a:p>
          <a:p>
            <a:pPr eaLnBrk="1" hangingPunct="1"/>
            <a:r>
              <a:rPr lang="en-GB" altLang="en-US" sz="2400" dirty="0"/>
              <a:t>These are:</a:t>
            </a:r>
          </a:p>
          <a:p>
            <a:pPr lvl="1" eaLnBrk="1" hangingPunct="1"/>
            <a:r>
              <a:rPr lang="en-GB" altLang="en-US" sz="1800" dirty="0"/>
              <a:t>If				- executes code if one condition is true. </a:t>
            </a:r>
          </a:p>
          <a:p>
            <a:pPr lvl="1" eaLnBrk="1" hangingPunct="1"/>
            <a:r>
              <a:rPr lang="en-GB" altLang="en-US" sz="1800" dirty="0"/>
              <a:t>If…else		- executes code if some code is true and the other is false.</a:t>
            </a:r>
          </a:p>
          <a:p>
            <a:pPr lvl="1" eaLnBrk="1" hangingPunct="1"/>
            <a:r>
              <a:rPr lang="en-GB" altLang="en-US" sz="1800" dirty="0"/>
              <a:t>If…elseif…else	- executes different code for more than two conditions.</a:t>
            </a:r>
          </a:p>
          <a:p>
            <a:pPr lvl="1" eaLnBrk="1" hangingPunct="1"/>
            <a:r>
              <a:rPr lang="en-GB" altLang="en-US" sz="1800" dirty="0"/>
              <a:t>Switch			- selects one of many blocks of code to be executed.</a:t>
            </a:r>
          </a:p>
          <a:p>
            <a:pPr eaLnBrk="1" hangingPunct="1"/>
            <a:endParaRPr lang="en-GB" altLang="en-US" sz="2400" dirty="0"/>
          </a:p>
          <a:p>
            <a:pPr eaLnBrk="1" hangingPunct="1"/>
            <a:r>
              <a:rPr lang="en-GB" altLang="en-US" sz="2400" dirty="0"/>
              <a:t>if (x &gt; 3) {</a:t>
            </a:r>
          </a:p>
          <a:p>
            <a:pPr marL="0" indent="0" eaLnBrk="1" hangingPunct="1">
              <a:buNone/>
            </a:pPr>
            <a:r>
              <a:rPr lang="en-GB" altLang="en-US" sz="2400" dirty="0"/>
              <a:t>		echo "Have a good day!";</a:t>
            </a:r>
          </a:p>
          <a:p>
            <a:pPr marL="0" indent="0" eaLnBrk="1" hangingPunct="1">
              <a:buNone/>
            </a:pPr>
            <a:r>
              <a:rPr lang="en-GB" altLang="en-US" sz="2400" dirty="0"/>
              <a:t>	}</a:t>
            </a:r>
          </a:p>
          <a:p>
            <a:pPr eaLnBrk="1" hangingPunct="1"/>
            <a:endParaRPr lang="en-GB" altLang="en-US" sz="2400" dirty="0"/>
          </a:p>
          <a:p>
            <a:pPr lvl="1" eaLnBrk="1" hangingPunct="1"/>
            <a:endParaRPr lang="en-GB" altLang="en-US" sz="1800" dirty="0"/>
          </a:p>
          <a:p>
            <a:pPr marL="457200" lvl="1" indent="0" eaLnBrk="1" hangingPunct="1">
              <a:buNone/>
            </a:pPr>
            <a:endParaRPr lang="en-GB" altLang="en-US" sz="1800" dirty="0"/>
          </a:p>
          <a:p>
            <a:pPr lvl="1" eaLnBrk="1" hangingPunct="1"/>
            <a:endParaRPr lang="en-GB" altLang="en-US" sz="1800" dirty="0"/>
          </a:p>
          <a:p>
            <a:pPr lvl="1" eaLnBrk="1" hangingPunct="1"/>
            <a:endParaRPr lang="en-GB" altLang="en-US" sz="1800" dirty="0"/>
          </a:p>
        </p:txBody>
      </p:sp>
    </p:spTree>
    <p:extLst>
      <p:ext uri="{BB962C8B-B14F-4D97-AF65-F5344CB8AC3E}">
        <p14:creationId xmlns:p14="http://schemas.microsoft.com/office/powerpoint/2010/main" val="832127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E80FF247-8686-907A-9A56-EBFA135860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C04D9E68-69C9-7ED7-124D-C4171E4C43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 dirty="0">
                <a:latin typeface="+mn-lt"/>
              </a:rPr>
              <a:t>If Statement</a:t>
            </a:r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08E0A061-609E-BD92-34BE-0F168694D4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458200" cy="4983162"/>
          </a:xfrm>
        </p:spPr>
        <p:txBody>
          <a:bodyPr/>
          <a:lstStyle/>
          <a:p>
            <a:pPr eaLnBrk="1" hangingPunct="1"/>
            <a:r>
              <a:rPr lang="en-GB" altLang="en-US" sz="2400" dirty="0"/>
              <a:t>if (x &lt; 12) {</a:t>
            </a:r>
          </a:p>
          <a:p>
            <a:pPr marL="0" indent="0" eaLnBrk="1" hangingPunct="1">
              <a:buNone/>
            </a:pPr>
            <a:r>
              <a:rPr lang="en-GB" altLang="en-US" sz="2400" dirty="0"/>
              <a:t>		echo "Have a good morning!";</a:t>
            </a:r>
          </a:p>
          <a:p>
            <a:pPr marL="0" indent="0" eaLnBrk="1" hangingPunct="1">
              <a:buNone/>
            </a:pPr>
            <a:r>
              <a:rPr lang="en-GB" altLang="en-US" sz="2400" dirty="0"/>
              <a:t>	} elseif (x &gt; 20) {</a:t>
            </a:r>
          </a:p>
          <a:p>
            <a:pPr marL="0" indent="0" eaLnBrk="1" hangingPunct="1">
              <a:buNone/>
            </a:pPr>
            <a:r>
              <a:rPr lang="en-GB" altLang="en-US" sz="2400" dirty="0"/>
              <a:t>		echo "Have a good night!";</a:t>
            </a:r>
          </a:p>
          <a:p>
            <a:pPr marL="0" indent="0" eaLnBrk="1" hangingPunct="1">
              <a:buNone/>
            </a:pPr>
            <a:r>
              <a:rPr lang="en-GB" altLang="en-US" sz="2400" dirty="0"/>
              <a:t>	} else {</a:t>
            </a:r>
          </a:p>
          <a:p>
            <a:pPr marL="0" indent="0" eaLnBrk="1" hangingPunct="1">
              <a:buNone/>
            </a:pPr>
            <a:r>
              <a:rPr lang="en-GB" altLang="en-US" sz="2400" dirty="0"/>
              <a:t>		echo "Have a good day!";</a:t>
            </a:r>
          </a:p>
          <a:p>
            <a:pPr marL="0" indent="0" eaLnBrk="1" hangingPunct="1">
              <a:buNone/>
            </a:pPr>
            <a:r>
              <a:rPr lang="en-GB" altLang="en-US" sz="2400" dirty="0"/>
              <a:t>	}</a:t>
            </a:r>
            <a:endParaRPr lang="en-GB" altLang="en-US" sz="1800" dirty="0"/>
          </a:p>
          <a:p>
            <a:pPr marL="457200" lvl="1" indent="0" eaLnBrk="1" hangingPunct="1">
              <a:buNone/>
            </a:pPr>
            <a:endParaRPr lang="en-GB" altLang="en-US" sz="1800" dirty="0"/>
          </a:p>
          <a:p>
            <a:pPr lvl="1" eaLnBrk="1" hangingPunct="1"/>
            <a:endParaRPr lang="en-GB" altLang="en-US" sz="1800" dirty="0"/>
          </a:p>
          <a:p>
            <a:pPr lvl="1" eaLnBrk="1" hangingPunct="1"/>
            <a:endParaRPr lang="en-GB" altLang="en-US" sz="1800" dirty="0"/>
          </a:p>
        </p:txBody>
      </p:sp>
    </p:spTree>
    <p:extLst>
      <p:ext uri="{BB962C8B-B14F-4D97-AF65-F5344CB8AC3E}">
        <p14:creationId xmlns:p14="http://schemas.microsoft.com/office/powerpoint/2010/main" val="11276716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E80FF247-8686-907A-9A56-EBFA135860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C04D9E68-69C9-7ED7-124D-C4171E4C43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 dirty="0">
                <a:latin typeface="+mn-lt"/>
              </a:rPr>
              <a:t>Switch Statement</a:t>
            </a:r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08E0A061-609E-BD92-34BE-0F168694D4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458200" cy="4983162"/>
          </a:xfrm>
        </p:spPr>
        <p:txBody>
          <a:bodyPr/>
          <a:lstStyle/>
          <a:p>
            <a:pPr eaLnBrk="1" hangingPunct="1"/>
            <a:r>
              <a:rPr lang="en-GB" altLang="en-US" sz="2400" dirty="0"/>
              <a:t>$</a:t>
            </a:r>
            <a:r>
              <a:rPr lang="en-GB" altLang="en-US" sz="2400" dirty="0" err="1"/>
              <a:t>favcolour</a:t>
            </a:r>
            <a:r>
              <a:rPr lang="en-GB" altLang="en-US" sz="2400" dirty="0"/>
              <a:t> = "red";</a:t>
            </a:r>
          </a:p>
          <a:p>
            <a:pPr marL="0" indent="0" eaLnBrk="1" hangingPunct="1">
              <a:buNone/>
            </a:pPr>
            <a:r>
              <a:rPr lang="en-GB" altLang="en-US" sz="2400" dirty="0"/>
              <a:t>	switch ($</a:t>
            </a:r>
            <a:r>
              <a:rPr lang="en-GB" altLang="en-US" sz="2400" dirty="0" err="1"/>
              <a:t>favcolour</a:t>
            </a:r>
            <a:r>
              <a:rPr lang="en-GB" altLang="en-US" sz="2400" dirty="0"/>
              <a:t>) {</a:t>
            </a:r>
          </a:p>
          <a:p>
            <a:pPr marL="0" indent="0" eaLnBrk="1" hangingPunct="1">
              <a:buNone/>
            </a:pPr>
            <a:r>
              <a:rPr lang="en-GB" altLang="en-US" sz="2400" dirty="0"/>
              <a:t>	case "red":</a:t>
            </a:r>
          </a:p>
          <a:p>
            <a:pPr marL="0" indent="0" eaLnBrk="1" hangingPunct="1">
              <a:buNone/>
            </a:pPr>
            <a:r>
              <a:rPr lang="en-GB" altLang="en-US" sz="2400" dirty="0"/>
              <a:t>		echo "Your favourite colour is red!";</a:t>
            </a:r>
          </a:p>
          <a:p>
            <a:pPr marL="0" indent="0" eaLnBrk="1" hangingPunct="1">
              <a:buNone/>
            </a:pPr>
            <a:r>
              <a:rPr lang="en-GB" altLang="en-US" sz="2400" dirty="0"/>
              <a:t>		break;</a:t>
            </a:r>
          </a:p>
          <a:p>
            <a:pPr marL="0" indent="0" eaLnBrk="1" hangingPunct="1">
              <a:buNone/>
            </a:pPr>
            <a:r>
              <a:rPr lang="en-GB" altLang="en-US" sz="2400" dirty="0"/>
              <a:t>	case "blue":</a:t>
            </a:r>
          </a:p>
          <a:p>
            <a:pPr marL="0" indent="0" eaLnBrk="1" hangingPunct="1">
              <a:buNone/>
            </a:pPr>
            <a:r>
              <a:rPr lang="en-GB" altLang="en-US" sz="2400" dirty="0"/>
              <a:t>		echo "Your favourite colour is blue!";</a:t>
            </a:r>
          </a:p>
          <a:p>
            <a:pPr marL="0" indent="0" eaLnBrk="1" hangingPunct="1">
              <a:buNone/>
            </a:pPr>
            <a:r>
              <a:rPr lang="en-GB" altLang="en-US" sz="2400" dirty="0"/>
              <a:t>		break;</a:t>
            </a:r>
          </a:p>
          <a:p>
            <a:pPr marL="0" indent="0" eaLnBrk="1" hangingPunct="1">
              <a:buNone/>
            </a:pPr>
            <a:r>
              <a:rPr lang="en-GB" altLang="en-US" sz="2400" dirty="0"/>
              <a:t>	default:</a:t>
            </a:r>
          </a:p>
          <a:p>
            <a:pPr marL="0" indent="0" eaLnBrk="1" hangingPunct="1">
              <a:buNone/>
            </a:pPr>
            <a:r>
              <a:rPr lang="en-GB" altLang="en-US" sz="2400" dirty="0"/>
              <a:t>		echo "Your favourite colour is neither red nor blue!";</a:t>
            </a:r>
            <a:endParaRPr lang="en-GB" altLang="en-US" sz="1800" dirty="0"/>
          </a:p>
          <a:p>
            <a:pPr lvl="1" eaLnBrk="1" hangingPunct="1"/>
            <a:endParaRPr lang="en-GB" altLang="en-US" sz="1800" dirty="0"/>
          </a:p>
          <a:p>
            <a:pPr lvl="1" eaLnBrk="1" hangingPunct="1"/>
            <a:endParaRPr lang="en-GB" altLang="en-US" sz="1800" dirty="0"/>
          </a:p>
        </p:txBody>
      </p:sp>
    </p:spTree>
    <p:extLst>
      <p:ext uri="{BB962C8B-B14F-4D97-AF65-F5344CB8AC3E}">
        <p14:creationId xmlns:p14="http://schemas.microsoft.com/office/powerpoint/2010/main" val="40804259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E80FF247-8686-907A-9A56-EBFA135860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C04D9E68-69C9-7ED7-124D-C4171E4C43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 dirty="0">
                <a:latin typeface="+mn-lt"/>
              </a:rPr>
              <a:t>While Loops</a:t>
            </a:r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08E0A061-609E-BD92-34BE-0F168694D4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83162"/>
          </a:xfrm>
        </p:spPr>
        <p:txBody>
          <a:bodyPr/>
          <a:lstStyle/>
          <a:p>
            <a:pPr eaLnBrk="1" hangingPunct="1"/>
            <a:r>
              <a:rPr lang="en-GB" altLang="en-US" sz="2400" dirty="0"/>
              <a:t>A while loop will loop through a block of code so long as the specified condition is true.</a:t>
            </a:r>
          </a:p>
          <a:p>
            <a:pPr eaLnBrk="1" hangingPunct="1"/>
            <a:endParaRPr lang="en-GB" altLang="en-US" sz="2400" dirty="0"/>
          </a:p>
          <a:p>
            <a:pPr eaLnBrk="1" hangingPunct="1"/>
            <a:r>
              <a:rPr lang="en-GB" altLang="en-US" sz="2400" dirty="0"/>
              <a:t>$</a:t>
            </a:r>
            <a:r>
              <a:rPr lang="en-GB" altLang="en-US" sz="2400" dirty="0" err="1"/>
              <a:t>i</a:t>
            </a:r>
            <a:r>
              <a:rPr lang="en-GB" altLang="en-US" sz="2400" dirty="0"/>
              <a:t> = 1;</a:t>
            </a:r>
          </a:p>
          <a:p>
            <a:pPr marL="0" indent="0" eaLnBrk="1" hangingPunct="1">
              <a:buNone/>
            </a:pPr>
            <a:r>
              <a:rPr lang="en-GB" altLang="en-US" sz="2400" dirty="0"/>
              <a:t>	while ($</a:t>
            </a:r>
            <a:r>
              <a:rPr lang="en-GB" altLang="en-US" sz="2400" dirty="0" err="1"/>
              <a:t>i</a:t>
            </a:r>
            <a:r>
              <a:rPr lang="en-GB" altLang="en-US" sz="2400" dirty="0"/>
              <a:t> &lt; 6) {</a:t>
            </a:r>
          </a:p>
          <a:p>
            <a:pPr marL="0" indent="0" eaLnBrk="1" hangingPunct="1">
              <a:buNone/>
            </a:pPr>
            <a:r>
              <a:rPr lang="en-GB" altLang="en-US" sz="2400" dirty="0"/>
              <a:t>		echo $</a:t>
            </a:r>
            <a:r>
              <a:rPr lang="en-GB" altLang="en-US" sz="2400" dirty="0" err="1"/>
              <a:t>i</a:t>
            </a:r>
            <a:r>
              <a:rPr lang="en-GB" altLang="en-US" sz="2400" dirty="0"/>
              <a:t>;</a:t>
            </a:r>
          </a:p>
          <a:p>
            <a:pPr marL="0" indent="0" eaLnBrk="1" hangingPunct="1">
              <a:buNone/>
            </a:pPr>
            <a:r>
              <a:rPr lang="en-GB" altLang="en-US" sz="2400" dirty="0"/>
              <a:t>		$</a:t>
            </a:r>
            <a:r>
              <a:rPr lang="en-GB" altLang="en-US" sz="2400" dirty="0" err="1"/>
              <a:t>i</a:t>
            </a:r>
            <a:r>
              <a:rPr lang="en-GB" altLang="en-US" sz="2400" dirty="0"/>
              <a:t>++;</a:t>
            </a:r>
          </a:p>
          <a:p>
            <a:pPr marL="0" indent="0" eaLnBrk="1" hangingPunct="1">
              <a:buNone/>
            </a:pPr>
            <a:r>
              <a:rPr lang="en-GB" altLang="en-US" sz="2400" dirty="0"/>
              <a:t>	}</a:t>
            </a:r>
          </a:p>
          <a:p>
            <a:pPr eaLnBrk="1" hangingPunct="1"/>
            <a:endParaRPr lang="en-GB" altLang="en-US" sz="2000" dirty="0"/>
          </a:p>
          <a:p>
            <a:pPr eaLnBrk="1" hangingPunct="1"/>
            <a:r>
              <a:rPr lang="en-GB" altLang="en-US" sz="2400" dirty="0"/>
              <a:t>This while loop prints $</a:t>
            </a:r>
            <a:r>
              <a:rPr lang="en-GB" altLang="en-US" sz="2400" dirty="0" err="1"/>
              <a:t>i</a:t>
            </a:r>
            <a:r>
              <a:rPr lang="en-GB" altLang="en-US" sz="2400" dirty="0"/>
              <a:t> as long as $</a:t>
            </a:r>
            <a:r>
              <a:rPr lang="en-GB" altLang="en-US" sz="2400" dirty="0" err="1"/>
              <a:t>i</a:t>
            </a:r>
            <a:r>
              <a:rPr lang="en-GB" altLang="en-US" sz="2400" dirty="0"/>
              <a:t> is less than 6.</a:t>
            </a:r>
          </a:p>
          <a:p>
            <a:pPr eaLnBrk="1" hangingPunct="1"/>
            <a:r>
              <a:rPr lang="en-GB" altLang="en-US" sz="2400" dirty="0"/>
              <a:t>Just like for loops you can use the break or continue statements. </a:t>
            </a:r>
            <a:endParaRPr lang="en-GB" altLang="en-US" sz="2000" dirty="0"/>
          </a:p>
          <a:p>
            <a:pPr lvl="1" eaLnBrk="1" hangingPunct="1"/>
            <a:endParaRPr lang="en-GB" altLang="en-US" sz="1800" dirty="0"/>
          </a:p>
        </p:txBody>
      </p:sp>
    </p:spTree>
    <p:extLst>
      <p:ext uri="{BB962C8B-B14F-4D97-AF65-F5344CB8AC3E}">
        <p14:creationId xmlns:p14="http://schemas.microsoft.com/office/powerpoint/2010/main" val="30956274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54F981EE-1653-B130-1E35-4926A29D15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5C24FA8F-4920-8F8A-F7A9-3576BD8957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 dirty="0">
                <a:latin typeface="Arial" panose="020B0604020202020204" pitchFamily="34" charset="0"/>
              </a:rPr>
              <a:t>Forms Recap</a:t>
            </a:r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5C471C45-B70A-48F5-4BB0-0299718FCC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altLang="en-US" sz="2400" dirty="0"/>
              <a:t>One thing we touched on last week was Forms and adding JavaScript to them.</a:t>
            </a:r>
          </a:p>
          <a:p>
            <a:pPr eaLnBrk="1" hangingPunct="1"/>
            <a:r>
              <a:rPr lang="en-GB" altLang="en-US" sz="2400" dirty="0"/>
              <a:t>&lt;form&gt;</a:t>
            </a:r>
          </a:p>
          <a:p>
            <a:pPr marL="0" indent="0" eaLnBrk="1" hangingPunct="1">
              <a:buNone/>
            </a:pPr>
            <a:r>
              <a:rPr lang="en-GB" altLang="en-US" sz="2400" dirty="0"/>
              <a:t>		&lt;label for="</a:t>
            </a:r>
            <a:r>
              <a:rPr lang="en-GB" altLang="en-US" sz="2400" dirty="0" err="1"/>
              <a:t>fname</a:t>
            </a:r>
            <a:r>
              <a:rPr lang="en-GB" altLang="en-US" sz="2400" dirty="0"/>
              <a:t>"&gt;First name:&lt;/label&gt;&lt;</a:t>
            </a:r>
            <a:r>
              <a:rPr lang="en-GB" altLang="en-US" sz="2400" dirty="0" err="1"/>
              <a:t>br</a:t>
            </a:r>
            <a:r>
              <a:rPr lang="en-GB" altLang="en-US" sz="2400" dirty="0"/>
              <a:t>&gt;</a:t>
            </a:r>
          </a:p>
          <a:p>
            <a:pPr marL="0" indent="0" eaLnBrk="1" hangingPunct="1">
              <a:buNone/>
            </a:pPr>
            <a:r>
              <a:rPr lang="en-GB" altLang="en-US" sz="2400" dirty="0"/>
              <a:t>		&lt;input type="text" id="</a:t>
            </a:r>
            <a:r>
              <a:rPr lang="en-GB" altLang="en-US" sz="2400" dirty="0" err="1"/>
              <a:t>fname</a:t>
            </a:r>
            <a:r>
              <a:rPr lang="en-GB" altLang="en-US" sz="2400" dirty="0"/>
              <a:t>" name="</a:t>
            </a:r>
            <a:r>
              <a:rPr lang="en-GB" altLang="en-US" sz="2400" dirty="0" err="1"/>
              <a:t>fname</a:t>
            </a:r>
            <a:r>
              <a:rPr lang="en-GB" altLang="en-US" sz="2400" dirty="0"/>
              <a:t>"&gt;&lt;</a:t>
            </a:r>
            <a:r>
              <a:rPr lang="en-GB" altLang="en-US" sz="2400" dirty="0" err="1"/>
              <a:t>br</a:t>
            </a:r>
            <a:r>
              <a:rPr lang="en-GB" altLang="en-US" sz="2400" dirty="0"/>
              <a:t>&gt;</a:t>
            </a:r>
          </a:p>
          <a:p>
            <a:pPr marL="0" indent="0" eaLnBrk="1" hangingPunct="1">
              <a:buNone/>
            </a:pPr>
            <a:r>
              <a:rPr lang="en-GB" altLang="en-US" sz="2400" dirty="0"/>
              <a:t>		&lt;label for="</a:t>
            </a:r>
            <a:r>
              <a:rPr lang="en-GB" altLang="en-US" sz="2400" dirty="0" err="1"/>
              <a:t>lname</a:t>
            </a:r>
            <a:r>
              <a:rPr lang="en-GB" altLang="en-US" sz="2400" dirty="0"/>
              <a:t>"&gt;Last name:&lt;/label&gt;&lt;</a:t>
            </a:r>
            <a:r>
              <a:rPr lang="en-GB" altLang="en-US" sz="2400" dirty="0" err="1"/>
              <a:t>br</a:t>
            </a:r>
            <a:r>
              <a:rPr lang="en-GB" altLang="en-US" sz="2400" dirty="0"/>
              <a:t>&gt;</a:t>
            </a:r>
          </a:p>
          <a:p>
            <a:pPr marL="0" indent="0" eaLnBrk="1" hangingPunct="1">
              <a:buNone/>
            </a:pPr>
            <a:r>
              <a:rPr lang="en-GB" altLang="en-US" sz="2400" dirty="0"/>
              <a:t>		&lt;input type="text" id="</a:t>
            </a:r>
            <a:r>
              <a:rPr lang="en-GB" altLang="en-US" sz="2400" dirty="0" err="1"/>
              <a:t>lname</a:t>
            </a:r>
            <a:r>
              <a:rPr lang="en-GB" altLang="en-US" sz="2400" dirty="0"/>
              <a:t>" name="</a:t>
            </a:r>
            <a:r>
              <a:rPr lang="en-GB" altLang="en-US" sz="2400" dirty="0" err="1"/>
              <a:t>lname</a:t>
            </a:r>
            <a:r>
              <a:rPr lang="en-GB" altLang="en-US" sz="2400" dirty="0"/>
              <a:t>"&gt;</a:t>
            </a:r>
          </a:p>
          <a:p>
            <a:pPr marL="0" indent="0" eaLnBrk="1" hangingPunct="1">
              <a:buNone/>
            </a:pPr>
            <a:r>
              <a:rPr lang="en-GB" altLang="en-US" sz="2400" dirty="0"/>
              <a:t>	&lt;/form&gt;</a:t>
            </a:r>
          </a:p>
        </p:txBody>
      </p:sp>
      <p:pic>
        <p:nvPicPr>
          <p:cNvPr id="3" name="Picture 2" descr="Form example">
            <a:extLst>
              <a:ext uri="{FF2B5EF4-FFF2-40B4-BE49-F238E27FC236}">
                <a16:creationId xmlns:a16="http://schemas.microsoft.com/office/drawing/2014/main" id="{8442FA54-1EBB-410D-BED4-5D9BB89A63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6625" y="4964375"/>
            <a:ext cx="2190750" cy="1171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8074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8D730374-D1F0-728C-FCC4-7E20D0BD30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D61BDA4D-5986-6213-445D-75C4C88D1C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 dirty="0">
                <a:latin typeface="+mn-lt"/>
              </a:rPr>
              <a:t>HTML5 Forms</a:t>
            </a:r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5E708BE7-253C-C25A-AAB4-BAF62EB67A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72000"/>
          </a:xfrm>
        </p:spPr>
        <p:txBody>
          <a:bodyPr/>
          <a:lstStyle/>
          <a:p>
            <a:pPr eaLnBrk="1" hangingPunct="1"/>
            <a:r>
              <a:rPr lang="en-GB" altLang="en-US" sz="2000" dirty="0"/>
              <a:t>In HTML5 the Input tag has been given increased functionality. These include, but not limited to:</a:t>
            </a:r>
          </a:p>
          <a:p>
            <a:pPr marL="0" indent="0" eaLnBrk="1" hangingPunct="1">
              <a:buNone/>
            </a:pPr>
            <a:endParaRPr lang="en-GB" altLang="en-US" sz="2000" dirty="0"/>
          </a:p>
          <a:p>
            <a:pPr lvl="1" eaLnBrk="1" hangingPunct="1"/>
            <a:r>
              <a:rPr lang="en-GB" altLang="en-US" sz="1600" dirty="0"/>
              <a:t>autocomplete		- on/off specific to autocomplete an element</a:t>
            </a:r>
          </a:p>
          <a:p>
            <a:pPr lvl="1" eaLnBrk="1" hangingPunct="1"/>
            <a:r>
              <a:rPr lang="en-GB" altLang="en-US" sz="1600" dirty="0"/>
              <a:t>autofocus			- gets focus when a page loads</a:t>
            </a:r>
          </a:p>
          <a:p>
            <a:pPr lvl="1" eaLnBrk="1" hangingPunct="1"/>
            <a:r>
              <a:rPr lang="en-GB" altLang="en-US" sz="1600" dirty="0"/>
              <a:t>disabled			- disables the input element</a:t>
            </a:r>
          </a:p>
          <a:p>
            <a:pPr lvl="1" eaLnBrk="1" hangingPunct="1"/>
            <a:r>
              <a:rPr lang="en-GB" altLang="en-US" sz="1600" dirty="0"/>
              <a:t>max/min			- max/minimum value of an element</a:t>
            </a:r>
          </a:p>
          <a:p>
            <a:pPr lvl="1" eaLnBrk="1" hangingPunct="1"/>
            <a:r>
              <a:rPr lang="en-GB" altLang="en-US" sz="1600" dirty="0"/>
              <a:t>max/</a:t>
            </a:r>
            <a:r>
              <a:rPr lang="en-GB" altLang="en-US" sz="1600" dirty="0" err="1"/>
              <a:t>minlength</a:t>
            </a:r>
            <a:r>
              <a:rPr lang="en-GB" altLang="en-US" sz="1600" dirty="0"/>
              <a:t>		- max/minimum length of characters </a:t>
            </a:r>
          </a:p>
          <a:p>
            <a:pPr lvl="1" eaLnBrk="1" hangingPunct="1"/>
            <a:r>
              <a:rPr lang="en-GB" altLang="en-US" sz="1600" dirty="0"/>
              <a:t>pattern				- input has to adhere to a pattern</a:t>
            </a:r>
          </a:p>
          <a:p>
            <a:pPr lvl="1" eaLnBrk="1" hangingPunct="1"/>
            <a:r>
              <a:rPr lang="en-GB" altLang="en-US" sz="1600" dirty="0"/>
              <a:t>placeholder			- provides a short hint to the expect value</a:t>
            </a:r>
          </a:p>
          <a:p>
            <a:pPr lvl="1" eaLnBrk="1" hangingPunct="1"/>
            <a:r>
              <a:rPr lang="en-GB" altLang="en-US" sz="1600" dirty="0" err="1"/>
              <a:t>readonly</a:t>
            </a:r>
            <a:r>
              <a:rPr lang="en-GB" altLang="en-US" sz="1600" dirty="0"/>
              <a:t>			- input field can only be read</a:t>
            </a:r>
          </a:p>
          <a:p>
            <a:pPr lvl="1" eaLnBrk="1" hangingPunct="1"/>
            <a:r>
              <a:rPr lang="en-GB" altLang="en-US" sz="1600" dirty="0"/>
              <a:t>required			- must be filled out</a:t>
            </a:r>
          </a:p>
          <a:p>
            <a:pPr lvl="1" eaLnBrk="1" hangingPunct="1"/>
            <a:r>
              <a:rPr lang="en-GB" altLang="en-US" sz="1600" dirty="0"/>
              <a:t>size				- width of the input field</a:t>
            </a:r>
          </a:p>
          <a:p>
            <a:pPr lvl="1" eaLnBrk="1" hangingPunct="1"/>
            <a:r>
              <a:rPr lang="en-GB" altLang="en-US" sz="1600" dirty="0"/>
              <a:t>step				- legal number of intervals for input field</a:t>
            </a:r>
          </a:p>
          <a:p>
            <a:pPr lvl="1" eaLnBrk="1" hangingPunct="1"/>
            <a:r>
              <a:rPr lang="en-GB" altLang="en-US" sz="1600" dirty="0"/>
              <a:t>value				- default value of an input field</a:t>
            </a:r>
          </a:p>
        </p:txBody>
      </p:sp>
    </p:spTree>
    <p:extLst>
      <p:ext uri="{BB962C8B-B14F-4D97-AF65-F5344CB8AC3E}">
        <p14:creationId xmlns:p14="http://schemas.microsoft.com/office/powerpoint/2010/main" val="17464133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CF913AC3-A2EB-60CC-3A60-0C428FF5CB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 dirty="0"/>
              <a:t>Example Forms</a:t>
            </a:r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81342D44-74E1-97A4-8589-796867BFD1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76800"/>
          </a:xfrm>
        </p:spPr>
        <p:txBody>
          <a:bodyPr/>
          <a:lstStyle/>
          <a:p>
            <a:pPr eaLnBrk="1" hangingPunct="1"/>
            <a:r>
              <a:rPr lang="en-GB" altLang="en-US" sz="2000" dirty="0">
                <a:latin typeface="+mj-lt"/>
              </a:rPr>
              <a:t>&lt;form&gt;</a:t>
            </a:r>
          </a:p>
          <a:p>
            <a:pPr marL="0" indent="0" eaLnBrk="1" hangingPunct="1">
              <a:buNone/>
            </a:pPr>
            <a:r>
              <a:rPr lang="en-GB" altLang="en-US" sz="2000" dirty="0">
                <a:latin typeface="+mj-lt"/>
              </a:rPr>
              <a:t>		Enter a date before 1980-01-01:</a:t>
            </a:r>
          </a:p>
          <a:p>
            <a:pPr marL="0" indent="0" eaLnBrk="1" hangingPunct="1">
              <a:buNone/>
            </a:pPr>
            <a:r>
              <a:rPr lang="en-GB" altLang="en-US" sz="2000" dirty="0">
                <a:latin typeface="+mj-lt"/>
              </a:rPr>
              <a:t>		&lt;input type="date" name="</a:t>
            </a:r>
            <a:r>
              <a:rPr lang="en-GB" altLang="en-US" sz="2000" dirty="0" err="1">
                <a:latin typeface="+mj-lt"/>
              </a:rPr>
              <a:t>bday</a:t>
            </a:r>
            <a:r>
              <a:rPr lang="en-GB" altLang="en-US" sz="2000" dirty="0">
                <a:latin typeface="+mj-lt"/>
              </a:rPr>
              <a:t>" max="1979-12-31"&gt;&lt;</a:t>
            </a:r>
            <a:r>
              <a:rPr lang="en-GB" altLang="en-US" sz="2000" dirty="0" err="1">
                <a:latin typeface="+mj-lt"/>
              </a:rPr>
              <a:t>br</a:t>
            </a:r>
            <a:r>
              <a:rPr lang="en-GB" altLang="en-US" sz="2000" dirty="0">
                <a:latin typeface="+mj-lt"/>
              </a:rPr>
              <a:t>&gt;</a:t>
            </a:r>
          </a:p>
          <a:p>
            <a:pPr marL="0" indent="0" eaLnBrk="1" hangingPunct="1">
              <a:buNone/>
            </a:pPr>
            <a:r>
              <a:rPr lang="en-GB" altLang="en-US" sz="2000" dirty="0">
                <a:latin typeface="+mj-lt"/>
              </a:rPr>
              <a:t>		Enter a date after 2000-01-01:</a:t>
            </a:r>
          </a:p>
          <a:p>
            <a:pPr marL="0" indent="0" eaLnBrk="1" hangingPunct="1">
              <a:buNone/>
            </a:pPr>
            <a:r>
              <a:rPr lang="en-GB" altLang="en-US" sz="2000" dirty="0">
                <a:latin typeface="+mj-lt"/>
              </a:rPr>
              <a:t>		&lt;input type="date" name="</a:t>
            </a:r>
            <a:r>
              <a:rPr lang="en-GB" altLang="en-US" sz="2000" dirty="0" err="1">
                <a:latin typeface="+mj-lt"/>
              </a:rPr>
              <a:t>bday</a:t>
            </a:r>
            <a:r>
              <a:rPr lang="en-GB" altLang="en-US" sz="2000" dirty="0">
                <a:latin typeface="+mj-lt"/>
              </a:rPr>
              <a:t>" min="2000-01-02"&gt;&lt;</a:t>
            </a:r>
            <a:r>
              <a:rPr lang="en-GB" altLang="en-US" sz="2000" dirty="0" err="1">
                <a:latin typeface="+mj-lt"/>
              </a:rPr>
              <a:t>br</a:t>
            </a:r>
            <a:r>
              <a:rPr lang="en-GB" altLang="en-US" sz="2000" dirty="0">
                <a:latin typeface="+mj-lt"/>
              </a:rPr>
              <a:t>&gt;</a:t>
            </a:r>
          </a:p>
          <a:p>
            <a:pPr marL="0" indent="0" eaLnBrk="1" hangingPunct="1">
              <a:buNone/>
            </a:pPr>
            <a:r>
              <a:rPr lang="en-GB" altLang="en-US" sz="2000" dirty="0">
                <a:latin typeface="+mj-lt"/>
              </a:rPr>
              <a:t>	&lt;/form&gt;</a:t>
            </a:r>
          </a:p>
          <a:p>
            <a:pPr marL="0" indent="0" eaLnBrk="1" hangingPunct="1">
              <a:buNone/>
            </a:pPr>
            <a:endParaRPr lang="en-GB" altLang="en-US" sz="2000" dirty="0">
              <a:latin typeface="+mj-lt"/>
            </a:endParaRPr>
          </a:p>
          <a:p>
            <a:pPr eaLnBrk="1" hangingPunct="1"/>
            <a:r>
              <a:rPr lang="en-GB" altLang="en-US" sz="2000" dirty="0">
                <a:latin typeface="+mj-lt"/>
              </a:rPr>
              <a:t>&lt;form action=""&gt;</a:t>
            </a:r>
          </a:p>
          <a:p>
            <a:pPr marL="0" indent="0" eaLnBrk="1" hangingPunct="1">
              <a:buNone/>
            </a:pPr>
            <a:r>
              <a:rPr lang="en-GB" altLang="en-US" sz="2000" dirty="0">
                <a:latin typeface="+mj-lt"/>
              </a:rPr>
              <a:t>		First name:&lt;</a:t>
            </a:r>
            <a:r>
              <a:rPr lang="en-GB" altLang="en-US" sz="2000" dirty="0" err="1">
                <a:latin typeface="+mj-lt"/>
              </a:rPr>
              <a:t>br</a:t>
            </a:r>
            <a:r>
              <a:rPr lang="en-GB" altLang="en-US" sz="2000" dirty="0">
                <a:latin typeface="+mj-lt"/>
              </a:rPr>
              <a:t>&gt;</a:t>
            </a:r>
          </a:p>
          <a:p>
            <a:pPr marL="0" indent="0" eaLnBrk="1" hangingPunct="1">
              <a:buNone/>
            </a:pPr>
            <a:r>
              <a:rPr lang="en-GB" altLang="en-US" sz="2000" dirty="0">
                <a:latin typeface="+mj-lt"/>
              </a:rPr>
              <a:t>		&lt;input type="text" name="</a:t>
            </a:r>
            <a:r>
              <a:rPr lang="en-GB" altLang="en-US" sz="2000" dirty="0" err="1">
                <a:latin typeface="+mj-lt"/>
              </a:rPr>
              <a:t>firstname</a:t>
            </a:r>
            <a:r>
              <a:rPr lang="en-GB" altLang="en-US" sz="2000" dirty="0">
                <a:latin typeface="+mj-lt"/>
              </a:rPr>
              <a:t>" value="John" </a:t>
            </a:r>
            <a:r>
              <a:rPr lang="en-GB" altLang="en-US" sz="2000" dirty="0" err="1">
                <a:latin typeface="+mj-lt"/>
              </a:rPr>
              <a:t>readonly</a:t>
            </a:r>
            <a:r>
              <a:rPr lang="en-GB" altLang="en-US" sz="2000" dirty="0">
                <a:latin typeface="+mj-lt"/>
              </a:rPr>
              <a:t>&gt;&lt;</a:t>
            </a:r>
            <a:r>
              <a:rPr lang="en-GB" altLang="en-US" sz="2000" dirty="0" err="1">
                <a:latin typeface="+mj-lt"/>
              </a:rPr>
              <a:t>br</a:t>
            </a:r>
            <a:r>
              <a:rPr lang="en-GB" altLang="en-US" sz="2000" dirty="0">
                <a:latin typeface="+mj-lt"/>
              </a:rPr>
              <a:t>&gt;</a:t>
            </a:r>
          </a:p>
          <a:p>
            <a:pPr marL="0" indent="0" eaLnBrk="1" hangingPunct="1">
              <a:buNone/>
            </a:pPr>
            <a:r>
              <a:rPr lang="en-GB" altLang="en-US" sz="2000" dirty="0">
                <a:latin typeface="+mj-lt"/>
              </a:rPr>
              <a:t>		Last name:&lt;</a:t>
            </a:r>
            <a:r>
              <a:rPr lang="en-GB" altLang="en-US" sz="2000" dirty="0" err="1">
                <a:latin typeface="+mj-lt"/>
              </a:rPr>
              <a:t>br</a:t>
            </a:r>
            <a:r>
              <a:rPr lang="en-GB" altLang="en-US" sz="2000" dirty="0">
                <a:latin typeface="+mj-lt"/>
              </a:rPr>
              <a:t>&gt;</a:t>
            </a:r>
          </a:p>
          <a:p>
            <a:pPr marL="0" indent="0" eaLnBrk="1" hangingPunct="1">
              <a:buNone/>
            </a:pPr>
            <a:r>
              <a:rPr lang="en-GB" altLang="en-US" sz="2000" dirty="0">
                <a:latin typeface="+mj-lt"/>
              </a:rPr>
              <a:t>		&lt;input type="text" name="</a:t>
            </a:r>
            <a:r>
              <a:rPr lang="en-GB" altLang="en-US" sz="2000" dirty="0" err="1">
                <a:latin typeface="+mj-lt"/>
              </a:rPr>
              <a:t>lastname</a:t>
            </a:r>
            <a:r>
              <a:rPr lang="en-GB" altLang="en-US" sz="2000" dirty="0">
                <a:latin typeface="+mj-lt"/>
              </a:rPr>
              <a:t>"&gt;</a:t>
            </a:r>
          </a:p>
          <a:p>
            <a:pPr marL="0" indent="0" eaLnBrk="1" hangingPunct="1">
              <a:buNone/>
            </a:pPr>
            <a:r>
              <a:rPr lang="en-GB" altLang="en-US" sz="2000" dirty="0">
                <a:latin typeface="+mj-lt"/>
              </a:rPr>
              <a:t>	&lt;/form&gt;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E80FF247-8686-907A-9A56-EBFA135860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C04D9E68-69C9-7ED7-124D-C4171E4C43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 dirty="0">
                <a:latin typeface="+mn-lt"/>
              </a:rPr>
              <a:t>PHP &amp; HTML Forms</a:t>
            </a:r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08E0A061-609E-BD92-34BE-0F168694D4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altLang="en-US" sz="1800" dirty="0"/>
              <a:t>One of the main uses you will have of PHP will be for handling forms. </a:t>
            </a:r>
          </a:p>
          <a:p>
            <a:pPr eaLnBrk="1" hangingPunct="1"/>
            <a:endParaRPr lang="en-GB" altLang="en-US" sz="1800" dirty="0"/>
          </a:p>
          <a:p>
            <a:pPr eaLnBrk="1" hangingPunct="1"/>
            <a:r>
              <a:rPr lang="en-GB" altLang="en-US" sz="1800" dirty="0"/>
              <a:t>PHP can handle forms with the </a:t>
            </a:r>
            <a:r>
              <a:rPr lang="en-GB" altLang="en-US" sz="1800" dirty="0" err="1"/>
              <a:t>superglobals</a:t>
            </a:r>
            <a:r>
              <a:rPr lang="en-GB" altLang="en-US" sz="1800" dirty="0"/>
              <a:t> </a:t>
            </a:r>
            <a:r>
              <a:rPr lang="en-GB" altLang="en-US" sz="1800" b="1" dirty="0"/>
              <a:t>$_GET </a:t>
            </a:r>
            <a:r>
              <a:rPr lang="en-GB" altLang="en-US" sz="1800" dirty="0"/>
              <a:t>and </a:t>
            </a:r>
            <a:r>
              <a:rPr lang="en-GB" altLang="en-US" sz="1800" b="1" dirty="0"/>
              <a:t>$_POST </a:t>
            </a:r>
            <a:r>
              <a:rPr lang="en-GB" altLang="en-US" sz="1800" dirty="0"/>
              <a:t>to collect form-data.</a:t>
            </a:r>
          </a:p>
          <a:p>
            <a:pPr eaLnBrk="1" hangingPunct="1"/>
            <a:endParaRPr lang="en-GB" altLang="en-US" sz="1800" dirty="0"/>
          </a:p>
          <a:p>
            <a:pPr eaLnBrk="1" hangingPunct="1"/>
            <a:r>
              <a:rPr lang="en-GB" altLang="en-US" sz="1800" dirty="0"/>
              <a:t>When we create forms, we can give them the action and method attributes like so:</a:t>
            </a:r>
          </a:p>
          <a:p>
            <a:pPr eaLnBrk="1" hangingPunct="1"/>
            <a:endParaRPr lang="en-GB" altLang="en-US" sz="2000" dirty="0"/>
          </a:p>
          <a:p>
            <a:pPr eaLnBrk="1" hangingPunct="1"/>
            <a:r>
              <a:rPr lang="en-GB" altLang="en-US" sz="1800" dirty="0"/>
              <a:t>&lt;form action="</a:t>
            </a:r>
            <a:r>
              <a:rPr lang="en-GB" altLang="en-US" sz="1800" dirty="0" err="1"/>
              <a:t>welcome.php</a:t>
            </a:r>
            <a:r>
              <a:rPr lang="en-GB" altLang="en-US" sz="1800" dirty="0"/>
              <a:t>" method="POST"&gt;</a:t>
            </a:r>
          </a:p>
          <a:p>
            <a:pPr marL="0" indent="0" eaLnBrk="1" hangingPunct="1">
              <a:buNone/>
            </a:pPr>
            <a:r>
              <a:rPr lang="en-GB" altLang="en-US" sz="1800" dirty="0"/>
              <a:t>	First Name: &lt;input type="text" name=“</a:t>
            </a:r>
            <a:r>
              <a:rPr lang="en-GB" altLang="en-US" sz="1800" dirty="0" err="1"/>
              <a:t>fname</a:t>
            </a:r>
            <a:r>
              <a:rPr lang="en-GB" altLang="en-US" sz="1800" dirty="0"/>
              <a:t>"&gt;&lt;</a:t>
            </a:r>
            <a:r>
              <a:rPr lang="en-GB" altLang="en-US" sz="1800" dirty="0" err="1"/>
              <a:t>br</a:t>
            </a:r>
            <a:r>
              <a:rPr lang="en-GB" altLang="en-US" sz="1800" dirty="0"/>
              <a:t>&gt;</a:t>
            </a:r>
          </a:p>
          <a:p>
            <a:pPr marL="0" indent="0" eaLnBrk="1" hangingPunct="1">
              <a:buNone/>
            </a:pPr>
            <a:r>
              <a:rPr lang="en-GB" altLang="en-US" sz="1800" dirty="0"/>
              <a:t>	E-mail: &lt;input type="text" name="email"&gt;&lt;</a:t>
            </a:r>
            <a:r>
              <a:rPr lang="en-GB" altLang="en-US" sz="1800" dirty="0" err="1"/>
              <a:t>br</a:t>
            </a:r>
            <a:r>
              <a:rPr lang="en-GB" altLang="en-US" sz="1800" dirty="0"/>
              <a:t>&gt;</a:t>
            </a:r>
          </a:p>
          <a:p>
            <a:pPr marL="0" indent="0" eaLnBrk="1" hangingPunct="1">
              <a:buNone/>
            </a:pPr>
            <a:r>
              <a:rPr lang="en-GB" altLang="en-US" sz="1800" dirty="0"/>
              <a:t>	&lt;input type="submit"&gt;</a:t>
            </a:r>
          </a:p>
          <a:p>
            <a:pPr marL="0" indent="0" eaLnBrk="1" hangingPunct="1">
              <a:buNone/>
            </a:pPr>
            <a:r>
              <a:rPr lang="en-GB" altLang="en-US" sz="1800" dirty="0"/>
              <a:t>	&lt;/form&gt;</a:t>
            </a:r>
          </a:p>
          <a:p>
            <a:pPr eaLnBrk="1" hangingPunct="1"/>
            <a:endParaRPr lang="en-GB" altLang="en-US" sz="2000" dirty="0"/>
          </a:p>
          <a:p>
            <a:pPr eaLnBrk="1" hangingPunct="1"/>
            <a:r>
              <a:rPr lang="en-GB" altLang="en-US" sz="1800" dirty="0"/>
              <a:t>When the user clicks the submit button, the form data will be sent to a PHP file named </a:t>
            </a:r>
            <a:r>
              <a:rPr lang="en-GB" altLang="en-US" sz="1800" dirty="0" err="1"/>
              <a:t>welcome.php</a:t>
            </a:r>
            <a:r>
              <a:rPr lang="en-GB" altLang="en-US" sz="1800" dirty="0"/>
              <a:t> and the form data will be sent as we used the $_POST method.</a:t>
            </a:r>
          </a:p>
        </p:txBody>
      </p:sp>
    </p:spTree>
    <p:extLst>
      <p:ext uri="{BB962C8B-B14F-4D97-AF65-F5344CB8AC3E}">
        <p14:creationId xmlns:p14="http://schemas.microsoft.com/office/powerpoint/2010/main" val="31785698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E80FF247-8686-907A-9A56-EBFA135860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C04D9E68-69C9-7ED7-124D-C4171E4C43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 dirty="0">
                <a:latin typeface="+mn-lt"/>
              </a:rPr>
              <a:t>PHP &amp; Forms</a:t>
            </a:r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08E0A061-609E-BD92-34BE-0F168694D4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altLang="en-US" sz="1800" dirty="0"/>
              <a:t>&lt;html&gt;</a:t>
            </a:r>
          </a:p>
          <a:p>
            <a:pPr marL="0" indent="0" eaLnBrk="1" hangingPunct="1">
              <a:buNone/>
            </a:pPr>
            <a:r>
              <a:rPr lang="en-GB" altLang="en-US" sz="1800" dirty="0"/>
              <a:t>	&lt;body&gt;</a:t>
            </a:r>
          </a:p>
          <a:p>
            <a:pPr marL="0" indent="0" eaLnBrk="1" hangingPunct="1">
              <a:buNone/>
            </a:pPr>
            <a:r>
              <a:rPr lang="en-GB" altLang="en-US" sz="1800" dirty="0"/>
              <a:t>		Welcome &lt;?</a:t>
            </a:r>
            <a:r>
              <a:rPr lang="en-GB" altLang="en-US" sz="1800" dirty="0" err="1"/>
              <a:t>php</a:t>
            </a:r>
            <a:r>
              <a:rPr lang="en-GB" altLang="en-US" sz="1800" dirty="0"/>
              <a:t> echo $_POST[“</a:t>
            </a:r>
            <a:r>
              <a:rPr lang="en-GB" altLang="en-US" sz="1800" dirty="0" err="1"/>
              <a:t>fname</a:t>
            </a:r>
            <a:r>
              <a:rPr lang="en-GB" altLang="en-US" sz="1800" dirty="0"/>
              <a:t>"]; ?&gt;&lt;</a:t>
            </a:r>
            <a:r>
              <a:rPr lang="en-GB" altLang="en-US" sz="1800" dirty="0" err="1"/>
              <a:t>br</a:t>
            </a:r>
            <a:r>
              <a:rPr lang="en-GB" altLang="en-US" sz="1800" dirty="0"/>
              <a:t>&gt;</a:t>
            </a:r>
          </a:p>
          <a:p>
            <a:pPr marL="0" indent="0" eaLnBrk="1" hangingPunct="1">
              <a:buNone/>
            </a:pPr>
            <a:r>
              <a:rPr lang="en-GB" altLang="en-US" sz="1800" dirty="0"/>
              <a:t>		Your email address is: &lt;?</a:t>
            </a:r>
            <a:r>
              <a:rPr lang="en-GB" altLang="en-US" sz="1800" dirty="0" err="1"/>
              <a:t>php</a:t>
            </a:r>
            <a:r>
              <a:rPr lang="en-GB" altLang="en-US" sz="1800" dirty="0"/>
              <a:t> echo $_POST["email"]; ?&gt;</a:t>
            </a:r>
          </a:p>
          <a:p>
            <a:pPr marL="0" indent="0" eaLnBrk="1" hangingPunct="1">
              <a:buNone/>
            </a:pPr>
            <a:r>
              <a:rPr lang="en-GB" altLang="en-US" sz="1800" dirty="0"/>
              <a:t>	&lt;/body&gt;</a:t>
            </a:r>
          </a:p>
          <a:p>
            <a:pPr marL="0" indent="0" eaLnBrk="1" hangingPunct="1">
              <a:buNone/>
            </a:pPr>
            <a:r>
              <a:rPr lang="en-GB" altLang="en-US" sz="1800" dirty="0"/>
              <a:t>&lt;/html&gt;</a:t>
            </a:r>
          </a:p>
          <a:p>
            <a:pPr marL="0" indent="0" eaLnBrk="1" hangingPunct="1">
              <a:buNone/>
            </a:pPr>
            <a:endParaRPr lang="en-GB" altLang="en-US" sz="1800" dirty="0"/>
          </a:p>
          <a:p>
            <a:pPr marL="0" indent="0" eaLnBrk="1" hangingPunct="1">
              <a:buNone/>
            </a:pPr>
            <a:endParaRPr lang="en-GB" altLang="en-US" sz="1800" dirty="0"/>
          </a:p>
          <a:p>
            <a:pPr marL="0" indent="0" eaLnBrk="1" hangingPunct="1">
              <a:buNone/>
            </a:pPr>
            <a:r>
              <a:rPr lang="en-GB" altLang="en-US" sz="1800" b="1" dirty="0"/>
              <a:t>Output:</a:t>
            </a:r>
          </a:p>
          <a:p>
            <a:pPr marL="0" indent="0" eaLnBrk="1" hangingPunct="1">
              <a:buNone/>
            </a:pPr>
            <a:endParaRPr lang="en-GB" altLang="en-US" sz="1800" dirty="0"/>
          </a:p>
          <a:p>
            <a:pPr marL="0" indent="0" eaLnBrk="1" hangingPunct="1">
              <a:buNone/>
            </a:pPr>
            <a:r>
              <a:rPr lang="en-GB" altLang="en-US" sz="1800" dirty="0"/>
              <a:t>Welcome John</a:t>
            </a:r>
          </a:p>
          <a:p>
            <a:pPr marL="0" indent="0" eaLnBrk="1" hangingPunct="1">
              <a:buNone/>
            </a:pPr>
            <a:r>
              <a:rPr lang="en-GB" altLang="en-US" sz="1800" dirty="0"/>
              <a:t>Your email address is john.doe@example.com</a:t>
            </a:r>
          </a:p>
        </p:txBody>
      </p:sp>
    </p:spTree>
    <p:extLst>
      <p:ext uri="{BB962C8B-B14F-4D97-AF65-F5344CB8AC3E}">
        <p14:creationId xmlns:p14="http://schemas.microsoft.com/office/powerpoint/2010/main" val="23150073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E80FF247-8686-907A-9A56-EBFA135860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C04D9E68-69C9-7ED7-124D-C4171E4C43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 dirty="0">
                <a:latin typeface="+mn-lt"/>
              </a:rPr>
              <a:t>GET VS POST</a:t>
            </a:r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08E0A061-609E-BD92-34BE-0F168694D4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altLang="en-US" sz="1800" dirty="0"/>
              <a:t>The prior example can also use GET instead of POST.</a:t>
            </a:r>
          </a:p>
          <a:p>
            <a:pPr eaLnBrk="1" hangingPunct="1"/>
            <a:r>
              <a:rPr lang="en-GB" altLang="en-US" sz="1600" dirty="0"/>
              <a:t>GET - is used to request data from a specified resource and is sent in the URL of a GET request.</a:t>
            </a:r>
          </a:p>
          <a:p>
            <a:pPr lvl="1" eaLnBrk="1" hangingPunct="1"/>
            <a:r>
              <a:rPr lang="en-GB" altLang="en-US" sz="1400" dirty="0"/>
              <a:t>GET requests can be cached</a:t>
            </a:r>
          </a:p>
          <a:p>
            <a:pPr lvl="1" eaLnBrk="1" hangingPunct="1"/>
            <a:r>
              <a:rPr lang="en-GB" altLang="en-US" sz="1400" dirty="0"/>
              <a:t>GET requests remain in the browser history</a:t>
            </a:r>
          </a:p>
          <a:p>
            <a:pPr lvl="1" eaLnBrk="1" hangingPunct="1"/>
            <a:r>
              <a:rPr lang="en-GB" altLang="en-US" sz="1400" dirty="0"/>
              <a:t>GET requests can be bookmarked</a:t>
            </a:r>
          </a:p>
          <a:p>
            <a:pPr lvl="1" eaLnBrk="1" hangingPunct="1"/>
            <a:r>
              <a:rPr lang="en-GB" altLang="en-US" sz="1400" dirty="0"/>
              <a:t>GET requests should never be used when dealing with sensitive data</a:t>
            </a:r>
          </a:p>
          <a:p>
            <a:pPr lvl="1" eaLnBrk="1" hangingPunct="1"/>
            <a:r>
              <a:rPr lang="en-GB" altLang="en-US" sz="1400" dirty="0"/>
              <a:t>GET requests have length restrictions</a:t>
            </a:r>
          </a:p>
          <a:p>
            <a:pPr lvl="1" eaLnBrk="1" hangingPunct="1"/>
            <a:r>
              <a:rPr lang="en-GB" altLang="en-US" sz="1400" dirty="0"/>
              <a:t>GET requests are only used to request data (not modify)</a:t>
            </a:r>
          </a:p>
          <a:p>
            <a:pPr eaLnBrk="1" hangingPunct="1"/>
            <a:endParaRPr lang="en-GB" altLang="en-US" sz="1800" dirty="0"/>
          </a:p>
          <a:p>
            <a:pPr eaLnBrk="1" hangingPunct="1"/>
            <a:r>
              <a:rPr lang="en-GB" altLang="en-US" sz="1600" dirty="0"/>
              <a:t>POST -  is used to send data to a server to create/update a resource and is stored in the request body of the HTTP request:</a:t>
            </a:r>
          </a:p>
          <a:p>
            <a:pPr lvl="1" eaLnBrk="1" hangingPunct="1"/>
            <a:r>
              <a:rPr lang="en-GB" altLang="en-US" sz="1400" dirty="0"/>
              <a:t>POST requests are never cached</a:t>
            </a:r>
          </a:p>
          <a:p>
            <a:pPr lvl="1" eaLnBrk="1" hangingPunct="1"/>
            <a:r>
              <a:rPr lang="en-GB" altLang="en-US" sz="1400" dirty="0"/>
              <a:t>POST requests do not remain in the browser history</a:t>
            </a:r>
          </a:p>
          <a:p>
            <a:pPr lvl="1" eaLnBrk="1" hangingPunct="1"/>
            <a:r>
              <a:rPr lang="en-GB" altLang="en-US" sz="1400" dirty="0"/>
              <a:t>POST requests cannot be bookmarked</a:t>
            </a:r>
          </a:p>
          <a:p>
            <a:pPr lvl="1" eaLnBrk="1" hangingPunct="1"/>
            <a:r>
              <a:rPr lang="en-GB" altLang="en-US" sz="1400" dirty="0"/>
              <a:t>POST requests have no restrictions on data length</a:t>
            </a:r>
          </a:p>
          <a:p>
            <a:pPr eaLnBrk="1" hangingPunct="1"/>
            <a:endParaRPr lang="en-GB" altLang="en-US" sz="1600" dirty="0"/>
          </a:p>
          <a:p>
            <a:pPr eaLnBrk="1" hangingPunct="1"/>
            <a:r>
              <a:rPr lang="en-GB" altLang="en-US" sz="1600" dirty="0"/>
              <a:t>Basically, use POST for changing server state, GET when you aren’t and never use GET for sensitive data.</a:t>
            </a:r>
          </a:p>
          <a:p>
            <a:pPr lvl="1" eaLnBrk="1" hangingPunct="1"/>
            <a:endParaRPr lang="en-GB" altLang="en-US" sz="1200" dirty="0"/>
          </a:p>
          <a:p>
            <a:pPr lvl="1" eaLnBrk="1" hangingPunct="1"/>
            <a:endParaRPr lang="en-GB" altLang="en-US" sz="1200" dirty="0"/>
          </a:p>
          <a:p>
            <a:pPr lvl="1" eaLnBrk="1" hangingPunct="1"/>
            <a:endParaRPr lang="en-GB" altLang="en-US" sz="1200" dirty="0"/>
          </a:p>
          <a:p>
            <a:pPr marL="0" indent="0" eaLnBrk="1" hangingPunct="1">
              <a:buNone/>
            </a:pPr>
            <a:endParaRPr lang="en-GB" altLang="en-US" sz="1800" dirty="0"/>
          </a:p>
          <a:p>
            <a:pPr marL="457200" lvl="1" indent="0" eaLnBrk="1" hangingPunct="1">
              <a:buNone/>
            </a:pPr>
            <a:endParaRPr lang="en-GB" altLang="en-US" sz="1400" dirty="0"/>
          </a:p>
          <a:p>
            <a:pPr lvl="1" eaLnBrk="1" hangingPunct="1"/>
            <a:endParaRPr lang="en-GB" altLang="en-US" sz="1400" dirty="0"/>
          </a:p>
          <a:p>
            <a:pPr marL="457200" lvl="1" indent="0" eaLnBrk="1" hangingPunct="1">
              <a:buNone/>
            </a:pPr>
            <a:endParaRPr lang="en-GB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12573490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E80FF247-8686-907A-9A56-EBFA135860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C04D9E68-69C9-7ED7-124D-C4171E4C43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 dirty="0"/>
              <a:t>Other HTML Request Methods</a:t>
            </a:r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08E0A061-609E-BD92-34BE-0F168694D4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2000" b="0" i="0" dirty="0">
                <a:solidFill>
                  <a:srgbClr val="000000"/>
                </a:solidFill>
                <a:effectLst/>
                <a:latin typeface="+mj-lt"/>
              </a:rPr>
              <a:t>Other HTML request methods also exist such as:</a:t>
            </a:r>
          </a:p>
          <a:p>
            <a:endParaRPr lang="en-GB" sz="2000" dirty="0">
              <a:solidFill>
                <a:srgbClr val="000000"/>
              </a:solidFill>
              <a:latin typeface="+mj-lt"/>
            </a:endParaRPr>
          </a:p>
          <a:p>
            <a:endParaRPr lang="en-GB" sz="2000" b="0" i="0" dirty="0">
              <a:solidFill>
                <a:srgbClr val="000000"/>
              </a:solidFill>
              <a:effectLst/>
              <a:latin typeface="+mj-lt"/>
            </a:endParaRPr>
          </a:p>
          <a:p>
            <a:r>
              <a:rPr lang="en-GB" sz="2000" b="0" i="0" dirty="0">
                <a:solidFill>
                  <a:srgbClr val="000000"/>
                </a:solidFill>
                <a:effectLst/>
                <a:latin typeface="+mj-lt"/>
              </a:rPr>
              <a:t>PUT			- Send to server but is idempotent 										(produces same result unlike POST)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sz="2000" b="0" i="0" dirty="0">
                <a:solidFill>
                  <a:srgbClr val="000000"/>
                </a:solidFill>
                <a:effectLst/>
                <a:latin typeface="+mj-lt"/>
              </a:rPr>
              <a:t>HEAD 		- Identical to GET, but without response.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sz="2000" b="0" i="0" dirty="0">
                <a:solidFill>
                  <a:srgbClr val="000000"/>
                </a:solidFill>
                <a:effectLst/>
                <a:latin typeface="+mj-lt"/>
              </a:rPr>
              <a:t>DELETE		- Deletes specified resource.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sz="2000" b="0" i="0" dirty="0">
                <a:solidFill>
                  <a:srgbClr val="000000"/>
                </a:solidFill>
                <a:effectLst/>
                <a:latin typeface="+mj-lt"/>
              </a:rPr>
              <a:t>PATCH		- Apply partial modifications.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sz="2000" b="0" i="0" dirty="0">
                <a:solidFill>
                  <a:srgbClr val="000000"/>
                </a:solidFill>
                <a:effectLst/>
                <a:latin typeface="+mj-lt"/>
              </a:rPr>
              <a:t>OPTIONS		- Describe communication options for target.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sz="2000" b="0" i="0" dirty="0">
                <a:solidFill>
                  <a:srgbClr val="000000"/>
                </a:solidFill>
                <a:effectLst/>
                <a:latin typeface="+mj-lt"/>
              </a:rPr>
              <a:t>CONNECT</a:t>
            </a:r>
            <a:r>
              <a:rPr lang="en-GB" sz="2000" dirty="0">
                <a:solidFill>
                  <a:srgbClr val="000000"/>
                </a:solidFill>
                <a:latin typeface="+mj-lt"/>
              </a:rPr>
              <a:t>		</a:t>
            </a:r>
            <a:r>
              <a:rPr lang="en-GB" sz="2000" b="0" i="0" dirty="0">
                <a:solidFill>
                  <a:srgbClr val="000000"/>
                </a:solidFill>
                <a:effectLst/>
                <a:latin typeface="+mj-lt"/>
              </a:rPr>
              <a:t>- Start two-way communications with resource.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rgbClr val="000000"/>
                </a:solidFill>
                <a:latin typeface="+mj-lt"/>
              </a:rPr>
              <a:t>TRACE</a:t>
            </a:r>
            <a:r>
              <a:rPr lang="en-GB" sz="2000" b="0" i="0" dirty="0">
                <a:solidFill>
                  <a:srgbClr val="000000"/>
                </a:solidFill>
                <a:effectLst/>
                <a:latin typeface="+mj-lt"/>
              </a:rPr>
              <a:t> 		- Perform a message loop-back test 									(debugging)								</a:t>
            </a:r>
            <a:endParaRPr lang="en-GB" altLang="en-US" sz="24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56880108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F5A56DE6-4F93-1651-3797-3EB61F286E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 dirty="0">
                <a:latin typeface="Arial" panose="020B0604020202020204" pitchFamily="34" charset="0"/>
              </a:rPr>
              <a:t>Sourced</a:t>
            </a:r>
          </a:p>
        </p:txBody>
      </p:sp>
      <p:sp>
        <p:nvSpPr>
          <p:cNvPr id="28675" name="Rectangle 3">
            <a:extLst>
              <a:ext uri="{FF2B5EF4-FFF2-40B4-BE49-F238E27FC236}">
                <a16:creationId xmlns:a16="http://schemas.microsoft.com/office/drawing/2014/main" id="{59967F90-AC6E-E533-0567-1BC35A0476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 eaLnBrk="1" hangingPunct="1">
              <a:buNone/>
            </a:pPr>
            <a:endParaRPr lang="en-GB" altLang="en-US" sz="2800" dirty="0">
              <a:latin typeface="Arial" panose="020B0604020202020204" pitchFamily="34" charset="0"/>
              <a:hlinkClick r:id="rId2"/>
            </a:endParaRPr>
          </a:p>
          <a:p>
            <a:pPr marL="0" indent="0" algn="ctr" eaLnBrk="1" hangingPunct="1">
              <a:buNone/>
            </a:pPr>
            <a:endParaRPr lang="en-GB" altLang="en-US" sz="2800" dirty="0">
              <a:latin typeface="Arial" panose="020B0604020202020204" pitchFamily="34" charset="0"/>
              <a:hlinkClick r:id="rId2"/>
            </a:endParaRPr>
          </a:p>
          <a:p>
            <a:pPr marL="0" indent="0" algn="ctr" eaLnBrk="1" hangingPunct="1">
              <a:buNone/>
            </a:pPr>
            <a:endParaRPr lang="en-GB" altLang="en-US" sz="2800" dirty="0">
              <a:latin typeface="Arial" panose="020B0604020202020204" pitchFamily="34" charset="0"/>
              <a:hlinkClick r:id="rId2"/>
            </a:endParaRPr>
          </a:p>
          <a:p>
            <a:pPr marL="0" indent="0" algn="ctr" eaLnBrk="1" hangingPunct="1">
              <a:buNone/>
            </a:pPr>
            <a:r>
              <a:rPr lang="en-GB" altLang="en-US" sz="2800" dirty="0">
                <a:latin typeface="Arial" panose="020B0604020202020204" pitchFamily="34" charset="0"/>
                <a:hlinkClick r:id="rId2"/>
              </a:rPr>
              <a:t>www.w3schools.com</a:t>
            </a:r>
            <a:endParaRPr lang="en-GB" altLang="en-US" sz="28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632</TotalTime>
  <Words>1928</Words>
  <Application>Microsoft Macintosh PowerPoint</Application>
  <PresentationFormat>On-screen Show (4:3)</PresentationFormat>
  <Paragraphs>274</Paragraphs>
  <Slides>22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Arial</vt:lpstr>
      <vt:lpstr>Calibri</vt:lpstr>
      <vt:lpstr>Wingdings</vt:lpstr>
      <vt:lpstr>Office Theme</vt:lpstr>
      <vt:lpstr>COM4012M – PHP</vt:lpstr>
      <vt:lpstr>PHP</vt:lpstr>
      <vt:lpstr>Why Use PHP?</vt:lpstr>
      <vt:lpstr>Using PHP</vt:lpstr>
      <vt:lpstr>Using PHP</vt:lpstr>
      <vt:lpstr>Example PHP</vt:lpstr>
      <vt:lpstr>Variables</vt:lpstr>
      <vt:lpstr>Variables</vt:lpstr>
      <vt:lpstr>For Loops</vt:lpstr>
      <vt:lpstr>For Loops</vt:lpstr>
      <vt:lpstr>If Statements</vt:lpstr>
      <vt:lpstr>If Statement</vt:lpstr>
      <vt:lpstr>Switch Statement</vt:lpstr>
      <vt:lpstr>While Loops</vt:lpstr>
      <vt:lpstr>Forms Recap</vt:lpstr>
      <vt:lpstr>HTML5 Forms</vt:lpstr>
      <vt:lpstr>Example Forms</vt:lpstr>
      <vt:lpstr>PHP &amp; HTML Forms</vt:lpstr>
      <vt:lpstr>PHP &amp; Forms</vt:lpstr>
      <vt:lpstr>GET VS POST</vt:lpstr>
      <vt:lpstr>Other HTML Request Methods</vt:lpstr>
      <vt:lpstr>Sourced</vt:lpstr>
    </vt:vector>
  </TitlesOfParts>
  <Company>York St John College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1IT060 Developing Hypermedia</dc:title>
  <dc:creator>adkins</dc:creator>
  <cp:lastModifiedBy>Bassma Al-Jubouri</cp:lastModifiedBy>
  <cp:revision>85</cp:revision>
  <dcterms:created xsi:type="dcterms:W3CDTF">2004-02-03T17:25:57Z</dcterms:created>
  <dcterms:modified xsi:type="dcterms:W3CDTF">2025-04-02T20:51:57Z</dcterms:modified>
</cp:coreProperties>
</file>