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9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0" r:id="rId15"/>
    <p:sldId id="272" r:id="rId16"/>
    <p:sldId id="291" r:id="rId17"/>
    <p:sldId id="273" r:id="rId18"/>
    <p:sldId id="274" r:id="rId19"/>
    <p:sldId id="286" r:id="rId20"/>
    <p:sldId id="275" r:id="rId21"/>
    <p:sldId id="276" r:id="rId22"/>
    <p:sldId id="279" r:id="rId23"/>
    <p:sldId id="277" r:id="rId24"/>
    <p:sldId id="278" r:id="rId25"/>
    <p:sldId id="280" r:id="rId26"/>
    <p:sldId id="281" r:id="rId27"/>
    <p:sldId id="287" r:id="rId28"/>
    <p:sldId id="288" r:id="rId29"/>
    <p:sldId id="289" r:id="rId30"/>
    <p:sldId id="282" r:id="rId31"/>
    <p:sldId id="283" r:id="rId32"/>
    <p:sldId id="284" r:id="rId3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4684"/>
  </p:normalViewPr>
  <p:slideViewPr>
    <p:cSldViewPr>
      <p:cViewPr varScale="1">
        <p:scale>
          <a:sx n="101" d="100"/>
          <a:sy n="101" d="100"/>
        </p:scale>
        <p:origin x="488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3030556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499359"/>
            <a:ext cx="3029712" cy="435864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1375" y="0"/>
            <a:ext cx="2688336" cy="68579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807719"/>
            <a:ext cx="2810256" cy="47670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771" y="1737359"/>
            <a:ext cx="116458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 u="sng">
                <a:solidFill>
                  <a:srgbClr val="0563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 u="sng">
                <a:solidFill>
                  <a:srgbClr val="0563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125470" cy="6858000"/>
          </a:xfrm>
          <a:custGeom>
            <a:avLst/>
            <a:gdLst/>
            <a:ahLst/>
            <a:cxnLst/>
            <a:rect l="l" t="t" r="r" b="b"/>
            <a:pathLst>
              <a:path w="3125470" h="6858000">
                <a:moveTo>
                  <a:pt x="1694662" y="0"/>
                </a:moveTo>
                <a:lnTo>
                  <a:pt x="0" y="0"/>
                </a:lnTo>
                <a:lnTo>
                  <a:pt x="0" y="6857999"/>
                </a:lnTo>
                <a:lnTo>
                  <a:pt x="1694662" y="6857999"/>
                </a:lnTo>
                <a:lnTo>
                  <a:pt x="1790852" y="6775778"/>
                </a:lnTo>
                <a:lnTo>
                  <a:pt x="1822912" y="6746498"/>
                </a:lnTo>
                <a:lnTo>
                  <a:pt x="1854675" y="6716687"/>
                </a:lnTo>
                <a:lnTo>
                  <a:pt x="1886136" y="6686348"/>
                </a:lnTo>
                <a:lnTo>
                  <a:pt x="1917292" y="6655488"/>
                </a:lnTo>
                <a:lnTo>
                  <a:pt x="1948140" y="6624110"/>
                </a:lnTo>
                <a:lnTo>
                  <a:pt x="1978675" y="6592219"/>
                </a:lnTo>
                <a:lnTo>
                  <a:pt x="2008895" y="6559821"/>
                </a:lnTo>
                <a:lnTo>
                  <a:pt x="2038795" y="6526920"/>
                </a:lnTo>
                <a:lnTo>
                  <a:pt x="2068372" y="6493521"/>
                </a:lnTo>
                <a:lnTo>
                  <a:pt x="2097622" y="6459629"/>
                </a:lnTo>
                <a:lnTo>
                  <a:pt x="2126542" y="6425248"/>
                </a:lnTo>
                <a:lnTo>
                  <a:pt x="2155129" y="6390384"/>
                </a:lnTo>
                <a:lnTo>
                  <a:pt x="2183378" y="6355041"/>
                </a:lnTo>
                <a:lnTo>
                  <a:pt x="2211285" y="6319224"/>
                </a:lnTo>
                <a:lnTo>
                  <a:pt x="2238848" y="6282937"/>
                </a:lnTo>
                <a:lnTo>
                  <a:pt x="2266063" y="6246187"/>
                </a:lnTo>
                <a:lnTo>
                  <a:pt x="2292926" y="6208976"/>
                </a:lnTo>
                <a:lnTo>
                  <a:pt x="2319433" y="6171311"/>
                </a:lnTo>
                <a:lnTo>
                  <a:pt x="2345581" y="6133196"/>
                </a:lnTo>
                <a:lnTo>
                  <a:pt x="2371367" y="6094636"/>
                </a:lnTo>
                <a:lnTo>
                  <a:pt x="2396786" y="6055636"/>
                </a:lnTo>
                <a:lnTo>
                  <a:pt x="2421835" y="6016199"/>
                </a:lnTo>
                <a:lnTo>
                  <a:pt x="2446511" y="5976333"/>
                </a:lnTo>
                <a:lnTo>
                  <a:pt x="2470810" y="5936040"/>
                </a:lnTo>
                <a:lnTo>
                  <a:pt x="2494728" y="5895326"/>
                </a:lnTo>
                <a:lnTo>
                  <a:pt x="2518261" y="5854196"/>
                </a:lnTo>
                <a:lnTo>
                  <a:pt x="2541406" y="5812654"/>
                </a:lnTo>
                <a:lnTo>
                  <a:pt x="2564160" y="5770706"/>
                </a:lnTo>
                <a:lnTo>
                  <a:pt x="2586519" y="5728356"/>
                </a:lnTo>
                <a:lnTo>
                  <a:pt x="2608479" y="5685609"/>
                </a:lnTo>
                <a:lnTo>
                  <a:pt x="2630037" y="5642469"/>
                </a:lnTo>
                <a:lnTo>
                  <a:pt x="2651188" y="5598942"/>
                </a:lnTo>
                <a:lnTo>
                  <a:pt x="2671930" y="5555033"/>
                </a:lnTo>
                <a:lnTo>
                  <a:pt x="2692259" y="5510745"/>
                </a:lnTo>
                <a:lnTo>
                  <a:pt x="2712171" y="5466085"/>
                </a:lnTo>
                <a:lnTo>
                  <a:pt x="2731662" y="5421056"/>
                </a:lnTo>
                <a:lnTo>
                  <a:pt x="2750730" y="5375664"/>
                </a:lnTo>
                <a:lnTo>
                  <a:pt x="2769370" y="5329914"/>
                </a:lnTo>
                <a:lnTo>
                  <a:pt x="2787578" y="5283809"/>
                </a:lnTo>
                <a:lnTo>
                  <a:pt x="2805352" y="5237356"/>
                </a:lnTo>
                <a:lnTo>
                  <a:pt x="2822687" y="5190559"/>
                </a:lnTo>
                <a:lnTo>
                  <a:pt x="2839581" y="5143422"/>
                </a:lnTo>
                <a:lnTo>
                  <a:pt x="2856028" y="5095950"/>
                </a:lnTo>
                <a:lnTo>
                  <a:pt x="2872026" y="5048149"/>
                </a:lnTo>
                <a:lnTo>
                  <a:pt x="2887572" y="5000023"/>
                </a:lnTo>
                <a:lnTo>
                  <a:pt x="2902661" y="4951577"/>
                </a:lnTo>
                <a:lnTo>
                  <a:pt x="2917290" y="4902815"/>
                </a:lnTo>
                <a:lnTo>
                  <a:pt x="2931455" y="4853743"/>
                </a:lnTo>
                <a:lnTo>
                  <a:pt x="2945152" y="4804365"/>
                </a:lnTo>
                <a:lnTo>
                  <a:pt x="2958379" y="4754687"/>
                </a:lnTo>
                <a:lnTo>
                  <a:pt x="2971132" y="4704712"/>
                </a:lnTo>
                <a:lnTo>
                  <a:pt x="2983406" y="4654446"/>
                </a:lnTo>
                <a:lnTo>
                  <a:pt x="2995198" y="4603894"/>
                </a:lnTo>
                <a:lnTo>
                  <a:pt x="3006505" y="4553060"/>
                </a:lnTo>
                <a:lnTo>
                  <a:pt x="3017324" y="4501949"/>
                </a:lnTo>
                <a:lnTo>
                  <a:pt x="3027649" y="4450566"/>
                </a:lnTo>
                <a:lnTo>
                  <a:pt x="3037479" y="4398916"/>
                </a:lnTo>
                <a:lnTo>
                  <a:pt x="3046808" y="4347003"/>
                </a:lnTo>
                <a:lnTo>
                  <a:pt x="3055635" y="4294833"/>
                </a:lnTo>
                <a:lnTo>
                  <a:pt x="3063954" y="4242410"/>
                </a:lnTo>
                <a:lnTo>
                  <a:pt x="3071763" y="4189739"/>
                </a:lnTo>
                <a:lnTo>
                  <a:pt x="3079057" y="4136825"/>
                </a:lnTo>
                <a:lnTo>
                  <a:pt x="3085834" y="4083672"/>
                </a:lnTo>
                <a:lnTo>
                  <a:pt x="3092089" y="4030286"/>
                </a:lnTo>
                <a:lnTo>
                  <a:pt x="3097820" y="3976671"/>
                </a:lnTo>
                <a:lnTo>
                  <a:pt x="3103021" y="3922832"/>
                </a:lnTo>
                <a:lnTo>
                  <a:pt x="3107691" y="3868775"/>
                </a:lnTo>
                <a:lnTo>
                  <a:pt x="3111824" y="3814502"/>
                </a:lnTo>
                <a:lnTo>
                  <a:pt x="3115418" y="3760021"/>
                </a:lnTo>
                <a:lnTo>
                  <a:pt x="3118469" y="3705334"/>
                </a:lnTo>
                <a:lnTo>
                  <a:pt x="3120974" y="3650448"/>
                </a:lnTo>
                <a:lnTo>
                  <a:pt x="3122928" y="3595366"/>
                </a:lnTo>
                <a:lnTo>
                  <a:pt x="3124328" y="3540095"/>
                </a:lnTo>
                <a:lnTo>
                  <a:pt x="3125171" y="3484637"/>
                </a:lnTo>
                <a:lnTo>
                  <a:pt x="3125453" y="3429000"/>
                </a:lnTo>
                <a:lnTo>
                  <a:pt x="3125171" y="3373362"/>
                </a:lnTo>
                <a:lnTo>
                  <a:pt x="3124328" y="3317904"/>
                </a:lnTo>
                <a:lnTo>
                  <a:pt x="3122928" y="3262633"/>
                </a:lnTo>
                <a:lnTo>
                  <a:pt x="3120974" y="3207551"/>
                </a:lnTo>
                <a:lnTo>
                  <a:pt x="3118469" y="3152665"/>
                </a:lnTo>
                <a:lnTo>
                  <a:pt x="3115418" y="3097979"/>
                </a:lnTo>
                <a:lnTo>
                  <a:pt x="3111824" y="3043497"/>
                </a:lnTo>
                <a:lnTo>
                  <a:pt x="3107691" y="2989225"/>
                </a:lnTo>
                <a:lnTo>
                  <a:pt x="3103021" y="2935167"/>
                </a:lnTo>
                <a:lnTo>
                  <a:pt x="3097820" y="2881328"/>
                </a:lnTo>
                <a:lnTo>
                  <a:pt x="3092089" y="2827713"/>
                </a:lnTo>
                <a:lnTo>
                  <a:pt x="3085834" y="2774327"/>
                </a:lnTo>
                <a:lnTo>
                  <a:pt x="3079057" y="2721174"/>
                </a:lnTo>
                <a:lnTo>
                  <a:pt x="3071763" y="2668260"/>
                </a:lnTo>
                <a:lnTo>
                  <a:pt x="3063954" y="2615589"/>
                </a:lnTo>
                <a:lnTo>
                  <a:pt x="3055635" y="2563166"/>
                </a:lnTo>
                <a:lnTo>
                  <a:pt x="3046808" y="2510996"/>
                </a:lnTo>
                <a:lnTo>
                  <a:pt x="3037479" y="2459084"/>
                </a:lnTo>
                <a:lnTo>
                  <a:pt x="3027649" y="2407434"/>
                </a:lnTo>
                <a:lnTo>
                  <a:pt x="3017324" y="2356051"/>
                </a:lnTo>
                <a:lnTo>
                  <a:pt x="3006505" y="2304940"/>
                </a:lnTo>
                <a:lnTo>
                  <a:pt x="2995198" y="2254106"/>
                </a:lnTo>
                <a:lnTo>
                  <a:pt x="2983406" y="2203553"/>
                </a:lnTo>
                <a:lnTo>
                  <a:pt x="2971132" y="2153287"/>
                </a:lnTo>
                <a:lnTo>
                  <a:pt x="2958379" y="2103313"/>
                </a:lnTo>
                <a:lnTo>
                  <a:pt x="2945152" y="2053634"/>
                </a:lnTo>
                <a:lnTo>
                  <a:pt x="2931455" y="2004256"/>
                </a:lnTo>
                <a:lnTo>
                  <a:pt x="2917290" y="1955184"/>
                </a:lnTo>
                <a:lnTo>
                  <a:pt x="2902661" y="1906423"/>
                </a:lnTo>
                <a:lnTo>
                  <a:pt x="2887572" y="1857977"/>
                </a:lnTo>
                <a:lnTo>
                  <a:pt x="2872026" y="1809850"/>
                </a:lnTo>
                <a:lnTo>
                  <a:pt x="2856028" y="1762049"/>
                </a:lnTo>
                <a:lnTo>
                  <a:pt x="2839581" y="1714578"/>
                </a:lnTo>
                <a:lnTo>
                  <a:pt x="2822687" y="1667441"/>
                </a:lnTo>
                <a:lnTo>
                  <a:pt x="2805352" y="1620644"/>
                </a:lnTo>
                <a:lnTo>
                  <a:pt x="2787578" y="1574190"/>
                </a:lnTo>
                <a:lnTo>
                  <a:pt x="2769370" y="1528086"/>
                </a:lnTo>
                <a:lnTo>
                  <a:pt x="2750730" y="1482335"/>
                </a:lnTo>
                <a:lnTo>
                  <a:pt x="2731662" y="1436943"/>
                </a:lnTo>
                <a:lnTo>
                  <a:pt x="2712171" y="1391915"/>
                </a:lnTo>
                <a:lnTo>
                  <a:pt x="2692259" y="1347254"/>
                </a:lnTo>
                <a:lnTo>
                  <a:pt x="2671930" y="1302967"/>
                </a:lnTo>
                <a:lnTo>
                  <a:pt x="2651188" y="1259057"/>
                </a:lnTo>
                <a:lnTo>
                  <a:pt x="2630037" y="1215531"/>
                </a:lnTo>
                <a:lnTo>
                  <a:pt x="2608479" y="1172391"/>
                </a:lnTo>
                <a:lnTo>
                  <a:pt x="2586519" y="1129644"/>
                </a:lnTo>
                <a:lnTo>
                  <a:pt x="2564160" y="1087294"/>
                </a:lnTo>
                <a:lnTo>
                  <a:pt x="2541406" y="1045345"/>
                </a:lnTo>
                <a:lnTo>
                  <a:pt x="2518261" y="1003804"/>
                </a:lnTo>
                <a:lnTo>
                  <a:pt x="2494728" y="962674"/>
                </a:lnTo>
                <a:lnTo>
                  <a:pt x="2470810" y="921960"/>
                </a:lnTo>
                <a:lnTo>
                  <a:pt x="2446511" y="881667"/>
                </a:lnTo>
                <a:lnTo>
                  <a:pt x="2421835" y="841801"/>
                </a:lnTo>
                <a:lnTo>
                  <a:pt x="2396786" y="802365"/>
                </a:lnTo>
                <a:lnTo>
                  <a:pt x="2371367" y="763364"/>
                </a:lnTo>
                <a:lnTo>
                  <a:pt x="2345581" y="724804"/>
                </a:lnTo>
                <a:lnTo>
                  <a:pt x="2319433" y="686689"/>
                </a:lnTo>
                <a:lnTo>
                  <a:pt x="2292926" y="649024"/>
                </a:lnTo>
                <a:lnTo>
                  <a:pt x="2266063" y="611814"/>
                </a:lnTo>
                <a:lnTo>
                  <a:pt x="2238848" y="575063"/>
                </a:lnTo>
                <a:lnTo>
                  <a:pt x="2211285" y="538777"/>
                </a:lnTo>
                <a:lnTo>
                  <a:pt x="2183378" y="502959"/>
                </a:lnTo>
                <a:lnTo>
                  <a:pt x="2155129" y="467616"/>
                </a:lnTo>
                <a:lnTo>
                  <a:pt x="2126542" y="432752"/>
                </a:lnTo>
                <a:lnTo>
                  <a:pt x="2097622" y="398371"/>
                </a:lnTo>
                <a:lnTo>
                  <a:pt x="2068372" y="364479"/>
                </a:lnTo>
                <a:lnTo>
                  <a:pt x="2038795" y="331080"/>
                </a:lnTo>
                <a:lnTo>
                  <a:pt x="2008895" y="298179"/>
                </a:lnTo>
                <a:lnTo>
                  <a:pt x="1978675" y="265781"/>
                </a:lnTo>
                <a:lnTo>
                  <a:pt x="1948140" y="233891"/>
                </a:lnTo>
                <a:lnTo>
                  <a:pt x="1917292" y="202513"/>
                </a:lnTo>
                <a:lnTo>
                  <a:pt x="1886136" y="171652"/>
                </a:lnTo>
                <a:lnTo>
                  <a:pt x="1854675" y="141313"/>
                </a:lnTo>
                <a:lnTo>
                  <a:pt x="1822912" y="111502"/>
                </a:lnTo>
                <a:lnTo>
                  <a:pt x="1790852" y="82222"/>
                </a:lnTo>
                <a:lnTo>
                  <a:pt x="1694662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14221" y="1625600"/>
            <a:ext cx="4763770" cy="930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4221" y="2604008"/>
            <a:ext cx="4970780" cy="1501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 u="sng">
                <a:solidFill>
                  <a:srgbClr val="0563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69963" y="6449957"/>
            <a:ext cx="204746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uxmastery.com/how-to-conduct-a-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uxmastery.com/how-to-conduct-a-content-audit/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uxmastery.com/how-to-conduct-a-content-audit/" TargetMode="Externa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dging-the-gap.com/functional-specification/" TargetMode="External"/><Relationship Id="rId2" Type="http://schemas.openxmlformats.org/officeDocument/2006/relationships/hyperlink" Target="https://www.joelonsoftware.com/2000/10/15/painless-functional-specifications-part-4-tip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9144000" cy="4352925"/>
            <a:chOff x="0" y="0"/>
            <a:chExt cx="9144000" cy="4352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435254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376" y="0"/>
              <a:ext cx="8802624" cy="4352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6406896" cy="43525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2648" y="0"/>
              <a:ext cx="4075176" cy="331317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64858" y="2352547"/>
            <a:ext cx="5042535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810"/>
              </a:lnSpc>
              <a:spcBef>
                <a:spcPts val="100"/>
              </a:spcBef>
            </a:pPr>
            <a:r>
              <a:rPr sz="4200" dirty="0">
                <a:solidFill>
                  <a:srgbClr val="FFFFFF"/>
                </a:solidFill>
                <a:latin typeface="Calibri Light"/>
                <a:cs typeface="Calibri Light"/>
              </a:rPr>
              <a:t>Week</a:t>
            </a:r>
            <a:r>
              <a:rPr sz="4200" spc="-2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lang="en-GB" sz="4200" spc="-50" dirty="0">
                <a:solidFill>
                  <a:srgbClr val="FFFFFF"/>
                </a:solidFill>
                <a:latin typeface="Calibri Light"/>
                <a:cs typeface="Calibri Light"/>
              </a:rPr>
              <a:t>4</a:t>
            </a:r>
            <a:endParaRPr sz="4200" dirty="0">
              <a:latin typeface="Calibri Light"/>
              <a:cs typeface="Calibri Light"/>
            </a:endParaRPr>
          </a:p>
          <a:p>
            <a:pPr marL="12700">
              <a:lnSpc>
                <a:spcPts val="4810"/>
              </a:lnSpc>
            </a:pPr>
            <a:r>
              <a:rPr sz="4200" dirty="0">
                <a:solidFill>
                  <a:srgbClr val="FFFFFF"/>
                </a:solidFill>
                <a:latin typeface="Calibri Light"/>
                <a:cs typeface="Calibri Light"/>
              </a:rPr>
              <a:t>User</a:t>
            </a:r>
            <a:r>
              <a:rPr sz="4200" spc="-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200" dirty="0">
                <a:solidFill>
                  <a:srgbClr val="FFFFFF"/>
                </a:solidFill>
                <a:latin typeface="Calibri Light"/>
                <a:cs typeface="Calibri Light"/>
              </a:rPr>
              <a:t>Experience:</a:t>
            </a:r>
            <a:r>
              <a:rPr sz="4200" spc="-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200" spc="-10" dirty="0">
                <a:solidFill>
                  <a:srgbClr val="FFFFFF"/>
                </a:solidFill>
                <a:latin typeface="Calibri Light"/>
                <a:cs typeface="Calibri Light"/>
              </a:rPr>
              <a:t>Scope</a:t>
            </a:r>
            <a:endParaRPr sz="4200" dirty="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1750" y="5181092"/>
            <a:ext cx="2739390" cy="335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6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COM4012M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02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4292" y="6526276"/>
            <a:ext cx="901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7F7F7F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7999"/>
                </a:lnTo>
                <a:lnTo>
                  <a:pt x="9144000" y="6857999"/>
                </a:lnTo>
                <a:lnTo>
                  <a:pt x="9144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3682" y="714562"/>
            <a:ext cx="3055620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spc="50" dirty="0">
                <a:latin typeface="Calibri Light"/>
                <a:cs typeface="Calibri Light"/>
              </a:rPr>
              <a:t>UX</a:t>
            </a:r>
            <a:r>
              <a:rPr sz="3200" spc="114" dirty="0">
                <a:latin typeface="Calibri Light"/>
                <a:cs typeface="Calibri Light"/>
              </a:rPr>
              <a:t> </a:t>
            </a:r>
            <a:r>
              <a:rPr sz="3200" dirty="0">
                <a:latin typeface="Calibri Light"/>
                <a:cs typeface="Calibri Light"/>
              </a:rPr>
              <a:t>Design</a:t>
            </a:r>
            <a:r>
              <a:rPr sz="3200" spc="110" dirty="0">
                <a:latin typeface="Calibri Light"/>
                <a:cs typeface="Calibri Light"/>
              </a:rPr>
              <a:t> </a:t>
            </a:r>
            <a:r>
              <a:rPr sz="3200" dirty="0">
                <a:latin typeface="Calibri Light"/>
                <a:cs typeface="Calibri Light"/>
              </a:rPr>
              <a:t>-</a:t>
            </a:r>
            <a:r>
              <a:rPr sz="3200" spc="110" dirty="0">
                <a:latin typeface="Calibri Light"/>
                <a:cs typeface="Calibri Light"/>
              </a:rPr>
              <a:t> </a:t>
            </a:r>
            <a:r>
              <a:rPr sz="3200" spc="-20" dirty="0">
                <a:latin typeface="Calibri Light"/>
                <a:cs typeface="Calibri Light"/>
              </a:rPr>
              <a:t>Scope</a:t>
            </a:r>
            <a:endParaRPr sz="3200">
              <a:latin typeface="Calibri Light"/>
              <a:cs typeface="Calibri Light"/>
            </a:endParaRPr>
          </a:p>
        </p:txBody>
      </p:sp>
      <p:grpSp>
        <p:nvGrpSpPr>
          <p:cNvPr id="4" name="object 4" descr="UXD design"/>
          <p:cNvGrpSpPr/>
          <p:nvPr/>
        </p:nvGrpSpPr>
        <p:grpSpPr>
          <a:xfrm>
            <a:off x="1109266" y="1341437"/>
            <a:ext cx="5502910" cy="5218430"/>
            <a:chOff x="1109266" y="1341437"/>
            <a:chExt cx="5502910" cy="52184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9975" y="1341437"/>
              <a:ext cx="4271962" cy="52181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5616" y="4797151"/>
              <a:ext cx="1431925" cy="542290"/>
            </a:xfrm>
            <a:custGeom>
              <a:avLst/>
              <a:gdLst/>
              <a:ahLst/>
              <a:cxnLst/>
              <a:rect l="l" t="t" r="r" b="b"/>
              <a:pathLst>
                <a:path w="1431925" h="542289">
                  <a:moveTo>
                    <a:pt x="1160618" y="0"/>
                  </a:moveTo>
                  <a:lnTo>
                    <a:pt x="1160618" y="135501"/>
                  </a:lnTo>
                  <a:lnTo>
                    <a:pt x="0" y="135501"/>
                  </a:lnTo>
                  <a:lnTo>
                    <a:pt x="0" y="406506"/>
                  </a:lnTo>
                  <a:lnTo>
                    <a:pt x="1160618" y="406506"/>
                  </a:lnTo>
                  <a:lnTo>
                    <a:pt x="1160618" y="542008"/>
                  </a:lnTo>
                  <a:lnTo>
                    <a:pt x="1431621" y="271005"/>
                  </a:lnTo>
                  <a:lnTo>
                    <a:pt x="1160618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15616" y="4797151"/>
              <a:ext cx="1431925" cy="542290"/>
            </a:xfrm>
            <a:custGeom>
              <a:avLst/>
              <a:gdLst/>
              <a:ahLst/>
              <a:cxnLst/>
              <a:rect l="l" t="t" r="r" b="b"/>
              <a:pathLst>
                <a:path w="1431925" h="542289">
                  <a:moveTo>
                    <a:pt x="0" y="135501"/>
                  </a:moveTo>
                  <a:lnTo>
                    <a:pt x="1160619" y="135501"/>
                  </a:lnTo>
                  <a:lnTo>
                    <a:pt x="1160619" y="0"/>
                  </a:lnTo>
                  <a:lnTo>
                    <a:pt x="1431622" y="271004"/>
                  </a:lnTo>
                  <a:lnTo>
                    <a:pt x="1160619" y="542008"/>
                  </a:lnTo>
                  <a:lnTo>
                    <a:pt x="1160619" y="406506"/>
                  </a:lnTo>
                  <a:lnTo>
                    <a:pt x="0" y="406506"/>
                  </a:lnTo>
                  <a:lnTo>
                    <a:pt x="0" y="135501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352790" y="6444488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739" y="6537452"/>
            <a:ext cx="2018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Garrett,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2002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3384550" cy="6858000"/>
          </a:xfrm>
          <a:custGeom>
            <a:avLst/>
            <a:gdLst/>
            <a:ahLst/>
            <a:cxnLst/>
            <a:rect l="l" t="t" r="r" b="b"/>
            <a:pathLst>
              <a:path w="3384550" h="6858000">
                <a:moveTo>
                  <a:pt x="1934644" y="0"/>
                </a:moveTo>
                <a:lnTo>
                  <a:pt x="0" y="0"/>
                </a:lnTo>
                <a:lnTo>
                  <a:pt x="0" y="6857999"/>
                </a:lnTo>
                <a:lnTo>
                  <a:pt x="1934644" y="6857999"/>
                </a:lnTo>
                <a:lnTo>
                  <a:pt x="1970670" y="6828539"/>
                </a:lnTo>
                <a:lnTo>
                  <a:pt x="2003603" y="6800673"/>
                </a:lnTo>
                <a:lnTo>
                  <a:pt x="2036245" y="6772256"/>
                </a:lnTo>
                <a:lnTo>
                  <a:pt x="2068592" y="6743293"/>
                </a:lnTo>
                <a:lnTo>
                  <a:pt x="2100640" y="6713788"/>
                </a:lnTo>
                <a:lnTo>
                  <a:pt x="2132385" y="6683746"/>
                </a:lnTo>
                <a:lnTo>
                  <a:pt x="2163824" y="6653173"/>
                </a:lnTo>
                <a:lnTo>
                  <a:pt x="2194954" y="6622073"/>
                </a:lnTo>
                <a:lnTo>
                  <a:pt x="2225770" y="6590451"/>
                </a:lnTo>
                <a:lnTo>
                  <a:pt x="2256269" y="6558312"/>
                </a:lnTo>
                <a:lnTo>
                  <a:pt x="2286447" y="6525661"/>
                </a:lnTo>
                <a:lnTo>
                  <a:pt x="2316300" y="6492503"/>
                </a:lnTo>
                <a:lnTo>
                  <a:pt x="2345825" y="6458843"/>
                </a:lnTo>
                <a:lnTo>
                  <a:pt x="2375018" y="6424685"/>
                </a:lnTo>
                <a:lnTo>
                  <a:pt x="2403876" y="6390035"/>
                </a:lnTo>
                <a:lnTo>
                  <a:pt x="2432394" y="6354897"/>
                </a:lnTo>
                <a:lnTo>
                  <a:pt x="2460570" y="6319277"/>
                </a:lnTo>
                <a:lnTo>
                  <a:pt x="2488398" y="6283179"/>
                </a:lnTo>
                <a:lnTo>
                  <a:pt x="2515876" y="6246609"/>
                </a:lnTo>
                <a:lnTo>
                  <a:pt x="2543001" y="6209570"/>
                </a:lnTo>
                <a:lnTo>
                  <a:pt x="2569767" y="6172069"/>
                </a:lnTo>
                <a:lnTo>
                  <a:pt x="2596172" y="6134109"/>
                </a:lnTo>
                <a:lnTo>
                  <a:pt x="2622212" y="6095697"/>
                </a:lnTo>
                <a:lnTo>
                  <a:pt x="2647884" y="6056836"/>
                </a:lnTo>
                <a:lnTo>
                  <a:pt x="2673182" y="6017532"/>
                </a:lnTo>
                <a:lnTo>
                  <a:pt x="2698105" y="5977790"/>
                </a:lnTo>
                <a:lnTo>
                  <a:pt x="2722648" y="5937614"/>
                </a:lnTo>
                <a:lnTo>
                  <a:pt x="2746807" y="5897010"/>
                </a:lnTo>
                <a:lnTo>
                  <a:pt x="2770579" y="5855982"/>
                </a:lnTo>
                <a:lnTo>
                  <a:pt x="2793960" y="5814536"/>
                </a:lnTo>
                <a:lnTo>
                  <a:pt x="2816947" y="5772675"/>
                </a:lnTo>
                <a:lnTo>
                  <a:pt x="2839535" y="5730406"/>
                </a:lnTo>
                <a:lnTo>
                  <a:pt x="2861722" y="5687733"/>
                </a:lnTo>
                <a:lnTo>
                  <a:pt x="2883503" y="5644661"/>
                </a:lnTo>
                <a:lnTo>
                  <a:pt x="2904874" y="5601194"/>
                </a:lnTo>
                <a:lnTo>
                  <a:pt x="2925832" y="5557338"/>
                </a:lnTo>
                <a:lnTo>
                  <a:pt x="2946374" y="5513098"/>
                </a:lnTo>
                <a:lnTo>
                  <a:pt x="2966496" y="5468479"/>
                </a:lnTo>
                <a:lnTo>
                  <a:pt x="2986193" y="5423485"/>
                </a:lnTo>
                <a:lnTo>
                  <a:pt x="3005463" y="5378122"/>
                </a:lnTo>
                <a:lnTo>
                  <a:pt x="3024301" y="5332394"/>
                </a:lnTo>
                <a:lnTo>
                  <a:pt x="3042704" y="5286306"/>
                </a:lnTo>
                <a:lnTo>
                  <a:pt x="3060668" y="5239863"/>
                </a:lnTo>
                <a:lnTo>
                  <a:pt x="3078190" y="5193071"/>
                </a:lnTo>
                <a:lnTo>
                  <a:pt x="3095266" y="5145933"/>
                </a:lnTo>
                <a:lnTo>
                  <a:pt x="3111892" y="5098455"/>
                </a:lnTo>
                <a:lnTo>
                  <a:pt x="3128064" y="5050642"/>
                </a:lnTo>
                <a:lnTo>
                  <a:pt x="3143779" y="5002499"/>
                </a:lnTo>
                <a:lnTo>
                  <a:pt x="3159033" y="4954031"/>
                </a:lnTo>
                <a:lnTo>
                  <a:pt x="3173823" y="4905242"/>
                </a:lnTo>
                <a:lnTo>
                  <a:pt x="3188144" y="4856137"/>
                </a:lnTo>
                <a:lnTo>
                  <a:pt x="3201994" y="4806722"/>
                </a:lnTo>
                <a:lnTo>
                  <a:pt x="3215367" y="4757002"/>
                </a:lnTo>
                <a:lnTo>
                  <a:pt x="3228262" y="4706980"/>
                </a:lnTo>
                <a:lnTo>
                  <a:pt x="3240673" y="4656662"/>
                </a:lnTo>
                <a:lnTo>
                  <a:pt x="3252598" y="4606054"/>
                </a:lnTo>
                <a:lnTo>
                  <a:pt x="3264032" y="4555160"/>
                </a:lnTo>
                <a:lnTo>
                  <a:pt x="3274972" y="4503984"/>
                </a:lnTo>
                <a:lnTo>
                  <a:pt x="3285415" y="4452532"/>
                </a:lnTo>
                <a:lnTo>
                  <a:pt x="3295356" y="4400809"/>
                </a:lnTo>
                <a:lnTo>
                  <a:pt x="3304792" y="4348819"/>
                </a:lnTo>
                <a:lnTo>
                  <a:pt x="3313719" y="4296568"/>
                </a:lnTo>
                <a:lnTo>
                  <a:pt x="3322134" y="4244061"/>
                </a:lnTo>
                <a:lnTo>
                  <a:pt x="3330032" y="4191302"/>
                </a:lnTo>
                <a:lnTo>
                  <a:pt x="3337411" y="4138296"/>
                </a:lnTo>
                <a:lnTo>
                  <a:pt x="3344266" y="4085048"/>
                </a:lnTo>
                <a:lnTo>
                  <a:pt x="3350594" y="4031563"/>
                </a:lnTo>
                <a:lnTo>
                  <a:pt x="3356391" y="3977846"/>
                </a:lnTo>
                <a:lnTo>
                  <a:pt x="3361653" y="3923902"/>
                </a:lnTo>
                <a:lnTo>
                  <a:pt x="3366377" y="3869736"/>
                </a:lnTo>
                <a:lnTo>
                  <a:pt x="3370559" y="3815353"/>
                </a:lnTo>
                <a:lnTo>
                  <a:pt x="3374195" y="3760758"/>
                </a:lnTo>
                <a:lnTo>
                  <a:pt x="3377283" y="3705954"/>
                </a:lnTo>
                <a:lnTo>
                  <a:pt x="3379817" y="3650949"/>
                </a:lnTo>
                <a:lnTo>
                  <a:pt x="3381794" y="3595746"/>
                </a:lnTo>
                <a:lnTo>
                  <a:pt x="3383211" y="3540350"/>
                </a:lnTo>
                <a:lnTo>
                  <a:pt x="3384064" y="3484766"/>
                </a:lnTo>
                <a:lnTo>
                  <a:pt x="3384349" y="3429000"/>
                </a:lnTo>
                <a:lnTo>
                  <a:pt x="3384064" y="3373233"/>
                </a:lnTo>
                <a:lnTo>
                  <a:pt x="3383211" y="3317649"/>
                </a:lnTo>
                <a:lnTo>
                  <a:pt x="3381794" y="3262253"/>
                </a:lnTo>
                <a:lnTo>
                  <a:pt x="3379817" y="3207050"/>
                </a:lnTo>
                <a:lnTo>
                  <a:pt x="3377283" y="3152045"/>
                </a:lnTo>
                <a:lnTo>
                  <a:pt x="3374195" y="3097241"/>
                </a:lnTo>
                <a:lnTo>
                  <a:pt x="3370559" y="3042646"/>
                </a:lnTo>
                <a:lnTo>
                  <a:pt x="3366377" y="2988263"/>
                </a:lnTo>
                <a:lnTo>
                  <a:pt x="3361653" y="2934097"/>
                </a:lnTo>
                <a:lnTo>
                  <a:pt x="3356391" y="2880153"/>
                </a:lnTo>
                <a:lnTo>
                  <a:pt x="3350594" y="2826436"/>
                </a:lnTo>
                <a:lnTo>
                  <a:pt x="3344266" y="2772951"/>
                </a:lnTo>
                <a:lnTo>
                  <a:pt x="3337411" y="2719703"/>
                </a:lnTo>
                <a:lnTo>
                  <a:pt x="3330032" y="2666697"/>
                </a:lnTo>
                <a:lnTo>
                  <a:pt x="3322134" y="2613938"/>
                </a:lnTo>
                <a:lnTo>
                  <a:pt x="3313719" y="2561430"/>
                </a:lnTo>
                <a:lnTo>
                  <a:pt x="3304792" y="2509179"/>
                </a:lnTo>
                <a:lnTo>
                  <a:pt x="3295356" y="2457190"/>
                </a:lnTo>
                <a:lnTo>
                  <a:pt x="3285415" y="2405467"/>
                </a:lnTo>
                <a:lnTo>
                  <a:pt x="3274972" y="2354015"/>
                </a:lnTo>
                <a:lnTo>
                  <a:pt x="3264032" y="2302839"/>
                </a:lnTo>
                <a:lnTo>
                  <a:pt x="3252598" y="2251945"/>
                </a:lnTo>
                <a:lnTo>
                  <a:pt x="3240673" y="2201336"/>
                </a:lnTo>
                <a:lnTo>
                  <a:pt x="3228262" y="2151019"/>
                </a:lnTo>
                <a:lnTo>
                  <a:pt x="3215367" y="2100997"/>
                </a:lnTo>
                <a:lnTo>
                  <a:pt x="3201994" y="2051276"/>
                </a:lnTo>
                <a:lnTo>
                  <a:pt x="3188144" y="2001861"/>
                </a:lnTo>
                <a:lnTo>
                  <a:pt x="3173823" y="1952757"/>
                </a:lnTo>
                <a:lnTo>
                  <a:pt x="3159033" y="1903968"/>
                </a:lnTo>
                <a:lnTo>
                  <a:pt x="3143779" y="1855499"/>
                </a:lnTo>
                <a:lnTo>
                  <a:pt x="3128064" y="1807356"/>
                </a:lnTo>
                <a:lnTo>
                  <a:pt x="3111892" y="1759543"/>
                </a:lnTo>
                <a:lnTo>
                  <a:pt x="3095266" y="1712066"/>
                </a:lnTo>
                <a:lnTo>
                  <a:pt x="3078190" y="1664928"/>
                </a:lnTo>
                <a:lnTo>
                  <a:pt x="3060668" y="1618135"/>
                </a:lnTo>
                <a:lnTo>
                  <a:pt x="3042704" y="1571693"/>
                </a:lnTo>
                <a:lnTo>
                  <a:pt x="3024301" y="1525605"/>
                </a:lnTo>
                <a:lnTo>
                  <a:pt x="3005463" y="1479877"/>
                </a:lnTo>
                <a:lnTo>
                  <a:pt x="2986193" y="1434513"/>
                </a:lnTo>
                <a:lnTo>
                  <a:pt x="2966496" y="1389519"/>
                </a:lnTo>
                <a:lnTo>
                  <a:pt x="2946374" y="1344900"/>
                </a:lnTo>
                <a:lnTo>
                  <a:pt x="2925832" y="1300660"/>
                </a:lnTo>
                <a:lnTo>
                  <a:pt x="2904874" y="1256804"/>
                </a:lnTo>
                <a:lnTo>
                  <a:pt x="2883503" y="1213338"/>
                </a:lnTo>
                <a:lnTo>
                  <a:pt x="2861722" y="1170266"/>
                </a:lnTo>
                <a:lnTo>
                  <a:pt x="2839535" y="1127592"/>
                </a:lnTo>
                <a:lnTo>
                  <a:pt x="2816947" y="1085323"/>
                </a:lnTo>
                <a:lnTo>
                  <a:pt x="2793960" y="1043463"/>
                </a:lnTo>
                <a:lnTo>
                  <a:pt x="2770579" y="1002016"/>
                </a:lnTo>
                <a:lnTo>
                  <a:pt x="2746807" y="960988"/>
                </a:lnTo>
                <a:lnTo>
                  <a:pt x="2722648" y="920384"/>
                </a:lnTo>
                <a:lnTo>
                  <a:pt x="2698105" y="880208"/>
                </a:lnTo>
                <a:lnTo>
                  <a:pt x="2673182" y="840466"/>
                </a:lnTo>
                <a:lnTo>
                  <a:pt x="2647884" y="801162"/>
                </a:lnTo>
                <a:lnTo>
                  <a:pt x="2622212" y="762301"/>
                </a:lnTo>
                <a:lnTo>
                  <a:pt x="2596172" y="723889"/>
                </a:lnTo>
                <a:lnTo>
                  <a:pt x="2569767" y="685929"/>
                </a:lnTo>
                <a:lnTo>
                  <a:pt x="2543001" y="648428"/>
                </a:lnTo>
                <a:lnTo>
                  <a:pt x="2515876" y="611389"/>
                </a:lnTo>
                <a:lnTo>
                  <a:pt x="2488398" y="574819"/>
                </a:lnTo>
                <a:lnTo>
                  <a:pt x="2460570" y="538721"/>
                </a:lnTo>
                <a:lnTo>
                  <a:pt x="2432394" y="503101"/>
                </a:lnTo>
                <a:lnTo>
                  <a:pt x="2403876" y="467963"/>
                </a:lnTo>
                <a:lnTo>
                  <a:pt x="2375018" y="433313"/>
                </a:lnTo>
                <a:lnTo>
                  <a:pt x="2345825" y="399155"/>
                </a:lnTo>
                <a:lnTo>
                  <a:pt x="2316300" y="365495"/>
                </a:lnTo>
                <a:lnTo>
                  <a:pt x="2286447" y="332337"/>
                </a:lnTo>
                <a:lnTo>
                  <a:pt x="2256269" y="299686"/>
                </a:lnTo>
                <a:lnTo>
                  <a:pt x="2225770" y="267547"/>
                </a:lnTo>
                <a:lnTo>
                  <a:pt x="2194954" y="235925"/>
                </a:lnTo>
                <a:lnTo>
                  <a:pt x="2163824" y="204825"/>
                </a:lnTo>
                <a:lnTo>
                  <a:pt x="2132385" y="174252"/>
                </a:lnTo>
                <a:lnTo>
                  <a:pt x="2100640" y="144210"/>
                </a:lnTo>
                <a:lnTo>
                  <a:pt x="2068592" y="114705"/>
                </a:lnTo>
                <a:lnTo>
                  <a:pt x="2036245" y="85742"/>
                </a:lnTo>
                <a:lnTo>
                  <a:pt x="2003603" y="57325"/>
                </a:lnTo>
                <a:lnTo>
                  <a:pt x="1970670" y="29459"/>
                </a:lnTo>
                <a:lnTo>
                  <a:pt x="1934644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5719" y="2665282"/>
            <a:ext cx="1720214" cy="14211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algn="ctr">
              <a:lnSpc>
                <a:spcPct val="92500"/>
              </a:lnSpc>
              <a:spcBef>
                <a:spcPts val="420"/>
              </a:spcBef>
            </a:pP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What</a:t>
            </a:r>
            <a:r>
              <a:rPr sz="3200" spc="10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3200" spc="10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functional spec?</a:t>
            </a:r>
            <a:endParaRPr sz="3200">
              <a:latin typeface="Calibri Light"/>
              <a:cs typeface="Calibri Light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1143000"/>
            <a:ext cx="4719320" cy="12700"/>
            <a:chOff x="3905730" y="639815"/>
            <a:chExt cx="4719320" cy="12700"/>
          </a:xfrm>
        </p:grpSpPr>
        <p:sp>
          <p:nvSpPr>
            <p:cNvPr id="5" name="object 5"/>
            <p:cNvSpPr/>
            <p:nvPr/>
          </p:nvSpPr>
          <p:spPr>
            <a:xfrm>
              <a:off x="3905730" y="646165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5730" y="646165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69230" y="1175268"/>
            <a:ext cx="4486910" cy="11684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dirty="0"/>
              <a:t>Describes</a:t>
            </a:r>
            <a:r>
              <a:rPr sz="2000" spc="-30" dirty="0"/>
              <a:t> </a:t>
            </a:r>
            <a:r>
              <a:rPr sz="2000" b="1" i="1" dirty="0">
                <a:latin typeface="Calibri"/>
                <a:cs typeface="Calibri"/>
              </a:rPr>
              <a:t>how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product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will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work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entirely </a:t>
            </a:r>
            <a:r>
              <a:rPr sz="2000" b="1" i="1" dirty="0">
                <a:latin typeface="Calibri"/>
                <a:cs typeface="Calibri"/>
              </a:rPr>
              <a:t>from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the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user's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perspective</a:t>
            </a:r>
            <a:r>
              <a:rPr sz="2000" dirty="0"/>
              <a:t>.</a:t>
            </a:r>
            <a:r>
              <a:rPr sz="2000" spc="-40" dirty="0"/>
              <a:t> </a:t>
            </a:r>
            <a:r>
              <a:rPr sz="2000" dirty="0"/>
              <a:t>It</a:t>
            </a:r>
            <a:r>
              <a:rPr sz="2000" spc="-45" dirty="0"/>
              <a:t> </a:t>
            </a:r>
            <a:r>
              <a:rPr sz="2000" dirty="0"/>
              <a:t>talks</a:t>
            </a:r>
            <a:r>
              <a:rPr sz="2000" spc="-45" dirty="0"/>
              <a:t> </a:t>
            </a:r>
            <a:r>
              <a:rPr sz="2000" spc="-10" dirty="0"/>
              <a:t>about </a:t>
            </a:r>
            <a:r>
              <a:rPr sz="2000" spc="-20" dirty="0"/>
              <a:t>features.</a:t>
            </a:r>
            <a:r>
              <a:rPr sz="2000" spc="-55" dirty="0"/>
              <a:t> </a:t>
            </a:r>
            <a:r>
              <a:rPr sz="2000" dirty="0"/>
              <a:t>It</a:t>
            </a:r>
            <a:r>
              <a:rPr sz="2000" spc="-60" dirty="0"/>
              <a:t> </a:t>
            </a:r>
            <a:r>
              <a:rPr sz="2000" dirty="0"/>
              <a:t>specifies</a:t>
            </a:r>
            <a:r>
              <a:rPr sz="2000" spc="-60" dirty="0"/>
              <a:t> </a:t>
            </a:r>
            <a:r>
              <a:rPr sz="2000" dirty="0"/>
              <a:t>screens,</a:t>
            </a:r>
            <a:r>
              <a:rPr sz="2000" spc="-60" dirty="0"/>
              <a:t> </a:t>
            </a:r>
            <a:r>
              <a:rPr sz="2000" spc="-10" dirty="0"/>
              <a:t>menus, </a:t>
            </a:r>
            <a:r>
              <a:rPr sz="2000" dirty="0"/>
              <a:t>dialogs,</a:t>
            </a:r>
            <a:r>
              <a:rPr sz="2000" spc="-35" dirty="0"/>
              <a:t> </a:t>
            </a:r>
            <a:r>
              <a:rPr sz="2000" dirty="0"/>
              <a:t>and</a:t>
            </a:r>
            <a:r>
              <a:rPr sz="2000" spc="-35" dirty="0"/>
              <a:t> </a:t>
            </a:r>
            <a:r>
              <a:rPr sz="2000" dirty="0"/>
              <a:t>so</a:t>
            </a:r>
            <a:r>
              <a:rPr sz="2000" spc="-35" dirty="0"/>
              <a:t> </a:t>
            </a:r>
            <a:r>
              <a:rPr sz="2000" spc="-25" dirty="0"/>
              <a:t>on.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2481593"/>
            <a:ext cx="4719320" cy="12700"/>
            <a:chOff x="3905730" y="2481593"/>
            <a:chExt cx="4719320" cy="12700"/>
          </a:xfrm>
        </p:grpSpPr>
        <p:sp>
          <p:nvSpPr>
            <p:cNvPr id="9" name="object 9"/>
            <p:cNvSpPr/>
            <p:nvPr/>
          </p:nvSpPr>
          <p:spPr>
            <a:xfrm>
              <a:off x="3905730" y="2487943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05730" y="2487943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69230" y="2513076"/>
            <a:ext cx="4517390" cy="17145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320"/>
              </a:spcBef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evolutionary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document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that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i="1" spc="-20" dirty="0">
                <a:latin typeface="Calibri"/>
                <a:cs typeface="Calibri"/>
              </a:rPr>
              <a:t>will </a:t>
            </a:r>
            <a:r>
              <a:rPr sz="2000" b="1" i="1" dirty="0">
                <a:latin typeface="Calibri"/>
                <a:cs typeface="Calibri"/>
              </a:rPr>
              <a:t>change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dramatically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planning </a:t>
            </a:r>
            <a:r>
              <a:rPr sz="2000" dirty="0">
                <a:latin typeface="Calibri"/>
                <a:cs typeface="Calibri"/>
              </a:rPr>
              <a:t>phase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kept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up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additional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functionality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implemented,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whole project.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2" name="object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4323372"/>
            <a:ext cx="4719320" cy="12700"/>
            <a:chOff x="3905730" y="4323372"/>
            <a:chExt cx="4719320" cy="12700"/>
          </a:xfrm>
        </p:grpSpPr>
        <p:sp>
          <p:nvSpPr>
            <p:cNvPr id="13" name="object 13"/>
            <p:cNvSpPr/>
            <p:nvPr/>
          </p:nvSpPr>
          <p:spPr>
            <a:xfrm>
              <a:off x="3905730" y="4329722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445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05730" y="4329722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445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69230" y="4354067"/>
            <a:ext cx="4197985" cy="143700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ct val="90800"/>
              </a:lnSpc>
              <a:spcBef>
                <a:spcPts val="320"/>
              </a:spcBef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world,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complete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functional </a:t>
            </a:r>
            <a:r>
              <a:rPr sz="2000" b="1" i="1" dirty="0">
                <a:latin typeface="Calibri"/>
                <a:cs typeface="Calibri"/>
              </a:rPr>
              <a:t>spec</a:t>
            </a:r>
            <a:r>
              <a:rPr sz="2000" b="1" i="1" spc="-3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should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leave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no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questions </a:t>
            </a:r>
            <a:r>
              <a:rPr sz="2000" b="1" i="1" dirty="0">
                <a:latin typeface="Calibri"/>
                <a:cs typeface="Calibri"/>
              </a:rPr>
              <a:t>unanswered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or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anything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open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spc="-35" dirty="0">
                <a:latin typeface="Calibri"/>
                <a:cs typeface="Calibri"/>
              </a:rPr>
              <a:t>to </a:t>
            </a:r>
            <a:r>
              <a:rPr sz="2000" b="1" i="1" spc="-10" dirty="0">
                <a:latin typeface="Calibri"/>
                <a:cs typeface="Calibri"/>
              </a:rPr>
              <a:t>interpretation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functionality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application.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52790" y="6449957"/>
            <a:ext cx="83820" cy="1651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spc="-50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2A93-3D5D-7D96-6EF4-B9A64145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7C767E9-688E-43F8-CF77-1AFF1AC37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64654"/>
            <a:ext cx="3384550" cy="6858000"/>
          </a:xfrm>
          <a:custGeom>
            <a:avLst/>
            <a:gdLst/>
            <a:ahLst/>
            <a:cxnLst/>
            <a:rect l="l" t="t" r="r" b="b"/>
            <a:pathLst>
              <a:path w="3384550" h="6858000">
                <a:moveTo>
                  <a:pt x="1934644" y="0"/>
                </a:moveTo>
                <a:lnTo>
                  <a:pt x="0" y="0"/>
                </a:lnTo>
                <a:lnTo>
                  <a:pt x="0" y="6857999"/>
                </a:lnTo>
                <a:lnTo>
                  <a:pt x="1934644" y="6857999"/>
                </a:lnTo>
                <a:lnTo>
                  <a:pt x="1970670" y="6828539"/>
                </a:lnTo>
                <a:lnTo>
                  <a:pt x="2003603" y="6800673"/>
                </a:lnTo>
                <a:lnTo>
                  <a:pt x="2036245" y="6772256"/>
                </a:lnTo>
                <a:lnTo>
                  <a:pt x="2068592" y="6743293"/>
                </a:lnTo>
                <a:lnTo>
                  <a:pt x="2100640" y="6713788"/>
                </a:lnTo>
                <a:lnTo>
                  <a:pt x="2132385" y="6683746"/>
                </a:lnTo>
                <a:lnTo>
                  <a:pt x="2163824" y="6653173"/>
                </a:lnTo>
                <a:lnTo>
                  <a:pt x="2194954" y="6622073"/>
                </a:lnTo>
                <a:lnTo>
                  <a:pt x="2225770" y="6590451"/>
                </a:lnTo>
                <a:lnTo>
                  <a:pt x="2256269" y="6558312"/>
                </a:lnTo>
                <a:lnTo>
                  <a:pt x="2286447" y="6525661"/>
                </a:lnTo>
                <a:lnTo>
                  <a:pt x="2316300" y="6492503"/>
                </a:lnTo>
                <a:lnTo>
                  <a:pt x="2345825" y="6458843"/>
                </a:lnTo>
                <a:lnTo>
                  <a:pt x="2375018" y="6424685"/>
                </a:lnTo>
                <a:lnTo>
                  <a:pt x="2403876" y="6390035"/>
                </a:lnTo>
                <a:lnTo>
                  <a:pt x="2432394" y="6354897"/>
                </a:lnTo>
                <a:lnTo>
                  <a:pt x="2460570" y="6319277"/>
                </a:lnTo>
                <a:lnTo>
                  <a:pt x="2488398" y="6283179"/>
                </a:lnTo>
                <a:lnTo>
                  <a:pt x="2515876" y="6246609"/>
                </a:lnTo>
                <a:lnTo>
                  <a:pt x="2543001" y="6209570"/>
                </a:lnTo>
                <a:lnTo>
                  <a:pt x="2569767" y="6172069"/>
                </a:lnTo>
                <a:lnTo>
                  <a:pt x="2596172" y="6134109"/>
                </a:lnTo>
                <a:lnTo>
                  <a:pt x="2622212" y="6095697"/>
                </a:lnTo>
                <a:lnTo>
                  <a:pt x="2647884" y="6056836"/>
                </a:lnTo>
                <a:lnTo>
                  <a:pt x="2673182" y="6017532"/>
                </a:lnTo>
                <a:lnTo>
                  <a:pt x="2698105" y="5977790"/>
                </a:lnTo>
                <a:lnTo>
                  <a:pt x="2722648" y="5937614"/>
                </a:lnTo>
                <a:lnTo>
                  <a:pt x="2746807" y="5897010"/>
                </a:lnTo>
                <a:lnTo>
                  <a:pt x="2770579" y="5855982"/>
                </a:lnTo>
                <a:lnTo>
                  <a:pt x="2793960" y="5814536"/>
                </a:lnTo>
                <a:lnTo>
                  <a:pt x="2816947" y="5772675"/>
                </a:lnTo>
                <a:lnTo>
                  <a:pt x="2839535" y="5730406"/>
                </a:lnTo>
                <a:lnTo>
                  <a:pt x="2861722" y="5687733"/>
                </a:lnTo>
                <a:lnTo>
                  <a:pt x="2883503" y="5644661"/>
                </a:lnTo>
                <a:lnTo>
                  <a:pt x="2904874" y="5601194"/>
                </a:lnTo>
                <a:lnTo>
                  <a:pt x="2925832" y="5557338"/>
                </a:lnTo>
                <a:lnTo>
                  <a:pt x="2946374" y="5513098"/>
                </a:lnTo>
                <a:lnTo>
                  <a:pt x="2966496" y="5468479"/>
                </a:lnTo>
                <a:lnTo>
                  <a:pt x="2986193" y="5423485"/>
                </a:lnTo>
                <a:lnTo>
                  <a:pt x="3005463" y="5378122"/>
                </a:lnTo>
                <a:lnTo>
                  <a:pt x="3024301" y="5332394"/>
                </a:lnTo>
                <a:lnTo>
                  <a:pt x="3042704" y="5286306"/>
                </a:lnTo>
                <a:lnTo>
                  <a:pt x="3060668" y="5239863"/>
                </a:lnTo>
                <a:lnTo>
                  <a:pt x="3078190" y="5193071"/>
                </a:lnTo>
                <a:lnTo>
                  <a:pt x="3095266" y="5145933"/>
                </a:lnTo>
                <a:lnTo>
                  <a:pt x="3111892" y="5098455"/>
                </a:lnTo>
                <a:lnTo>
                  <a:pt x="3128064" y="5050642"/>
                </a:lnTo>
                <a:lnTo>
                  <a:pt x="3143779" y="5002499"/>
                </a:lnTo>
                <a:lnTo>
                  <a:pt x="3159033" y="4954031"/>
                </a:lnTo>
                <a:lnTo>
                  <a:pt x="3173823" y="4905242"/>
                </a:lnTo>
                <a:lnTo>
                  <a:pt x="3188144" y="4856137"/>
                </a:lnTo>
                <a:lnTo>
                  <a:pt x="3201994" y="4806722"/>
                </a:lnTo>
                <a:lnTo>
                  <a:pt x="3215367" y="4757002"/>
                </a:lnTo>
                <a:lnTo>
                  <a:pt x="3228262" y="4706980"/>
                </a:lnTo>
                <a:lnTo>
                  <a:pt x="3240673" y="4656662"/>
                </a:lnTo>
                <a:lnTo>
                  <a:pt x="3252598" y="4606054"/>
                </a:lnTo>
                <a:lnTo>
                  <a:pt x="3264032" y="4555160"/>
                </a:lnTo>
                <a:lnTo>
                  <a:pt x="3274972" y="4503984"/>
                </a:lnTo>
                <a:lnTo>
                  <a:pt x="3285415" y="4452532"/>
                </a:lnTo>
                <a:lnTo>
                  <a:pt x="3295356" y="4400809"/>
                </a:lnTo>
                <a:lnTo>
                  <a:pt x="3304792" y="4348819"/>
                </a:lnTo>
                <a:lnTo>
                  <a:pt x="3313719" y="4296568"/>
                </a:lnTo>
                <a:lnTo>
                  <a:pt x="3322134" y="4244061"/>
                </a:lnTo>
                <a:lnTo>
                  <a:pt x="3330032" y="4191302"/>
                </a:lnTo>
                <a:lnTo>
                  <a:pt x="3337411" y="4138296"/>
                </a:lnTo>
                <a:lnTo>
                  <a:pt x="3344266" y="4085048"/>
                </a:lnTo>
                <a:lnTo>
                  <a:pt x="3350594" y="4031563"/>
                </a:lnTo>
                <a:lnTo>
                  <a:pt x="3356391" y="3977846"/>
                </a:lnTo>
                <a:lnTo>
                  <a:pt x="3361653" y="3923902"/>
                </a:lnTo>
                <a:lnTo>
                  <a:pt x="3366377" y="3869736"/>
                </a:lnTo>
                <a:lnTo>
                  <a:pt x="3370559" y="3815353"/>
                </a:lnTo>
                <a:lnTo>
                  <a:pt x="3374195" y="3760758"/>
                </a:lnTo>
                <a:lnTo>
                  <a:pt x="3377283" y="3705954"/>
                </a:lnTo>
                <a:lnTo>
                  <a:pt x="3379817" y="3650949"/>
                </a:lnTo>
                <a:lnTo>
                  <a:pt x="3381794" y="3595746"/>
                </a:lnTo>
                <a:lnTo>
                  <a:pt x="3383211" y="3540350"/>
                </a:lnTo>
                <a:lnTo>
                  <a:pt x="3384064" y="3484766"/>
                </a:lnTo>
                <a:lnTo>
                  <a:pt x="3384349" y="3429000"/>
                </a:lnTo>
                <a:lnTo>
                  <a:pt x="3384064" y="3373233"/>
                </a:lnTo>
                <a:lnTo>
                  <a:pt x="3383211" y="3317649"/>
                </a:lnTo>
                <a:lnTo>
                  <a:pt x="3381794" y="3262253"/>
                </a:lnTo>
                <a:lnTo>
                  <a:pt x="3379817" y="3207050"/>
                </a:lnTo>
                <a:lnTo>
                  <a:pt x="3377283" y="3152045"/>
                </a:lnTo>
                <a:lnTo>
                  <a:pt x="3374195" y="3097241"/>
                </a:lnTo>
                <a:lnTo>
                  <a:pt x="3370559" y="3042646"/>
                </a:lnTo>
                <a:lnTo>
                  <a:pt x="3366377" y="2988263"/>
                </a:lnTo>
                <a:lnTo>
                  <a:pt x="3361653" y="2934097"/>
                </a:lnTo>
                <a:lnTo>
                  <a:pt x="3356391" y="2880153"/>
                </a:lnTo>
                <a:lnTo>
                  <a:pt x="3350594" y="2826436"/>
                </a:lnTo>
                <a:lnTo>
                  <a:pt x="3344266" y="2772951"/>
                </a:lnTo>
                <a:lnTo>
                  <a:pt x="3337411" y="2719703"/>
                </a:lnTo>
                <a:lnTo>
                  <a:pt x="3330032" y="2666697"/>
                </a:lnTo>
                <a:lnTo>
                  <a:pt x="3322134" y="2613938"/>
                </a:lnTo>
                <a:lnTo>
                  <a:pt x="3313719" y="2561430"/>
                </a:lnTo>
                <a:lnTo>
                  <a:pt x="3304792" y="2509179"/>
                </a:lnTo>
                <a:lnTo>
                  <a:pt x="3295356" y="2457190"/>
                </a:lnTo>
                <a:lnTo>
                  <a:pt x="3285415" y="2405467"/>
                </a:lnTo>
                <a:lnTo>
                  <a:pt x="3274972" y="2354015"/>
                </a:lnTo>
                <a:lnTo>
                  <a:pt x="3264032" y="2302839"/>
                </a:lnTo>
                <a:lnTo>
                  <a:pt x="3252598" y="2251945"/>
                </a:lnTo>
                <a:lnTo>
                  <a:pt x="3240673" y="2201336"/>
                </a:lnTo>
                <a:lnTo>
                  <a:pt x="3228262" y="2151019"/>
                </a:lnTo>
                <a:lnTo>
                  <a:pt x="3215367" y="2100997"/>
                </a:lnTo>
                <a:lnTo>
                  <a:pt x="3201994" y="2051276"/>
                </a:lnTo>
                <a:lnTo>
                  <a:pt x="3188144" y="2001861"/>
                </a:lnTo>
                <a:lnTo>
                  <a:pt x="3173823" y="1952757"/>
                </a:lnTo>
                <a:lnTo>
                  <a:pt x="3159033" y="1903968"/>
                </a:lnTo>
                <a:lnTo>
                  <a:pt x="3143779" y="1855499"/>
                </a:lnTo>
                <a:lnTo>
                  <a:pt x="3128064" y="1807356"/>
                </a:lnTo>
                <a:lnTo>
                  <a:pt x="3111892" y="1759543"/>
                </a:lnTo>
                <a:lnTo>
                  <a:pt x="3095266" y="1712066"/>
                </a:lnTo>
                <a:lnTo>
                  <a:pt x="3078190" y="1664928"/>
                </a:lnTo>
                <a:lnTo>
                  <a:pt x="3060668" y="1618135"/>
                </a:lnTo>
                <a:lnTo>
                  <a:pt x="3042704" y="1571693"/>
                </a:lnTo>
                <a:lnTo>
                  <a:pt x="3024301" y="1525605"/>
                </a:lnTo>
                <a:lnTo>
                  <a:pt x="3005463" y="1479877"/>
                </a:lnTo>
                <a:lnTo>
                  <a:pt x="2986193" y="1434513"/>
                </a:lnTo>
                <a:lnTo>
                  <a:pt x="2966496" y="1389519"/>
                </a:lnTo>
                <a:lnTo>
                  <a:pt x="2946374" y="1344900"/>
                </a:lnTo>
                <a:lnTo>
                  <a:pt x="2925832" y="1300660"/>
                </a:lnTo>
                <a:lnTo>
                  <a:pt x="2904874" y="1256804"/>
                </a:lnTo>
                <a:lnTo>
                  <a:pt x="2883503" y="1213338"/>
                </a:lnTo>
                <a:lnTo>
                  <a:pt x="2861722" y="1170266"/>
                </a:lnTo>
                <a:lnTo>
                  <a:pt x="2839535" y="1127592"/>
                </a:lnTo>
                <a:lnTo>
                  <a:pt x="2816947" y="1085323"/>
                </a:lnTo>
                <a:lnTo>
                  <a:pt x="2793960" y="1043463"/>
                </a:lnTo>
                <a:lnTo>
                  <a:pt x="2770579" y="1002016"/>
                </a:lnTo>
                <a:lnTo>
                  <a:pt x="2746807" y="960988"/>
                </a:lnTo>
                <a:lnTo>
                  <a:pt x="2722648" y="920384"/>
                </a:lnTo>
                <a:lnTo>
                  <a:pt x="2698105" y="880208"/>
                </a:lnTo>
                <a:lnTo>
                  <a:pt x="2673182" y="840466"/>
                </a:lnTo>
                <a:lnTo>
                  <a:pt x="2647884" y="801162"/>
                </a:lnTo>
                <a:lnTo>
                  <a:pt x="2622212" y="762301"/>
                </a:lnTo>
                <a:lnTo>
                  <a:pt x="2596172" y="723889"/>
                </a:lnTo>
                <a:lnTo>
                  <a:pt x="2569767" y="685929"/>
                </a:lnTo>
                <a:lnTo>
                  <a:pt x="2543001" y="648428"/>
                </a:lnTo>
                <a:lnTo>
                  <a:pt x="2515876" y="611389"/>
                </a:lnTo>
                <a:lnTo>
                  <a:pt x="2488398" y="574819"/>
                </a:lnTo>
                <a:lnTo>
                  <a:pt x="2460570" y="538721"/>
                </a:lnTo>
                <a:lnTo>
                  <a:pt x="2432394" y="503101"/>
                </a:lnTo>
                <a:lnTo>
                  <a:pt x="2403876" y="467963"/>
                </a:lnTo>
                <a:lnTo>
                  <a:pt x="2375018" y="433313"/>
                </a:lnTo>
                <a:lnTo>
                  <a:pt x="2345825" y="399155"/>
                </a:lnTo>
                <a:lnTo>
                  <a:pt x="2316300" y="365495"/>
                </a:lnTo>
                <a:lnTo>
                  <a:pt x="2286447" y="332337"/>
                </a:lnTo>
                <a:lnTo>
                  <a:pt x="2256269" y="299686"/>
                </a:lnTo>
                <a:lnTo>
                  <a:pt x="2225770" y="267547"/>
                </a:lnTo>
                <a:lnTo>
                  <a:pt x="2194954" y="235925"/>
                </a:lnTo>
                <a:lnTo>
                  <a:pt x="2163824" y="204825"/>
                </a:lnTo>
                <a:lnTo>
                  <a:pt x="2132385" y="174252"/>
                </a:lnTo>
                <a:lnTo>
                  <a:pt x="2100640" y="144210"/>
                </a:lnTo>
                <a:lnTo>
                  <a:pt x="2068592" y="114705"/>
                </a:lnTo>
                <a:lnTo>
                  <a:pt x="2036245" y="85742"/>
                </a:lnTo>
                <a:lnTo>
                  <a:pt x="2003603" y="57325"/>
                </a:lnTo>
                <a:lnTo>
                  <a:pt x="1970670" y="29459"/>
                </a:lnTo>
                <a:lnTo>
                  <a:pt x="1934644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377437C-293A-C6F7-DA80-021ECAC99DB3}"/>
              </a:ext>
            </a:extLst>
          </p:cNvPr>
          <p:cNvSpPr txBox="1"/>
          <p:nvPr/>
        </p:nvSpPr>
        <p:spPr>
          <a:xfrm>
            <a:off x="748910" y="2665282"/>
            <a:ext cx="1974214" cy="14211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065" marR="5080" algn="ctr">
              <a:lnSpc>
                <a:spcPct val="92500"/>
              </a:lnSpc>
              <a:spcBef>
                <a:spcPts val="420"/>
              </a:spcBef>
            </a:pP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Why</a:t>
            </a:r>
            <a:r>
              <a:rPr sz="3200" spc="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3200" spc="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functional spec?</a:t>
            </a:r>
            <a:endParaRPr sz="3200" dirty="0">
              <a:latin typeface="Calibri Light"/>
              <a:cs typeface="Calibri Ligh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940F2E0-0AA1-C3EB-D845-6888C0FBC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609600"/>
            <a:ext cx="4719320" cy="12700"/>
            <a:chOff x="3905730" y="182965"/>
            <a:chExt cx="4719320" cy="127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34ACF6-8820-CC62-1011-8C7D19C888F1}"/>
                </a:ext>
              </a:extLst>
            </p:cNvPr>
            <p:cNvSpPr/>
            <p:nvPr/>
          </p:nvSpPr>
          <p:spPr>
            <a:xfrm>
              <a:off x="3905730" y="189315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FC7B818-9304-232F-2CCA-B0E0F8F624F1}"/>
                </a:ext>
              </a:extLst>
            </p:cNvPr>
            <p:cNvSpPr/>
            <p:nvPr/>
          </p:nvSpPr>
          <p:spPr>
            <a:xfrm>
              <a:off x="3905730" y="189315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A4E0347D-2CAA-23E2-D46C-866C2C384B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1610" y="633390"/>
            <a:ext cx="466344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GB" sz="1800" b="1" i="0" dirty="0">
                <a:effectLst/>
                <a:latin typeface="Atkinson Hyperlegible"/>
              </a:rPr>
              <a:t>Accurate Estimations</a:t>
            </a:r>
            <a:r>
              <a:rPr lang="en-GB" sz="1800" b="0" i="0" dirty="0">
                <a:effectLst/>
                <a:latin typeface="Atkinson Hyperlegible"/>
              </a:rPr>
              <a:t>: Provides precise requirements, enabling programmers to estimate time, resources, and costs effectively.</a:t>
            </a:r>
          </a:p>
        </p:txBody>
      </p: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11E53F2B-79CC-7306-A014-3DAF8C904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1587500"/>
            <a:ext cx="4719320" cy="12700"/>
            <a:chOff x="3905730" y="3500594"/>
            <a:chExt cx="4719320" cy="12700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EF83DAE-10B4-00DB-FA43-794D33C39D99}"/>
                </a:ext>
              </a:extLst>
            </p:cNvPr>
            <p:cNvSpPr/>
            <p:nvPr/>
          </p:nvSpPr>
          <p:spPr>
            <a:xfrm>
              <a:off x="3905730" y="3506944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B4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18F8EFD-46B4-2FC5-C013-13BA60DD6F0E}"/>
                </a:ext>
              </a:extLst>
            </p:cNvPr>
            <p:cNvSpPr/>
            <p:nvPr/>
          </p:nvSpPr>
          <p:spPr>
            <a:xfrm>
              <a:off x="3905730" y="3506944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B4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C30E9D26-CE75-887F-7670-DCC0EA4D1DB4}"/>
              </a:ext>
            </a:extLst>
          </p:cNvPr>
          <p:cNvSpPr txBox="1"/>
          <p:nvPr/>
        </p:nvSpPr>
        <p:spPr>
          <a:xfrm>
            <a:off x="3905730" y="1663701"/>
            <a:ext cx="4719320" cy="788293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15"/>
              </a:spcBef>
            </a:pPr>
            <a:r>
              <a:rPr lang="en-GB" sz="1800" b="1" dirty="0">
                <a:latin typeface="Calibri"/>
                <a:cs typeface="Calibri"/>
              </a:rPr>
              <a:t>Focused Development: </a:t>
            </a:r>
            <a:r>
              <a:rPr lang="en-GB" sz="1800" dirty="0">
                <a:latin typeface="Calibri"/>
                <a:cs typeface="Calibri"/>
              </a:rPr>
              <a:t>Allows programmers to concentrate on coding rather than deciphering business logic, boosting productivity.</a:t>
            </a:r>
          </a:p>
        </p:txBody>
      </p:sp>
      <p:grpSp>
        <p:nvGrpSpPr>
          <p:cNvPr id="20" name="object 20">
            <a:extLst>
              <a:ext uri="{FF2B5EF4-FFF2-40B4-BE49-F238E27FC236}">
                <a16:creationId xmlns:a16="http://schemas.microsoft.com/office/drawing/2014/main" id="{7BEFB9C2-A1B9-3235-3C3E-6E08DAB2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3644900"/>
            <a:ext cx="4719320" cy="12700"/>
            <a:chOff x="3905730" y="4606471"/>
            <a:chExt cx="4719320" cy="12700"/>
          </a:xfrm>
        </p:grpSpPr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724F9EDF-ED58-7090-C3BC-4F661A2E6E61}"/>
                </a:ext>
              </a:extLst>
            </p:cNvPr>
            <p:cNvSpPr/>
            <p:nvPr/>
          </p:nvSpPr>
          <p:spPr>
            <a:xfrm>
              <a:off x="3905730" y="4612821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1A37FC54-3556-3857-ED6F-0E8186CCB858}"/>
                </a:ext>
              </a:extLst>
            </p:cNvPr>
            <p:cNvSpPr/>
            <p:nvPr/>
          </p:nvSpPr>
          <p:spPr>
            <a:xfrm>
              <a:off x="3905730" y="4612821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>
            <a:extLst>
              <a:ext uri="{FF2B5EF4-FFF2-40B4-BE49-F238E27FC236}">
                <a16:creationId xmlns:a16="http://schemas.microsoft.com/office/drawing/2014/main" id="{8D80575D-A7D3-0306-0664-045126B4C147}"/>
              </a:ext>
            </a:extLst>
          </p:cNvPr>
          <p:cNvSpPr txBox="1"/>
          <p:nvPr/>
        </p:nvSpPr>
        <p:spPr>
          <a:xfrm>
            <a:off x="3961610" y="3693654"/>
            <a:ext cx="5106190" cy="866263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l"/>
            <a:r>
              <a:rPr lang="en-GB" b="1" i="0" dirty="0">
                <a:solidFill>
                  <a:schemeClr val="tx1"/>
                </a:solidFill>
                <a:effectLst/>
                <a:latin typeface="Atkinson Hyperlegible"/>
              </a:rPr>
              <a:t>Expectation Alignment</a:t>
            </a:r>
            <a:r>
              <a:rPr lang="en-GB" b="0" i="0" dirty="0">
                <a:solidFill>
                  <a:schemeClr val="tx1"/>
                </a:solidFill>
                <a:effectLst/>
                <a:latin typeface="Atkinson Hyperlegible"/>
              </a:rPr>
              <a:t>: Aligns client and developer expectations on functionality, reducing risks of misunderstandings.</a:t>
            </a: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E6BFE39-A7E8-FAD6-9258-4A25D5B52C9A}"/>
              </a:ext>
            </a:extLst>
          </p:cNvPr>
          <p:cNvSpPr txBox="1"/>
          <p:nvPr/>
        </p:nvSpPr>
        <p:spPr>
          <a:xfrm>
            <a:off x="8352790" y="6449957"/>
            <a:ext cx="83820" cy="1651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00" spc="-50" dirty="0">
                <a:solidFill>
                  <a:srgbClr val="898989"/>
                </a:solidFill>
                <a:latin typeface="Calibri"/>
                <a:cs typeface="Calibri"/>
              </a:rPr>
              <a:t>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81047F3-08C7-21A2-B8DF-F9C2CF9C2DDE}"/>
              </a:ext>
            </a:extLst>
          </p:cNvPr>
          <p:cNvSpPr txBox="1"/>
          <p:nvPr/>
        </p:nvSpPr>
        <p:spPr>
          <a:xfrm>
            <a:off x="3974310" y="4807129"/>
            <a:ext cx="4864890" cy="1663276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spcBef>
                <a:spcPts val="10"/>
              </a:spcBef>
            </a:pPr>
            <a:r>
              <a:rPr lang="en-GB" sz="1800" b="1" dirty="0">
                <a:latin typeface="Calibri"/>
                <a:cs typeface="Calibri"/>
              </a:rPr>
              <a:t>Facilitating Collaborative Development</a:t>
            </a:r>
            <a:r>
              <a:rPr lang="en-GB" sz="1800" dirty="0">
                <a:latin typeface="Calibri"/>
                <a:cs typeface="Calibri"/>
              </a:rPr>
              <a:t>: A well-documented functional specification enables multiple programmers to work on different components of the application concurrently, promoting collaboration and efficiency while minimizing integration issues later on.</a:t>
            </a:r>
          </a:p>
        </p:txBody>
      </p:sp>
      <p:grpSp>
        <p:nvGrpSpPr>
          <p:cNvPr id="29" name="object 16">
            <a:extLst>
              <a:ext uri="{FF2B5EF4-FFF2-40B4-BE49-F238E27FC236}">
                <a16:creationId xmlns:a16="http://schemas.microsoft.com/office/drawing/2014/main" id="{35E852D9-9F0C-6E52-35E1-086E59AB4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67480" y="2578100"/>
            <a:ext cx="4719320" cy="12700"/>
            <a:chOff x="3905730" y="3500594"/>
            <a:chExt cx="4719320" cy="12700"/>
          </a:xfrm>
        </p:grpSpPr>
        <p:sp>
          <p:nvSpPr>
            <p:cNvPr id="30" name="object 17">
              <a:extLst>
                <a:ext uri="{FF2B5EF4-FFF2-40B4-BE49-F238E27FC236}">
                  <a16:creationId xmlns:a16="http://schemas.microsoft.com/office/drawing/2014/main" id="{268E35C6-F32A-8827-6A1B-8E27B1D29729}"/>
                </a:ext>
              </a:extLst>
            </p:cNvPr>
            <p:cNvSpPr/>
            <p:nvPr/>
          </p:nvSpPr>
          <p:spPr>
            <a:xfrm>
              <a:off x="3905730" y="3506944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B4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8">
              <a:extLst>
                <a:ext uri="{FF2B5EF4-FFF2-40B4-BE49-F238E27FC236}">
                  <a16:creationId xmlns:a16="http://schemas.microsoft.com/office/drawing/2014/main" id="{CBB4DF76-6FEE-7613-731D-271A8D660E74}"/>
                </a:ext>
              </a:extLst>
            </p:cNvPr>
            <p:cNvSpPr/>
            <p:nvPr/>
          </p:nvSpPr>
          <p:spPr>
            <a:xfrm>
              <a:off x="3905730" y="3506944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B4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CD9F196-AC8A-2800-A30F-75D885B2FD36}"/>
              </a:ext>
            </a:extLst>
          </p:cNvPr>
          <p:cNvSpPr txBox="1"/>
          <p:nvPr/>
        </p:nvSpPr>
        <p:spPr>
          <a:xfrm>
            <a:off x="3905730" y="2665282"/>
            <a:ext cx="4933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GB" b="1" dirty="0">
                <a:latin typeface="+mn-lt"/>
              </a:rPr>
              <a:t>Testing Framework: </a:t>
            </a:r>
            <a:r>
              <a:rPr lang="en-GB" dirty="0">
                <a:latin typeface="+mn-lt"/>
              </a:rPr>
              <a:t>Serves as a basis for creating a test plan, ensuring that all functionalities are validated post-development.</a:t>
            </a:r>
          </a:p>
          <a:p>
            <a:pPr algn="l" rtl="0"/>
            <a:endParaRPr lang="en-GB" dirty="0">
              <a:latin typeface="+mn-lt"/>
            </a:endParaRPr>
          </a:p>
        </p:txBody>
      </p:sp>
      <p:grpSp>
        <p:nvGrpSpPr>
          <p:cNvPr id="33" name="object 16">
            <a:extLst>
              <a:ext uri="{FF2B5EF4-FFF2-40B4-BE49-F238E27FC236}">
                <a16:creationId xmlns:a16="http://schemas.microsoft.com/office/drawing/2014/main" id="{D4005319-DA09-C9BD-DDC1-3D6C4C890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62400" y="4635500"/>
            <a:ext cx="4719320" cy="12700"/>
            <a:chOff x="3905730" y="3500594"/>
            <a:chExt cx="4719320" cy="12700"/>
          </a:xfrm>
        </p:grpSpPr>
        <p:sp>
          <p:nvSpPr>
            <p:cNvPr id="34" name="object 17">
              <a:extLst>
                <a:ext uri="{FF2B5EF4-FFF2-40B4-BE49-F238E27FC236}">
                  <a16:creationId xmlns:a16="http://schemas.microsoft.com/office/drawing/2014/main" id="{F131D8E2-00DB-232E-FBCB-153329E148A9}"/>
                </a:ext>
              </a:extLst>
            </p:cNvPr>
            <p:cNvSpPr/>
            <p:nvPr/>
          </p:nvSpPr>
          <p:spPr>
            <a:xfrm>
              <a:off x="3905730" y="3506944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B49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8">
              <a:extLst>
                <a:ext uri="{FF2B5EF4-FFF2-40B4-BE49-F238E27FC236}">
                  <a16:creationId xmlns:a16="http://schemas.microsoft.com/office/drawing/2014/main" id="{D4F1C668-DA28-31E1-A3F6-053D3DD113EE}"/>
                </a:ext>
              </a:extLst>
            </p:cNvPr>
            <p:cNvSpPr/>
            <p:nvPr/>
          </p:nvSpPr>
          <p:spPr>
            <a:xfrm>
              <a:off x="3905730" y="3506944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B49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594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3384550" cy="6858000"/>
          </a:xfrm>
          <a:custGeom>
            <a:avLst/>
            <a:gdLst/>
            <a:ahLst/>
            <a:cxnLst/>
            <a:rect l="l" t="t" r="r" b="b"/>
            <a:pathLst>
              <a:path w="3384550" h="6858000">
                <a:moveTo>
                  <a:pt x="1934644" y="0"/>
                </a:moveTo>
                <a:lnTo>
                  <a:pt x="0" y="0"/>
                </a:lnTo>
                <a:lnTo>
                  <a:pt x="0" y="6857999"/>
                </a:lnTo>
                <a:lnTo>
                  <a:pt x="1934644" y="6857999"/>
                </a:lnTo>
                <a:lnTo>
                  <a:pt x="1970670" y="6828539"/>
                </a:lnTo>
                <a:lnTo>
                  <a:pt x="2003603" y="6800673"/>
                </a:lnTo>
                <a:lnTo>
                  <a:pt x="2036245" y="6772256"/>
                </a:lnTo>
                <a:lnTo>
                  <a:pt x="2068592" y="6743293"/>
                </a:lnTo>
                <a:lnTo>
                  <a:pt x="2100640" y="6713788"/>
                </a:lnTo>
                <a:lnTo>
                  <a:pt x="2132385" y="6683746"/>
                </a:lnTo>
                <a:lnTo>
                  <a:pt x="2163824" y="6653173"/>
                </a:lnTo>
                <a:lnTo>
                  <a:pt x="2194954" y="6622073"/>
                </a:lnTo>
                <a:lnTo>
                  <a:pt x="2225770" y="6590451"/>
                </a:lnTo>
                <a:lnTo>
                  <a:pt x="2256269" y="6558312"/>
                </a:lnTo>
                <a:lnTo>
                  <a:pt x="2286447" y="6525661"/>
                </a:lnTo>
                <a:lnTo>
                  <a:pt x="2316300" y="6492503"/>
                </a:lnTo>
                <a:lnTo>
                  <a:pt x="2345825" y="6458843"/>
                </a:lnTo>
                <a:lnTo>
                  <a:pt x="2375018" y="6424685"/>
                </a:lnTo>
                <a:lnTo>
                  <a:pt x="2403876" y="6390035"/>
                </a:lnTo>
                <a:lnTo>
                  <a:pt x="2432394" y="6354897"/>
                </a:lnTo>
                <a:lnTo>
                  <a:pt x="2460570" y="6319277"/>
                </a:lnTo>
                <a:lnTo>
                  <a:pt x="2488398" y="6283179"/>
                </a:lnTo>
                <a:lnTo>
                  <a:pt x="2515876" y="6246609"/>
                </a:lnTo>
                <a:lnTo>
                  <a:pt x="2543001" y="6209570"/>
                </a:lnTo>
                <a:lnTo>
                  <a:pt x="2569767" y="6172069"/>
                </a:lnTo>
                <a:lnTo>
                  <a:pt x="2596172" y="6134109"/>
                </a:lnTo>
                <a:lnTo>
                  <a:pt x="2622212" y="6095697"/>
                </a:lnTo>
                <a:lnTo>
                  <a:pt x="2647884" y="6056836"/>
                </a:lnTo>
                <a:lnTo>
                  <a:pt x="2673182" y="6017532"/>
                </a:lnTo>
                <a:lnTo>
                  <a:pt x="2698105" y="5977790"/>
                </a:lnTo>
                <a:lnTo>
                  <a:pt x="2722648" y="5937614"/>
                </a:lnTo>
                <a:lnTo>
                  <a:pt x="2746807" y="5897010"/>
                </a:lnTo>
                <a:lnTo>
                  <a:pt x="2770579" y="5855982"/>
                </a:lnTo>
                <a:lnTo>
                  <a:pt x="2793960" y="5814536"/>
                </a:lnTo>
                <a:lnTo>
                  <a:pt x="2816947" y="5772675"/>
                </a:lnTo>
                <a:lnTo>
                  <a:pt x="2839535" y="5730406"/>
                </a:lnTo>
                <a:lnTo>
                  <a:pt x="2861722" y="5687733"/>
                </a:lnTo>
                <a:lnTo>
                  <a:pt x="2883503" y="5644661"/>
                </a:lnTo>
                <a:lnTo>
                  <a:pt x="2904874" y="5601194"/>
                </a:lnTo>
                <a:lnTo>
                  <a:pt x="2925832" y="5557338"/>
                </a:lnTo>
                <a:lnTo>
                  <a:pt x="2946374" y="5513098"/>
                </a:lnTo>
                <a:lnTo>
                  <a:pt x="2966496" y="5468479"/>
                </a:lnTo>
                <a:lnTo>
                  <a:pt x="2986193" y="5423485"/>
                </a:lnTo>
                <a:lnTo>
                  <a:pt x="3005463" y="5378122"/>
                </a:lnTo>
                <a:lnTo>
                  <a:pt x="3024301" y="5332394"/>
                </a:lnTo>
                <a:lnTo>
                  <a:pt x="3042704" y="5286306"/>
                </a:lnTo>
                <a:lnTo>
                  <a:pt x="3060668" y="5239863"/>
                </a:lnTo>
                <a:lnTo>
                  <a:pt x="3078190" y="5193071"/>
                </a:lnTo>
                <a:lnTo>
                  <a:pt x="3095266" y="5145933"/>
                </a:lnTo>
                <a:lnTo>
                  <a:pt x="3111892" y="5098455"/>
                </a:lnTo>
                <a:lnTo>
                  <a:pt x="3128064" y="5050642"/>
                </a:lnTo>
                <a:lnTo>
                  <a:pt x="3143779" y="5002499"/>
                </a:lnTo>
                <a:lnTo>
                  <a:pt x="3159033" y="4954031"/>
                </a:lnTo>
                <a:lnTo>
                  <a:pt x="3173823" y="4905242"/>
                </a:lnTo>
                <a:lnTo>
                  <a:pt x="3188144" y="4856137"/>
                </a:lnTo>
                <a:lnTo>
                  <a:pt x="3201994" y="4806722"/>
                </a:lnTo>
                <a:lnTo>
                  <a:pt x="3215367" y="4757002"/>
                </a:lnTo>
                <a:lnTo>
                  <a:pt x="3228262" y="4706980"/>
                </a:lnTo>
                <a:lnTo>
                  <a:pt x="3240673" y="4656662"/>
                </a:lnTo>
                <a:lnTo>
                  <a:pt x="3252598" y="4606054"/>
                </a:lnTo>
                <a:lnTo>
                  <a:pt x="3264032" y="4555160"/>
                </a:lnTo>
                <a:lnTo>
                  <a:pt x="3274972" y="4503984"/>
                </a:lnTo>
                <a:lnTo>
                  <a:pt x="3285415" y="4452532"/>
                </a:lnTo>
                <a:lnTo>
                  <a:pt x="3295356" y="4400809"/>
                </a:lnTo>
                <a:lnTo>
                  <a:pt x="3304792" y="4348819"/>
                </a:lnTo>
                <a:lnTo>
                  <a:pt x="3313719" y="4296568"/>
                </a:lnTo>
                <a:lnTo>
                  <a:pt x="3322134" y="4244061"/>
                </a:lnTo>
                <a:lnTo>
                  <a:pt x="3330032" y="4191302"/>
                </a:lnTo>
                <a:lnTo>
                  <a:pt x="3337411" y="4138296"/>
                </a:lnTo>
                <a:lnTo>
                  <a:pt x="3344266" y="4085048"/>
                </a:lnTo>
                <a:lnTo>
                  <a:pt x="3350594" y="4031563"/>
                </a:lnTo>
                <a:lnTo>
                  <a:pt x="3356391" y="3977846"/>
                </a:lnTo>
                <a:lnTo>
                  <a:pt x="3361653" y="3923902"/>
                </a:lnTo>
                <a:lnTo>
                  <a:pt x="3366377" y="3869736"/>
                </a:lnTo>
                <a:lnTo>
                  <a:pt x="3370559" y="3815353"/>
                </a:lnTo>
                <a:lnTo>
                  <a:pt x="3374195" y="3760758"/>
                </a:lnTo>
                <a:lnTo>
                  <a:pt x="3377283" y="3705954"/>
                </a:lnTo>
                <a:lnTo>
                  <a:pt x="3379817" y="3650949"/>
                </a:lnTo>
                <a:lnTo>
                  <a:pt x="3381794" y="3595746"/>
                </a:lnTo>
                <a:lnTo>
                  <a:pt x="3383211" y="3540350"/>
                </a:lnTo>
                <a:lnTo>
                  <a:pt x="3384064" y="3484766"/>
                </a:lnTo>
                <a:lnTo>
                  <a:pt x="3384349" y="3429000"/>
                </a:lnTo>
                <a:lnTo>
                  <a:pt x="3384064" y="3373233"/>
                </a:lnTo>
                <a:lnTo>
                  <a:pt x="3383211" y="3317649"/>
                </a:lnTo>
                <a:lnTo>
                  <a:pt x="3381794" y="3262253"/>
                </a:lnTo>
                <a:lnTo>
                  <a:pt x="3379817" y="3207050"/>
                </a:lnTo>
                <a:lnTo>
                  <a:pt x="3377283" y="3152045"/>
                </a:lnTo>
                <a:lnTo>
                  <a:pt x="3374195" y="3097241"/>
                </a:lnTo>
                <a:lnTo>
                  <a:pt x="3370559" y="3042646"/>
                </a:lnTo>
                <a:lnTo>
                  <a:pt x="3366377" y="2988263"/>
                </a:lnTo>
                <a:lnTo>
                  <a:pt x="3361653" y="2934097"/>
                </a:lnTo>
                <a:lnTo>
                  <a:pt x="3356391" y="2880153"/>
                </a:lnTo>
                <a:lnTo>
                  <a:pt x="3350594" y="2826436"/>
                </a:lnTo>
                <a:lnTo>
                  <a:pt x="3344266" y="2772951"/>
                </a:lnTo>
                <a:lnTo>
                  <a:pt x="3337411" y="2719703"/>
                </a:lnTo>
                <a:lnTo>
                  <a:pt x="3330032" y="2666697"/>
                </a:lnTo>
                <a:lnTo>
                  <a:pt x="3322134" y="2613938"/>
                </a:lnTo>
                <a:lnTo>
                  <a:pt x="3313719" y="2561430"/>
                </a:lnTo>
                <a:lnTo>
                  <a:pt x="3304792" y="2509179"/>
                </a:lnTo>
                <a:lnTo>
                  <a:pt x="3295356" y="2457190"/>
                </a:lnTo>
                <a:lnTo>
                  <a:pt x="3285415" y="2405467"/>
                </a:lnTo>
                <a:lnTo>
                  <a:pt x="3274972" y="2354015"/>
                </a:lnTo>
                <a:lnTo>
                  <a:pt x="3264032" y="2302839"/>
                </a:lnTo>
                <a:lnTo>
                  <a:pt x="3252598" y="2251945"/>
                </a:lnTo>
                <a:lnTo>
                  <a:pt x="3240673" y="2201336"/>
                </a:lnTo>
                <a:lnTo>
                  <a:pt x="3228262" y="2151019"/>
                </a:lnTo>
                <a:lnTo>
                  <a:pt x="3215367" y="2100997"/>
                </a:lnTo>
                <a:lnTo>
                  <a:pt x="3201994" y="2051276"/>
                </a:lnTo>
                <a:lnTo>
                  <a:pt x="3188144" y="2001861"/>
                </a:lnTo>
                <a:lnTo>
                  <a:pt x="3173823" y="1952757"/>
                </a:lnTo>
                <a:lnTo>
                  <a:pt x="3159033" y="1903968"/>
                </a:lnTo>
                <a:lnTo>
                  <a:pt x="3143779" y="1855499"/>
                </a:lnTo>
                <a:lnTo>
                  <a:pt x="3128064" y="1807356"/>
                </a:lnTo>
                <a:lnTo>
                  <a:pt x="3111892" y="1759543"/>
                </a:lnTo>
                <a:lnTo>
                  <a:pt x="3095266" y="1712066"/>
                </a:lnTo>
                <a:lnTo>
                  <a:pt x="3078190" y="1664928"/>
                </a:lnTo>
                <a:lnTo>
                  <a:pt x="3060668" y="1618135"/>
                </a:lnTo>
                <a:lnTo>
                  <a:pt x="3042704" y="1571693"/>
                </a:lnTo>
                <a:lnTo>
                  <a:pt x="3024301" y="1525605"/>
                </a:lnTo>
                <a:lnTo>
                  <a:pt x="3005463" y="1479877"/>
                </a:lnTo>
                <a:lnTo>
                  <a:pt x="2986193" y="1434513"/>
                </a:lnTo>
                <a:lnTo>
                  <a:pt x="2966496" y="1389519"/>
                </a:lnTo>
                <a:lnTo>
                  <a:pt x="2946374" y="1344900"/>
                </a:lnTo>
                <a:lnTo>
                  <a:pt x="2925832" y="1300660"/>
                </a:lnTo>
                <a:lnTo>
                  <a:pt x="2904874" y="1256804"/>
                </a:lnTo>
                <a:lnTo>
                  <a:pt x="2883503" y="1213338"/>
                </a:lnTo>
                <a:lnTo>
                  <a:pt x="2861722" y="1170266"/>
                </a:lnTo>
                <a:lnTo>
                  <a:pt x="2839535" y="1127592"/>
                </a:lnTo>
                <a:lnTo>
                  <a:pt x="2816947" y="1085323"/>
                </a:lnTo>
                <a:lnTo>
                  <a:pt x="2793960" y="1043463"/>
                </a:lnTo>
                <a:lnTo>
                  <a:pt x="2770579" y="1002016"/>
                </a:lnTo>
                <a:lnTo>
                  <a:pt x="2746807" y="960988"/>
                </a:lnTo>
                <a:lnTo>
                  <a:pt x="2722648" y="920384"/>
                </a:lnTo>
                <a:lnTo>
                  <a:pt x="2698105" y="880208"/>
                </a:lnTo>
                <a:lnTo>
                  <a:pt x="2673182" y="840466"/>
                </a:lnTo>
                <a:lnTo>
                  <a:pt x="2647884" y="801162"/>
                </a:lnTo>
                <a:lnTo>
                  <a:pt x="2622212" y="762301"/>
                </a:lnTo>
                <a:lnTo>
                  <a:pt x="2596172" y="723889"/>
                </a:lnTo>
                <a:lnTo>
                  <a:pt x="2569767" y="685929"/>
                </a:lnTo>
                <a:lnTo>
                  <a:pt x="2543001" y="648428"/>
                </a:lnTo>
                <a:lnTo>
                  <a:pt x="2515876" y="611389"/>
                </a:lnTo>
                <a:lnTo>
                  <a:pt x="2488398" y="574819"/>
                </a:lnTo>
                <a:lnTo>
                  <a:pt x="2460570" y="538721"/>
                </a:lnTo>
                <a:lnTo>
                  <a:pt x="2432394" y="503101"/>
                </a:lnTo>
                <a:lnTo>
                  <a:pt x="2403876" y="467963"/>
                </a:lnTo>
                <a:lnTo>
                  <a:pt x="2375018" y="433313"/>
                </a:lnTo>
                <a:lnTo>
                  <a:pt x="2345825" y="399155"/>
                </a:lnTo>
                <a:lnTo>
                  <a:pt x="2316300" y="365495"/>
                </a:lnTo>
                <a:lnTo>
                  <a:pt x="2286447" y="332337"/>
                </a:lnTo>
                <a:lnTo>
                  <a:pt x="2256269" y="299686"/>
                </a:lnTo>
                <a:lnTo>
                  <a:pt x="2225770" y="267547"/>
                </a:lnTo>
                <a:lnTo>
                  <a:pt x="2194954" y="235925"/>
                </a:lnTo>
                <a:lnTo>
                  <a:pt x="2163824" y="204825"/>
                </a:lnTo>
                <a:lnTo>
                  <a:pt x="2132385" y="174252"/>
                </a:lnTo>
                <a:lnTo>
                  <a:pt x="2100640" y="144210"/>
                </a:lnTo>
                <a:lnTo>
                  <a:pt x="2068592" y="114705"/>
                </a:lnTo>
                <a:lnTo>
                  <a:pt x="2036245" y="85742"/>
                </a:lnTo>
                <a:lnTo>
                  <a:pt x="2003603" y="57325"/>
                </a:lnTo>
                <a:lnTo>
                  <a:pt x="1970670" y="29459"/>
                </a:lnTo>
                <a:lnTo>
                  <a:pt x="1934644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6006" y="2436682"/>
            <a:ext cx="2165350" cy="18783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065" marR="5080" algn="ctr">
              <a:lnSpc>
                <a:spcPct val="92900"/>
              </a:lnSpc>
              <a:spcBef>
                <a:spcPts val="405"/>
              </a:spcBef>
            </a:pP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What</a:t>
            </a:r>
            <a:r>
              <a:rPr sz="3200" spc="1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should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3200" spc="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functional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spec</a:t>
            </a:r>
            <a:r>
              <a:rPr sz="3200" spc="1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NOT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contain?</a:t>
            </a:r>
            <a:endParaRPr sz="3200" dirty="0">
              <a:latin typeface="Calibri Light"/>
              <a:cs typeface="Calibri Light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1086348"/>
            <a:ext cx="4719320" cy="12700"/>
            <a:chOff x="3905730" y="639815"/>
            <a:chExt cx="4719320" cy="12700"/>
          </a:xfrm>
        </p:grpSpPr>
        <p:sp>
          <p:nvSpPr>
            <p:cNvPr id="5" name="object 5"/>
            <p:cNvSpPr/>
            <p:nvPr/>
          </p:nvSpPr>
          <p:spPr>
            <a:xfrm>
              <a:off x="3905730" y="646165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5730" y="646165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53990" y="1102360"/>
            <a:ext cx="3854450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59"/>
              </a:spcBef>
            </a:pPr>
            <a:r>
              <a:rPr lang="en-GB" sz="1600" dirty="0"/>
              <a:t>Anything</a:t>
            </a:r>
            <a:r>
              <a:rPr lang="en-GB" sz="1600" spc="-40" dirty="0"/>
              <a:t> </a:t>
            </a:r>
            <a:r>
              <a:rPr lang="en-GB" sz="1600" dirty="0"/>
              <a:t>to</a:t>
            </a:r>
            <a:r>
              <a:rPr lang="en-GB" sz="1600" spc="-35" dirty="0"/>
              <a:t> </a:t>
            </a:r>
            <a:r>
              <a:rPr lang="en-GB" sz="1600" dirty="0"/>
              <a:t>do</a:t>
            </a:r>
            <a:r>
              <a:rPr lang="en-GB" sz="1600" spc="-35" dirty="0"/>
              <a:t> </a:t>
            </a:r>
            <a:r>
              <a:rPr lang="en-GB" sz="1600" dirty="0"/>
              <a:t>with</a:t>
            </a:r>
            <a:r>
              <a:rPr lang="en-GB" sz="1600" spc="-35" dirty="0"/>
              <a:t> </a:t>
            </a:r>
            <a:r>
              <a:rPr lang="en-GB" sz="1600" b="1" i="1" dirty="0">
                <a:latin typeface="Calibri"/>
                <a:cs typeface="Calibri"/>
              </a:rPr>
              <a:t>business</a:t>
            </a:r>
            <a:r>
              <a:rPr lang="en-GB" sz="1600" b="1" i="1" spc="-40" dirty="0">
                <a:latin typeface="Calibri"/>
                <a:cs typeface="Calibri"/>
              </a:rPr>
              <a:t> </a:t>
            </a:r>
            <a:r>
              <a:rPr lang="en-GB" sz="1600" b="1" i="1" dirty="0">
                <a:latin typeface="Calibri"/>
                <a:cs typeface="Calibri"/>
              </a:rPr>
              <a:t>strategy</a:t>
            </a:r>
            <a:r>
              <a:rPr lang="en-GB" sz="1600" dirty="0"/>
              <a:t>,</a:t>
            </a:r>
            <a:r>
              <a:rPr lang="en-GB" sz="1600" spc="-35" dirty="0"/>
              <a:t> </a:t>
            </a:r>
            <a:r>
              <a:rPr lang="en-GB" sz="1600" dirty="0"/>
              <a:t>such</a:t>
            </a:r>
            <a:r>
              <a:rPr lang="en-GB" sz="1600" spc="-35" dirty="0"/>
              <a:t> </a:t>
            </a:r>
            <a:r>
              <a:rPr lang="en-GB" sz="1600" spc="-25" dirty="0"/>
              <a:t>as </a:t>
            </a:r>
            <a:r>
              <a:rPr lang="en-GB" sz="1600" spc="-10" dirty="0"/>
              <a:t>marketing,</a:t>
            </a:r>
            <a:r>
              <a:rPr lang="en-GB" sz="1600" spc="-20" dirty="0"/>
              <a:t> </a:t>
            </a:r>
            <a:r>
              <a:rPr lang="en-GB" sz="1600" spc="-10" dirty="0"/>
              <a:t>competitor</a:t>
            </a:r>
            <a:r>
              <a:rPr lang="en-GB" sz="1600" spc="-15" dirty="0"/>
              <a:t> </a:t>
            </a:r>
            <a:r>
              <a:rPr lang="en-GB" sz="1600" dirty="0"/>
              <a:t>analysis,</a:t>
            </a:r>
            <a:r>
              <a:rPr lang="en-GB" sz="1600" spc="-20" dirty="0"/>
              <a:t> </a:t>
            </a:r>
            <a:r>
              <a:rPr lang="en-GB" sz="1600" dirty="0"/>
              <a:t>metrics</a:t>
            </a:r>
            <a:r>
              <a:rPr lang="en-GB" sz="1600" spc="-15" dirty="0"/>
              <a:t> </a:t>
            </a:r>
            <a:r>
              <a:rPr lang="en-GB" sz="1600" spc="-20" dirty="0"/>
              <a:t>etc.</a:t>
            </a:r>
            <a:endParaRPr lang="en-GB" sz="1600" dirty="0">
              <a:latin typeface="Calibri"/>
              <a:cs typeface="Calibri"/>
            </a:endParaRPr>
          </a:p>
        </p:txBody>
      </p:sp>
      <p:grpSp>
        <p:nvGrp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1759090"/>
            <a:ext cx="4719320" cy="12700"/>
            <a:chOff x="3905730" y="1560705"/>
            <a:chExt cx="4719320" cy="12700"/>
          </a:xfrm>
        </p:grpSpPr>
        <p:sp>
          <p:nvSpPr>
            <p:cNvPr id="9" name="object 9"/>
            <p:cNvSpPr/>
            <p:nvPr/>
          </p:nvSpPr>
          <p:spPr>
            <a:xfrm>
              <a:off x="3905730" y="1567055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0"/>
                  </a:moveTo>
                  <a:lnTo>
                    <a:pt x="0" y="0"/>
                  </a:lnTo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05730" y="1567055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53990" y="1774708"/>
            <a:ext cx="4478020" cy="7143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ct val="913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Anything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visitors’</a:t>
            </a:r>
            <a:r>
              <a:rPr sz="1600" b="1" i="1" spc="-3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equipment</a:t>
            </a:r>
            <a:r>
              <a:rPr sz="1600" spc="-10" dirty="0">
                <a:latin typeface="Calibri"/>
                <a:cs typeface="Calibri"/>
              </a:rPr>
              <a:t>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including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browser,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connection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speed,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screen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resolution, </a:t>
            </a:r>
            <a:r>
              <a:rPr sz="1600" dirty="0">
                <a:latin typeface="Calibri"/>
                <a:cs typeface="Calibri"/>
              </a:rPr>
              <a:t>installed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plug-</a:t>
            </a:r>
            <a:r>
              <a:rPr sz="1600" dirty="0">
                <a:latin typeface="Calibri"/>
                <a:cs typeface="Calibri"/>
              </a:rPr>
              <a:t>ins,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2679978"/>
            <a:ext cx="4719320" cy="12700"/>
            <a:chOff x="3905730" y="2481593"/>
            <a:chExt cx="4719320" cy="12700"/>
          </a:xfrm>
        </p:grpSpPr>
        <p:sp>
          <p:nvSpPr>
            <p:cNvPr id="13" name="object 13"/>
            <p:cNvSpPr/>
            <p:nvPr/>
          </p:nvSpPr>
          <p:spPr>
            <a:xfrm>
              <a:off x="3905730" y="2487943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05730" y="2487943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53990" y="2695205"/>
            <a:ext cx="4572000" cy="49784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59"/>
              </a:spcBef>
            </a:pPr>
            <a:r>
              <a:rPr lang="en-GB" sz="1600" dirty="0">
                <a:latin typeface="Calibri"/>
                <a:cs typeface="Calibri"/>
              </a:rPr>
              <a:t>Anything</a:t>
            </a:r>
            <a:r>
              <a:rPr lang="en-GB" sz="1600" spc="-35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to</a:t>
            </a:r>
            <a:r>
              <a:rPr lang="en-GB" sz="1600" spc="-30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do</a:t>
            </a:r>
            <a:r>
              <a:rPr lang="en-GB" sz="1600" spc="-30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with</a:t>
            </a:r>
            <a:r>
              <a:rPr lang="en-GB" sz="1600" spc="-30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the</a:t>
            </a:r>
            <a:r>
              <a:rPr lang="en-GB" sz="1600" spc="-30" dirty="0">
                <a:latin typeface="Calibri"/>
                <a:cs typeface="Calibri"/>
              </a:rPr>
              <a:t> </a:t>
            </a:r>
            <a:r>
              <a:rPr lang="en-GB" sz="1600" b="1" i="1" dirty="0">
                <a:latin typeface="Calibri"/>
                <a:cs typeface="Calibri"/>
              </a:rPr>
              <a:t>visual</a:t>
            </a:r>
            <a:r>
              <a:rPr lang="en-GB" sz="1600" b="1" i="1" spc="-35" dirty="0">
                <a:latin typeface="Calibri"/>
                <a:cs typeface="Calibri"/>
              </a:rPr>
              <a:t> </a:t>
            </a:r>
            <a:r>
              <a:rPr lang="en-GB" sz="1600" b="1" i="1" dirty="0">
                <a:latin typeface="Calibri"/>
                <a:cs typeface="Calibri"/>
              </a:rPr>
              <a:t>design</a:t>
            </a:r>
            <a:r>
              <a:rPr lang="en-GB" sz="1600" b="1" i="1" spc="-30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and</a:t>
            </a:r>
            <a:r>
              <a:rPr lang="en-GB" sz="1600" spc="-35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the</a:t>
            </a:r>
            <a:r>
              <a:rPr lang="en-GB" sz="1600" spc="-35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tone</a:t>
            </a:r>
            <a:r>
              <a:rPr lang="en-GB" sz="1600" spc="-30" dirty="0">
                <a:latin typeface="Calibri"/>
                <a:cs typeface="Calibri"/>
              </a:rPr>
              <a:t> </a:t>
            </a:r>
            <a:r>
              <a:rPr lang="en-GB" sz="1600" spc="-25" dirty="0">
                <a:latin typeface="Calibri"/>
                <a:cs typeface="Calibri"/>
              </a:rPr>
              <a:t>and </a:t>
            </a:r>
            <a:r>
              <a:rPr lang="en-GB" sz="1600" dirty="0">
                <a:latin typeface="Calibri"/>
                <a:cs typeface="Calibri"/>
              </a:rPr>
              <a:t>imagery</a:t>
            </a:r>
            <a:r>
              <a:rPr lang="en-GB" sz="1600" spc="-40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that</a:t>
            </a:r>
            <a:r>
              <a:rPr lang="en-GB" sz="1600" spc="-35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the</a:t>
            </a:r>
            <a:r>
              <a:rPr lang="en-GB" sz="1600" spc="-35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site</a:t>
            </a:r>
            <a:r>
              <a:rPr lang="en-GB" sz="1600" spc="-40" dirty="0">
                <a:latin typeface="Calibri"/>
                <a:cs typeface="Calibri"/>
              </a:rPr>
              <a:t> </a:t>
            </a:r>
            <a:r>
              <a:rPr lang="en-GB" sz="1600" dirty="0">
                <a:latin typeface="Calibri"/>
                <a:cs typeface="Calibri"/>
              </a:rPr>
              <a:t>should</a:t>
            </a:r>
            <a:r>
              <a:rPr lang="en-GB" sz="1600" spc="-35" dirty="0">
                <a:latin typeface="Calibri"/>
                <a:cs typeface="Calibri"/>
              </a:rPr>
              <a:t> </a:t>
            </a:r>
            <a:r>
              <a:rPr lang="en-GB" sz="1600" spc="-10" dirty="0">
                <a:latin typeface="Calibri"/>
                <a:cs typeface="Calibri"/>
              </a:rPr>
              <a:t>take</a:t>
            </a:r>
            <a:r>
              <a:rPr lang="en-GB" sz="1600" spc="-35" dirty="0">
                <a:latin typeface="Calibri"/>
                <a:cs typeface="Calibri"/>
              </a:rPr>
              <a:t> </a:t>
            </a:r>
            <a:r>
              <a:rPr lang="en-GB" sz="1600" spc="-25" dirty="0">
                <a:latin typeface="Calibri"/>
                <a:cs typeface="Calibri"/>
              </a:rPr>
              <a:t>on.</a:t>
            </a:r>
            <a:endParaRPr lang="en-GB" sz="1600" dirty="0">
              <a:latin typeface="Calibri"/>
              <a:cs typeface="Calibri"/>
            </a:endParaRPr>
          </a:p>
        </p:txBody>
      </p:sp>
      <p:grpSp>
        <p:nvGrpSpPr>
          <p:cNvPr id="16" name="object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3402482"/>
            <a:ext cx="4719320" cy="12700"/>
            <a:chOff x="3905730" y="3402482"/>
            <a:chExt cx="4719320" cy="12700"/>
          </a:xfrm>
        </p:grpSpPr>
        <p:sp>
          <p:nvSpPr>
            <p:cNvPr id="17" name="object 17"/>
            <p:cNvSpPr/>
            <p:nvPr/>
          </p:nvSpPr>
          <p:spPr>
            <a:xfrm>
              <a:off x="3905730" y="3408832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05730" y="3408832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953990" y="3420364"/>
            <a:ext cx="4556125" cy="7112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0600"/>
              </a:lnSpc>
              <a:spcBef>
                <a:spcPts val="280"/>
              </a:spcBef>
            </a:pPr>
            <a:r>
              <a:rPr sz="1600" dirty="0">
                <a:latin typeface="Calibri"/>
                <a:cs typeface="Calibri"/>
              </a:rPr>
              <a:t>Anything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static</a:t>
            </a:r>
            <a:r>
              <a:rPr sz="1600" b="1" i="1" spc="-4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content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will </a:t>
            </a:r>
            <a:r>
              <a:rPr sz="1600" dirty="0">
                <a:latin typeface="Calibri"/>
                <a:cs typeface="Calibri"/>
              </a:rPr>
              <a:t>contain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either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manually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developer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5" dirty="0">
                <a:latin typeface="Calibri"/>
                <a:cs typeface="Calibri"/>
              </a:rPr>
              <a:t> by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client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Management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System.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20" name="object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4323372"/>
            <a:ext cx="4719320" cy="12700"/>
            <a:chOff x="3905730" y="4323372"/>
            <a:chExt cx="4719320" cy="12700"/>
          </a:xfrm>
        </p:grpSpPr>
        <p:sp>
          <p:nvSpPr>
            <p:cNvPr id="21" name="object 21"/>
            <p:cNvSpPr/>
            <p:nvPr/>
          </p:nvSpPr>
          <p:spPr>
            <a:xfrm>
              <a:off x="3905730" y="4329722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05730" y="4329722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05730" y="5244260"/>
            <a:ext cx="4719320" cy="12700"/>
            <a:chOff x="3905730" y="5244260"/>
            <a:chExt cx="4719320" cy="12700"/>
          </a:xfrm>
        </p:grpSpPr>
        <p:sp>
          <p:nvSpPr>
            <p:cNvPr id="24" name="object 24"/>
            <p:cNvSpPr/>
            <p:nvPr/>
          </p:nvSpPr>
          <p:spPr>
            <a:xfrm>
              <a:off x="3905730" y="5250610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4718784" y="1"/>
                  </a:moveTo>
                  <a:lnTo>
                    <a:pt x="0" y="0"/>
                  </a:lnTo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05730" y="5250610"/>
              <a:ext cx="4719320" cy="0"/>
            </a:xfrm>
            <a:custGeom>
              <a:avLst/>
              <a:gdLst/>
              <a:ahLst/>
              <a:cxnLst/>
              <a:rect l="l" t="t" r="r" b="b"/>
              <a:pathLst>
                <a:path w="4719320">
                  <a:moveTo>
                    <a:pt x="0" y="0"/>
                  </a:moveTo>
                  <a:lnTo>
                    <a:pt x="4718785" y="1"/>
                  </a:lnTo>
                </a:path>
              </a:pathLst>
            </a:custGeom>
            <a:ln w="12700">
              <a:solidFill>
                <a:srgbClr val="ED7D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953990" y="4340860"/>
            <a:ext cx="4615815" cy="141859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ct val="91200"/>
              </a:lnSpc>
              <a:spcBef>
                <a:spcPts val="265"/>
              </a:spcBef>
            </a:pPr>
            <a:r>
              <a:rPr sz="1600" dirty="0">
                <a:latin typeface="Calibri"/>
                <a:cs typeface="Calibri"/>
              </a:rPr>
              <a:t>Anything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internal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implementation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of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spc="-25" dirty="0">
                <a:latin typeface="Calibri"/>
                <a:cs typeface="Calibri"/>
              </a:rPr>
              <a:t>the </a:t>
            </a:r>
            <a:r>
              <a:rPr sz="1600" b="1" i="1" spc="-10" dirty="0">
                <a:latin typeface="Calibri"/>
                <a:cs typeface="Calibri"/>
              </a:rPr>
              <a:t>application</a:t>
            </a:r>
            <a:r>
              <a:rPr sz="1600" spc="-10" dirty="0">
                <a:latin typeface="Calibri"/>
                <a:cs typeface="Calibri"/>
              </a:rPr>
              <a:t>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10" dirty="0">
                <a:latin typeface="Calibri"/>
                <a:cs typeface="Calibri"/>
              </a:rPr>
              <a:t> structures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algorithms,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etc.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66675">
              <a:lnSpc>
                <a:spcPts val="18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Anything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site</a:t>
            </a:r>
            <a:r>
              <a:rPr sz="1600" b="1" i="1" spc="-4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structure,</a:t>
            </a:r>
            <a:r>
              <a:rPr sz="1600" b="1" i="1" spc="-4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navigation,</a:t>
            </a:r>
            <a:r>
              <a:rPr sz="1600" b="1" i="1" spc="-40" dirty="0">
                <a:latin typeface="Calibri"/>
                <a:cs typeface="Calibri"/>
              </a:rPr>
              <a:t> </a:t>
            </a:r>
            <a:r>
              <a:rPr sz="1600" b="1" i="1" spc="-25" dirty="0">
                <a:latin typeface="Calibri"/>
                <a:cs typeface="Calibri"/>
              </a:rPr>
              <a:t>and </a:t>
            </a:r>
            <a:r>
              <a:rPr sz="1600" b="1" i="1" spc="-10" dirty="0">
                <a:latin typeface="Calibri"/>
                <a:cs typeface="Calibri"/>
              </a:rPr>
              <a:t>layout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1511" y="2394010"/>
            <a:ext cx="1789430" cy="18783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065" marR="5080" indent="-2540" algn="ctr">
              <a:lnSpc>
                <a:spcPct val="92900"/>
              </a:lnSpc>
              <a:spcBef>
                <a:spcPts val="405"/>
              </a:spcBef>
            </a:pP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So</a:t>
            </a:r>
            <a:r>
              <a:rPr sz="3200" spc="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 Light"/>
                <a:cs typeface="Calibri Light"/>
              </a:rPr>
              <a:t>what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goes</a:t>
            </a:r>
            <a:r>
              <a:rPr sz="3200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3200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Calibri Light"/>
                <a:cs typeface="Calibri Light"/>
              </a:rPr>
              <a:t>a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Functional Spec?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30298" y="242943"/>
            <a:ext cx="4965065" cy="6350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375"/>
              </a:spcBef>
            </a:pPr>
            <a:r>
              <a:rPr dirty="0"/>
              <a:t>It</a:t>
            </a:r>
            <a:r>
              <a:rPr spc="-5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b="1" i="1" dirty="0">
                <a:latin typeface="Calibri"/>
                <a:cs typeface="Calibri"/>
              </a:rPr>
              <a:t>synthesis</a:t>
            </a:r>
            <a:r>
              <a:rPr b="1" i="1" spc="-4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of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business</a:t>
            </a:r>
            <a:r>
              <a:rPr b="1" i="1" spc="-4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requirements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b="1" i="1" spc="-25" dirty="0">
                <a:latin typeface="Calibri"/>
                <a:cs typeface="Calibri"/>
              </a:rPr>
              <a:t>and </a:t>
            </a:r>
            <a:r>
              <a:rPr b="1" i="1" dirty="0">
                <a:latin typeface="Calibri"/>
                <a:cs typeface="Calibri"/>
              </a:rPr>
              <a:t>user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needs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i.e.,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Strategy</a:t>
            </a:r>
            <a:r>
              <a:rPr spc="-35" dirty="0"/>
              <a:t> </a:t>
            </a:r>
            <a:r>
              <a:rPr spc="-10" dirty="0"/>
              <a:t>plane.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3200400" y="1066800"/>
            <a:ext cx="5588818" cy="6159377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9"/>
              </a:spcBef>
              <a:spcAft>
                <a:spcPts val="1200"/>
              </a:spcAf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2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key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elements: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-</a:t>
            </a:r>
            <a:endParaRPr lang="en-GB" sz="2100" spc="-50" dirty="0">
              <a:latin typeface="Calibri"/>
              <a:cs typeface="Calibri"/>
            </a:endParaRPr>
          </a:p>
          <a:p>
            <a:pPr marL="412750" marR="220979">
              <a:lnSpc>
                <a:spcPts val="1989"/>
              </a:lnSpc>
              <a:spcBef>
                <a:spcPts val="385"/>
              </a:spcBef>
              <a:spcAft>
                <a:spcPts val="1200"/>
              </a:spcAft>
            </a:pPr>
            <a:r>
              <a:rPr lang="en-GB" sz="2000" b="1" i="1" dirty="0">
                <a:latin typeface="Calibri"/>
                <a:cs typeface="Calibri"/>
              </a:rPr>
              <a:t>Functions: </a:t>
            </a:r>
            <a:r>
              <a:rPr lang="en-GB" sz="2000" dirty="0">
                <a:latin typeface="Calibri"/>
                <a:cs typeface="Calibri"/>
              </a:rPr>
              <a:t>This section details the interactions between the system and its users (actors). It describes how users will engage with the system and what actions they can perform.</a:t>
            </a:r>
          </a:p>
          <a:p>
            <a:pPr marL="412750">
              <a:lnSpc>
                <a:spcPct val="100000"/>
              </a:lnSpc>
              <a:spcBef>
                <a:spcPts val="110"/>
              </a:spcBef>
            </a:pPr>
            <a:r>
              <a:rPr lang="en-GB" sz="2000" b="1" i="1" dirty="0">
                <a:latin typeface="Calibri"/>
                <a:cs typeface="Calibri"/>
              </a:rPr>
              <a:t>Data: </a:t>
            </a:r>
            <a:r>
              <a:rPr lang="en-GB" sz="2000" dirty="0">
                <a:latin typeface="Calibri"/>
                <a:cs typeface="Calibri"/>
              </a:rPr>
              <a:t>This part outlines the state of the system, including the data structures, processes, and storage mechanisms. It describes how data will be managed, transformed, and maintained throughout the user interactions.</a:t>
            </a:r>
          </a:p>
          <a:p>
            <a:pPr marL="412750">
              <a:lnSpc>
                <a:spcPct val="100000"/>
              </a:lnSpc>
              <a:spcBef>
                <a:spcPts val="110"/>
              </a:spcBef>
            </a:pPr>
            <a:endParaRPr lang="en-GB" sz="2100" spc="-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lang="en-GB" sz="2100" spc="-50" dirty="0">
                <a:latin typeface="Calibri"/>
                <a:cs typeface="Calibri"/>
              </a:rPr>
              <a:t>Which in turn includes the approvals, scope (feature requirements), risks (that impact the function), use cases, requirements &amp; their solutions, configurations (handle creating users etc.), error handling and bug ticketing.</a:t>
            </a:r>
            <a:endParaRPr sz="2100" dirty="0">
              <a:latin typeface="Calibri"/>
              <a:cs typeface="Calibri"/>
            </a:endParaRPr>
          </a:p>
          <a:p>
            <a:pPr marL="412750">
              <a:lnSpc>
                <a:spcPct val="100000"/>
              </a:lnSpc>
              <a:spcBef>
                <a:spcPts val="110"/>
              </a:spcBef>
            </a:pPr>
            <a:endParaRPr lang="en-GB" spc="-10" dirty="0">
              <a:latin typeface="Calibri"/>
              <a:cs typeface="Calibri"/>
            </a:endParaRPr>
          </a:p>
          <a:p>
            <a:pPr marL="412750">
              <a:lnSpc>
                <a:spcPct val="100000"/>
              </a:lnSpc>
              <a:spcBef>
                <a:spcPts val="110"/>
              </a:spcBef>
            </a:pPr>
            <a:endParaRPr lang="en-GB" sz="1800" spc="-10" dirty="0">
              <a:latin typeface="Calibri"/>
              <a:cs typeface="Calibri"/>
            </a:endParaRPr>
          </a:p>
          <a:p>
            <a:pPr marL="412750">
              <a:lnSpc>
                <a:spcPct val="100000"/>
              </a:lnSpc>
              <a:spcBef>
                <a:spcPts val="110"/>
              </a:spcBef>
            </a:pP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8318" y="3073714"/>
            <a:ext cx="2095500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1)</a:t>
            </a:r>
            <a:r>
              <a:rPr sz="3200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Functions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1000759"/>
            <a:ext cx="4989195" cy="6350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375"/>
              </a:spcBef>
            </a:pPr>
            <a:r>
              <a:rPr lang="en-GB" b="1" i="1" dirty="0">
                <a:latin typeface="Calibri"/>
                <a:cs typeface="Calibri"/>
              </a:rPr>
              <a:t>All</a:t>
            </a:r>
            <a:r>
              <a:rPr lang="en-GB" b="1" i="1" spc="-50" dirty="0">
                <a:latin typeface="Calibri"/>
                <a:cs typeface="Calibri"/>
              </a:rPr>
              <a:t> </a:t>
            </a:r>
            <a:r>
              <a:rPr lang="en-GB" b="1" i="1" dirty="0">
                <a:latin typeface="Calibri"/>
                <a:cs typeface="Calibri"/>
              </a:rPr>
              <a:t>interactions</a:t>
            </a:r>
            <a:r>
              <a:rPr lang="en-GB" b="1" i="1" spc="-50" dirty="0">
                <a:latin typeface="Calibri"/>
                <a:cs typeface="Calibri"/>
              </a:rPr>
              <a:t> </a:t>
            </a:r>
            <a:r>
              <a:rPr lang="en-GB" dirty="0"/>
              <a:t>through</a:t>
            </a:r>
            <a:r>
              <a:rPr lang="en-GB" spc="-55" dirty="0"/>
              <a:t> </a:t>
            </a:r>
            <a:r>
              <a:rPr lang="en-GB" b="1" i="1" dirty="0">
                <a:latin typeface="Calibri"/>
                <a:cs typeface="Calibri"/>
              </a:rPr>
              <a:t>all</a:t>
            </a:r>
            <a:r>
              <a:rPr lang="en-GB" b="1" i="1" spc="-50" dirty="0">
                <a:latin typeface="Calibri"/>
                <a:cs typeface="Calibri"/>
              </a:rPr>
              <a:t> </a:t>
            </a:r>
            <a:r>
              <a:rPr lang="en-GB" b="1" i="1" spc="-10" dirty="0">
                <a:latin typeface="Calibri"/>
                <a:cs typeface="Calibri"/>
              </a:rPr>
              <a:t>interfaces</a:t>
            </a:r>
            <a:r>
              <a:rPr lang="en-GB" b="1" i="1" spc="-45" dirty="0">
                <a:latin typeface="Calibri"/>
                <a:cs typeface="Calibri"/>
              </a:rPr>
              <a:t> </a:t>
            </a:r>
            <a:r>
              <a:rPr lang="en-GB" dirty="0"/>
              <a:t>need</a:t>
            </a:r>
            <a:r>
              <a:rPr lang="en-GB" spc="-50" dirty="0"/>
              <a:t> </a:t>
            </a:r>
            <a:r>
              <a:rPr lang="en-GB" spc="-25" dirty="0"/>
              <a:t>to </a:t>
            </a:r>
            <a:r>
              <a:rPr lang="en-GB" dirty="0"/>
              <a:t>be</a:t>
            </a:r>
            <a:r>
              <a:rPr lang="en-GB" spc="-30" dirty="0"/>
              <a:t> </a:t>
            </a:r>
            <a:r>
              <a:rPr lang="en-GB" spc="-10" dirty="0"/>
              <a:t>documented 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2067559"/>
            <a:ext cx="4564380" cy="12084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89800"/>
              </a:lnSpc>
              <a:spcBef>
                <a:spcPts val="355"/>
              </a:spcBef>
            </a:pP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fully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detailed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description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systems </a:t>
            </a:r>
            <a:r>
              <a:rPr sz="2100" dirty="0">
                <a:latin typeface="Calibri"/>
                <a:cs typeface="Calibri"/>
              </a:rPr>
              <a:t>functions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not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required.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Use</a:t>
            </a:r>
            <a:r>
              <a:rPr sz="2100" b="1" i="1" spc="-50" dirty="0">
                <a:latin typeface="Calibri"/>
                <a:cs typeface="Calibri"/>
              </a:rPr>
              <a:t> </a:t>
            </a:r>
            <a:r>
              <a:rPr sz="2100" b="1" i="1" spc="-10" dirty="0">
                <a:latin typeface="Calibri"/>
                <a:cs typeface="Calibri"/>
              </a:rPr>
              <a:t>Cases </a:t>
            </a:r>
            <a:r>
              <a:rPr sz="2100" dirty="0">
                <a:latin typeface="Calibri"/>
                <a:cs typeface="Calibri"/>
              </a:rPr>
              <a:t>(complete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accompanying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Case </a:t>
            </a:r>
            <a:r>
              <a:rPr sz="2100" spc="-10" dirty="0">
                <a:latin typeface="Calibri"/>
                <a:cs typeface="Calibri"/>
              </a:rPr>
              <a:t>diagrams)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most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effective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method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221" y="3716528"/>
            <a:ext cx="4941570" cy="198564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ct val="89500"/>
              </a:lnSpc>
              <a:spcBef>
                <a:spcPts val="365"/>
              </a:spcBef>
            </a:pPr>
            <a:r>
              <a:rPr sz="2100" b="1" i="1" dirty="0">
                <a:latin typeface="Calibri"/>
                <a:cs typeface="Calibri"/>
              </a:rPr>
              <a:t>Include</a:t>
            </a:r>
            <a:r>
              <a:rPr sz="2100" b="1" i="1" spc="-2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full</a:t>
            </a:r>
            <a:r>
              <a:rPr sz="2100" b="1" i="1" spc="-25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detail</a:t>
            </a:r>
            <a:r>
              <a:rPr sz="2100" b="1" i="1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any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b="1" i="1" spc="-25" dirty="0">
                <a:latin typeface="Calibri"/>
                <a:cs typeface="Calibri"/>
              </a:rPr>
              <a:t>externally-</a:t>
            </a:r>
            <a:r>
              <a:rPr sz="2100" b="1" i="1" spc="-10" dirty="0">
                <a:latin typeface="Calibri"/>
                <a:cs typeface="Calibri"/>
              </a:rPr>
              <a:t>visible </a:t>
            </a:r>
            <a:r>
              <a:rPr sz="2100" b="1" i="1" dirty="0">
                <a:latin typeface="Calibri"/>
                <a:cs typeface="Calibri"/>
              </a:rPr>
              <a:t>behaviour</a:t>
            </a:r>
            <a:r>
              <a:rPr sz="2100" b="1" i="1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system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(including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behaviour </a:t>
            </a:r>
            <a:r>
              <a:rPr sz="2100" dirty="0">
                <a:latin typeface="Calibri"/>
                <a:cs typeface="Calibri"/>
              </a:rPr>
              <a:t>through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system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interfaces).</a:t>
            </a:r>
            <a:endParaRPr sz="2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100" dirty="0">
              <a:latin typeface="Calibri"/>
              <a:cs typeface="Calibri"/>
            </a:endParaRPr>
          </a:p>
          <a:p>
            <a:pPr marL="12700" marR="414020">
              <a:lnSpc>
                <a:spcPts val="2300"/>
              </a:lnSpc>
            </a:pPr>
            <a:r>
              <a:rPr sz="2100" b="1" i="1" dirty="0">
                <a:latin typeface="Calibri"/>
                <a:cs typeface="Calibri"/>
              </a:rPr>
              <a:t>Do</a:t>
            </a:r>
            <a:r>
              <a:rPr sz="2100" b="1" i="1" spc="-3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not</a:t>
            </a:r>
            <a:r>
              <a:rPr sz="2100" b="1" i="1" spc="-4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include</a:t>
            </a:r>
            <a:r>
              <a:rPr sz="2100" b="1" i="1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any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details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b="1" i="1" spc="-10" dirty="0">
                <a:latin typeface="Calibri"/>
                <a:cs typeface="Calibri"/>
              </a:rPr>
              <a:t>internal </a:t>
            </a:r>
            <a:r>
              <a:rPr sz="2100" b="1" i="1" dirty="0">
                <a:latin typeface="Calibri"/>
                <a:cs typeface="Calibri"/>
              </a:rPr>
              <a:t>workings</a:t>
            </a:r>
            <a:r>
              <a:rPr sz="2100" b="1" i="1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system.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3770" y="2728522"/>
            <a:ext cx="1647825" cy="149987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 algn="just">
              <a:lnSpc>
                <a:spcPct val="91800"/>
              </a:lnSpc>
              <a:spcBef>
                <a:spcPts val="465"/>
              </a:spcBef>
            </a:pPr>
            <a:r>
              <a:rPr sz="3400" spc="-10" dirty="0">
                <a:solidFill>
                  <a:srgbClr val="FFFFFF"/>
                </a:solidFill>
                <a:latin typeface="Calibri Light"/>
                <a:cs typeface="Calibri Light"/>
              </a:rPr>
              <a:t>Example: </a:t>
            </a:r>
            <a:r>
              <a:rPr sz="3400" dirty="0">
                <a:solidFill>
                  <a:srgbClr val="FFFFFF"/>
                </a:solidFill>
                <a:latin typeface="Calibri Light"/>
                <a:cs typeface="Calibri Light"/>
              </a:rPr>
              <a:t>Use</a:t>
            </a:r>
            <a:r>
              <a:rPr sz="3400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400" spc="-20" dirty="0">
                <a:solidFill>
                  <a:srgbClr val="FFFFFF"/>
                </a:solidFill>
                <a:latin typeface="Calibri Light"/>
                <a:cs typeface="Calibri Light"/>
              </a:rPr>
              <a:t>Case </a:t>
            </a:r>
            <a:r>
              <a:rPr sz="3400" spc="-10" dirty="0">
                <a:solidFill>
                  <a:srgbClr val="FFFFFF"/>
                </a:solidFill>
                <a:latin typeface="Calibri Light"/>
                <a:cs typeface="Calibri Light"/>
              </a:rPr>
              <a:t>Diagram</a:t>
            </a:r>
            <a:endParaRPr sz="3400" dirty="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sz="1700" dirty="0">
                <a:solidFill>
                  <a:srgbClr val="FFFFFF"/>
                </a:solidFill>
              </a:rPr>
              <a:t>Source:</a:t>
            </a:r>
            <a:r>
              <a:rPr sz="1700" spc="-65" dirty="0">
                <a:solidFill>
                  <a:srgbClr val="FFFFFF"/>
                </a:solidFill>
              </a:rPr>
              <a:t> </a:t>
            </a:r>
            <a:r>
              <a:rPr sz="1700" spc="-20" dirty="0">
                <a:solidFill>
                  <a:srgbClr val="FFFFFF"/>
                </a:solidFill>
              </a:rPr>
              <a:t>uml- </a:t>
            </a:r>
            <a:r>
              <a:rPr sz="1700" spc="-10" dirty="0">
                <a:solidFill>
                  <a:srgbClr val="FFFFFF"/>
                </a:solidFill>
              </a:rPr>
              <a:t>diagrams.org</a:t>
            </a:r>
            <a:endParaRPr sz="1700"/>
          </a:p>
        </p:txBody>
      </p:sp>
      <p:pic>
        <p:nvPicPr>
          <p:cNvPr id="4" name="object 4" descr="Example: Use Case Diagram&#10;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3756" y="1439098"/>
            <a:ext cx="5385440" cy="39967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53803" y="6541496"/>
            <a:ext cx="219075" cy="1809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z="1000" spc="-25" dirty="0">
                <a:solidFill>
                  <a:srgbClr val="7F7F7F"/>
                </a:solidFill>
                <a:latin typeface="Calibri"/>
                <a:cs typeface="Calibri"/>
              </a:rPr>
              <a:t>8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3030855" cy="6858000"/>
            <a:chOff x="0" y="0"/>
            <a:chExt cx="30308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"/>
              <a:ext cx="303055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499359"/>
              <a:ext cx="3029712" cy="43586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375" y="0"/>
              <a:ext cx="2688336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807719"/>
              <a:ext cx="2810256" cy="47670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73770" y="2728522"/>
            <a:ext cx="1753870" cy="19843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>
              <a:lnSpc>
                <a:spcPct val="92400"/>
              </a:lnSpc>
              <a:spcBef>
                <a:spcPts val="440"/>
              </a:spcBef>
            </a:pPr>
            <a:r>
              <a:rPr sz="3400" spc="-10" dirty="0">
                <a:solidFill>
                  <a:srgbClr val="FFFFFF"/>
                </a:solidFill>
                <a:latin typeface="Calibri Light"/>
                <a:cs typeface="Calibri Light"/>
              </a:rPr>
              <a:t>Example </a:t>
            </a:r>
            <a:r>
              <a:rPr sz="3400" dirty="0">
                <a:solidFill>
                  <a:srgbClr val="FFFFFF"/>
                </a:solidFill>
                <a:latin typeface="Calibri Light"/>
                <a:cs typeface="Calibri Light"/>
              </a:rPr>
              <a:t>Use</a:t>
            </a:r>
            <a:r>
              <a:rPr sz="3400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400" spc="-20" dirty="0">
                <a:solidFill>
                  <a:srgbClr val="FFFFFF"/>
                </a:solidFill>
                <a:latin typeface="Calibri Light"/>
                <a:cs typeface="Calibri Light"/>
              </a:rPr>
              <a:t>Case: </a:t>
            </a:r>
            <a:r>
              <a:rPr sz="3400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 Light"/>
                <a:cs typeface="Calibri Light"/>
              </a:rPr>
              <a:t>Shopping</a:t>
            </a:r>
            <a:r>
              <a:rPr sz="34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400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 Light"/>
                <a:cs typeface="Calibri Light"/>
              </a:rPr>
              <a:t>Cart</a:t>
            </a:r>
            <a:endParaRPr sz="3400" dirty="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3771" y="1737359"/>
            <a:ext cx="1290320" cy="5130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sz="1700" dirty="0">
                <a:solidFill>
                  <a:srgbClr val="FFFFFF"/>
                </a:solidFill>
              </a:rPr>
              <a:t>Source:</a:t>
            </a:r>
            <a:r>
              <a:rPr sz="1700" spc="-65" dirty="0">
                <a:solidFill>
                  <a:srgbClr val="FFFFFF"/>
                </a:solidFill>
              </a:rPr>
              <a:t> </a:t>
            </a:r>
            <a:r>
              <a:rPr sz="1700" spc="-10" dirty="0">
                <a:solidFill>
                  <a:srgbClr val="FFFFFF"/>
                </a:solidFill>
              </a:rPr>
              <a:t>visual- paradigm.com</a:t>
            </a:r>
            <a:endParaRPr sz="1700"/>
          </a:p>
        </p:txBody>
      </p:sp>
      <p:pic>
        <p:nvPicPr>
          <p:cNvPr id="9" name="object 9" descr="Example Use Case: Shopping Cart&#10;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14135" y="1096895"/>
            <a:ext cx="5740681" cy="465775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853803" y="6541496"/>
            <a:ext cx="219075" cy="1809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z="1000" spc="-25" dirty="0">
                <a:solidFill>
                  <a:srgbClr val="7F7F7F"/>
                </a:solidFill>
                <a:latin typeface="Calibri"/>
                <a:cs typeface="Calibri"/>
              </a:rPr>
              <a:t>9</a:t>
            </a:fld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8086" y="3073714"/>
            <a:ext cx="1235075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2)</a:t>
            </a:r>
            <a:r>
              <a:rPr sz="3200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 Light"/>
                <a:cs typeface="Calibri Light"/>
              </a:rPr>
              <a:t>Data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1201928"/>
            <a:ext cx="4584700" cy="9309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dirty="0"/>
              <a:t>Functions</a:t>
            </a:r>
            <a:r>
              <a:rPr spc="-5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dirty="0"/>
              <a:t>closely</a:t>
            </a:r>
            <a:r>
              <a:rPr spc="-60" dirty="0"/>
              <a:t> </a:t>
            </a:r>
            <a:r>
              <a:rPr dirty="0"/>
              <a:t>related</a:t>
            </a:r>
            <a:r>
              <a:rPr spc="-55" dirty="0"/>
              <a:t> </a:t>
            </a:r>
            <a:r>
              <a:rPr spc="-25" dirty="0"/>
              <a:t>and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can’t</a:t>
            </a:r>
            <a:r>
              <a:rPr spc="-45" dirty="0"/>
              <a:t> </a:t>
            </a:r>
            <a:r>
              <a:rPr dirty="0"/>
              <a:t>really</a:t>
            </a:r>
            <a:r>
              <a:rPr spc="-40" dirty="0"/>
              <a:t> </a:t>
            </a:r>
            <a:r>
              <a:rPr dirty="0"/>
              <a:t>describe</a:t>
            </a:r>
            <a:r>
              <a:rPr spc="-35" dirty="0"/>
              <a:t> </a:t>
            </a:r>
            <a:r>
              <a:rPr dirty="0"/>
              <a:t>one</a:t>
            </a:r>
            <a:r>
              <a:rPr spc="-30" dirty="0"/>
              <a:t> </a:t>
            </a:r>
            <a:r>
              <a:rPr dirty="0"/>
              <a:t>without</a:t>
            </a:r>
            <a:r>
              <a:rPr spc="-45" dirty="0"/>
              <a:t> </a:t>
            </a:r>
            <a:r>
              <a:rPr spc="-25" dirty="0"/>
              <a:t>the </a:t>
            </a:r>
            <a:r>
              <a:rPr spc="-10" dirty="0"/>
              <a:t>other.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2561335"/>
            <a:ext cx="5005070" cy="29362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89900"/>
              </a:lnSpc>
              <a:spcBef>
                <a:spcPts val="355"/>
              </a:spcBef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usual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way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describe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system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in </a:t>
            </a:r>
            <a:r>
              <a:rPr sz="2100" dirty="0">
                <a:latin typeface="Calibri"/>
                <a:cs typeface="Calibri"/>
              </a:rPr>
              <a:t>terms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(logical)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entities.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entity</a:t>
            </a:r>
            <a:r>
              <a:rPr sz="2100" b="1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a </a:t>
            </a:r>
            <a:r>
              <a:rPr sz="2100" dirty="0">
                <a:latin typeface="Calibri"/>
                <a:cs typeface="Calibri"/>
              </a:rPr>
              <a:t>“thing”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interest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(a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customer,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address,</a:t>
            </a:r>
            <a:r>
              <a:rPr sz="2100" spc="-25" dirty="0">
                <a:latin typeface="Calibri"/>
                <a:cs typeface="Calibri"/>
              </a:rPr>
              <a:t> an </a:t>
            </a:r>
            <a:r>
              <a:rPr sz="2100" spc="-30" dirty="0">
                <a:latin typeface="Calibri"/>
                <a:cs typeface="Calibri"/>
              </a:rPr>
              <a:t>order,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product).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Entities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have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attributes</a:t>
            </a:r>
            <a:r>
              <a:rPr sz="2100" b="1" i="1" spc="-6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(a </a:t>
            </a:r>
            <a:r>
              <a:rPr sz="2100" dirty="0">
                <a:latin typeface="Calibri"/>
                <a:cs typeface="Calibri"/>
              </a:rPr>
              <a:t>customer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first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name,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last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name,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date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birth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etc.).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Entities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also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have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b="1" i="1" spc="-10" dirty="0">
                <a:latin typeface="Calibri"/>
                <a:cs typeface="Calibri"/>
              </a:rPr>
              <a:t>relationships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another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customer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one</a:t>
            </a:r>
            <a:r>
              <a:rPr sz="2100" spc="-25" dirty="0">
                <a:latin typeface="Calibri"/>
                <a:cs typeface="Calibri"/>
              </a:rPr>
              <a:t> or </a:t>
            </a:r>
            <a:r>
              <a:rPr sz="2100" dirty="0">
                <a:latin typeface="Calibri"/>
                <a:cs typeface="Calibri"/>
              </a:rPr>
              <a:t>more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delivery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addresses;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customer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zero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more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orders;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order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consists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or </a:t>
            </a:r>
            <a:r>
              <a:rPr sz="2100" dirty="0">
                <a:latin typeface="Calibri"/>
                <a:cs typeface="Calibri"/>
              </a:rPr>
              <a:t>more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products)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780" y="3073714"/>
            <a:ext cx="802005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spc="-20" dirty="0">
                <a:solidFill>
                  <a:srgbClr val="FFFFFF"/>
                </a:solidFill>
                <a:latin typeface="Calibri Light"/>
                <a:cs typeface="Calibri Light"/>
              </a:rPr>
              <a:t>Data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00400" y="762000"/>
            <a:ext cx="5410199" cy="506036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sz="2000" dirty="0"/>
              <a:t>There</a:t>
            </a:r>
            <a:r>
              <a:rPr sz="2000" spc="-35" dirty="0"/>
              <a:t> </a:t>
            </a:r>
            <a:r>
              <a:rPr sz="2000" dirty="0"/>
              <a:t>are</a:t>
            </a:r>
            <a:r>
              <a:rPr sz="2000" spc="-30" dirty="0"/>
              <a:t> </a:t>
            </a:r>
            <a:r>
              <a:rPr sz="2000" dirty="0"/>
              <a:t>2</a:t>
            </a:r>
            <a:r>
              <a:rPr sz="2000" spc="-40" dirty="0"/>
              <a:t> </a:t>
            </a:r>
            <a:r>
              <a:rPr sz="2000" dirty="0"/>
              <a:t>techniques</a:t>
            </a:r>
            <a:r>
              <a:rPr sz="2000" spc="-35" dirty="0"/>
              <a:t> </a:t>
            </a:r>
            <a:r>
              <a:rPr sz="2000" dirty="0"/>
              <a:t>that</a:t>
            </a:r>
            <a:r>
              <a:rPr sz="2000" spc="-40" dirty="0"/>
              <a:t> </a:t>
            </a:r>
            <a:r>
              <a:rPr sz="2000" dirty="0"/>
              <a:t>can</a:t>
            </a:r>
            <a:r>
              <a:rPr sz="2000" spc="-40" dirty="0"/>
              <a:t> </a:t>
            </a:r>
            <a:r>
              <a:rPr sz="2000" dirty="0"/>
              <a:t>be</a:t>
            </a:r>
            <a:r>
              <a:rPr sz="2000" spc="-30" dirty="0"/>
              <a:t> </a:t>
            </a:r>
            <a:r>
              <a:rPr sz="2000" dirty="0"/>
              <a:t>used</a:t>
            </a:r>
            <a:r>
              <a:rPr sz="2000" spc="-40" dirty="0"/>
              <a:t> </a:t>
            </a:r>
            <a:r>
              <a:rPr sz="2000" spc="-25" dirty="0"/>
              <a:t>to </a:t>
            </a:r>
            <a:r>
              <a:rPr sz="2000" dirty="0"/>
              <a:t>describe</a:t>
            </a:r>
            <a:r>
              <a:rPr sz="2000" spc="-70" dirty="0"/>
              <a:t> </a:t>
            </a:r>
            <a:r>
              <a:rPr sz="2000" dirty="0"/>
              <a:t>entities</a:t>
            </a:r>
            <a:r>
              <a:rPr sz="2000" spc="-65" dirty="0"/>
              <a:t> </a:t>
            </a:r>
            <a:r>
              <a:rPr sz="2000" dirty="0"/>
              <a:t>–</a:t>
            </a:r>
            <a:r>
              <a:rPr sz="2000" spc="-70" dirty="0"/>
              <a:t> </a:t>
            </a:r>
            <a:r>
              <a:rPr sz="2000" b="1" i="1" dirty="0">
                <a:latin typeface="Calibri"/>
                <a:cs typeface="Calibri"/>
              </a:rPr>
              <a:t>Entity</a:t>
            </a:r>
            <a:r>
              <a:rPr sz="2000" b="1" i="1" spc="-7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Relations</a:t>
            </a:r>
            <a:r>
              <a:rPr sz="2000" b="1" i="1" spc="-7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Diagrams </a:t>
            </a:r>
            <a:r>
              <a:rPr sz="2000" dirty="0"/>
              <a:t>and/or</a:t>
            </a:r>
            <a:r>
              <a:rPr sz="2000" spc="-55" dirty="0"/>
              <a:t> </a:t>
            </a:r>
            <a:r>
              <a:rPr sz="2000" b="1" i="1" dirty="0">
                <a:latin typeface="Calibri"/>
                <a:cs typeface="Calibri"/>
              </a:rPr>
              <a:t>Class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Diagrams</a:t>
            </a:r>
            <a:br>
              <a:rPr lang="en-GB" sz="2000" b="1" i="1" spc="-10" dirty="0">
                <a:latin typeface="Calibri"/>
                <a:cs typeface="Calibri"/>
              </a:rPr>
            </a:br>
            <a:br>
              <a:rPr lang="en-GB" sz="2000" b="1" i="1" spc="-10" dirty="0">
                <a:latin typeface="Calibri"/>
                <a:cs typeface="Calibri"/>
              </a:rPr>
            </a:br>
            <a:r>
              <a:rPr lang="en-GB" sz="2000" b="1" i="1" spc="-10" dirty="0">
                <a:latin typeface="Calibri"/>
                <a:cs typeface="Calibri"/>
              </a:rPr>
              <a:t>ER diagram (relationships)</a:t>
            </a:r>
            <a:r>
              <a:rPr lang="en-GB" sz="2000" i="1" spc="-10" dirty="0">
                <a:latin typeface="Calibri"/>
                <a:cs typeface="Calibri"/>
              </a:rPr>
              <a:t>: </a:t>
            </a:r>
            <a:r>
              <a:rPr lang="en-GB" sz="2000" spc="-10" dirty="0">
                <a:latin typeface="Calibri"/>
                <a:cs typeface="Calibri"/>
              </a:rPr>
              <a:t> are primarily used to represent the relationships between different entities within a system (using </a:t>
            </a:r>
            <a:r>
              <a:rPr lang="en-GB" sz="2000" i="1" spc="-10" dirty="0">
                <a:latin typeface="Calibri"/>
                <a:cs typeface="Calibri"/>
              </a:rPr>
              <a:t>primary key, foreign key, weak entity</a:t>
            </a:r>
            <a:r>
              <a:rPr lang="en-GB" sz="2000" spc="-10" dirty="0">
                <a:latin typeface="Calibri"/>
                <a:cs typeface="Calibri"/>
              </a:rPr>
              <a:t>). They help to visualize how data is interconnected, which can inform decisions on data organization and flow.</a:t>
            </a:r>
            <a:br>
              <a:rPr lang="en-GB" sz="2000" spc="-10" dirty="0">
                <a:latin typeface="Calibri"/>
                <a:cs typeface="Calibri"/>
              </a:rPr>
            </a:br>
            <a:br>
              <a:rPr lang="en-GB" sz="2000" i="1" spc="-10" dirty="0">
                <a:latin typeface="Calibri"/>
                <a:cs typeface="Calibri"/>
              </a:rPr>
            </a:br>
            <a:r>
              <a:rPr lang="en-GB" sz="2000" b="1" i="1" spc="-10" dirty="0">
                <a:latin typeface="Calibri"/>
                <a:cs typeface="Calibri"/>
              </a:rPr>
              <a:t>Class diagram (organisation/functions)</a:t>
            </a:r>
            <a:r>
              <a:rPr lang="en-GB" sz="2000" i="1" spc="-10" dirty="0">
                <a:latin typeface="Calibri"/>
                <a:cs typeface="Calibri"/>
              </a:rPr>
              <a:t>:</a:t>
            </a:r>
            <a:r>
              <a:rPr lang="en-GB" sz="2000" i="1" spc="-10" dirty="0"/>
              <a:t> </a:t>
            </a:r>
            <a:r>
              <a:rPr lang="en-GB" sz="2000" spc="-10" dirty="0">
                <a:latin typeface="Calibri"/>
                <a:cs typeface="Calibri"/>
              </a:rPr>
              <a:t>describe the structure of a system by showing its classes and the relationships among them, such as attributes, types of attributes, method, the return type of methods, method's parameter, a relationship of a class(inheritance, aggregation etc.). </a:t>
            </a:r>
            <a:endParaRPr sz="2000" spc="-1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780" y="3073714"/>
            <a:ext cx="802005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spc="-20" dirty="0">
                <a:solidFill>
                  <a:srgbClr val="FFFFFF"/>
                </a:solidFill>
                <a:latin typeface="Calibri Light"/>
                <a:cs typeface="Calibri Light"/>
              </a:rPr>
              <a:t>Data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38571" y="1275079"/>
            <a:ext cx="5169535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310"/>
              </a:spcBef>
            </a:pPr>
            <a:r>
              <a:rPr sz="1500" spc="-10" dirty="0"/>
              <a:t>Typical</a:t>
            </a:r>
            <a:r>
              <a:rPr sz="1500" spc="-40" dirty="0"/>
              <a:t> </a:t>
            </a:r>
            <a:r>
              <a:rPr sz="1500" dirty="0"/>
              <a:t>level</a:t>
            </a:r>
            <a:r>
              <a:rPr sz="1500" spc="-40" dirty="0"/>
              <a:t> </a:t>
            </a:r>
            <a:r>
              <a:rPr sz="1500" dirty="0"/>
              <a:t>of</a:t>
            </a:r>
            <a:r>
              <a:rPr sz="1500" spc="-40" dirty="0"/>
              <a:t> </a:t>
            </a:r>
            <a:r>
              <a:rPr sz="1500" dirty="0"/>
              <a:t>detail</a:t>
            </a:r>
            <a:r>
              <a:rPr sz="1500" spc="-40" dirty="0"/>
              <a:t> </a:t>
            </a:r>
            <a:r>
              <a:rPr sz="1500" dirty="0"/>
              <a:t>needed</a:t>
            </a:r>
            <a:r>
              <a:rPr sz="1500" spc="-45" dirty="0"/>
              <a:t> </a:t>
            </a:r>
            <a:r>
              <a:rPr sz="1500" dirty="0"/>
              <a:t>for</a:t>
            </a:r>
            <a:r>
              <a:rPr sz="1500" spc="-40" dirty="0"/>
              <a:t> </a:t>
            </a:r>
            <a:r>
              <a:rPr sz="1500" dirty="0"/>
              <a:t>data</a:t>
            </a:r>
            <a:r>
              <a:rPr sz="1500" spc="-50" dirty="0"/>
              <a:t> </a:t>
            </a:r>
            <a:r>
              <a:rPr sz="1500" dirty="0"/>
              <a:t>description</a:t>
            </a:r>
            <a:r>
              <a:rPr sz="1500" spc="-45" dirty="0"/>
              <a:t> </a:t>
            </a:r>
            <a:r>
              <a:rPr sz="1500" dirty="0"/>
              <a:t>in</a:t>
            </a:r>
            <a:r>
              <a:rPr sz="1500" spc="-40" dirty="0"/>
              <a:t> </a:t>
            </a:r>
            <a:r>
              <a:rPr sz="1500" dirty="0"/>
              <a:t>the</a:t>
            </a:r>
            <a:r>
              <a:rPr sz="1500" spc="-40" dirty="0"/>
              <a:t> </a:t>
            </a:r>
            <a:r>
              <a:rPr sz="1500" spc="-10" dirty="0"/>
              <a:t>Functional Spec:</a:t>
            </a:r>
            <a:endParaRPr sz="15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138571" y="2024888"/>
            <a:ext cx="5441950" cy="332142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182880" algn="l"/>
              </a:tabLst>
            </a:pPr>
            <a:r>
              <a:rPr sz="1500" b="1" spc="-10" dirty="0">
                <a:latin typeface="Calibri"/>
                <a:cs typeface="Calibri"/>
              </a:rPr>
              <a:t>Entity/Class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name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(so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unambiguously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referred</a:t>
            </a:r>
            <a:r>
              <a:rPr sz="1500" spc="-25" dirty="0">
                <a:latin typeface="Calibri"/>
                <a:cs typeface="Calibri"/>
              </a:rPr>
              <a:t> to)</a:t>
            </a:r>
            <a:endParaRPr sz="1500" dirty="0">
              <a:latin typeface="Calibri"/>
              <a:cs typeface="Calibri"/>
            </a:endParaRPr>
          </a:p>
          <a:p>
            <a:pPr marL="182880" marR="18415" indent="-170180">
              <a:lnSpc>
                <a:spcPts val="1580"/>
              </a:lnSpc>
              <a:spcBef>
                <a:spcPts val="835"/>
              </a:spcBef>
              <a:buFont typeface="Arial MT"/>
              <a:buChar char="•"/>
              <a:tabLst>
                <a:tab pos="184150" algn="l"/>
              </a:tabLst>
            </a:pPr>
            <a:r>
              <a:rPr sz="1500" b="1" spc="-10" dirty="0">
                <a:latin typeface="Calibri"/>
                <a:cs typeface="Calibri"/>
              </a:rPr>
              <a:t>Entity/Class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description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(explaining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what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entity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actually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0" dirty="0">
                <a:latin typeface="Calibri"/>
                <a:cs typeface="Calibri"/>
              </a:rPr>
              <a:t>)</a:t>
            </a:r>
            <a:endParaRPr sz="1500" dirty="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182880" algn="l"/>
              </a:tabLst>
            </a:pPr>
            <a:r>
              <a:rPr sz="1500" b="1" spc="-10" dirty="0">
                <a:latin typeface="Calibri"/>
                <a:cs typeface="Calibri"/>
              </a:rPr>
              <a:t>Attributes</a:t>
            </a:r>
            <a:endParaRPr sz="1500" dirty="0">
              <a:latin typeface="Calibri"/>
              <a:cs typeface="Calibri"/>
            </a:endParaRPr>
          </a:p>
          <a:p>
            <a:pPr marL="525780" lvl="1" indent="-17018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525780" algn="l"/>
              </a:tabLst>
            </a:pPr>
            <a:r>
              <a:rPr sz="15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Attribute</a:t>
            </a:r>
            <a:r>
              <a:rPr sz="15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Name</a:t>
            </a:r>
            <a:endParaRPr sz="1500" dirty="0">
              <a:latin typeface="Calibri"/>
              <a:cs typeface="Calibri"/>
            </a:endParaRPr>
          </a:p>
          <a:p>
            <a:pPr marL="525780" lvl="1" indent="-17018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525780" algn="l"/>
              </a:tabLst>
            </a:pPr>
            <a:r>
              <a:rPr sz="15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Attribute</a:t>
            </a:r>
            <a:r>
              <a:rPr sz="15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5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Description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always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obvious)</a:t>
            </a:r>
            <a:endParaRPr sz="1500" dirty="0">
              <a:latin typeface="Calibri"/>
              <a:cs typeface="Calibri"/>
            </a:endParaRPr>
          </a:p>
          <a:p>
            <a:pPr marL="525780" lvl="1" indent="-17018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525780" algn="l"/>
              </a:tabLst>
            </a:pPr>
            <a:r>
              <a:rPr sz="1500" spc="-10" dirty="0">
                <a:latin typeface="Calibri"/>
                <a:cs typeface="Calibri"/>
              </a:rPr>
              <a:t>Type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allowable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values,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such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as:</a:t>
            </a:r>
            <a:endParaRPr sz="1500" dirty="0">
              <a:latin typeface="Calibri"/>
              <a:cs typeface="Calibri"/>
            </a:endParaRPr>
          </a:p>
          <a:p>
            <a:pPr marL="869315" lvl="2" indent="-170815">
              <a:lnSpc>
                <a:spcPct val="100000"/>
              </a:lnSpc>
              <a:spcBef>
                <a:spcPts val="195"/>
              </a:spcBef>
              <a:buFont typeface="Wingdings"/>
              <a:buChar char=""/>
              <a:tabLst>
                <a:tab pos="869315" algn="l"/>
              </a:tabLst>
            </a:pPr>
            <a:r>
              <a:rPr sz="1500" dirty="0">
                <a:latin typeface="Calibri"/>
                <a:cs typeface="Calibri"/>
              </a:rPr>
              <a:t>String,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max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50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characters</a:t>
            </a:r>
            <a:endParaRPr sz="1500" dirty="0">
              <a:latin typeface="Calibri"/>
              <a:cs typeface="Calibri"/>
            </a:endParaRPr>
          </a:p>
          <a:p>
            <a:pPr marL="869315" lvl="2" indent="-170815">
              <a:lnSpc>
                <a:spcPct val="100000"/>
              </a:lnSpc>
              <a:spcBef>
                <a:spcPts val="190"/>
              </a:spcBef>
              <a:buFont typeface="Wingdings"/>
              <a:buChar char=""/>
              <a:tabLst>
                <a:tab pos="869315" algn="l"/>
              </a:tabLst>
            </a:pPr>
            <a:r>
              <a:rPr sz="1500" dirty="0">
                <a:latin typeface="Calibri"/>
                <a:cs typeface="Calibri"/>
              </a:rPr>
              <a:t>Integer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0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60,000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blank</a:t>
            </a:r>
            <a:endParaRPr sz="1500" dirty="0">
              <a:latin typeface="Calibri"/>
              <a:cs typeface="Calibri"/>
            </a:endParaRPr>
          </a:p>
          <a:p>
            <a:pPr marL="869315" lvl="2" indent="-170815">
              <a:lnSpc>
                <a:spcPct val="100000"/>
              </a:lnSpc>
              <a:spcBef>
                <a:spcPts val="315"/>
              </a:spcBef>
              <a:buFont typeface="Wingdings"/>
              <a:buChar char=""/>
              <a:tabLst>
                <a:tab pos="869315" algn="l"/>
              </a:tabLst>
            </a:pPr>
            <a:r>
              <a:rPr sz="1500" dirty="0">
                <a:latin typeface="Calibri"/>
                <a:cs typeface="Calibri"/>
              </a:rPr>
              <a:t>Specific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value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i.e.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Male,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Female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2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Specified</a:t>
            </a:r>
            <a:endParaRPr sz="1500" dirty="0">
              <a:latin typeface="Calibri"/>
              <a:cs typeface="Calibri"/>
            </a:endParaRPr>
          </a:p>
          <a:p>
            <a:pPr marL="182880" indent="-17018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2880" algn="l"/>
              </a:tabLst>
            </a:pPr>
            <a:r>
              <a:rPr sz="1500" b="1" spc="-10" dirty="0">
                <a:latin typeface="Calibri"/>
                <a:cs typeface="Calibri"/>
              </a:rPr>
              <a:t>Relationships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other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entities:</a:t>
            </a:r>
            <a:endParaRPr sz="1500" dirty="0">
              <a:latin typeface="Calibri"/>
              <a:cs typeface="Calibri"/>
            </a:endParaRPr>
          </a:p>
          <a:p>
            <a:pPr marL="525780" lvl="1" indent="-17018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525780" algn="l"/>
              </a:tabLst>
            </a:pPr>
            <a:r>
              <a:rPr sz="1500" b="1" dirty="0">
                <a:latin typeface="Calibri"/>
                <a:cs typeface="Calibri"/>
              </a:rPr>
              <a:t>Meaning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of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relationship</a:t>
            </a:r>
            <a:r>
              <a:rPr sz="1500" b="1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(e.g.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home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address,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delivery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address)</a:t>
            </a:r>
            <a:endParaRPr sz="1500" dirty="0">
              <a:latin typeface="Calibri"/>
              <a:cs typeface="Calibri"/>
            </a:endParaRPr>
          </a:p>
          <a:p>
            <a:pPr marL="525780" lvl="1" indent="-17018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525780" algn="l"/>
              </a:tabLst>
            </a:pPr>
            <a:r>
              <a:rPr sz="1500" b="1" dirty="0">
                <a:latin typeface="Calibri"/>
                <a:cs typeface="Calibri"/>
              </a:rPr>
              <a:t>Multiplicity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(one-to-</a:t>
            </a:r>
            <a:r>
              <a:rPr sz="1500" dirty="0">
                <a:latin typeface="Calibri"/>
                <a:cs typeface="Calibri"/>
              </a:rPr>
              <a:t>one,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one-to-</a:t>
            </a:r>
            <a:r>
              <a:rPr sz="1500" spc="-25" dirty="0">
                <a:latin typeface="Calibri"/>
                <a:cs typeface="Calibri"/>
              </a:rPr>
              <a:t>many,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etc.)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3030855" cy="6858000"/>
            <a:chOff x="0" y="0"/>
            <a:chExt cx="30308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"/>
              <a:ext cx="3030556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499359"/>
              <a:ext cx="3029712" cy="43586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375" y="0"/>
              <a:ext cx="2688336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807719"/>
              <a:ext cx="2810256" cy="476707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73770" y="2728522"/>
            <a:ext cx="1694180" cy="246570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ct val="92500"/>
              </a:lnSpc>
              <a:spcBef>
                <a:spcPts val="434"/>
              </a:spcBef>
            </a:pPr>
            <a:r>
              <a:rPr sz="3400" spc="-10" dirty="0">
                <a:solidFill>
                  <a:srgbClr val="FFFFFF"/>
                </a:solidFill>
                <a:latin typeface="Calibri Light"/>
                <a:cs typeface="Calibri Light"/>
              </a:rPr>
              <a:t>Example Class Diagram: Online Shopping</a:t>
            </a:r>
            <a:endParaRPr sz="3400" dirty="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3771" y="1737359"/>
            <a:ext cx="1164590" cy="51308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sz="1700" dirty="0">
                <a:solidFill>
                  <a:srgbClr val="FFFFFF"/>
                </a:solidFill>
              </a:rPr>
              <a:t>Source:</a:t>
            </a:r>
            <a:r>
              <a:rPr sz="1700" spc="-65" dirty="0">
                <a:solidFill>
                  <a:srgbClr val="FFFFFF"/>
                </a:solidFill>
              </a:rPr>
              <a:t> </a:t>
            </a:r>
            <a:r>
              <a:rPr sz="1700" spc="-20" dirty="0">
                <a:solidFill>
                  <a:srgbClr val="FFFFFF"/>
                </a:solidFill>
              </a:rPr>
              <a:t>uml- </a:t>
            </a:r>
            <a:r>
              <a:rPr sz="1700" spc="-10" dirty="0">
                <a:solidFill>
                  <a:srgbClr val="FFFFFF"/>
                </a:solidFill>
              </a:rPr>
              <a:t>diagrams.org</a:t>
            </a:r>
            <a:endParaRPr sz="1700"/>
          </a:p>
        </p:txBody>
      </p:sp>
      <p:pic>
        <p:nvPicPr>
          <p:cNvPr id="9" name="object 9" descr="Example Class Diagram: Online Shopping&#10;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5762" y="825401"/>
            <a:ext cx="6060112" cy="564965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879203" y="6541496"/>
            <a:ext cx="155575" cy="1809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25" dirty="0">
                <a:solidFill>
                  <a:srgbClr val="7F7F7F"/>
                </a:solidFill>
                <a:latin typeface="Calibri"/>
                <a:cs typeface="Calibri"/>
              </a:rPr>
              <a:t>16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2906100"/>
            <a:ext cx="3048000" cy="104579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259079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Class Exercise</a:t>
            </a:r>
            <a:endParaRPr lang="en-GB" sz="3200" spc="-10" dirty="0">
              <a:solidFill>
                <a:srgbClr val="FFFFFF"/>
              </a:solidFill>
              <a:latin typeface="Calibri Light"/>
              <a:cs typeface="Calibri Light"/>
            </a:endParaRPr>
          </a:p>
          <a:p>
            <a:pPr marL="12700" marR="5080" indent="259079">
              <a:lnSpc>
                <a:spcPts val="3600"/>
              </a:lnSpc>
              <a:spcBef>
                <a:spcPts val="455"/>
              </a:spcBef>
            </a:pPr>
            <a:r>
              <a:rPr lang="en-GB"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(10-15 Minutes)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1431984"/>
            <a:ext cx="4855210" cy="1511952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91000"/>
              </a:lnSpc>
              <a:spcBef>
                <a:spcPts val="325"/>
              </a:spcBef>
            </a:pPr>
            <a:r>
              <a:rPr lang="en-GB" sz="2100" u="sng" dirty="0">
                <a:latin typeface="Calibri"/>
                <a:cs typeface="Calibri"/>
              </a:rPr>
              <a:t>In groups, what</a:t>
            </a:r>
            <a:r>
              <a:rPr lang="en-GB" sz="2100" u="sng" spc="-30" dirty="0">
                <a:latin typeface="Calibri"/>
                <a:cs typeface="Calibri"/>
              </a:rPr>
              <a:t> </a:t>
            </a:r>
            <a:r>
              <a:rPr lang="en-GB" sz="2100" u="sng" dirty="0">
                <a:latin typeface="Calibri"/>
                <a:cs typeface="Calibri"/>
              </a:rPr>
              <a:t>are</a:t>
            </a:r>
            <a:r>
              <a:rPr lang="en-GB" sz="2100" u="sng" spc="-25" dirty="0">
                <a:latin typeface="Calibri"/>
                <a:cs typeface="Calibri"/>
              </a:rPr>
              <a:t> </a:t>
            </a:r>
            <a:r>
              <a:rPr lang="en-GB" sz="2100" u="sng" dirty="0">
                <a:latin typeface="Calibri"/>
                <a:cs typeface="Calibri"/>
              </a:rPr>
              <a:t>the</a:t>
            </a:r>
            <a:r>
              <a:rPr lang="en-GB" sz="2100" u="sng" spc="-25" dirty="0">
                <a:latin typeface="Calibri"/>
                <a:cs typeface="Calibri"/>
              </a:rPr>
              <a:t> </a:t>
            </a:r>
            <a:r>
              <a:rPr lang="en-GB" sz="2100" u="sng" dirty="0">
                <a:latin typeface="Calibri"/>
                <a:cs typeface="Calibri"/>
              </a:rPr>
              <a:t>some</a:t>
            </a:r>
            <a:r>
              <a:rPr lang="en-GB" sz="2100" u="sng" spc="-25" dirty="0">
                <a:latin typeface="Calibri"/>
                <a:cs typeface="Calibri"/>
              </a:rPr>
              <a:t> </a:t>
            </a:r>
            <a:r>
              <a:rPr lang="en-GB" sz="2100" u="sng" dirty="0">
                <a:latin typeface="Calibri"/>
                <a:cs typeface="Calibri"/>
              </a:rPr>
              <a:t>of</a:t>
            </a:r>
            <a:r>
              <a:rPr lang="en-GB" sz="2100" u="sng" spc="-30" dirty="0">
                <a:latin typeface="Calibri"/>
                <a:cs typeface="Calibri"/>
              </a:rPr>
              <a:t> </a:t>
            </a:r>
            <a:r>
              <a:rPr lang="en-GB" sz="2100" u="sng" dirty="0">
                <a:latin typeface="Calibri"/>
                <a:cs typeface="Calibri"/>
              </a:rPr>
              <a:t>the</a:t>
            </a:r>
            <a:r>
              <a:rPr lang="en-GB" sz="2100" u="sng" spc="-25" dirty="0">
                <a:latin typeface="Calibri"/>
                <a:cs typeface="Calibri"/>
              </a:rPr>
              <a:t> </a:t>
            </a:r>
            <a:r>
              <a:rPr lang="en-GB" sz="2100" u="sng" spc="-10" dirty="0">
                <a:latin typeface="Calibri"/>
                <a:cs typeface="Calibri"/>
              </a:rPr>
              <a:t>entities/classes</a:t>
            </a:r>
            <a:r>
              <a:rPr lang="en-GB" sz="2100" u="sng" spc="-25" dirty="0">
                <a:latin typeface="Calibri"/>
                <a:cs typeface="Calibri"/>
              </a:rPr>
              <a:t> in</a:t>
            </a:r>
            <a:r>
              <a:rPr lang="en-GB" u="sng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GB" sz="21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 website of your choice?</a:t>
            </a:r>
            <a:br>
              <a:rPr lang="en-GB" sz="21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</a:br>
            <a:br>
              <a:rPr lang="en-GB" sz="2100" dirty="0">
                <a:latin typeface="Calibri"/>
                <a:cs typeface="Calibri"/>
              </a:rPr>
            </a:br>
            <a:r>
              <a:rPr lang="en-GB" sz="2100" dirty="0">
                <a:latin typeface="Calibri"/>
                <a:cs typeface="Calibri"/>
              </a:rPr>
              <a:t>Then see if you can</a:t>
            </a:r>
            <a:r>
              <a:rPr spc="-50" dirty="0"/>
              <a:t> </a:t>
            </a:r>
            <a:r>
              <a:rPr dirty="0"/>
              <a:t>expand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level</a:t>
            </a:r>
            <a:r>
              <a:rPr spc="-45" dirty="0"/>
              <a:t> </a:t>
            </a:r>
            <a:r>
              <a:rPr spc="-25" dirty="0"/>
              <a:t>of </a:t>
            </a:r>
            <a:r>
              <a:rPr dirty="0"/>
              <a:t>detail</a:t>
            </a:r>
            <a:r>
              <a:rPr spc="-7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-10" dirty="0"/>
              <a:t>include: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3124200"/>
            <a:ext cx="2903855" cy="14859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184150" algn="l"/>
              </a:tabLst>
            </a:pPr>
            <a:r>
              <a:rPr sz="2100" spc="-20" dirty="0">
                <a:latin typeface="Calibri"/>
                <a:cs typeface="Calibri"/>
              </a:rPr>
              <a:t>Name</a:t>
            </a:r>
            <a:endParaRPr sz="21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184150" algn="l"/>
              </a:tabLst>
            </a:pPr>
            <a:r>
              <a:rPr sz="2100" spc="-10" dirty="0">
                <a:latin typeface="Calibri"/>
                <a:cs typeface="Calibri"/>
              </a:rPr>
              <a:t>Description</a:t>
            </a:r>
            <a:endParaRPr sz="21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84150" algn="l"/>
              </a:tabLst>
            </a:pPr>
            <a:r>
              <a:rPr sz="2100" spc="-10" dirty="0">
                <a:latin typeface="Calibri"/>
                <a:cs typeface="Calibri"/>
              </a:rPr>
              <a:t>Attributes</a:t>
            </a:r>
            <a:endParaRPr sz="2100" dirty="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184150" algn="l"/>
              </a:tabLst>
            </a:pPr>
            <a:r>
              <a:rPr sz="2100" dirty="0">
                <a:latin typeface="Calibri"/>
                <a:cs typeface="Calibri"/>
              </a:rPr>
              <a:t>Relation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other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entities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4282" y="2619562"/>
            <a:ext cx="2163445" cy="14211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186690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Functional Specification</a:t>
            </a:r>
            <a:endParaRPr sz="3200">
              <a:latin typeface="Calibri Light"/>
              <a:cs typeface="Calibri Light"/>
            </a:endParaRPr>
          </a:p>
          <a:p>
            <a:pPr marL="88900">
              <a:lnSpc>
                <a:spcPts val="3425"/>
              </a:lnSpc>
            </a:pP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-</a:t>
            </a:r>
            <a:r>
              <a:rPr sz="3200" spc="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Document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1738376"/>
            <a:ext cx="20675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Read</a:t>
            </a:r>
            <a:r>
              <a:rPr spc="-50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spc="-10" dirty="0"/>
              <a:t>example: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2131567"/>
            <a:ext cx="5021580" cy="918844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ct val="89500"/>
              </a:lnSpc>
              <a:spcBef>
                <a:spcPts val="365"/>
              </a:spcBef>
            </a:pPr>
            <a:r>
              <a:rPr lang="en-GB" sz="2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https://www.justinmind.com/blog/functional-specification-documentation-quick-guide-to-making-your-own/</a:t>
            </a:r>
            <a:endParaRPr lang="en-GB" sz="21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221" y="3430016"/>
            <a:ext cx="3860800" cy="10801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lang="en-GB" sz="2100" spc="-10" dirty="0">
                <a:latin typeface="Calibri"/>
                <a:cs typeface="Calibri"/>
              </a:rPr>
              <a:t>Templates</a:t>
            </a:r>
            <a:endParaRPr lang="en-GB" sz="2100" dirty="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740"/>
              </a:spcBef>
            </a:pPr>
            <a:r>
              <a:rPr lang="en-GB" sz="2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https://www.smartsheet.com/free-functional-specification-templates</a:t>
            </a:r>
            <a:endParaRPr lang="en-GB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1313-B822-9204-8721-332A3E6D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5B862BC-D67C-4D80-E7C9-D6F6D6EAA8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3682" y="714562"/>
            <a:ext cx="3055620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spc="50" dirty="0">
                <a:latin typeface="Calibri Light"/>
                <a:cs typeface="Calibri Light"/>
              </a:rPr>
              <a:t>UX</a:t>
            </a:r>
            <a:r>
              <a:rPr sz="3200" spc="114" dirty="0">
                <a:latin typeface="Calibri Light"/>
                <a:cs typeface="Calibri Light"/>
              </a:rPr>
              <a:t> </a:t>
            </a:r>
            <a:r>
              <a:rPr sz="3200" dirty="0">
                <a:latin typeface="Calibri Light"/>
                <a:cs typeface="Calibri Light"/>
              </a:rPr>
              <a:t>Design</a:t>
            </a:r>
            <a:r>
              <a:rPr sz="3200" spc="110" dirty="0">
                <a:latin typeface="Calibri Light"/>
                <a:cs typeface="Calibri Light"/>
              </a:rPr>
              <a:t> </a:t>
            </a:r>
            <a:r>
              <a:rPr sz="3200" dirty="0">
                <a:latin typeface="Calibri Light"/>
                <a:cs typeface="Calibri Light"/>
              </a:rPr>
              <a:t>-</a:t>
            </a:r>
            <a:r>
              <a:rPr sz="3200" spc="110" dirty="0">
                <a:latin typeface="Calibri Light"/>
                <a:cs typeface="Calibri Light"/>
              </a:rPr>
              <a:t> </a:t>
            </a:r>
            <a:r>
              <a:rPr sz="3200" spc="-20" dirty="0">
                <a:latin typeface="Calibri Light"/>
                <a:cs typeface="Calibri Light"/>
              </a:rPr>
              <a:t>Scope</a:t>
            </a:r>
            <a:endParaRPr sz="3200">
              <a:latin typeface="Calibri Light"/>
              <a:cs typeface="Calibri Light"/>
            </a:endParaRPr>
          </a:p>
        </p:txBody>
      </p:sp>
      <p:grpSp>
        <p:nvGrpSpPr>
          <p:cNvPr id="4" name="object 4" descr="UXD">
            <a:extLst>
              <a:ext uri="{FF2B5EF4-FFF2-40B4-BE49-F238E27FC236}">
                <a16:creationId xmlns:a16="http://schemas.microsoft.com/office/drawing/2014/main" id="{22BFCCA2-A4E3-C22D-5692-0582C58320E6}"/>
              </a:ext>
            </a:extLst>
          </p:cNvPr>
          <p:cNvGrpSpPr/>
          <p:nvPr/>
        </p:nvGrpSpPr>
        <p:grpSpPr>
          <a:xfrm>
            <a:off x="3470276" y="1341437"/>
            <a:ext cx="4987924" cy="5218112"/>
            <a:chOff x="2339975" y="1341437"/>
            <a:chExt cx="4987924" cy="5218112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118570F-F0AA-3331-848C-29B14D2314D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9975" y="1341437"/>
              <a:ext cx="4271962" cy="5218112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BCECB42-5274-7584-D2CF-8EA087011C0B}"/>
                </a:ext>
              </a:extLst>
            </p:cNvPr>
            <p:cNvSpPr/>
            <p:nvPr/>
          </p:nvSpPr>
          <p:spPr>
            <a:xfrm rot="10800000">
              <a:off x="5895974" y="4526006"/>
              <a:ext cx="1431925" cy="542290"/>
            </a:xfrm>
            <a:custGeom>
              <a:avLst/>
              <a:gdLst/>
              <a:ahLst/>
              <a:cxnLst/>
              <a:rect l="l" t="t" r="r" b="b"/>
              <a:pathLst>
                <a:path w="1431925" h="542289">
                  <a:moveTo>
                    <a:pt x="1160618" y="0"/>
                  </a:moveTo>
                  <a:lnTo>
                    <a:pt x="1160618" y="135501"/>
                  </a:lnTo>
                  <a:lnTo>
                    <a:pt x="0" y="135501"/>
                  </a:lnTo>
                  <a:lnTo>
                    <a:pt x="0" y="406506"/>
                  </a:lnTo>
                  <a:lnTo>
                    <a:pt x="1160618" y="406506"/>
                  </a:lnTo>
                  <a:lnTo>
                    <a:pt x="1160618" y="542008"/>
                  </a:lnTo>
                  <a:lnTo>
                    <a:pt x="1431621" y="271005"/>
                  </a:lnTo>
                  <a:lnTo>
                    <a:pt x="1160618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pPr algn="l" rtl="0"/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47D39A0-436E-E379-2992-85DEF57CF635}"/>
              </a:ext>
            </a:extLst>
          </p:cNvPr>
          <p:cNvSpPr txBox="1"/>
          <p:nvPr/>
        </p:nvSpPr>
        <p:spPr>
          <a:xfrm>
            <a:off x="8352790" y="6444488"/>
            <a:ext cx="83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E2C049E-0B65-1CD0-50BA-F57D6BF6EF0A}"/>
              </a:ext>
            </a:extLst>
          </p:cNvPr>
          <p:cNvSpPr txBox="1"/>
          <p:nvPr/>
        </p:nvSpPr>
        <p:spPr>
          <a:xfrm>
            <a:off x="78739" y="6537452"/>
            <a:ext cx="2018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Source: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Garrett,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2002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7025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7610" y="2873313"/>
            <a:ext cx="2235835" cy="92201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469900">
              <a:lnSpc>
                <a:spcPts val="3410"/>
              </a:lnSpc>
              <a:spcBef>
                <a:spcPts val="409"/>
              </a:spcBef>
            </a:pPr>
            <a:r>
              <a:rPr sz="3000" spc="-10" dirty="0">
                <a:solidFill>
                  <a:srgbClr val="FFFFFF"/>
                </a:solidFill>
                <a:latin typeface="Calibri Light"/>
                <a:cs typeface="Calibri Light"/>
              </a:rPr>
              <a:t>Content Requirements</a:t>
            </a:r>
            <a:endParaRPr sz="30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609600"/>
            <a:ext cx="4820920" cy="10375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ct val="89600"/>
              </a:lnSpc>
              <a:spcBef>
                <a:spcPts val="325"/>
              </a:spcBef>
            </a:pPr>
            <a:r>
              <a:rPr sz="1800" dirty="0"/>
              <a:t>All</a:t>
            </a:r>
            <a:r>
              <a:rPr sz="1800" spc="-40" dirty="0"/>
              <a:t> </a:t>
            </a:r>
            <a:r>
              <a:rPr sz="1800" dirty="0"/>
              <a:t>web</a:t>
            </a:r>
            <a:r>
              <a:rPr sz="1800" spc="-35" dirty="0"/>
              <a:t> </a:t>
            </a:r>
            <a:r>
              <a:rPr sz="1800" dirty="0"/>
              <a:t>sites</a:t>
            </a:r>
            <a:r>
              <a:rPr sz="1800" spc="-40" dirty="0"/>
              <a:t> </a:t>
            </a:r>
            <a:r>
              <a:rPr sz="1800" dirty="0"/>
              <a:t>have</a:t>
            </a:r>
            <a:r>
              <a:rPr sz="1800" spc="-30" dirty="0"/>
              <a:t> </a:t>
            </a:r>
            <a:r>
              <a:rPr sz="1800" spc="-10" dirty="0"/>
              <a:t>content.</a:t>
            </a:r>
            <a:r>
              <a:rPr sz="1800" spc="-40" dirty="0"/>
              <a:t> </a:t>
            </a:r>
            <a:r>
              <a:rPr lang="en-GB" sz="1800" dirty="0"/>
              <a:t>So,</a:t>
            </a:r>
            <a:r>
              <a:rPr sz="1800" spc="-35" dirty="0"/>
              <a:t> </a:t>
            </a:r>
            <a:r>
              <a:rPr sz="1800" dirty="0"/>
              <a:t>it’s</a:t>
            </a:r>
            <a:r>
              <a:rPr sz="1800" spc="-40" dirty="0"/>
              <a:t> </a:t>
            </a:r>
            <a:r>
              <a:rPr sz="1800" dirty="0"/>
              <a:t>necessary</a:t>
            </a:r>
            <a:r>
              <a:rPr sz="1800" spc="-45" dirty="0"/>
              <a:t> </a:t>
            </a:r>
            <a:r>
              <a:rPr sz="1800" spc="-25" dirty="0"/>
              <a:t>to </a:t>
            </a:r>
            <a:r>
              <a:rPr sz="1800" dirty="0"/>
              <a:t>capture</a:t>
            </a:r>
            <a:r>
              <a:rPr sz="1800" spc="-25" dirty="0"/>
              <a:t> </a:t>
            </a:r>
            <a:r>
              <a:rPr sz="1800" dirty="0"/>
              <a:t>all</a:t>
            </a:r>
            <a:r>
              <a:rPr sz="1800" spc="-25" dirty="0"/>
              <a:t> </a:t>
            </a:r>
            <a:r>
              <a:rPr sz="1800" dirty="0"/>
              <a:t>the</a:t>
            </a:r>
            <a:r>
              <a:rPr sz="1800" spc="-20" dirty="0"/>
              <a:t> </a:t>
            </a:r>
            <a:r>
              <a:rPr sz="1800" dirty="0"/>
              <a:t>types</a:t>
            </a:r>
            <a:r>
              <a:rPr sz="1800" spc="-35" dirty="0"/>
              <a:t> </a:t>
            </a:r>
            <a:r>
              <a:rPr sz="1800" dirty="0"/>
              <a:t>of</a:t>
            </a:r>
            <a:r>
              <a:rPr sz="1800" spc="-25" dirty="0"/>
              <a:t> </a:t>
            </a:r>
            <a:r>
              <a:rPr sz="1800" spc="-10" dirty="0"/>
              <a:t>content</a:t>
            </a:r>
            <a:r>
              <a:rPr sz="1800" spc="-30" dirty="0"/>
              <a:t> </a:t>
            </a:r>
            <a:r>
              <a:rPr sz="1800" dirty="0"/>
              <a:t>that</a:t>
            </a:r>
            <a:r>
              <a:rPr sz="1800" spc="-30" dirty="0"/>
              <a:t> </a:t>
            </a:r>
            <a:r>
              <a:rPr sz="1800" dirty="0"/>
              <a:t>will</a:t>
            </a:r>
            <a:r>
              <a:rPr sz="1800" spc="-25" dirty="0"/>
              <a:t> </a:t>
            </a:r>
            <a:r>
              <a:rPr sz="1800" dirty="0"/>
              <a:t>be</a:t>
            </a:r>
            <a:r>
              <a:rPr sz="1800" spc="-25" dirty="0"/>
              <a:t> </a:t>
            </a:r>
            <a:r>
              <a:rPr sz="1800" dirty="0"/>
              <a:t>used</a:t>
            </a:r>
            <a:r>
              <a:rPr sz="1800" spc="-20" dirty="0"/>
              <a:t> </a:t>
            </a:r>
            <a:r>
              <a:rPr sz="1800" spc="-25" dirty="0"/>
              <a:t>on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dirty="0"/>
              <a:t>site.</a:t>
            </a:r>
            <a:r>
              <a:rPr sz="1800" spc="-35" dirty="0"/>
              <a:t> </a:t>
            </a:r>
            <a:r>
              <a:rPr sz="1800" dirty="0"/>
              <a:t>For</a:t>
            </a:r>
            <a:r>
              <a:rPr sz="1800" spc="-35" dirty="0"/>
              <a:t> </a:t>
            </a:r>
            <a:r>
              <a:rPr sz="1800" dirty="0"/>
              <a:t>each</a:t>
            </a:r>
            <a:r>
              <a:rPr sz="1800" spc="-25" dirty="0"/>
              <a:t> </a:t>
            </a:r>
            <a:r>
              <a:rPr sz="1800" dirty="0"/>
              <a:t>type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30" dirty="0"/>
              <a:t> </a:t>
            </a:r>
            <a:r>
              <a:rPr sz="1800" spc="-10" dirty="0"/>
              <a:t>content</a:t>
            </a:r>
            <a:r>
              <a:rPr sz="1800" spc="-35" dirty="0"/>
              <a:t> </a:t>
            </a:r>
            <a:r>
              <a:rPr sz="1800" dirty="0"/>
              <a:t>identify</a:t>
            </a:r>
            <a:r>
              <a:rPr sz="1800" spc="-35" dirty="0"/>
              <a:t> </a:t>
            </a:r>
            <a:r>
              <a:rPr sz="1800" spc="-25" dirty="0"/>
              <a:t>the </a:t>
            </a:r>
            <a:r>
              <a:rPr sz="1800" spc="-10" dirty="0"/>
              <a:t>following</a:t>
            </a:r>
            <a:r>
              <a:rPr lang="en-GB" sz="1800" spc="-10" dirty="0"/>
              <a:t>:</a:t>
            </a:r>
            <a:endParaRPr sz="180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1828800"/>
            <a:ext cx="4960620" cy="432625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84150" marR="67310" indent="-171450">
              <a:lnSpc>
                <a:spcPts val="1900"/>
              </a:lnSpc>
              <a:spcBef>
                <a:spcPts val="380"/>
              </a:spcBef>
              <a:buFont typeface="Arial MT"/>
              <a:buChar char="•"/>
              <a:tabLst>
                <a:tab pos="184150" algn="l"/>
              </a:tabLst>
            </a:pPr>
            <a:r>
              <a:rPr sz="1800" dirty="0">
                <a:latin typeface="Calibri"/>
                <a:cs typeface="Calibri"/>
              </a:rPr>
              <a:t>What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purpose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content?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related</a:t>
            </a:r>
            <a:r>
              <a:rPr sz="1800" spc="-25" dirty="0">
                <a:latin typeface="Calibri"/>
                <a:cs typeface="Calibri"/>
              </a:rPr>
              <a:t> to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content?</a:t>
            </a:r>
            <a:endParaRPr sz="18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dirty="0">
                <a:latin typeface="Calibri"/>
                <a:cs typeface="Calibri"/>
              </a:rPr>
              <a:t>Who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audience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content?</a:t>
            </a:r>
            <a:endParaRPr sz="18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dirty="0">
                <a:latin typeface="Calibri"/>
                <a:cs typeface="Calibri"/>
              </a:rPr>
              <a:t>Does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copy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today?</a:t>
            </a:r>
            <a:endParaRPr sz="1800" dirty="0">
              <a:latin typeface="Calibri"/>
              <a:cs typeface="Calibri"/>
            </a:endParaRPr>
          </a:p>
          <a:p>
            <a:pPr marL="184150" marR="241300" lvl="2" indent="-171450">
              <a:lnSpc>
                <a:spcPts val="1900"/>
              </a:lnSpc>
              <a:spcBef>
                <a:spcPts val="930"/>
              </a:spcBef>
              <a:buFont typeface="Arial MT"/>
              <a:buChar char="•"/>
              <a:tabLst>
                <a:tab pos="184150" algn="l"/>
              </a:tabLst>
            </a:pPr>
            <a:r>
              <a:rPr dirty="0">
                <a:latin typeface="Calibri"/>
                <a:cs typeface="Calibri"/>
              </a:rPr>
              <a:t>Does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exist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some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other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format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(i.e.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Word,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xls, </a:t>
            </a:r>
            <a:r>
              <a:rPr spc="-40" dirty="0">
                <a:latin typeface="Calibri"/>
                <a:cs typeface="Calibri"/>
              </a:rPr>
              <a:t>PDF, </a:t>
            </a:r>
            <a:r>
              <a:rPr spc="-10" dirty="0">
                <a:latin typeface="Calibri"/>
                <a:cs typeface="Calibri"/>
              </a:rPr>
              <a:t>graphic)?</a:t>
            </a:r>
            <a:endParaRPr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dirty="0">
                <a:latin typeface="Calibri"/>
                <a:cs typeface="Calibri"/>
              </a:rPr>
              <a:t>Who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owns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it?</a:t>
            </a:r>
            <a:endParaRPr sz="1800" dirty="0">
              <a:latin typeface="Calibri"/>
              <a:cs typeface="Calibri"/>
            </a:endParaRPr>
          </a:p>
          <a:p>
            <a:pPr marL="184150" marR="741045" indent="-171450">
              <a:lnSpc>
                <a:spcPts val="1920"/>
              </a:lnSpc>
              <a:spcBef>
                <a:spcPts val="795"/>
              </a:spcBef>
              <a:buFont typeface="Arial MT"/>
              <a:buChar char="•"/>
              <a:tabLst>
                <a:tab pos="184150" algn="l"/>
              </a:tabLst>
            </a:pPr>
            <a:r>
              <a:rPr sz="1800" dirty="0">
                <a:latin typeface="Calibri"/>
                <a:cs typeface="Calibri"/>
              </a:rPr>
              <a:t>Who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maintains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updates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it?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any </a:t>
            </a:r>
            <a:r>
              <a:rPr sz="1800" dirty="0">
                <a:latin typeface="Calibri"/>
                <a:cs typeface="Calibri"/>
              </a:rPr>
              <a:t>workflow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associated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it?</a:t>
            </a:r>
            <a:endParaRPr sz="18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3515" algn="l"/>
              </a:tabLst>
            </a:pPr>
            <a:r>
              <a:rPr sz="1800" dirty="0">
                <a:latin typeface="Calibri"/>
                <a:cs typeface="Calibri"/>
              </a:rPr>
              <a:t>How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often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updated?</a:t>
            </a:r>
            <a:endParaRPr sz="1800" dirty="0">
              <a:latin typeface="Calibri"/>
              <a:cs typeface="Calibri"/>
            </a:endParaRPr>
          </a:p>
          <a:p>
            <a:pPr marL="184150" marR="5080" indent="-171450">
              <a:lnSpc>
                <a:spcPts val="1989"/>
              </a:lnSpc>
              <a:spcBef>
                <a:spcPts val="760"/>
              </a:spcBef>
              <a:buFont typeface="Arial MT"/>
              <a:buChar char="•"/>
              <a:tabLst>
                <a:tab pos="184150" algn="l"/>
              </a:tabLst>
            </a:pP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static,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available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periods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time?</a:t>
            </a:r>
            <a:endParaRPr sz="1800" dirty="0">
              <a:latin typeface="Calibri"/>
              <a:cs typeface="Calibri"/>
            </a:endParaRPr>
          </a:p>
          <a:p>
            <a:pPr marL="184150" marR="380365" indent="-171450">
              <a:lnSpc>
                <a:spcPts val="1989"/>
              </a:lnSpc>
              <a:spcBef>
                <a:spcPts val="725"/>
              </a:spcBef>
              <a:buFont typeface="Arial MT"/>
              <a:buChar char="•"/>
              <a:tabLst>
                <a:tab pos="18415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bilingual,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translated?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be?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6890" y="1119031"/>
            <a:ext cx="3465195" cy="4620260"/>
          </a:xfrm>
          <a:custGeom>
            <a:avLst/>
            <a:gdLst/>
            <a:ahLst/>
            <a:cxnLst/>
            <a:rect l="l" t="t" r="r" b="b"/>
            <a:pathLst>
              <a:path w="3465195" h="4620260">
                <a:moveTo>
                  <a:pt x="1732477" y="0"/>
                </a:moveTo>
                <a:lnTo>
                  <a:pt x="1690992" y="649"/>
                </a:lnTo>
                <a:lnTo>
                  <a:pt x="1649746" y="2587"/>
                </a:lnTo>
                <a:lnTo>
                  <a:pt x="1608750" y="5799"/>
                </a:lnTo>
                <a:lnTo>
                  <a:pt x="1568016" y="10272"/>
                </a:lnTo>
                <a:lnTo>
                  <a:pt x="1527553" y="15990"/>
                </a:lnTo>
                <a:lnTo>
                  <a:pt x="1487372" y="22939"/>
                </a:lnTo>
                <a:lnTo>
                  <a:pt x="1447485" y="31104"/>
                </a:lnTo>
                <a:lnTo>
                  <a:pt x="1407902" y="40471"/>
                </a:lnTo>
                <a:lnTo>
                  <a:pt x="1368635" y="51026"/>
                </a:lnTo>
                <a:lnTo>
                  <a:pt x="1329693" y="62754"/>
                </a:lnTo>
                <a:lnTo>
                  <a:pt x="1291088" y="75641"/>
                </a:lnTo>
                <a:lnTo>
                  <a:pt x="1252831" y="89671"/>
                </a:lnTo>
                <a:lnTo>
                  <a:pt x="1214933" y="104831"/>
                </a:lnTo>
                <a:lnTo>
                  <a:pt x="1177404" y="121107"/>
                </a:lnTo>
                <a:lnTo>
                  <a:pt x="1140256" y="138483"/>
                </a:lnTo>
                <a:lnTo>
                  <a:pt x="1103499" y="156945"/>
                </a:lnTo>
                <a:lnTo>
                  <a:pt x="1067143" y="176479"/>
                </a:lnTo>
                <a:lnTo>
                  <a:pt x="1031201" y="197070"/>
                </a:lnTo>
                <a:lnTo>
                  <a:pt x="995682" y="218704"/>
                </a:lnTo>
                <a:lnTo>
                  <a:pt x="960598" y="241366"/>
                </a:lnTo>
                <a:lnTo>
                  <a:pt x="925960" y="265042"/>
                </a:lnTo>
                <a:lnTo>
                  <a:pt x="891777" y="289718"/>
                </a:lnTo>
                <a:lnTo>
                  <a:pt x="858062" y="315378"/>
                </a:lnTo>
                <a:lnTo>
                  <a:pt x="824825" y="342008"/>
                </a:lnTo>
                <a:lnTo>
                  <a:pt x="792077" y="369595"/>
                </a:lnTo>
                <a:lnTo>
                  <a:pt x="759829" y="398123"/>
                </a:lnTo>
                <a:lnTo>
                  <a:pt x="728091" y="427578"/>
                </a:lnTo>
                <a:lnTo>
                  <a:pt x="696875" y="457945"/>
                </a:lnTo>
                <a:lnTo>
                  <a:pt x="666191" y="489210"/>
                </a:lnTo>
                <a:lnTo>
                  <a:pt x="636050" y="521359"/>
                </a:lnTo>
                <a:lnTo>
                  <a:pt x="606464" y="554377"/>
                </a:lnTo>
                <a:lnTo>
                  <a:pt x="577442" y="588249"/>
                </a:lnTo>
                <a:lnTo>
                  <a:pt x="548996" y="622961"/>
                </a:lnTo>
                <a:lnTo>
                  <a:pt x="521137" y="658499"/>
                </a:lnTo>
                <a:lnTo>
                  <a:pt x="493875" y="694849"/>
                </a:lnTo>
                <a:lnTo>
                  <a:pt x="467221" y="731994"/>
                </a:lnTo>
                <a:lnTo>
                  <a:pt x="441187" y="769922"/>
                </a:lnTo>
                <a:lnTo>
                  <a:pt x="415783" y="808618"/>
                </a:lnTo>
                <a:lnTo>
                  <a:pt x="391019" y="848067"/>
                </a:lnTo>
                <a:lnTo>
                  <a:pt x="366908" y="888254"/>
                </a:lnTo>
                <a:lnTo>
                  <a:pt x="343459" y="929166"/>
                </a:lnTo>
                <a:lnTo>
                  <a:pt x="320683" y="970788"/>
                </a:lnTo>
                <a:lnTo>
                  <a:pt x="298592" y="1013105"/>
                </a:lnTo>
                <a:lnTo>
                  <a:pt x="277196" y="1056103"/>
                </a:lnTo>
                <a:lnTo>
                  <a:pt x="256506" y="1099767"/>
                </a:lnTo>
                <a:lnTo>
                  <a:pt x="236533" y="1144083"/>
                </a:lnTo>
                <a:lnTo>
                  <a:pt x="217288" y="1189036"/>
                </a:lnTo>
                <a:lnTo>
                  <a:pt x="198782" y="1234612"/>
                </a:lnTo>
                <a:lnTo>
                  <a:pt x="181025" y="1280797"/>
                </a:lnTo>
                <a:lnTo>
                  <a:pt x="164028" y="1327576"/>
                </a:lnTo>
                <a:lnTo>
                  <a:pt x="147803" y="1374934"/>
                </a:lnTo>
                <a:lnTo>
                  <a:pt x="132359" y="1422857"/>
                </a:lnTo>
                <a:lnTo>
                  <a:pt x="117709" y="1471331"/>
                </a:lnTo>
                <a:lnTo>
                  <a:pt x="103862" y="1520340"/>
                </a:lnTo>
                <a:lnTo>
                  <a:pt x="90830" y="1569872"/>
                </a:lnTo>
                <a:lnTo>
                  <a:pt x="78623" y="1619910"/>
                </a:lnTo>
                <a:lnTo>
                  <a:pt x="67253" y="1670441"/>
                </a:lnTo>
                <a:lnTo>
                  <a:pt x="56730" y="1721450"/>
                </a:lnTo>
                <a:lnTo>
                  <a:pt x="47065" y="1772923"/>
                </a:lnTo>
                <a:lnTo>
                  <a:pt x="38270" y="1824845"/>
                </a:lnTo>
                <a:lnTo>
                  <a:pt x="30353" y="1877202"/>
                </a:lnTo>
                <a:lnTo>
                  <a:pt x="23328" y="1929979"/>
                </a:lnTo>
                <a:lnTo>
                  <a:pt x="17204" y="1983162"/>
                </a:lnTo>
                <a:lnTo>
                  <a:pt x="11992" y="2036736"/>
                </a:lnTo>
                <a:lnTo>
                  <a:pt x="7704" y="2090687"/>
                </a:lnTo>
                <a:lnTo>
                  <a:pt x="4349" y="2145000"/>
                </a:lnTo>
                <a:lnTo>
                  <a:pt x="1940" y="2199661"/>
                </a:lnTo>
                <a:lnTo>
                  <a:pt x="486" y="2254655"/>
                </a:lnTo>
                <a:lnTo>
                  <a:pt x="0" y="2309968"/>
                </a:lnTo>
                <a:lnTo>
                  <a:pt x="486" y="2365281"/>
                </a:lnTo>
                <a:lnTo>
                  <a:pt x="1940" y="2420276"/>
                </a:lnTo>
                <a:lnTo>
                  <a:pt x="4349" y="2474937"/>
                </a:lnTo>
                <a:lnTo>
                  <a:pt x="7704" y="2529250"/>
                </a:lnTo>
                <a:lnTo>
                  <a:pt x="11992" y="2583201"/>
                </a:lnTo>
                <a:lnTo>
                  <a:pt x="17204" y="2636775"/>
                </a:lnTo>
                <a:lnTo>
                  <a:pt x="23328" y="2689957"/>
                </a:lnTo>
                <a:lnTo>
                  <a:pt x="30353" y="2742734"/>
                </a:lnTo>
                <a:lnTo>
                  <a:pt x="38270" y="2795091"/>
                </a:lnTo>
                <a:lnTo>
                  <a:pt x="47065" y="2847013"/>
                </a:lnTo>
                <a:lnTo>
                  <a:pt x="56730" y="2898486"/>
                </a:lnTo>
                <a:lnTo>
                  <a:pt x="67253" y="2949495"/>
                </a:lnTo>
                <a:lnTo>
                  <a:pt x="78623" y="3000026"/>
                </a:lnTo>
                <a:lnTo>
                  <a:pt x="90830" y="3050065"/>
                </a:lnTo>
                <a:lnTo>
                  <a:pt x="103862" y="3099596"/>
                </a:lnTo>
                <a:lnTo>
                  <a:pt x="117709" y="3148606"/>
                </a:lnTo>
                <a:lnTo>
                  <a:pt x="132359" y="3197079"/>
                </a:lnTo>
                <a:lnTo>
                  <a:pt x="147803" y="3245003"/>
                </a:lnTo>
                <a:lnTo>
                  <a:pt x="164028" y="3292361"/>
                </a:lnTo>
                <a:lnTo>
                  <a:pt x="181025" y="3339139"/>
                </a:lnTo>
                <a:lnTo>
                  <a:pt x="198782" y="3385324"/>
                </a:lnTo>
                <a:lnTo>
                  <a:pt x="217288" y="3430900"/>
                </a:lnTo>
                <a:lnTo>
                  <a:pt x="236533" y="3475854"/>
                </a:lnTo>
                <a:lnTo>
                  <a:pt x="256506" y="3520170"/>
                </a:lnTo>
                <a:lnTo>
                  <a:pt x="277196" y="3563834"/>
                </a:lnTo>
                <a:lnTo>
                  <a:pt x="298592" y="3606832"/>
                </a:lnTo>
                <a:lnTo>
                  <a:pt x="320683" y="3649149"/>
                </a:lnTo>
                <a:lnTo>
                  <a:pt x="343459" y="3690770"/>
                </a:lnTo>
                <a:lnTo>
                  <a:pt x="366908" y="3731682"/>
                </a:lnTo>
                <a:lnTo>
                  <a:pt x="391019" y="3771870"/>
                </a:lnTo>
                <a:lnTo>
                  <a:pt x="415783" y="3811319"/>
                </a:lnTo>
                <a:lnTo>
                  <a:pt x="441187" y="3850014"/>
                </a:lnTo>
                <a:lnTo>
                  <a:pt x="467221" y="3887942"/>
                </a:lnTo>
                <a:lnTo>
                  <a:pt x="493875" y="3925088"/>
                </a:lnTo>
                <a:lnTo>
                  <a:pt x="521137" y="3961437"/>
                </a:lnTo>
                <a:lnTo>
                  <a:pt x="548996" y="3996975"/>
                </a:lnTo>
                <a:lnTo>
                  <a:pt x="577442" y="4031688"/>
                </a:lnTo>
                <a:lnTo>
                  <a:pt x="606464" y="4065560"/>
                </a:lnTo>
                <a:lnTo>
                  <a:pt x="636050" y="4098578"/>
                </a:lnTo>
                <a:lnTo>
                  <a:pt x="666191" y="4130727"/>
                </a:lnTo>
                <a:lnTo>
                  <a:pt x="696875" y="4161992"/>
                </a:lnTo>
                <a:lnTo>
                  <a:pt x="728091" y="4192359"/>
                </a:lnTo>
                <a:lnTo>
                  <a:pt x="759829" y="4221814"/>
                </a:lnTo>
                <a:lnTo>
                  <a:pt x="792077" y="4250342"/>
                </a:lnTo>
                <a:lnTo>
                  <a:pt x="824825" y="4277928"/>
                </a:lnTo>
                <a:lnTo>
                  <a:pt x="858062" y="4304559"/>
                </a:lnTo>
                <a:lnTo>
                  <a:pt x="891777" y="4330219"/>
                </a:lnTo>
                <a:lnTo>
                  <a:pt x="925960" y="4354894"/>
                </a:lnTo>
                <a:lnTo>
                  <a:pt x="960598" y="4378570"/>
                </a:lnTo>
                <a:lnTo>
                  <a:pt x="995682" y="4401233"/>
                </a:lnTo>
                <a:lnTo>
                  <a:pt x="1031201" y="4422867"/>
                </a:lnTo>
                <a:lnTo>
                  <a:pt x="1067143" y="4443458"/>
                </a:lnTo>
                <a:lnTo>
                  <a:pt x="1103499" y="4462992"/>
                </a:lnTo>
                <a:lnTo>
                  <a:pt x="1140256" y="4481454"/>
                </a:lnTo>
                <a:lnTo>
                  <a:pt x="1177404" y="4498830"/>
                </a:lnTo>
                <a:lnTo>
                  <a:pt x="1214933" y="4515105"/>
                </a:lnTo>
                <a:lnTo>
                  <a:pt x="1252831" y="4530266"/>
                </a:lnTo>
                <a:lnTo>
                  <a:pt x="1291088" y="4544296"/>
                </a:lnTo>
                <a:lnTo>
                  <a:pt x="1329693" y="4557183"/>
                </a:lnTo>
                <a:lnTo>
                  <a:pt x="1368635" y="4568911"/>
                </a:lnTo>
                <a:lnTo>
                  <a:pt x="1407902" y="4579465"/>
                </a:lnTo>
                <a:lnTo>
                  <a:pt x="1447485" y="4588833"/>
                </a:lnTo>
                <a:lnTo>
                  <a:pt x="1487372" y="4596998"/>
                </a:lnTo>
                <a:lnTo>
                  <a:pt x="1527553" y="4603947"/>
                </a:lnTo>
                <a:lnTo>
                  <a:pt x="1568016" y="4609665"/>
                </a:lnTo>
                <a:lnTo>
                  <a:pt x="1608750" y="4614137"/>
                </a:lnTo>
                <a:lnTo>
                  <a:pt x="1649746" y="4617350"/>
                </a:lnTo>
                <a:lnTo>
                  <a:pt x="1690992" y="4619288"/>
                </a:lnTo>
                <a:lnTo>
                  <a:pt x="1732477" y="4619937"/>
                </a:lnTo>
                <a:lnTo>
                  <a:pt x="1773962" y="4619288"/>
                </a:lnTo>
                <a:lnTo>
                  <a:pt x="1815208" y="4617350"/>
                </a:lnTo>
                <a:lnTo>
                  <a:pt x="1856203" y="4614137"/>
                </a:lnTo>
                <a:lnTo>
                  <a:pt x="1896938" y="4609665"/>
                </a:lnTo>
                <a:lnTo>
                  <a:pt x="1937401" y="4603947"/>
                </a:lnTo>
                <a:lnTo>
                  <a:pt x="1977582" y="4596998"/>
                </a:lnTo>
                <a:lnTo>
                  <a:pt x="2017469" y="4588833"/>
                </a:lnTo>
                <a:lnTo>
                  <a:pt x="2057052" y="4579465"/>
                </a:lnTo>
                <a:lnTo>
                  <a:pt x="2096319" y="4568911"/>
                </a:lnTo>
                <a:lnTo>
                  <a:pt x="2135261" y="4557183"/>
                </a:lnTo>
                <a:lnTo>
                  <a:pt x="2173865" y="4544296"/>
                </a:lnTo>
                <a:lnTo>
                  <a:pt x="2212122" y="4530266"/>
                </a:lnTo>
                <a:lnTo>
                  <a:pt x="2250021" y="4515105"/>
                </a:lnTo>
                <a:lnTo>
                  <a:pt x="2287549" y="4498830"/>
                </a:lnTo>
                <a:lnTo>
                  <a:pt x="2324698" y="4481454"/>
                </a:lnTo>
                <a:lnTo>
                  <a:pt x="2361455" y="4462992"/>
                </a:lnTo>
                <a:lnTo>
                  <a:pt x="2397810" y="4443458"/>
                </a:lnTo>
                <a:lnTo>
                  <a:pt x="2433753" y="4422867"/>
                </a:lnTo>
                <a:lnTo>
                  <a:pt x="2469271" y="4401233"/>
                </a:lnTo>
                <a:lnTo>
                  <a:pt x="2504355" y="4378570"/>
                </a:lnTo>
                <a:lnTo>
                  <a:pt x="2538994" y="4354894"/>
                </a:lnTo>
                <a:lnTo>
                  <a:pt x="2573176" y="4330219"/>
                </a:lnTo>
                <a:lnTo>
                  <a:pt x="2606891" y="4304559"/>
                </a:lnTo>
                <a:lnTo>
                  <a:pt x="2640128" y="4277928"/>
                </a:lnTo>
                <a:lnTo>
                  <a:pt x="2672876" y="4250342"/>
                </a:lnTo>
                <a:lnTo>
                  <a:pt x="2705125" y="4221814"/>
                </a:lnTo>
                <a:lnTo>
                  <a:pt x="2736862" y="4192359"/>
                </a:lnTo>
                <a:lnTo>
                  <a:pt x="2768079" y="4161992"/>
                </a:lnTo>
                <a:lnTo>
                  <a:pt x="2798762" y="4130727"/>
                </a:lnTo>
                <a:lnTo>
                  <a:pt x="2828903" y="4098578"/>
                </a:lnTo>
                <a:lnTo>
                  <a:pt x="2858490" y="4065560"/>
                </a:lnTo>
                <a:lnTo>
                  <a:pt x="2887511" y="4031688"/>
                </a:lnTo>
                <a:lnTo>
                  <a:pt x="2915957" y="3996975"/>
                </a:lnTo>
                <a:lnTo>
                  <a:pt x="2943817" y="3961437"/>
                </a:lnTo>
                <a:lnTo>
                  <a:pt x="2971079" y="3925088"/>
                </a:lnTo>
                <a:lnTo>
                  <a:pt x="2997732" y="3887942"/>
                </a:lnTo>
                <a:lnTo>
                  <a:pt x="3023767" y="3850014"/>
                </a:lnTo>
                <a:lnTo>
                  <a:pt x="3049171" y="3811319"/>
                </a:lnTo>
                <a:lnTo>
                  <a:pt x="3073934" y="3771870"/>
                </a:lnTo>
                <a:lnTo>
                  <a:pt x="3098046" y="3731682"/>
                </a:lnTo>
                <a:lnTo>
                  <a:pt x="3121495" y="3690770"/>
                </a:lnTo>
                <a:lnTo>
                  <a:pt x="3144270" y="3649149"/>
                </a:lnTo>
                <a:lnTo>
                  <a:pt x="3166361" y="3606832"/>
                </a:lnTo>
                <a:lnTo>
                  <a:pt x="3187757" y="3563834"/>
                </a:lnTo>
                <a:lnTo>
                  <a:pt x="3208447" y="3520170"/>
                </a:lnTo>
                <a:lnTo>
                  <a:pt x="3228420" y="3475854"/>
                </a:lnTo>
                <a:lnTo>
                  <a:pt x="3247665" y="3430900"/>
                </a:lnTo>
                <a:lnTo>
                  <a:pt x="3266172" y="3385324"/>
                </a:lnTo>
                <a:lnTo>
                  <a:pt x="3283929" y="3339139"/>
                </a:lnTo>
                <a:lnTo>
                  <a:pt x="3300925" y="3292361"/>
                </a:lnTo>
                <a:lnTo>
                  <a:pt x="3317151" y="3245003"/>
                </a:lnTo>
                <a:lnTo>
                  <a:pt x="3332594" y="3197079"/>
                </a:lnTo>
                <a:lnTo>
                  <a:pt x="3347245" y="3148606"/>
                </a:lnTo>
                <a:lnTo>
                  <a:pt x="3361091" y="3099596"/>
                </a:lnTo>
                <a:lnTo>
                  <a:pt x="3374123" y="3050065"/>
                </a:lnTo>
                <a:lnTo>
                  <a:pt x="3386330" y="3000026"/>
                </a:lnTo>
                <a:lnTo>
                  <a:pt x="3397700" y="2949495"/>
                </a:lnTo>
                <a:lnTo>
                  <a:pt x="3408223" y="2898486"/>
                </a:lnTo>
                <a:lnTo>
                  <a:pt x="3417888" y="2847013"/>
                </a:lnTo>
                <a:lnTo>
                  <a:pt x="3426684" y="2795091"/>
                </a:lnTo>
                <a:lnTo>
                  <a:pt x="3434600" y="2742734"/>
                </a:lnTo>
                <a:lnTo>
                  <a:pt x="3441625" y="2689957"/>
                </a:lnTo>
                <a:lnTo>
                  <a:pt x="3447749" y="2636775"/>
                </a:lnTo>
                <a:lnTo>
                  <a:pt x="3452961" y="2583201"/>
                </a:lnTo>
                <a:lnTo>
                  <a:pt x="3457250" y="2529250"/>
                </a:lnTo>
                <a:lnTo>
                  <a:pt x="3460604" y="2474937"/>
                </a:lnTo>
                <a:lnTo>
                  <a:pt x="3463013" y="2420276"/>
                </a:lnTo>
                <a:lnTo>
                  <a:pt x="3464467" y="2365281"/>
                </a:lnTo>
                <a:lnTo>
                  <a:pt x="3464954" y="2309968"/>
                </a:lnTo>
                <a:lnTo>
                  <a:pt x="3464467" y="2254655"/>
                </a:lnTo>
                <a:lnTo>
                  <a:pt x="3463013" y="2199661"/>
                </a:lnTo>
                <a:lnTo>
                  <a:pt x="3460604" y="2145000"/>
                </a:lnTo>
                <a:lnTo>
                  <a:pt x="3457250" y="2090687"/>
                </a:lnTo>
                <a:lnTo>
                  <a:pt x="3452961" y="2036736"/>
                </a:lnTo>
                <a:lnTo>
                  <a:pt x="3447749" y="1983162"/>
                </a:lnTo>
                <a:lnTo>
                  <a:pt x="3441625" y="1929979"/>
                </a:lnTo>
                <a:lnTo>
                  <a:pt x="3434600" y="1877202"/>
                </a:lnTo>
                <a:lnTo>
                  <a:pt x="3426684" y="1824845"/>
                </a:lnTo>
                <a:lnTo>
                  <a:pt x="3417888" y="1772923"/>
                </a:lnTo>
                <a:lnTo>
                  <a:pt x="3408223" y="1721450"/>
                </a:lnTo>
                <a:lnTo>
                  <a:pt x="3397700" y="1670441"/>
                </a:lnTo>
                <a:lnTo>
                  <a:pt x="3386330" y="1619910"/>
                </a:lnTo>
                <a:lnTo>
                  <a:pt x="3374123" y="1569872"/>
                </a:lnTo>
                <a:lnTo>
                  <a:pt x="3361091" y="1520340"/>
                </a:lnTo>
                <a:lnTo>
                  <a:pt x="3347245" y="1471331"/>
                </a:lnTo>
                <a:lnTo>
                  <a:pt x="3332594" y="1422857"/>
                </a:lnTo>
                <a:lnTo>
                  <a:pt x="3317151" y="1374934"/>
                </a:lnTo>
                <a:lnTo>
                  <a:pt x="3300925" y="1327576"/>
                </a:lnTo>
                <a:lnTo>
                  <a:pt x="3283929" y="1280797"/>
                </a:lnTo>
                <a:lnTo>
                  <a:pt x="3266172" y="1234612"/>
                </a:lnTo>
                <a:lnTo>
                  <a:pt x="3247665" y="1189036"/>
                </a:lnTo>
                <a:lnTo>
                  <a:pt x="3228420" y="1144083"/>
                </a:lnTo>
                <a:lnTo>
                  <a:pt x="3208447" y="1099767"/>
                </a:lnTo>
                <a:lnTo>
                  <a:pt x="3187757" y="1056103"/>
                </a:lnTo>
                <a:lnTo>
                  <a:pt x="3166361" y="1013105"/>
                </a:lnTo>
                <a:lnTo>
                  <a:pt x="3144270" y="970788"/>
                </a:lnTo>
                <a:lnTo>
                  <a:pt x="3121495" y="929166"/>
                </a:lnTo>
                <a:lnTo>
                  <a:pt x="3098046" y="888254"/>
                </a:lnTo>
                <a:lnTo>
                  <a:pt x="3073934" y="848067"/>
                </a:lnTo>
                <a:lnTo>
                  <a:pt x="3049171" y="808618"/>
                </a:lnTo>
                <a:lnTo>
                  <a:pt x="3023767" y="769922"/>
                </a:lnTo>
                <a:lnTo>
                  <a:pt x="2997732" y="731994"/>
                </a:lnTo>
                <a:lnTo>
                  <a:pt x="2971079" y="694849"/>
                </a:lnTo>
                <a:lnTo>
                  <a:pt x="2943817" y="658499"/>
                </a:lnTo>
                <a:lnTo>
                  <a:pt x="2915957" y="622961"/>
                </a:lnTo>
                <a:lnTo>
                  <a:pt x="2887511" y="588249"/>
                </a:lnTo>
                <a:lnTo>
                  <a:pt x="2858490" y="554377"/>
                </a:lnTo>
                <a:lnTo>
                  <a:pt x="2828903" y="521359"/>
                </a:lnTo>
                <a:lnTo>
                  <a:pt x="2798762" y="489210"/>
                </a:lnTo>
                <a:lnTo>
                  <a:pt x="2768079" y="457945"/>
                </a:lnTo>
                <a:lnTo>
                  <a:pt x="2736862" y="427578"/>
                </a:lnTo>
                <a:lnTo>
                  <a:pt x="2705125" y="398123"/>
                </a:lnTo>
                <a:lnTo>
                  <a:pt x="2672876" y="369595"/>
                </a:lnTo>
                <a:lnTo>
                  <a:pt x="2640128" y="342008"/>
                </a:lnTo>
                <a:lnTo>
                  <a:pt x="2606891" y="315378"/>
                </a:lnTo>
                <a:lnTo>
                  <a:pt x="2573176" y="289718"/>
                </a:lnTo>
                <a:lnTo>
                  <a:pt x="2538994" y="265042"/>
                </a:lnTo>
                <a:lnTo>
                  <a:pt x="2504355" y="241366"/>
                </a:lnTo>
                <a:lnTo>
                  <a:pt x="2469271" y="218704"/>
                </a:lnTo>
                <a:lnTo>
                  <a:pt x="2433753" y="197070"/>
                </a:lnTo>
                <a:lnTo>
                  <a:pt x="2397810" y="176479"/>
                </a:lnTo>
                <a:lnTo>
                  <a:pt x="2361455" y="156945"/>
                </a:lnTo>
                <a:lnTo>
                  <a:pt x="2324698" y="138483"/>
                </a:lnTo>
                <a:lnTo>
                  <a:pt x="2287549" y="121107"/>
                </a:lnTo>
                <a:lnTo>
                  <a:pt x="2250021" y="104831"/>
                </a:lnTo>
                <a:lnTo>
                  <a:pt x="2212122" y="89671"/>
                </a:lnTo>
                <a:lnTo>
                  <a:pt x="2173865" y="75641"/>
                </a:lnTo>
                <a:lnTo>
                  <a:pt x="2135261" y="62754"/>
                </a:lnTo>
                <a:lnTo>
                  <a:pt x="2096319" y="51026"/>
                </a:lnTo>
                <a:lnTo>
                  <a:pt x="2057052" y="40471"/>
                </a:lnTo>
                <a:lnTo>
                  <a:pt x="2017469" y="31104"/>
                </a:lnTo>
                <a:lnTo>
                  <a:pt x="1977582" y="22939"/>
                </a:lnTo>
                <a:lnTo>
                  <a:pt x="1937401" y="15990"/>
                </a:lnTo>
                <a:lnTo>
                  <a:pt x="1896938" y="10272"/>
                </a:lnTo>
                <a:lnTo>
                  <a:pt x="1856203" y="5799"/>
                </a:lnTo>
                <a:lnTo>
                  <a:pt x="1815208" y="2587"/>
                </a:lnTo>
                <a:lnTo>
                  <a:pt x="1773962" y="649"/>
                </a:lnTo>
                <a:lnTo>
                  <a:pt x="1732477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5831" y="2492313"/>
            <a:ext cx="2235835" cy="177228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algn="ctr">
              <a:lnSpc>
                <a:spcPct val="93600"/>
              </a:lnSpc>
              <a:spcBef>
                <a:spcPts val="370"/>
              </a:spcBef>
            </a:pP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Jesse</a:t>
            </a:r>
            <a:r>
              <a:rPr sz="3000" spc="2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Calibri Light"/>
                <a:cs typeface="Calibri Light"/>
              </a:rPr>
              <a:t>James </a:t>
            </a:r>
            <a:r>
              <a:rPr sz="3000" dirty="0">
                <a:solidFill>
                  <a:srgbClr val="FFFFFF"/>
                </a:solidFill>
                <a:latin typeface="Calibri Light"/>
                <a:cs typeface="Calibri Light"/>
              </a:rPr>
              <a:t>Garrett</a:t>
            </a:r>
            <a:r>
              <a:rPr sz="3000" spc="1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000" spc="-35" dirty="0">
                <a:solidFill>
                  <a:srgbClr val="FFFFFF"/>
                </a:solidFill>
                <a:latin typeface="Calibri Light"/>
                <a:cs typeface="Calibri Light"/>
              </a:rPr>
              <a:t>on </a:t>
            </a:r>
            <a:r>
              <a:rPr sz="3000" spc="-10" dirty="0">
                <a:solidFill>
                  <a:srgbClr val="FFFFFF"/>
                </a:solidFill>
                <a:latin typeface="Calibri Light"/>
                <a:cs typeface="Calibri Light"/>
              </a:rPr>
              <a:t>Content Requirements</a:t>
            </a:r>
            <a:endParaRPr sz="3000">
              <a:latin typeface="Calibri Light"/>
              <a:cs typeface="Calibri Ligh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1415" y="993527"/>
            <a:ext cx="2190750" cy="1501140"/>
          </a:xfrm>
          <a:custGeom>
            <a:avLst/>
            <a:gdLst/>
            <a:ahLst/>
            <a:cxnLst/>
            <a:rect l="l" t="t" r="r" b="b"/>
            <a:pathLst>
              <a:path w="2190750" h="1501139">
                <a:moveTo>
                  <a:pt x="403308" y="397"/>
                </a:moveTo>
                <a:lnTo>
                  <a:pt x="336085" y="14899"/>
                </a:lnTo>
                <a:lnTo>
                  <a:pt x="279928" y="35398"/>
                </a:lnTo>
                <a:lnTo>
                  <a:pt x="225063" y="59632"/>
                </a:lnTo>
                <a:lnTo>
                  <a:pt x="171635" y="87621"/>
                </a:lnTo>
                <a:lnTo>
                  <a:pt x="119790" y="119384"/>
                </a:lnTo>
                <a:lnTo>
                  <a:pt x="69671" y="154928"/>
                </a:lnTo>
                <a:lnTo>
                  <a:pt x="23054" y="192923"/>
                </a:lnTo>
                <a:lnTo>
                  <a:pt x="0" y="235708"/>
                </a:lnTo>
                <a:lnTo>
                  <a:pt x="2203" y="259951"/>
                </a:lnTo>
                <a:lnTo>
                  <a:pt x="13951" y="282263"/>
                </a:lnTo>
                <a:lnTo>
                  <a:pt x="33434" y="298270"/>
                </a:lnTo>
                <a:lnTo>
                  <a:pt x="56735" y="305318"/>
                </a:lnTo>
                <a:lnTo>
                  <a:pt x="80978" y="303114"/>
                </a:lnTo>
                <a:lnTo>
                  <a:pt x="103290" y="291366"/>
                </a:lnTo>
                <a:lnTo>
                  <a:pt x="145098" y="257291"/>
                </a:lnTo>
                <a:lnTo>
                  <a:pt x="144874" y="257291"/>
                </a:lnTo>
                <a:lnTo>
                  <a:pt x="148258" y="254715"/>
                </a:lnTo>
                <a:lnTo>
                  <a:pt x="148505" y="254715"/>
                </a:lnTo>
                <a:lnTo>
                  <a:pt x="188203" y="226562"/>
                </a:lnTo>
                <a:lnTo>
                  <a:pt x="187955" y="226562"/>
                </a:lnTo>
                <a:lnTo>
                  <a:pt x="191516" y="224212"/>
                </a:lnTo>
                <a:lnTo>
                  <a:pt x="191790" y="224212"/>
                </a:lnTo>
                <a:lnTo>
                  <a:pt x="232732" y="199130"/>
                </a:lnTo>
                <a:lnTo>
                  <a:pt x="232458" y="199130"/>
                </a:lnTo>
                <a:lnTo>
                  <a:pt x="236163" y="197028"/>
                </a:lnTo>
                <a:lnTo>
                  <a:pt x="236470" y="197028"/>
                </a:lnTo>
                <a:lnTo>
                  <a:pt x="278616" y="174948"/>
                </a:lnTo>
                <a:lnTo>
                  <a:pt x="278311" y="174948"/>
                </a:lnTo>
                <a:lnTo>
                  <a:pt x="282124" y="173110"/>
                </a:lnTo>
                <a:lnTo>
                  <a:pt x="282472" y="173110"/>
                </a:lnTo>
                <a:lnTo>
                  <a:pt x="325782" y="153980"/>
                </a:lnTo>
                <a:lnTo>
                  <a:pt x="325444" y="153980"/>
                </a:lnTo>
                <a:lnTo>
                  <a:pt x="329325" y="152415"/>
                </a:lnTo>
                <a:lnTo>
                  <a:pt x="329730" y="152415"/>
                </a:lnTo>
                <a:lnTo>
                  <a:pt x="374172" y="136192"/>
                </a:lnTo>
                <a:lnTo>
                  <a:pt x="373781" y="136192"/>
                </a:lnTo>
                <a:lnTo>
                  <a:pt x="377696" y="134906"/>
                </a:lnTo>
                <a:lnTo>
                  <a:pt x="378171" y="134906"/>
                </a:lnTo>
                <a:lnTo>
                  <a:pt x="413903" y="124434"/>
                </a:lnTo>
                <a:lnTo>
                  <a:pt x="436218" y="112694"/>
                </a:lnTo>
                <a:lnTo>
                  <a:pt x="451761" y="93958"/>
                </a:lnTo>
                <a:lnTo>
                  <a:pt x="459143" y="70761"/>
                </a:lnTo>
                <a:lnTo>
                  <a:pt x="456980" y="45638"/>
                </a:lnTo>
                <a:lnTo>
                  <a:pt x="445240" y="23322"/>
                </a:lnTo>
                <a:lnTo>
                  <a:pt x="426504" y="7780"/>
                </a:lnTo>
                <a:lnTo>
                  <a:pt x="403308" y="397"/>
                </a:lnTo>
                <a:close/>
              </a:path>
              <a:path w="2190750" h="1501139">
                <a:moveTo>
                  <a:pt x="148258" y="254715"/>
                </a:moveTo>
                <a:lnTo>
                  <a:pt x="144874" y="257291"/>
                </a:lnTo>
                <a:lnTo>
                  <a:pt x="146603" y="256065"/>
                </a:lnTo>
                <a:lnTo>
                  <a:pt x="148258" y="254715"/>
                </a:lnTo>
                <a:close/>
              </a:path>
              <a:path w="2190750" h="1501139">
                <a:moveTo>
                  <a:pt x="146603" y="256065"/>
                </a:moveTo>
                <a:lnTo>
                  <a:pt x="144874" y="257291"/>
                </a:lnTo>
                <a:lnTo>
                  <a:pt x="145098" y="257291"/>
                </a:lnTo>
                <a:lnTo>
                  <a:pt x="146603" y="256065"/>
                </a:lnTo>
                <a:close/>
              </a:path>
              <a:path w="2190750" h="1501139">
                <a:moveTo>
                  <a:pt x="148505" y="254715"/>
                </a:moveTo>
                <a:lnTo>
                  <a:pt x="148258" y="254715"/>
                </a:lnTo>
                <a:lnTo>
                  <a:pt x="146603" y="256065"/>
                </a:lnTo>
                <a:lnTo>
                  <a:pt x="148505" y="254715"/>
                </a:lnTo>
                <a:close/>
              </a:path>
              <a:path w="2190750" h="1501139">
                <a:moveTo>
                  <a:pt x="191516" y="224212"/>
                </a:moveTo>
                <a:lnTo>
                  <a:pt x="187955" y="226562"/>
                </a:lnTo>
                <a:lnTo>
                  <a:pt x="189777" y="225445"/>
                </a:lnTo>
                <a:lnTo>
                  <a:pt x="191516" y="224212"/>
                </a:lnTo>
                <a:close/>
              </a:path>
              <a:path w="2190750" h="1501139">
                <a:moveTo>
                  <a:pt x="189777" y="225445"/>
                </a:moveTo>
                <a:lnTo>
                  <a:pt x="187955" y="226562"/>
                </a:lnTo>
                <a:lnTo>
                  <a:pt x="188203" y="226562"/>
                </a:lnTo>
                <a:lnTo>
                  <a:pt x="189777" y="225445"/>
                </a:lnTo>
                <a:close/>
              </a:path>
              <a:path w="2190750" h="1501139">
                <a:moveTo>
                  <a:pt x="191790" y="224212"/>
                </a:moveTo>
                <a:lnTo>
                  <a:pt x="191516" y="224212"/>
                </a:lnTo>
                <a:lnTo>
                  <a:pt x="189777" y="225445"/>
                </a:lnTo>
                <a:lnTo>
                  <a:pt x="191790" y="224212"/>
                </a:lnTo>
                <a:close/>
              </a:path>
              <a:path w="2190750" h="1501139">
                <a:moveTo>
                  <a:pt x="236163" y="197028"/>
                </a:moveTo>
                <a:lnTo>
                  <a:pt x="232458" y="199130"/>
                </a:lnTo>
                <a:lnTo>
                  <a:pt x="234348" y="198140"/>
                </a:lnTo>
                <a:lnTo>
                  <a:pt x="236163" y="197028"/>
                </a:lnTo>
                <a:close/>
              </a:path>
              <a:path w="2190750" h="1501139">
                <a:moveTo>
                  <a:pt x="234348" y="198140"/>
                </a:moveTo>
                <a:lnTo>
                  <a:pt x="232458" y="199130"/>
                </a:lnTo>
                <a:lnTo>
                  <a:pt x="232732" y="199130"/>
                </a:lnTo>
                <a:lnTo>
                  <a:pt x="234348" y="198140"/>
                </a:lnTo>
                <a:close/>
              </a:path>
              <a:path w="2190750" h="1501139">
                <a:moveTo>
                  <a:pt x="236470" y="197028"/>
                </a:moveTo>
                <a:lnTo>
                  <a:pt x="236163" y="197028"/>
                </a:lnTo>
                <a:lnTo>
                  <a:pt x="234348" y="198140"/>
                </a:lnTo>
                <a:lnTo>
                  <a:pt x="236470" y="197028"/>
                </a:lnTo>
                <a:close/>
              </a:path>
              <a:path w="2190750" h="1501139">
                <a:moveTo>
                  <a:pt x="282124" y="173110"/>
                </a:moveTo>
                <a:lnTo>
                  <a:pt x="278311" y="174948"/>
                </a:lnTo>
                <a:lnTo>
                  <a:pt x="280254" y="174090"/>
                </a:lnTo>
                <a:lnTo>
                  <a:pt x="282124" y="173110"/>
                </a:lnTo>
                <a:close/>
              </a:path>
              <a:path w="2190750" h="1501139">
                <a:moveTo>
                  <a:pt x="280254" y="174090"/>
                </a:moveTo>
                <a:lnTo>
                  <a:pt x="278311" y="174948"/>
                </a:lnTo>
                <a:lnTo>
                  <a:pt x="278616" y="174948"/>
                </a:lnTo>
                <a:lnTo>
                  <a:pt x="280254" y="174090"/>
                </a:lnTo>
                <a:close/>
              </a:path>
              <a:path w="2190750" h="1501139">
                <a:moveTo>
                  <a:pt x="282472" y="173110"/>
                </a:moveTo>
                <a:lnTo>
                  <a:pt x="282124" y="173110"/>
                </a:lnTo>
                <a:lnTo>
                  <a:pt x="280254" y="174090"/>
                </a:lnTo>
                <a:lnTo>
                  <a:pt x="282472" y="173110"/>
                </a:lnTo>
                <a:close/>
              </a:path>
              <a:path w="2190750" h="1501139">
                <a:moveTo>
                  <a:pt x="329325" y="152415"/>
                </a:moveTo>
                <a:lnTo>
                  <a:pt x="325444" y="153980"/>
                </a:lnTo>
                <a:lnTo>
                  <a:pt x="327395" y="153268"/>
                </a:lnTo>
                <a:lnTo>
                  <a:pt x="329325" y="152415"/>
                </a:lnTo>
                <a:close/>
              </a:path>
              <a:path w="2190750" h="1501139">
                <a:moveTo>
                  <a:pt x="327395" y="153268"/>
                </a:moveTo>
                <a:lnTo>
                  <a:pt x="325444" y="153980"/>
                </a:lnTo>
                <a:lnTo>
                  <a:pt x="325782" y="153980"/>
                </a:lnTo>
                <a:lnTo>
                  <a:pt x="327395" y="153268"/>
                </a:lnTo>
                <a:close/>
              </a:path>
              <a:path w="2190750" h="1501139">
                <a:moveTo>
                  <a:pt x="329730" y="152415"/>
                </a:moveTo>
                <a:lnTo>
                  <a:pt x="329325" y="152415"/>
                </a:lnTo>
                <a:lnTo>
                  <a:pt x="327395" y="153268"/>
                </a:lnTo>
                <a:lnTo>
                  <a:pt x="329730" y="152415"/>
                </a:lnTo>
                <a:close/>
              </a:path>
              <a:path w="2190750" h="1501139">
                <a:moveTo>
                  <a:pt x="377696" y="134906"/>
                </a:moveTo>
                <a:lnTo>
                  <a:pt x="373781" y="136192"/>
                </a:lnTo>
                <a:lnTo>
                  <a:pt x="375765" y="135611"/>
                </a:lnTo>
                <a:lnTo>
                  <a:pt x="377696" y="134906"/>
                </a:lnTo>
                <a:close/>
              </a:path>
              <a:path w="2190750" h="1501139">
                <a:moveTo>
                  <a:pt x="375765" y="135611"/>
                </a:moveTo>
                <a:lnTo>
                  <a:pt x="373781" y="136192"/>
                </a:lnTo>
                <a:lnTo>
                  <a:pt x="374172" y="136192"/>
                </a:lnTo>
                <a:lnTo>
                  <a:pt x="375765" y="135611"/>
                </a:lnTo>
                <a:close/>
              </a:path>
              <a:path w="2190750" h="1501139">
                <a:moveTo>
                  <a:pt x="378171" y="134906"/>
                </a:moveTo>
                <a:lnTo>
                  <a:pt x="377696" y="134906"/>
                </a:lnTo>
                <a:lnTo>
                  <a:pt x="375765" y="135611"/>
                </a:lnTo>
                <a:lnTo>
                  <a:pt x="378171" y="134906"/>
                </a:lnTo>
                <a:close/>
              </a:path>
              <a:path w="2190750" h="1501139">
                <a:moveTo>
                  <a:pt x="1302568" y="239868"/>
                </a:moveTo>
                <a:lnTo>
                  <a:pt x="1183331" y="239868"/>
                </a:lnTo>
                <a:lnTo>
                  <a:pt x="1185799" y="241190"/>
                </a:lnTo>
                <a:lnTo>
                  <a:pt x="1219313" y="260181"/>
                </a:lnTo>
                <a:lnTo>
                  <a:pt x="1243290" y="267987"/>
                </a:lnTo>
                <a:lnTo>
                  <a:pt x="1267557" y="266059"/>
                </a:lnTo>
                <a:lnTo>
                  <a:pt x="1289330" y="255172"/>
                </a:lnTo>
                <a:lnTo>
                  <a:pt x="1302568" y="239868"/>
                </a:lnTo>
                <a:close/>
              </a:path>
              <a:path w="2190750" h="1501139">
                <a:moveTo>
                  <a:pt x="1184548" y="240555"/>
                </a:moveTo>
                <a:lnTo>
                  <a:pt x="1185673" y="241190"/>
                </a:lnTo>
                <a:lnTo>
                  <a:pt x="1184548" y="240555"/>
                </a:lnTo>
                <a:close/>
              </a:path>
              <a:path w="2190750" h="1501139">
                <a:moveTo>
                  <a:pt x="1183331" y="239868"/>
                </a:moveTo>
                <a:lnTo>
                  <a:pt x="1184548" y="240555"/>
                </a:lnTo>
                <a:lnTo>
                  <a:pt x="1185799" y="241190"/>
                </a:lnTo>
                <a:lnTo>
                  <a:pt x="1183331" y="239868"/>
                </a:lnTo>
                <a:close/>
              </a:path>
              <a:path w="2190750" h="1501139">
                <a:moveTo>
                  <a:pt x="1129275" y="212489"/>
                </a:moveTo>
                <a:lnTo>
                  <a:pt x="1184548" y="240555"/>
                </a:lnTo>
                <a:lnTo>
                  <a:pt x="1183331" y="239868"/>
                </a:lnTo>
                <a:lnTo>
                  <a:pt x="1302568" y="239868"/>
                </a:lnTo>
                <a:lnTo>
                  <a:pt x="1305826" y="236101"/>
                </a:lnTo>
                <a:lnTo>
                  <a:pt x="1313322" y="213077"/>
                </a:lnTo>
                <a:lnTo>
                  <a:pt x="1130575" y="213077"/>
                </a:lnTo>
                <a:lnTo>
                  <a:pt x="1129275" y="212489"/>
                </a:lnTo>
                <a:close/>
              </a:path>
              <a:path w="2190750" h="1501139">
                <a:moveTo>
                  <a:pt x="1127997" y="211840"/>
                </a:moveTo>
                <a:lnTo>
                  <a:pt x="1129275" y="212489"/>
                </a:lnTo>
                <a:lnTo>
                  <a:pt x="1130575" y="213077"/>
                </a:lnTo>
                <a:lnTo>
                  <a:pt x="1127997" y="211840"/>
                </a:lnTo>
                <a:close/>
              </a:path>
              <a:path w="2190750" h="1501139">
                <a:moveTo>
                  <a:pt x="1313610" y="211840"/>
                </a:moveTo>
                <a:lnTo>
                  <a:pt x="1127997" y="211840"/>
                </a:lnTo>
                <a:lnTo>
                  <a:pt x="1130575" y="213077"/>
                </a:lnTo>
                <a:lnTo>
                  <a:pt x="1313322" y="213077"/>
                </a:lnTo>
                <a:lnTo>
                  <a:pt x="1313513" y="212489"/>
                </a:lnTo>
                <a:lnTo>
                  <a:pt x="1313610" y="211840"/>
                </a:lnTo>
                <a:close/>
              </a:path>
              <a:path w="2190750" h="1501139">
                <a:moveTo>
                  <a:pt x="1073705" y="187353"/>
                </a:moveTo>
                <a:lnTo>
                  <a:pt x="1129275" y="212489"/>
                </a:lnTo>
                <a:lnTo>
                  <a:pt x="1127997" y="211840"/>
                </a:lnTo>
                <a:lnTo>
                  <a:pt x="1313610" y="211840"/>
                </a:lnTo>
                <a:lnTo>
                  <a:pt x="1311708" y="187899"/>
                </a:lnTo>
                <a:lnTo>
                  <a:pt x="1075078" y="187899"/>
                </a:lnTo>
                <a:lnTo>
                  <a:pt x="1073705" y="187353"/>
                </a:lnTo>
                <a:close/>
              </a:path>
              <a:path w="2190750" h="1501139">
                <a:moveTo>
                  <a:pt x="1072383" y="186755"/>
                </a:moveTo>
                <a:lnTo>
                  <a:pt x="1073705" y="187353"/>
                </a:lnTo>
                <a:lnTo>
                  <a:pt x="1075078" y="187899"/>
                </a:lnTo>
                <a:lnTo>
                  <a:pt x="1072383" y="186755"/>
                </a:lnTo>
                <a:close/>
              </a:path>
              <a:path w="2190750" h="1501139">
                <a:moveTo>
                  <a:pt x="1311154" y="186755"/>
                </a:moveTo>
                <a:lnTo>
                  <a:pt x="1072383" y="186755"/>
                </a:lnTo>
                <a:lnTo>
                  <a:pt x="1075078" y="187899"/>
                </a:lnTo>
                <a:lnTo>
                  <a:pt x="1311708" y="187899"/>
                </a:lnTo>
                <a:lnTo>
                  <a:pt x="1311154" y="186755"/>
                </a:lnTo>
                <a:close/>
              </a:path>
              <a:path w="2190750" h="1501139">
                <a:moveTo>
                  <a:pt x="1018015" y="165195"/>
                </a:moveTo>
                <a:lnTo>
                  <a:pt x="1073705" y="187353"/>
                </a:lnTo>
                <a:lnTo>
                  <a:pt x="1072383" y="186755"/>
                </a:lnTo>
                <a:lnTo>
                  <a:pt x="1311154" y="186755"/>
                </a:lnTo>
                <a:lnTo>
                  <a:pt x="1300818" y="166084"/>
                </a:lnTo>
                <a:lnTo>
                  <a:pt x="1300348" y="165677"/>
                </a:lnTo>
                <a:lnTo>
                  <a:pt x="1019416" y="165677"/>
                </a:lnTo>
                <a:lnTo>
                  <a:pt x="1018015" y="165195"/>
                </a:lnTo>
                <a:close/>
              </a:path>
              <a:path w="2190750" h="1501139">
                <a:moveTo>
                  <a:pt x="1016603" y="164633"/>
                </a:moveTo>
                <a:lnTo>
                  <a:pt x="1018015" y="165195"/>
                </a:lnTo>
                <a:lnTo>
                  <a:pt x="1019416" y="165677"/>
                </a:lnTo>
                <a:lnTo>
                  <a:pt x="1016603" y="164633"/>
                </a:lnTo>
                <a:close/>
              </a:path>
              <a:path w="2190750" h="1501139">
                <a:moveTo>
                  <a:pt x="1299141" y="164633"/>
                </a:moveTo>
                <a:lnTo>
                  <a:pt x="1016603" y="164633"/>
                </a:lnTo>
                <a:lnTo>
                  <a:pt x="1019416" y="165677"/>
                </a:lnTo>
                <a:lnTo>
                  <a:pt x="1300348" y="165677"/>
                </a:lnTo>
                <a:lnTo>
                  <a:pt x="1299141" y="164633"/>
                </a:lnTo>
                <a:close/>
              </a:path>
              <a:path w="2190750" h="1501139">
                <a:moveTo>
                  <a:pt x="962216" y="145994"/>
                </a:moveTo>
                <a:lnTo>
                  <a:pt x="1018015" y="165195"/>
                </a:lnTo>
                <a:lnTo>
                  <a:pt x="1016603" y="164633"/>
                </a:lnTo>
                <a:lnTo>
                  <a:pt x="1299141" y="164633"/>
                </a:lnTo>
                <a:lnTo>
                  <a:pt x="1281747" y="149587"/>
                </a:lnTo>
                <a:lnTo>
                  <a:pt x="1276148" y="146426"/>
                </a:lnTo>
                <a:lnTo>
                  <a:pt x="963704" y="146426"/>
                </a:lnTo>
                <a:lnTo>
                  <a:pt x="962216" y="145994"/>
                </a:lnTo>
                <a:close/>
              </a:path>
              <a:path w="2190750" h="1501139">
                <a:moveTo>
                  <a:pt x="960767" y="145495"/>
                </a:moveTo>
                <a:lnTo>
                  <a:pt x="962216" y="145994"/>
                </a:lnTo>
                <a:lnTo>
                  <a:pt x="963704" y="146426"/>
                </a:lnTo>
                <a:lnTo>
                  <a:pt x="960767" y="145495"/>
                </a:lnTo>
                <a:close/>
              </a:path>
              <a:path w="2190750" h="1501139">
                <a:moveTo>
                  <a:pt x="1274499" y="145495"/>
                </a:moveTo>
                <a:lnTo>
                  <a:pt x="960767" y="145495"/>
                </a:lnTo>
                <a:lnTo>
                  <a:pt x="963704" y="146426"/>
                </a:lnTo>
                <a:lnTo>
                  <a:pt x="1276148" y="146426"/>
                </a:lnTo>
                <a:lnTo>
                  <a:pt x="1274499" y="145495"/>
                </a:lnTo>
                <a:close/>
              </a:path>
              <a:path w="2190750" h="1501139">
                <a:moveTo>
                  <a:pt x="906491" y="129795"/>
                </a:moveTo>
                <a:lnTo>
                  <a:pt x="962216" y="145994"/>
                </a:lnTo>
                <a:lnTo>
                  <a:pt x="960767" y="145495"/>
                </a:lnTo>
                <a:lnTo>
                  <a:pt x="1274499" y="145495"/>
                </a:lnTo>
                <a:lnTo>
                  <a:pt x="1247344" y="130165"/>
                </a:lnTo>
                <a:lnTo>
                  <a:pt x="908051" y="130165"/>
                </a:lnTo>
                <a:lnTo>
                  <a:pt x="906491" y="129795"/>
                </a:lnTo>
                <a:close/>
              </a:path>
              <a:path w="2190750" h="1501139">
                <a:moveTo>
                  <a:pt x="904990" y="129359"/>
                </a:moveTo>
                <a:lnTo>
                  <a:pt x="906491" y="129795"/>
                </a:lnTo>
                <a:lnTo>
                  <a:pt x="908051" y="130165"/>
                </a:lnTo>
                <a:lnTo>
                  <a:pt x="904990" y="129359"/>
                </a:lnTo>
                <a:close/>
              </a:path>
              <a:path w="2190750" h="1501139">
                <a:moveTo>
                  <a:pt x="1245915" y="129359"/>
                </a:moveTo>
                <a:lnTo>
                  <a:pt x="904990" y="129359"/>
                </a:lnTo>
                <a:lnTo>
                  <a:pt x="908051" y="130165"/>
                </a:lnTo>
                <a:lnTo>
                  <a:pt x="1247344" y="130165"/>
                </a:lnTo>
                <a:lnTo>
                  <a:pt x="1245915" y="129359"/>
                </a:lnTo>
                <a:close/>
              </a:path>
              <a:path w="2190750" h="1501139">
                <a:moveTo>
                  <a:pt x="887969" y="0"/>
                </a:moveTo>
                <a:lnTo>
                  <a:pt x="865188" y="8579"/>
                </a:lnTo>
                <a:lnTo>
                  <a:pt x="847286" y="25074"/>
                </a:lnTo>
                <a:lnTo>
                  <a:pt x="836723" y="47971"/>
                </a:lnTo>
                <a:lnTo>
                  <a:pt x="835869" y="73172"/>
                </a:lnTo>
                <a:lnTo>
                  <a:pt x="844448" y="95953"/>
                </a:lnTo>
                <a:lnTo>
                  <a:pt x="860944" y="113856"/>
                </a:lnTo>
                <a:lnTo>
                  <a:pt x="883841" y="124420"/>
                </a:lnTo>
                <a:lnTo>
                  <a:pt x="906491" y="129795"/>
                </a:lnTo>
                <a:lnTo>
                  <a:pt x="904990" y="129359"/>
                </a:lnTo>
                <a:lnTo>
                  <a:pt x="1245915" y="129359"/>
                </a:lnTo>
                <a:lnTo>
                  <a:pt x="1184220" y="97954"/>
                </a:lnTo>
                <a:lnTo>
                  <a:pt x="1123390" y="70438"/>
                </a:lnTo>
                <a:lnTo>
                  <a:pt x="1062159" y="46076"/>
                </a:lnTo>
                <a:lnTo>
                  <a:pt x="1000634" y="24905"/>
                </a:lnTo>
                <a:lnTo>
                  <a:pt x="938921" y="6965"/>
                </a:lnTo>
                <a:lnTo>
                  <a:pt x="913170" y="852"/>
                </a:lnTo>
                <a:lnTo>
                  <a:pt x="887969" y="0"/>
                </a:lnTo>
                <a:close/>
              </a:path>
              <a:path w="2190750" h="1501139">
                <a:moveTo>
                  <a:pt x="1939590" y="817942"/>
                </a:moveTo>
                <a:lnTo>
                  <a:pt x="1798685" y="817942"/>
                </a:lnTo>
                <a:lnTo>
                  <a:pt x="1799591" y="819324"/>
                </a:lnTo>
                <a:lnTo>
                  <a:pt x="1823546" y="856984"/>
                </a:lnTo>
                <a:lnTo>
                  <a:pt x="1841031" y="875152"/>
                </a:lnTo>
                <a:lnTo>
                  <a:pt x="1863351" y="884869"/>
                </a:lnTo>
                <a:lnTo>
                  <a:pt x="1887686" y="885507"/>
                </a:lnTo>
                <a:lnTo>
                  <a:pt x="1911215" y="876440"/>
                </a:lnTo>
                <a:lnTo>
                  <a:pt x="1929384" y="858955"/>
                </a:lnTo>
                <a:lnTo>
                  <a:pt x="1939100" y="836635"/>
                </a:lnTo>
                <a:lnTo>
                  <a:pt x="1939590" y="817942"/>
                </a:lnTo>
                <a:close/>
              </a:path>
              <a:path w="2190750" h="1501139">
                <a:moveTo>
                  <a:pt x="1799126" y="818634"/>
                </a:moveTo>
                <a:lnTo>
                  <a:pt x="1799565" y="819324"/>
                </a:lnTo>
                <a:lnTo>
                  <a:pt x="1799126" y="818634"/>
                </a:lnTo>
                <a:close/>
              </a:path>
              <a:path w="2190750" h="1501139">
                <a:moveTo>
                  <a:pt x="1922882" y="776538"/>
                </a:moveTo>
                <a:lnTo>
                  <a:pt x="1770756" y="776538"/>
                </a:lnTo>
                <a:lnTo>
                  <a:pt x="1771700" y="777901"/>
                </a:lnTo>
                <a:lnTo>
                  <a:pt x="1799126" y="818634"/>
                </a:lnTo>
                <a:lnTo>
                  <a:pt x="1798685" y="817942"/>
                </a:lnTo>
                <a:lnTo>
                  <a:pt x="1939590" y="817942"/>
                </a:lnTo>
                <a:lnTo>
                  <a:pt x="1939738" y="812300"/>
                </a:lnTo>
                <a:lnTo>
                  <a:pt x="1930671" y="788771"/>
                </a:lnTo>
                <a:lnTo>
                  <a:pt x="1922882" y="776538"/>
                </a:lnTo>
                <a:close/>
              </a:path>
              <a:path w="2190750" h="1501139">
                <a:moveTo>
                  <a:pt x="1771212" y="777215"/>
                </a:moveTo>
                <a:lnTo>
                  <a:pt x="1771674" y="777901"/>
                </a:lnTo>
                <a:lnTo>
                  <a:pt x="1771212" y="777215"/>
                </a:lnTo>
                <a:close/>
              </a:path>
              <a:path w="2190750" h="1501139">
                <a:moveTo>
                  <a:pt x="1896495" y="735866"/>
                </a:moveTo>
                <a:lnTo>
                  <a:pt x="1741746" y="735866"/>
                </a:lnTo>
                <a:lnTo>
                  <a:pt x="1742963" y="737516"/>
                </a:lnTo>
                <a:lnTo>
                  <a:pt x="1771212" y="777215"/>
                </a:lnTo>
                <a:lnTo>
                  <a:pt x="1770756" y="776538"/>
                </a:lnTo>
                <a:lnTo>
                  <a:pt x="1922882" y="776538"/>
                </a:lnTo>
                <a:lnTo>
                  <a:pt x="1905368" y="749032"/>
                </a:lnTo>
                <a:lnTo>
                  <a:pt x="1896495" y="735866"/>
                </a:lnTo>
                <a:close/>
              </a:path>
              <a:path w="2190750" h="1501139">
                <a:moveTo>
                  <a:pt x="1742335" y="736693"/>
                </a:moveTo>
                <a:lnTo>
                  <a:pt x="1742922" y="737516"/>
                </a:lnTo>
                <a:lnTo>
                  <a:pt x="1742335" y="736693"/>
                </a:lnTo>
                <a:close/>
              </a:path>
              <a:path w="2190750" h="1501139">
                <a:moveTo>
                  <a:pt x="1741746" y="735866"/>
                </a:moveTo>
                <a:lnTo>
                  <a:pt x="1742335" y="736693"/>
                </a:lnTo>
                <a:lnTo>
                  <a:pt x="1742963" y="737516"/>
                </a:lnTo>
                <a:lnTo>
                  <a:pt x="1741746" y="735866"/>
                </a:lnTo>
                <a:close/>
              </a:path>
              <a:path w="2190750" h="1501139">
                <a:moveTo>
                  <a:pt x="1855574" y="676760"/>
                </a:moveTo>
                <a:lnTo>
                  <a:pt x="1696638" y="676760"/>
                </a:lnTo>
                <a:lnTo>
                  <a:pt x="1698164" y="678681"/>
                </a:lnTo>
                <a:lnTo>
                  <a:pt x="1742335" y="736693"/>
                </a:lnTo>
                <a:lnTo>
                  <a:pt x="1741746" y="735866"/>
                </a:lnTo>
                <a:lnTo>
                  <a:pt x="1896495" y="735866"/>
                </a:lnTo>
                <a:lnTo>
                  <a:pt x="1875608" y="704874"/>
                </a:lnTo>
                <a:lnTo>
                  <a:pt x="1855574" y="676760"/>
                </a:lnTo>
                <a:close/>
              </a:path>
              <a:path w="2190750" h="1501139">
                <a:moveTo>
                  <a:pt x="1697362" y="677710"/>
                </a:moveTo>
                <a:lnTo>
                  <a:pt x="1698103" y="678681"/>
                </a:lnTo>
                <a:lnTo>
                  <a:pt x="1697362" y="677710"/>
                </a:lnTo>
                <a:close/>
              </a:path>
              <a:path w="2190750" h="1501139">
                <a:moveTo>
                  <a:pt x="1696638" y="676760"/>
                </a:moveTo>
                <a:lnTo>
                  <a:pt x="1697362" y="677710"/>
                </a:lnTo>
                <a:lnTo>
                  <a:pt x="1698164" y="678681"/>
                </a:lnTo>
                <a:lnTo>
                  <a:pt x="1696638" y="676760"/>
                </a:lnTo>
                <a:close/>
              </a:path>
              <a:path w="2190750" h="1501139">
                <a:moveTo>
                  <a:pt x="1813552" y="620637"/>
                </a:moveTo>
                <a:lnTo>
                  <a:pt x="1650252" y="620637"/>
                </a:lnTo>
                <a:lnTo>
                  <a:pt x="1651862" y="622511"/>
                </a:lnTo>
                <a:lnTo>
                  <a:pt x="1697362" y="677710"/>
                </a:lnTo>
                <a:lnTo>
                  <a:pt x="1696638" y="676760"/>
                </a:lnTo>
                <a:lnTo>
                  <a:pt x="1855574" y="676760"/>
                </a:lnTo>
                <a:lnTo>
                  <a:pt x="1844577" y="661329"/>
                </a:lnTo>
                <a:lnTo>
                  <a:pt x="1813552" y="620637"/>
                </a:lnTo>
                <a:close/>
              </a:path>
              <a:path w="2190750" h="1501139">
                <a:moveTo>
                  <a:pt x="1651029" y="621579"/>
                </a:moveTo>
                <a:lnTo>
                  <a:pt x="1651799" y="622511"/>
                </a:lnTo>
                <a:lnTo>
                  <a:pt x="1651029" y="621579"/>
                </a:lnTo>
                <a:close/>
              </a:path>
              <a:path w="2190750" h="1501139">
                <a:moveTo>
                  <a:pt x="1650252" y="620637"/>
                </a:moveTo>
                <a:lnTo>
                  <a:pt x="1651029" y="621579"/>
                </a:lnTo>
                <a:lnTo>
                  <a:pt x="1651862" y="622511"/>
                </a:lnTo>
                <a:lnTo>
                  <a:pt x="1650252" y="620637"/>
                </a:lnTo>
                <a:close/>
              </a:path>
              <a:path w="2190750" h="1501139">
                <a:moveTo>
                  <a:pt x="1770825" y="567206"/>
                </a:moveTo>
                <a:lnTo>
                  <a:pt x="1602472" y="567206"/>
                </a:lnTo>
                <a:lnTo>
                  <a:pt x="1604167" y="569031"/>
                </a:lnTo>
                <a:lnTo>
                  <a:pt x="1651029" y="621579"/>
                </a:lnTo>
                <a:lnTo>
                  <a:pt x="1650252" y="620637"/>
                </a:lnTo>
                <a:lnTo>
                  <a:pt x="1813552" y="620637"/>
                </a:lnTo>
                <a:lnTo>
                  <a:pt x="1796888" y="598781"/>
                </a:lnTo>
                <a:lnTo>
                  <a:pt x="1770825" y="567206"/>
                </a:lnTo>
                <a:close/>
              </a:path>
              <a:path w="2190750" h="1501139">
                <a:moveTo>
                  <a:pt x="1603300" y="568134"/>
                </a:moveTo>
                <a:lnTo>
                  <a:pt x="1604102" y="569031"/>
                </a:lnTo>
                <a:lnTo>
                  <a:pt x="1603300" y="568134"/>
                </a:lnTo>
                <a:close/>
              </a:path>
              <a:path w="2190750" h="1501139">
                <a:moveTo>
                  <a:pt x="1602472" y="567206"/>
                </a:moveTo>
                <a:lnTo>
                  <a:pt x="1603300" y="568134"/>
                </a:lnTo>
                <a:lnTo>
                  <a:pt x="1604167" y="569031"/>
                </a:lnTo>
                <a:lnTo>
                  <a:pt x="1602472" y="567206"/>
                </a:lnTo>
                <a:close/>
              </a:path>
              <a:path w="2190750" h="1501139">
                <a:moveTo>
                  <a:pt x="1646974" y="457326"/>
                </a:moveTo>
                <a:lnTo>
                  <a:pt x="1623002" y="461564"/>
                </a:lnTo>
                <a:lnTo>
                  <a:pt x="1601759" y="475149"/>
                </a:lnTo>
                <a:lnTo>
                  <a:pt x="1587450" y="495912"/>
                </a:lnTo>
                <a:lnTo>
                  <a:pt x="1582390" y="519724"/>
                </a:lnTo>
                <a:lnTo>
                  <a:pt x="1586627" y="543695"/>
                </a:lnTo>
                <a:lnTo>
                  <a:pt x="1600212" y="564938"/>
                </a:lnTo>
                <a:lnTo>
                  <a:pt x="1603300" y="568134"/>
                </a:lnTo>
                <a:lnTo>
                  <a:pt x="1602472" y="567206"/>
                </a:lnTo>
                <a:lnTo>
                  <a:pt x="1770825" y="567206"/>
                </a:lnTo>
                <a:lnTo>
                  <a:pt x="1747409" y="538838"/>
                </a:lnTo>
                <a:lnTo>
                  <a:pt x="1696368" y="481683"/>
                </a:lnTo>
                <a:lnTo>
                  <a:pt x="1691548" y="476695"/>
                </a:lnTo>
                <a:lnTo>
                  <a:pt x="1670785" y="462386"/>
                </a:lnTo>
                <a:lnTo>
                  <a:pt x="1646974" y="457326"/>
                </a:lnTo>
                <a:close/>
              </a:path>
              <a:path w="2190750" h="1501139">
                <a:moveTo>
                  <a:pt x="2184936" y="1403514"/>
                </a:moveTo>
                <a:lnTo>
                  <a:pt x="2054667" y="1403514"/>
                </a:lnTo>
                <a:lnTo>
                  <a:pt x="2055079" y="1405215"/>
                </a:lnTo>
                <a:lnTo>
                  <a:pt x="2065836" y="1452427"/>
                </a:lnTo>
                <a:lnTo>
                  <a:pt x="2076203" y="1475412"/>
                </a:lnTo>
                <a:lnTo>
                  <a:pt x="2093964" y="1492060"/>
                </a:lnTo>
                <a:lnTo>
                  <a:pt x="2116671" y="1500833"/>
                </a:lnTo>
                <a:lnTo>
                  <a:pt x="2141879" y="1500195"/>
                </a:lnTo>
                <a:lnTo>
                  <a:pt x="2164865" y="1489828"/>
                </a:lnTo>
                <a:lnTo>
                  <a:pt x="2181513" y="1472068"/>
                </a:lnTo>
                <a:lnTo>
                  <a:pt x="2190286" y="1449360"/>
                </a:lnTo>
                <a:lnTo>
                  <a:pt x="2189649" y="1424153"/>
                </a:lnTo>
                <a:lnTo>
                  <a:pt x="2184936" y="1403514"/>
                </a:lnTo>
                <a:close/>
              </a:path>
              <a:path w="2190750" h="1501139">
                <a:moveTo>
                  <a:pt x="2054864" y="1404378"/>
                </a:moveTo>
                <a:lnTo>
                  <a:pt x="2055055" y="1405215"/>
                </a:lnTo>
                <a:lnTo>
                  <a:pt x="2054864" y="1404378"/>
                </a:lnTo>
                <a:close/>
              </a:path>
              <a:path w="2190750" h="1501139">
                <a:moveTo>
                  <a:pt x="2173669" y="1356468"/>
                </a:moveTo>
                <a:lnTo>
                  <a:pt x="2042525" y="1356468"/>
                </a:lnTo>
                <a:lnTo>
                  <a:pt x="2042979" y="1358137"/>
                </a:lnTo>
                <a:lnTo>
                  <a:pt x="2054864" y="1404378"/>
                </a:lnTo>
                <a:lnTo>
                  <a:pt x="2054667" y="1403514"/>
                </a:lnTo>
                <a:lnTo>
                  <a:pt x="2184936" y="1403514"/>
                </a:lnTo>
                <a:lnTo>
                  <a:pt x="2178285" y="1374388"/>
                </a:lnTo>
                <a:lnTo>
                  <a:pt x="2173669" y="1356468"/>
                </a:lnTo>
                <a:close/>
              </a:path>
              <a:path w="2190750" h="1501139">
                <a:moveTo>
                  <a:pt x="2042747" y="1357329"/>
                </a:moveTo>
                <a:lnTo>
                  <a:pt x="2042955" y="1358137"/>
                </a:lnTo>
                <a:lnTo>
                  <a:pt x="2042747" y="1357329"/>
                </a:lnTo>
                <a:close/>
              </a:path>
              <a:path w="2190750" h="1501139">
                <a:moveTo>
                  <a:pt x="2161179" y="1309599"/>
                </a:moveTo>
                <a:lnTo>
                  <a:pt x="2029060" y="1309599"/>
                </a:lnTo>
                <a:lnTo>
                  <a:pt x="2029554" y="1311236"/>
                </a:lnTo>
                <a:lnTo>
                  <a:pt x="2042747" y="1357329"/>
                </a:lnTo>
                <a:lnTo>
                  <a:pt x="2042525" y="1356468"/>
                </a:lnTo>
                <a:lnTo>
                  <a:pt x="2173669" y="1356468"/>
                </a:lnTo>
                <a:lnTo>
                  <a:pt x="2165296" y="1323957"/>
                </a:lnTo>
                <a:lnTo>
                  <a:pt x="2161179" y="1309599"/>
                </a:lnTo>
                <a:close/>
              </a:path>
              <a:path w="2190750" h="1501139">
                <a:moveTo>
                  <a:pt x="2029289" y="1310400"/>
                </a:moveTo>
                <a:lnTo>
                  <a:pt x="2029529" y="1311236"/>
                </a:lnTo>
                <a:lnTo>
                  <a:pt x="2029289" y="1310400"/>
                </a:lnTo>
                <a:close/>
              </a:path>
              <a:path w="2190750" h="1501139">
                <a:moveTo>
                  <a:pt x="2093381" y="1220484"/>
                </a:moveTo>
                <a:lnTo>
                  <a:pt x="2068310" y="1223177"/>
                </a:lnTo>
                <a:lnTo>
                  <a:pt x="2046247" y="1235386"/>
                </a:lnTo>
                <a:lnTo>
                  <a:pt x="2031104" y="1254446"/>
                </a:lnTo>
                <a:lnTo>
                  <a:pt x="2024213" y="1277794"/>
                </a:lnTo>
                <a:lnTo>
                  <a:pt x="2026907" y="1302865"/>
                </a:lnTo>
                <a:lnTo>
                  <a:pt x="2029289" y="1310400"/>
                </a:lnTo>
                <a:lnTo>
                  <a:pt x="2029060" y="1309599"/>
                </a:lnTo>
                <a:lnTo>
                  <a:pt x="2161179" y="1309599"/>
                </a:lnTo>
                <a:lnTo>
                  <a:pt x="2150903" y="1273767"/>
                </a:lnTo>
                <a:lnTo>
                  <a:pt x="2147999" y="1264580"/>
                </a:lnTo>
                <a:lnTo>
                  <a:pt x="2135789" y="1242517"/>
                </a:lnTo>
                <a:lnTo>
                  <a:pt x="2116729" y="1227375"/>
                </a:lnTo>
                <a:lnTo>
                  <a:pt x="2093381" y="122048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35" y="4780991"/>
            <a:ext cx="409575" cy="546100"/>
          </a:xfrm>
          <a:custGeom>
            <a:avLst/>
            <a:gdLst/>
            <a:ahLst/>
            <a:cxnLst/>
            <a:rect l="l" t="t" r="r" b="b"/>
            <a:pathLst>
              <a:path w="409575" h="546100">
                <a:moveTo>
                  <a:pt x="204787" y="0"/>
                </a:moveTo>
                <a:lnTo>
                  <a:pt x="163515" y="5547"/>
                </a:lnTo>
                <a:lnTo>
                  <a:pt x="125074" y="21457"/>
                </a:lnTo>
                <a:lnTo>
                  <a:pt x="90288" y="46632"/>
                </a:lnTo>
                <a:lnTo>
                  <a:pt x="59980" y="79974"/>
                </a:lnTo>
                <a:lnTo>
                  <a:pt x="34974" y="120385"/>
                </a:lnTo>
                <a:lnTo>
                  <a:pt x="16093" y="166766"/>
                </a:lnTo>
                <a:lnTo>
                  <a:pt x="4160" y="218020"/>
                </a:lnTo>
                <a:lnTo>
                  <a:pt x="0" y="273049"/>
                </a:lnTo>
                <a:lnTo>
                  <a:pt x="4160" y="328079"/>
                </a:lnTo>
                <a:lnTo>
                  <a:pt x="16093" y="379333"/>
                </a:lnTo>
                <a:lnTo>
                  <a:pt x="34974" y="425715"/>
                </a:lnTo>
                <a:lnTo>
                  <a:pt x="59980" y="466125"/>
                </a:lnTo>
                <a:lnTo>
                  <a:pt x="90288" y="499467"/>
                </a:lnTo>
                <a:lnTo>
                  <a:pt x="125074" y="524642"/>
                </a:lnTo>
                <a:lnTo>
                  <a:pt x="163515" y="540552"/>
                </a:lnTo>
                <a:lnTo>
                  <a:pt x="204787" y="546099"/>
                </a:lnTo>
                <a:lnTo>
                  <a:pt x="246059" y="540552"/>
                </a:lnTo>
                <a:lnTo>
                  <a:pt x="284500" y="524642"/>
                </a:lnTo>
                <a:lnTo>
                  <a:pt x="319286" y="499467"/>
                </a:lnTo>
                <a:lnTo>
                  <a:pt x="349594" y="466125"/>
                </a:lnTo>
                <a:lnTo>
                  <a:pt x="374600" y="425715"/>
                </a:lnTo>
                <a:lnTo>
                  <a:pt x="393481" y="379333"/>
                </a:lnTo>
                <a:lnTo>
                  <a:pt x="405414" y="328079"/>
                </a:lnTo>
                <a:lnTo>
                  <a:pt x="409575" y="273049"/>
                </a:lnTo>
                <a:lnTo>
                  <a:pt x="405414" y="218020"/>
                </a:lnTo>
                <a:lnTo>
                  <a:pt x="393481" y="166766"/>
                </a:lnTo>
                <a:lnTo>
                  <a:pt x="374600" y="120385"/>
                </a:lnTo>
                <a:lnTo>
                  <a:pt x="349594" y="79974"/>
                </a:lnTo>
                <a:lnTo>
                  <a:pt x="319286" y="46632"/>
                </a:lnTo>
                <a:lnTo>
                  <a:pt x="284500" y="21457"/>
                </a:lnTo>
                <a:lnTo>
                  <a:pt x="246059" y="5547"/>
                </a:lnTo>
                <a:lnTo>
                  <a:pt x="204787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087" rIns="0" bIns="0" rtlCol="0">
            <a:spAutoFit/>
          </a:bodyPr>
          <a:lstStyle/>
          <a:p>
            <a:pPr marL="704215" marR="5080">
              <a:lnSpc>
                <a:spcPts val="2300"/>
              </a:lnSpc>
              <a:spcBef>
                <a:spcPts val="360"/>
              </a:spcBef>
            </a:pPr>
            <a:r>
              <a:rPr lang="en-GB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rPr>
              <a:t>https://www.peachpit.com/articles/article.aspx?p=1681039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106353" y="2969767"/>
            <a:ext cx="3864610" cy="91566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ct val="89000"/>
              </a:lnSpc>
              <a:spcBef>
                <a:spcPts val="375"/>
              </a:spcBef>
            </a:pPr>
            <a:r>
              <a:rPr sz="2100" spc="-10" dirty="0">
                <a:latin typeface="Calibri"/>
                <a:cs typeface="Calibri"/>
              </a:rPr>
              <a:t>Content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Requirements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focus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the </a:t>
            </a:r>
            <a:r>
              <a:rPr sz="2100" b="1" i="1" dirty="0">
                <a:latin typeface="Calibri"/>
                <a:cs typeface="Calibri"/>
              </a:rPr>
              <a:t>purpose</a:t>
            </a:r>
            <a:r>
              <a:rPr sz="2100" b="1" i="1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content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not</a:t>
            </a:r>
            <a:r>
              <a:rPr sz="2100" b="1" i="1" spc="-35" dirty="0">
                <a:latin typeface="Calibri"/>
                <a:cs typeface="Calibri"/>
              </a:rPr>
              <a:t> </a:t>
            </a:r>
            <a:r>
              <a:rPr sz="2100" b="1" i="1" spc="-25" dirty="0">
                <a:latin typeface="Calibri"/>
                <a:cs typeface="Calibri"/>
              </a:rPr>
              <a:t>the </a:t>
            </a:r>
            <a:r>
              <a:rPr sz="2100" b="1" i="1" spc="-10" dirty="0">
                <a:latin typeface="Calibri"/>
                <a:cs typeface="Calibri"/>
              </a:rPr>
              <a:t>format.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5953-4312-544F-EA66-DAAFDFAF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83CC79-59B2-05D2-C474-B615B5B7BA5E}"/>
              </a:ext>
            </a:extLst>
          </p:cNvPr>
          <p:cNvSpPr txBox="1"/>
          <p:nvPr/>
        </p:nvSpPr>
        <p:spPr>
          <a:xfrm>
            <a:off x="762000" y="2858912"/>
            <a:ext cx="2014220" cy="98167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95250" algn="ctr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Evaluating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Content</a:t>
            </a:r>
            <a:r>
              <a:rPr sz="3200" spc="1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EB6C965-B525-ECF3-C3B9-10C3C4142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0A5C16E-8AA7-EE0F-D915-D1CC270B345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6119B29-35D8-3DA0-B953-63BB02A79FF5}"/>
              </a:ext>
            </a:extLst>
          </p:cNvPr>
          <p:cNvSpPr txBox="1">
            <a:spLocks/>
          </p:cNvSpPr>
          <p:nvPr/>
        </p:nvSpPr>
        <p:spPr>
          <a:xfrm>
            <a:off x="3551416" y="2027013"/>
            <a:ext cx="4820920" cy="2803973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89600"/>
              </a:lnSpc>
              <a:spcBef>
                <a:spcPts val="325"/>
              </a:spcBef>
            </a:pPr>
            <a:r>
              <a:rPr lang="en-GB" dirty="0"/>
              <a:t>When evaluating content for websites, it is important to look at 5 aspects of that content, these are:</a:t>
            </a:r>
          </a:p>
          <a:p>
            <a:pPr marL="12700" marR="5080">
              <a:lnSpc>
                <a:spcPct val="89600"/>
              </a:lnSpc>
              <a:spcBef>
                <a:spcPts val="325"/>
              </a:spcBef>
            </a:pPr>
            <a:endParaRPr lang="en-GB" dirty="0"/>
          </a:p>
          <a:p>
            <a:pPr marL="355600" marR="5080" indent="-342900">
              <a:lnSpc>
                <a:spcPct val="89600"/>
              </a:lnSpc>
              <a:spcBef>
                <a:spcPts val="325"/>
              </a:spcBef>
              <a:buFont typeface="+mj-lt"/>
              <a:buAutoNum type="arabicPeriod"/>
            </a:pPr>
            <a:r>
              <a:rPr lang="en-GB" b="1" dirty="0"/>
              <a:t>Accuracy</a:t>
            </a:r>
            <a:r>
              <a:rPr lang="en-GB" dirty="0"/>
              <a:t> of the content.</a:t>
            </a:r>
          </a:p>
          <a:p>
            <a:pPr marL="355600" marR="5080" indent="-342900">
              <a:lnSpc>
                <a:spcPct val="89600"/>
              </a:lnSpc>
              <a:spcBef>
                <a:spcPts val="325"/>
              </a:spcBef>
              <a:buFont typeface="+mj-lt"/>
              <a:buAutoNum type="arabicPeriod"/>
            </a:pPr>
            <a:r>
              <a:rPr lang="en-GB" dirty="0"/>
              <a:t>Who has </a:t>
            </a:r>
            <a:r>
              <a:rPr lang="en-GB" b="1" dirty="0"/>
              <a:t>Authority</a:t>
            </a:r>
            <a:r>
              <a:rPr lang="en-GB" dirty="0"/>
              <a:t> of the content.</a:t>
            </a:r>
          </a:p>
          <a:p>
            <a:pPr marL="355600" marR="5080" indent="-342900">
              <a:lnSpc>
                <a:spcPct val="89600"/>
              </a:lnSpc>
              <a:spcBef>
                <a:spcPts val="325"/>
              </a:spcBef>
              <a:buFont typeface="+mj-lt"/>
              <a:buAutoNum type="arabicPeriod"/>
            </a:pPr>
            <a:r>
              <a:rPr lang="en-GB" dirty="0"/>
              <a:t>The </a:t>
            </a:r>
            <a:r>
              <a:rPr lang="en-GB" b="1" dirty="0"/>
              <a:t>Objectivity</a:t>
            </a:r>
            <a:r>
              <a:rPr lang="en-GB" dirty="0"/>
              <a:t> of the content.</a:t>
            </a:r>
          </a:p>
          <a:p>
            <a:pPr marL="355600" marR="5080" indent="-342900">
              <a:lnSpc>
                <a:spcPct val="89600"/>
              </a:lnSpc>
              <a:spcBef>
                <a:spcPts val="325"/>
              </a:spcBef>
              <a:buFont typeface="+mj-lt"/>
              <a:buAutoNum type="arabicPeriod"/>
            </a:pPr>
            <a:r>
              <a:rPr lang="en-GB" dirty="0"/>
              <a:t>The </a:t>
            </a:r>
            <a:r>
              <a:rPr lang="en-GB" b="1" dirty="0"/>
              <a:t>Currency</a:t>
            </a:r>
            <a:r>
              <a:rPr lang="en-GB" dirty="0"/>
              <a:t> of the content.</a:t>
            </a:r>
          </a:p>
          <a:p>
            <a:pPr marL="355600" marR="5080" indent="-342900">
              <a:lnSpc>
                <a:spcPct val="89600"/>
              </a:lnSpc>
              <a:spcBef>
                <a:spcPts val="325"/>
              </a:spcBef>
              <a:buFont typeface="+mj-lt"/>
              <a:buAutoNum type="arabicPeriod"/>
            </a:pPr>
            <a:r>
              <a:rPr lang="en-GB" dirty="0"/>
              <a:t>What is the </a:t>
            </a:r>
            <a:r>
              <a:rPr lang="en-GB" b="1" dirty="0"/>
              <a:t>Coverage</a:t>
            </a:r>
            <a:r>
              <a:rPr lang="en-GB" dirty="0"/>
              <a:t> of the content.</a:t>
            </a:r>
          </a:p>
          <a:p>
            <a:pPr marL="355600" marR="5080" indent="-342900">
              <a:lnSpc>
                <a:spcPct val="89600"/>
              </a:lnSpc>
              <a:spcBef>
                <a:spcPts val="325"/>
              </a:spcBef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9331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232" y="2845114"/>
            <a:ext cx="1934210" cy="9759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95250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Evaluating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Content</a:t>
            </a:r>
            <a:r>
              <a:rPr sz="3200" spc="1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(1)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14219" y="2311400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19" y="3277615"/>
            <a:ext cx="1193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Arial MT"/>
                <a:cs typeface="Arial MT"/>
              </a:rPr>
              <a:t>•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219" y="1348232"/>
            <a:ext cx="5186045" cy="40030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698500" marR="79375" indent="-685800">
              <a:lnSpc>
                <a:spcPct val="91000"/>
              </a:lnSpc>
              <a:spcBef>
                <a:spcPts val="325"/>
              </a:spcBef>
              <a:buFont typeface="Arial MT"/>
              <a:buChar char="•"/>
              <a:tabLst>
                <a:tab pos="698500" algn="l"/>
              </a:tabLst>
            </a:pPr>
            <a:r>
              <a:rPr sz="21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Accuracy</a:t>
            </a:r>
            <a:r>
              <a:rPr sz="2100" b="1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sources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information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dirty="0">
                <a:latin typeface="Calibri"/>
                <a:cs typeface="Calibri"/>
              </a:rPr>
              <a:t>factual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listed,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available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for </a:t>
            </a:r>
            <a:r>
              <a:rPr sz="2100" spc="-20" dirty="0">
                <a:latin typeface="Calibri"/>
                <a:cs typeface="Calibri"/>
              </a:rPr>
              <a:t>cross-</a:t>
            </a:r>
            <a:r>
              <a:rPr sz="2100" spc="-10" dirty="0">
                <a:latin typeface="Calibri"/>
                <a:cs typeface="Calibri"/>
              </a:rPr>
              <a:t>checking</a:t>
            </a:r>
            <a:endParaRPr sz="2100">
              <a:latin typeface="Calibri"/>
              <a:cs typeface="Calibri"/>
            </a:endParaRPr>
          </a:p>
          <a:p>
            <a:pPr marL="698500">
              <a:lnSpc>
                <a:spcPts val="2410"/>
              </a:lnSpc>
              <a:spcBef>
                <a:spcPts val="480"/>
              </a:spcBef>
            </a:pPr>
            <a:r>
              <a:rPr sz="2100" b="1" dirty="0">
                <a:latin typeface="Calibri"/>
                <a:cs typeface="Calibri"/>
              </a:rPr>
              <a:t>Check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content</a:t>
            </a:r>
            <a:endParaRPr sz="2100">
              <a:latin typeface="Calibri"/>
              <a:cs typeface="Calibri"/>
            </a:endParaRPr>
          </a:p>
          <a:p>
            <a:pPr marL="698500" marR="226060">
              <a:lnSpc>
                <a:spcPts val="2300"/>
              </a:lnSpc>
              <a:spcBef>
                <a:spcPts val="150"/>
              </a:spcBef>
            </a:pPr>
            <a:r>
              <a:rPr sz="2100" dirty="0">
                <a:latin typeface="Calibri"/>
                <a:cs typeface="Calibri"/>
              </a:rPr>
              <a:t>for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accuracy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spelling,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grammar, </a:t>
            </a:r>
            <a:r>
              <a:rPr sz="2100" dirty="0">
                <a:latin typeface="Calibri"/>
                <a:cs typeface="Calibri"/>
              </a:rPr>
              <a:t>facts(!),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consistency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within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website</a:t>
            </a:r>
            <a:endParaRPr sz="2100">
              <a:latin typeface="Calibri"/>
              <a:cs typeface="Calibri"/>
            </a:endParaRPr>
          </a:p>
          <a:p>
            <a:pPr marL="698500">
              <a:lnSpc>
                <a:spcPts val="2410"/>
              </a:lnSpc>
              <a:spcBef>
                <a:spcPts val="445"/>
              </a:spcBef>
            </a:pPr>
            <a:r>
              <a:rPr sz="2100" b="1" dirty="0">
                <a:latin typeface="Calibri"/>
                <a:cs typeface="Calibri"/>
              </a:rPr>
              <a:t>Check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content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for</a:t>
            </a:r>
            <a:r>
              <a:rPr sz="2100" b="1" spc="-5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a</a:t>
            </a:r>
            <a:r>
              <a:rPr sz="2100" b="1" spc="-50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bibliographic</a:t>
            </a:r>
            <a:endParaRPr sz="2100">
              <a:latin typeface="Calibri"/>
              <a:cs typeface="Calibri"/>
            </a:endParaRPr>
          </a:p>
          <a:p>
            <a:pPr marL="698500" marR="5080">
              <a:lnSpc>
                <a:spcPct val="89700"/>
              </a:lnSpc>
              <a:spcBef>
                <a:spcPts val="155"/>
              </a:spcBef>
            </a:pPr>
            <a:r>
              <a:rPr sz="2100" dirty="0">
                <a:latin typeface="Calibri"/>
                <a:cs typeface="Calibri"/>
              </a:rPr>
              <a:t>variety</a:t>
            </a:r>
            <a:r>
              <a:rPr sz="2100" spc="-8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7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websites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(external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links),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of </a:t>
            </a:r>
            <a:r>
              <a:rPr sz="2100" dirty="0">
                <a:latin typeface="Calibri"/>
                <a:cs typeface="Calibri"/>
              </a:rPr>
              <a:t>electronic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media</a:t>
            </a:r>
            <a:r>
              <a:rPr sz="2100" spc="-9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(electronic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databases</a:t>
            </a:r>
            <a:r>
              <a:rPr sz="2100" spc="-8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of </a:t>
            </a:r>
            <a:r>
              <a:rPr sz="2100" spc="-10" dirty="0">
                <a:latin typeface="Calibri"/>
                <a:cs typeface="Calibri"/>
              </a:rPr>
              <a:t>references),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established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(print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&amp;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on-line) </a:t>
            </a:r>
            <a:r>
              <a:rPr sz="2100" dirty="0">
                <a:latin typeface="Calibri"/>
                <a:cs typeface="Calibri"/>
              </a:rPr>
              <a:t>journals,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electronic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indexes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(ERIC),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books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comparative/evaluative purposes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232" y="2845114"/>
            <a:ext cx="1934210" cy="9759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95250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Evaluating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Content</a:t>
            </a:r>
            <a:r>
              <a:rPr sz="3200" spc="1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(2)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1195832"/>
            <a:ext cx="10871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Authority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1515872"/>
            <a:ext cx="4864735" cy="36068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dirty="0">
                <a:latin typeface="Calibri"/>
                <a:cs typeface="Calibri"/>
              </a:rPr>
              <a:t>Who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responsible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page?</a:t>
            </a:r>
            <a:endParaRPr sz="2100">
              <a:latin typeface="Calibri"/>
              <a:cs typeface="Calibri"/>
            </a:endParaRPr>
          </a:p>
          <a:p>
            <a:pPr marL="355600" marR="328930" indent="-342900">
              <a:lnSpc>
                <a:spcPct val="89800"/>
              </a:lnSpc>
              <a:spcBef>
                <a:spcPts val="835"/>
              </a:spcBef>
              <a:buFont typeface="Arial MT"/>
              <a:buChar char="•"/>
              <a:tabLst>
                <a:tab pos="355600" algn="l"/>
              </a:tabLst>
            </a:pPr>
            <a:r>
              <a:rPr sz="2100" dirty="0">
                <a:latin typeface="Calibri"/>
                <a:cs typeface="Calibri"/>
              </a:rPr>
              <a:t>Who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published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document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it </a:t>
            </a:r>
            <a:r>
              <a:rPr sz="2100" spc="-10" dirty="0">
                <a:latin typeface="Calibri"/>
                <a:cs typeface="Calibri"/>
              </a:rPr>
              <a:t>separate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from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"Webmaster?" </a:t>
            </a:r>
            <a:r>
              <a:rPr sz="2100" dirty="0">
                <a:latin typeface="Calibri"/>
                <a:cs typeface="Calibri"/>
              </a:rPr>
              <a:t>What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their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qualifications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dirty="0">
                <a:latin typeface="Calibri"/>
                <a:cs typeface="Calibri"/>
              </a:rPr>
              <a:t>associations,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you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verify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them?</a:t>
            </a:r>
            <a:endParaRPr sz="2100">
              <a:latin typeface="Calibri"/>
              <a:cs typeface="Calibri"/>
            </a:endParaRPr>
          </a:p>
          <a:p>
            <a:pPr marL="355600" marR="5080" indent="-342900">
              <a:lnSpc>
                <a:spcPts val="2300"/>
              </a:lnSpc>
              <a:spcBef>
                <a:spcPts val="740"/>
              </a:spcBef>
              <a:buFont typeface="Arial MT"/>
              <a:buChar char="•"/>
              <a:tabLst>
                <a:tab pos="355600" algn="l"/>
              </a:tabLst>
            </a:pPr>
            <a:r>
              <a:rPr sz="2100" dirty="0">
                <a:latin typeface="Calibri"/>
                <a:cs typeface="Calibri"/>
              </a:rPr>
              <a:t>Check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domain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document,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what </a:t>
            </a:r>
            <a:r>
              <a:rPr sz="2100" dirty="0">
                <a:latin typeface="Calibri"/>
                <a:cs typeface="Calibri"/>
              </a:rPr>
              <a:t>institution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publishes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this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document?</a:t>
            </a:r>
            <a:endParaRPr sz="2100">
              <a:latin typeface="Calibri"/>
              <a:cs typeface="Calibri"/>
            </a:endParaRPr>
          </a:p>
          <a:p>
            <a:pPr marL="354965" indent="-342265">
              <a:lnSpc>
                <a:spcPts val="2365"/>
              </a:lnSpc>
              <a:spcBef>
                <a:spcPts val="540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b="1" dirty="0">
                <a:latin typeface="Calibri"/>
                <a:cs typeface="Calibri"/>
              </a:rPr>
              <a:t>Check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footer</a:t>
            </a:r>
            <a:endParaRPr sz="2100">
              <a:latin typeface="Calibri"/>
              <a:cs typeface="Calibri"/>
            </a:endParaRPr>
          </a:p>
          <a:p>
            <a:pPr marL="355600" marR="37465">
              <a:lnSpc>
                <a:spcPts val="2300"/>
              </a:lnSpc>
              <a:spcBef>
                <a:spcPts val="100"/>
              </a:spcBef>
            </a:pPr>
            <a:r>
              <a:rPr sz="2100" dirty="0">
                <a:latin typeface="Calibri"/>
                <a:cs typeface="Calibri"/>
              </a:rPr>
              <a:t>for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name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web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page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author,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his/her </a:t>
            </a:r>
            <a:r>
              <a:rPr sz="2100" dirty="0">
                <a:latin typeface="Calibri"/>
                <a:cs typeface="Calibri"/>
              </a:rPr>
              <a:t>credentials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title,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organisational </a:t>
            </a:r>
            <a:r>
              <a:rPr sz="2100" dirty="0">
                <a:latin typeface="Calibri"/>
                <a:cs typeface="Calibri"/>
              </a:rPr>
              <a:t>affiliation.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information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verifiable?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232" y="2845114"/>
            <a:ext cx="1934210" cy="9759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95250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Evaluating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Content</a:t>
            </a:r>
            <a:r>
              <a:rPr sz="3200" spc="1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(</a:t>
            </a:r>
            <a:r>
              <a:rPr lang="en-GB"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3</a:t>
            </a: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)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764032"/>
            <a:ext cx="11201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Objectivity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00401" y="1078992"/>
            <a:ext cx="5215716" cy="5093126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900" dirty="0">
                <a:latin typeface="Calibri"/>
                <a:cs typeface="Calibri"/>
              </a:rPr>
              <a:t>Are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biases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clearly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stated?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affiliations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clear?</a:t>
            </a:r>
            <a:endParaRPr sz="1900" dirty="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  <a:spcBef>
                <a:spcPts val="620"/>
              </a:spcBef>
            </a:pPr>
            <a:r>
              <a:rPr sz="1900" b="1" dirty="0">
                <a:latin typeface="Calibri"/>
                <a:cs typeface="Calibri"/>
              </a:rPr>
              <a:t>Check</a:t>
            </a:r>
            <a:r>
              <a:rPr sz="1900" b="1" spc="-2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-20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content</a:t>
            </a:r>
            <a:r>
              <a:rPr lang="nb-NO" sz="1900" b="1" spc="-10" dirty="0">
                <a:latin typeface="Calibri"/>
                <a:cs typeface="Calibri"/>
              </a:rPr>
              <a:t> </a:t>
            </a:r>
          </a:p>
          <a:p>
            <a:pPr marL="12700">
              <a:lnSpc>
                <a:spcPts val="2135"/>
              </a:lnSpc>
              <a:spcBef>
                <a:spcPts val="620"/>
              </a:spcBef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statement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purpose,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determine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</a:t>
            </a:r>
            <a:r>
              <a:rPr sz="1900" dirty="0">
                <a:latin typeface="Calibri"/>
                <a:cs typeface="Calibri"/>
              </a:rPr>
              <a:t>web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site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potential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audience</a:t>
            </a:r>
            <a:endParaRPr lang="nb-NO" sz="1900" spc="-10" dirty="0">
              <a:latin typeface="Calibri"/>
              <a:cs typeface="Calibri"/>
            </a:endParaRPr>
          </a:p>
          <a:p>
            <a:pPr marL="12700">
              <a:lnSpc>
                <a:spcPts val="1870"/>
              </a:lnSpc>
            </a:pPr>
            <a:endParaRPr lang="en-GB" sz="1900" dirty="0">
              <a:latin typeface="Calibri"/>
              <a:cs typeface="Calibri"/>
            </a:endParaRPr>
          </a:p>
          <a:p>
            <a:pPr marL="12700">
              <a:lnSpc>
                <a:spcPts val="1870"/>
              </a:lnSpc>
            </a:pPr>
            <a:r>
              <a:rPr lang="en-GB" sz="1900" dirty="0">
                <a:latin typeface="Calibri"/>
                <a:cs typeface="Calibri"/>
              </a:rPr>
              <a:t>for external sites to gauge the quality and credibility of the information referenced outside the website.</a:t>
            </a:r>
          </a:p>
          <a:p>
            <a:pPr marL="12700">
              <a:lnSpc>
                <a:spcPts val="1870"/>
              </a:lnSpc>
            </a:pPr>
            <a:endParaRPr lang="en-GB" sz="1900" dirty="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sz="1900" dirty="0">
                <a:latin typeface="Calibri"/>
                <a:cs typeface="Calibri"/>
              </a:rPr>
              <a:t>for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graphics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cues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affiliations</a:t>
            </a:r>
            <a:endParaRPr sz="1900" dirty="0">
              <a:latin typeface="Calibri"/>
              <a:cs typeface="Calibri"/>
            </a:endParaRPr>
          </a:p>
          <a:p>
            <a:pPr marL="12700" marR="662940">
              <a:lnSpc>
                <a:spcPct val="1232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What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goals/objectives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does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page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meet?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detailed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information?</a:t>
            </a:r>
            <a:endParaRPr sz="1900" dirty="0">
              <a:latin typeface="Calibri"/>
              <a:cs typeface="Calibri"/>
            </a:endParaRPr>
          </a:p>
          <a:p>
            <a:pPr marL="12700" marR="739140">
              <a:lnSpc>
                <a:spcPts val="2020"/>
              </a:lnSpc>
              <a:spcBef>
                <a:spcPts val="885"/>
              </a:spcBef>
            </a:pPr>
            <a:r>
              <a:rPr sz="1900" dirty="0">
                <a:latin typeface="Calibri"/>
                <a:cs typeface="Calibri"/>
              </a:rPr>
              <a:t>What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opinions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(if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any)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expressed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author?</a:t>
            </a:r>
            <a:endParaRPr sz="1900" dirty="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  <a:spcBef>
                <a:spcPts val="595"/>
              </a:spcBef>
            </a:pPr>
            <a:r>
              <a:rPr sz="1900" b="1" dirty="0">
                <a:latin typeface="Calibri"/>
                <a:cs typeface="Calibri"/>
              </a:rPr>
              <a:t>Check</a:t>
            </a:r>
            <a:r>
              <a:rPr sz="1900" b="1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the</a:t>
            </a:r>
            <a:r>
              <a:rPr sz="1900" b="1" spc="-25" dirty="0">
                <a:latin typeface="Calibri"/>
                <a:cs typeface="Calibri"/>
              </a:rPr>
              <a:t> </a:t>
            </a:r>
            <a:r>
              <a:rPr sz="1900" b="1" spc="-10" dirty="0">
                <a:latin typeface="Calibri"/>
                <a:cs typeface="Calibri"/>
              </a:rPr>
              <a:t>header/footer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and</a:t>
            </a:r>
            <a:r>
              <a:rPr sz="1900" b="1" spc="-3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URL/domain</a:t>
            </a:r>
            <a:r>
              <a:rPr sz="1900" b="1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(.gov</a:t>
            </a:r>
            <a:endParaRPr sz="1900" dirty="0">
              <a:latin typeface="Calibri"/>
              <a:cs typeface="Calibri"/>
            </a:endParaRPr>
          </a:p>
          <a:p>
            <a:pPr marL="12700">
              <a:lnSpc>
                <a:spcPts val="2039"/>
              </a:lnSpc>
            </a:pPr>
            <a:r>
              <a:rPr sz="1900" dirty="0">
                <a:latin typeface="Calibri"/>
                <a:cs typeface="Calibri"/>
              </a:rPr>
              <a:t>.com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.edu)</a:t>
            </a:r>
            <a:endParaRPr sz="1900" dirty="0">
              <a:latin typeface="Calibri"/>
              <a:cs typeface="Calibri"/>
            </a:endParaRPr>
          </a:p>
          <a:p>
            <a:pPr marL="12700" marR="56515">
              <a:lnSpc>
                <a:spcPts val="2020"/>
              </a:lnSpc>
              <a:spcBef>
                <a:spcPts val="190"/>
              </a:spcBef>
            </a:pPr>
            <a:r>
              <a:rPr sz="1900" dirty="0">
                <a:latin typeface="Calibri"/>
                <a:cs typeface="Calibri"/>
              </a:rPr>
              <a:t>to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determine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organizational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source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website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and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this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reflects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content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type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232" y="2845114"/>
            <a:ext cx="1934210" cy="9759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95250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Evaluating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Content</a:t>
            </a:r>
            <a:r>
              <a:rPr sz="3200" spc="1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(</a:t>
            </a:r>
            <a:r>
              <a:rPr lang="en-GB"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4</a:t>
            </a: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)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1144015"/>
            <a:ext cx="10128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Currency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1537208"/>
            <a:ext cx="4885055" cy="32410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292100">
              <a:lnSpc>
                <a:spcPts val="2300"/>
              </a:lnSpc>
              <a:spcBef>
                <a:spcPts val="360"/>
              </a:spcBef>
            </a:pPr>
            <a:r>
              <a:rPr sz="2100" dirty="0">
                <a:latin typeface="Calibri"/>
                <a:cs typeface="Calibri"/>
              </a:rPr>
              <a:t>Are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dates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clear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when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website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was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first created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edited?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10"/>
              </a:lnSpc>
              <a:spcBef>
                <a:spcPts val="440"/>
              </a:spcBef>
            </a:pPr>
            <a:r>
              <a:rPr sz="2100" b="1" dirty="0">
                <a:latin typeface="Calibri"/>
                <a:cs typeface="Calibri"/>
              </a:rPr>
              <a:t>Check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footer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155"/>
              </a:spcBef>
            </a:pPr>
            <a:r>
              <a:rPr sz="2100" dirty="0">
                <a:latin typeface="Calibri"/>
                <a:cs typeface="Calibri"/>
              </a:rPr>
              <a:t>for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when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website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was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created,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when </a:t>
            </a:r>
            <a:r>
              <a:rPr sz="2100" dirty="0">
                <a:latin typeface="Calibri"/>
                <a:cs typeface="Calibri"/>
              </a:rPr>
              <a:t>last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edited.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  <a:spcBef>
                <a:spcPts val="445"/>
              </a:spcBef>
            </a:pPr>
            <a:r>
              <a:rPr sz="2100" b="1" dirty="0">
                <a:latin typeface="Calibri"/>
                <a:cs typeface="Calibri"/>
              </a:rPr>
              <a:t>Check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content</a:t>
            </a:r>
            <a:endParaRPr sz="2100">
              <a:latin typeface="Calibri"/>
              <a:cs typeface="Calibri"/>
            </a:endParaRPr>
          </a:p>
          <a:p>
            <a:pPr marL="12700" marR="370840">
              <a:lnSpc>
                <a:spcPct val="89500"/>
              </a:lnSpc>
              <a:spcBef>
                <a:spcPts val="145"/>
              </a:spcBef>
            </a:pPr>
            <a:r>
              <a:rPr sz="2100" dirty="0">
                <a:latin typeface="Calibri"/>
                <a:cs typeface="Calibri"/>
              </a:rPr>
              <a:t>for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news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items,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indications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site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is </a:t>
            </a:r>
            <a:r>
              <a:rPr sz="2100" dirty="0">
                <a:latin typeface="Calibri"/>
                <a:cs typeface="Calibri"/>
              </a:rPr>
              <a:t>actively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maintained, acknowledgements/responses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 </a:t>
            </a:r>
            <a:r>
              <a:rPr sz="2100" spc="-10" dirty="0">
                <a:latin typeface="Calibri"/>
                <a:cs typeface="Calibri"/>
              </a:rPr>
              <a:t>visitors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latin typeface="Calibri"/>
                <a:cs typeface="Calibri"/>
              </a:rPr>
              <a:t>How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up-</a:t>
            </a:r>
            <a:r>
              <a:rPr sz="2100" spc="-25" dirty="0">
                <a:latin typeface="Calibri"/>
                <a:cs typeface="Calibri"/>
              </a:rPr>
              <a:t>to-</a:t>
            </a:r>
            <a:r>
              <a:rPr sz="2100" dirty="0">
                <a:latin typeface="Calibri"/>
                <a:cs typeface="Calibri"/>
              </a:rPr>
              <a:t>date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links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(if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any)?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857" y="2845114"/>
            <a:ext cx="1947344" cy="98167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47625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Evaluating Content</a:t>
            </a:r>
            <a:r>
              <a:rPr lang="en-GB"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(</a:t>
            </a:r>
            <a:r>
              <a:rPr lang="en-GB"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5</a:t>
            </a: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)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467359"/>
            <a:ext cx="10464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Coverage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860551"/>
            <a:ext cx="4949825" cy="498157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89800"/>
              </a:lnSpc>
              <a:spcBef>
                <a:spcPts val="355"/>
              </a:spcBef>
            </a:pPr>
            <a:r>
              <a:rPr sz="2100" dirty="0">
                <a:latin typeface="Calibri"/>
                <a:cs typeface="Calibri"/>
              </a:rPr>
              <a:t>What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focus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site?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Are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there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clear </a:t>
            </a:r>
            <a:r>
              <a:rPr sz="2100" dirty="0">
                <a:latin typeface="Calibri"/>
                <a:cs typeface="Calibri"/>
              </a:rPr>
              <a:t>headings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illustrate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outline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the </a:t>
            </a:r>
            <a:r>
              <a:rPr sz="2100" dirty="0">
                <a:latin typeface="Calibri"/>
                <a:cs typeface="Calibri"/>
              </a:rPr>
              <a:t>content?</a:t>
            </a:r>
            <a:r>
              <a:rPr sz="2100" spc="39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navigation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within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website clear?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65"/>
              </a:lnSpc>
              <a:spcBef>
                <a:spcPts val="575"/>
              </a:spcBef>
            </a:pPr>
            <a:r>
              <a:rPr sz="2100" b="1" dirty="0">
                <a:latin typeface="Calibri"/>
                <a:cs typeface="Calibri"/>
              </a:rPr>
              <a:t>Check</a:t>
            </a:r>
            <a:r>
              <a:rPr sz="2100" b="1" spc="-30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header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365"/>
              </a:lnSpc>
            </a:pPr>
            <a:r>
              <a:rPr sz="2100" dirty="0">
                <a:latin typeface="Calibri"/>
                <a:cs typeface="Calibri"/>
              </a:rPr>
              <a:t>for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clear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title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web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site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description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10"/>
              </a:lnSpc>
              <a:spcBef>
                <a:spcPts val="580"/>
              </a:spcBef>
            </a:pPr>
            <a:r>
              <a:rPr sz="2100" b="1" dirty="0">
                <a:latin typeface="Calibri"/>
                <a:cs typeface="Calibri"/>
              </a:rPr>
              <a:t>Check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content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10"/>
              </a:lnSpc>
            </a:pPr>
            <a:r>
              <a:rPr sz="2100" dirty="0">
                <a:latin typeface="Calibri"/>
                <a:cs typeface="Calibri"/>
              </a:rPr>
              <a:t>for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headings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keywords</a:t>
            </a:r>
            <a:endParaRPr sz="2100">
              <a:latin typeface="Calibri"/>
              <a:cs typeface="Calibri"/>
            </a:endParaRPr>
          </a:p>
          <a:p>
            <a:pPr marL="12700" marR="797560">
              <a:lnSpc>
                <a:spcPts val="2300"/>
              </a:lnSpc>
              <a:spcBef>
                <a:spcPts val="740"/>
              </a:spcBef>
            </a:pPr>
            <a:r>
              <a:rPr sz="2100" dirty="0">
                <a:latin typeface="Calibri"/>
                <a:cs typeface="Calibri"/>
              </a:rPr>
              <a:t>Is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it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all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images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or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balance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text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and </a:t>
            </a:r>
            <a:r>
              <a:rPr sz="2100" spc="-10" dirty="0">
                <a:latin typeface="Calibri"/>
                <a:cs typeface="Calibri"/>
              </a:rPr>
              <a:t>images?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100" dirty="0">
                <a:latin typeface="Calibri"/>
                <a:cs typeface="Calibri"/>
              </a:rPr>
              <a:t>Is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information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presented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cited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correctly?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10"/>
              </a:lnSpc>
              <a:spcBef>
                <a:spcPts val="480"/>
              </a:spcBef>
            </a:pPr>
            <a:r>
              <a:rPr sz="2100" b="1" dirty="0">
                <a:latin typeface="Calibri"/>
                <a:cs typeface="Calibri"/>
              </a:rPr>
              <a:t>Check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dirty="0">
                <a:latin typeface="Calibri"/>
                <a:cs typeface="Calibri"/>
              </a:rPr>
              <a:t>the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10" dirty="0">
                <a:latin typeface="Calibri"/>
                <a:cs typeface="Calibri"/>
              </a:rPr>
              <a:t>navigation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ts val="2410"/>
              </a:lnSpc>
            </a:pPr>
            <a:r>
              <a:rPr sz="2100" dirty="0">
                <a:latin typeface="Calibri"/>
                <a:cs typeface="Calibri"/>
              </a:rPr>
              <a:t>to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reflect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content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outline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within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web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site</a:t>
            </a:r>
            <a:endParaRPr sz="2100">
              <a:latin typeface="Calibri"/>
              <a:cs typeface="Calibri"/>
            </a:endParaRPr>
          </a:p>
          <a:p>
            <a:pPr marL="12700" marR="302895">
              <a:lnSpc>
                <a:spcPts val="2210"/>
              </a:lnSpc>
              <a:spcBef>
                <a:spcPts val="905"/>
              </a:spcBef>
            </a:pPr>
            <a:r>
              <a:rPr sz="2100" dirty="0">
                <a:latin typeface="Calibri"/>
                <a:cs typeface="Calibri"/>
              </a:rPr>
              <a:t>Are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links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(if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any)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evaluated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they </a:t>
            </a:r>
            <a:r>
              <a:rPr sz="2100" dirty="0">
                <a:latin typeface="Calibri"/>
                <a:cs typeface="Calibri"/>
              </a:rPr>
              <a:t>complement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documents'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themes?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232" y="2845114"/>
            <a:ext cx="1934210" cy="9759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95250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Evaluating </a:t>
            </a:r>
            <a:r>
              <a:rPr sz="3200" dirty="0">
                <a:solidFill>
                  <a:srgbClr val="FFFFFF"/>
                </a:solidFill>
                <a:latin typeface="Calibri Light"/>
                <a:cs typeface="Calibri Light"/>
              </a:rPr>
              <a:t>Content</a:t>
            </a:r>
            <a:r>
              <a:rPr sz="3200" spc="19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(6)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04194" y="147828"/>
            <a:ext cx="4683760" cy="6214522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400" b="1" i="1" spc="-10" dirty="0">
                <a:latin typeface="Calibri"/>
                <a:cs typeface="Calibri"/>
              </a:rPr>
              <a:t>Accuracy</a:t>
            </a:r>
            <a:endParaRPr sz="1400" dirty="0">
              <a:latin typeface="Calibri"/>
              <a:cs typeface="Calibri"/>
            </a:endParaRPr>
          </a:p>
          <a:p>
            <a:pPr marL="184150" marR="26034" indent="-171450">
              <a:lnSpc>
                <a:spcPts val="1510"/>
              </a:lnSpc>
              <a:spcBef>
                <a:spcPts val="820"/>
              </a:spcBef>
              <a:buFont typeface="Arial MT"/>
              <a:buChar char="•"/>
              <a:tabLst>
                <a:tab pos="184150" algn="l"/>
              </a:tabLst>
            </a:pPr>
            <a:r>
              <a:rPr sz="1400" spc="-10" dirty="0">
                <a:latin typeface="Calibri"/>
                <a:cs typeface="Calibri"/>
              </a:rPr>
              <a:t>Make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sure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author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provides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e-</a:t>
            </a:r>
            <a:r>
              <a:rPr sz="1400" dirty="0">
                <a:latin typeface="Calibri"/>
                <a:cs typeface="Calibri"/>
              </a:rPr>
              <a:t>mail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contact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address/phone number.</a:t>
            </a:r>
            <a:endParaRPr sz="1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183515" algn="l"/>
              </a:tabLst>
            </a:pPr>
            <a:r>
              <a:rPr sz="1400" dirty="0">
                <a:latin typeface="Calibri"/>
                <a:cs typeface="Calibri"/>
              </a:rPr>
              <a:t>Know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distinction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between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author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Webmaster.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400" b="1" i="1" spc="-10" dirty="0">
                <a:latin typeface="Calibri"/>
                <a:cs typeface="Calibri"/>
              </a:rPr>
              <a:t>Authority</a:t>
            </a:r>
            <a:endParaRPr sz="1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83515" algn="l"/>
              </a:tabLst>
            </a:pPr>
            <a:r>
              <a:rPr sz="1400" dirty="0">
                <a:latin typeface="Calibri"/>
                <a:cs typeface="Calibri"/>
              </a:rPr>
              <a:t>What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credentials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listed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authors?</a:t>
            </a:r>
            <a:endParaRPr sz="1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83515" algn="l"/>
              </a:tabLst>
            </a:pPr>
            <a:r>
              <a:rPr sz="1400" dirty="0">
                <a:latin typeface="Calibri"/>
                <a:cs typeface="Calibri"/>
              </a:rPr>
              <a:t>Where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document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published?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Check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URL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domain.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b="1" i="1" spc="-10" dirty="0">
                <a:latin typeface="Calibri"/>
                <a:cs typeface="Calibri"/>
              </a:rPr>
              <a:t>Objectivity</a:t>
            </a:r>
            <a:endParaRPr sz="1400" dirty="0">
              <a:latin typeface="Calibri"/>
              <a:cs typeface="Calibri"/>
            </a:endParaRPr>
          </a:p>
          <a:p>
            <a:pPr marL="184150" marR="135890" indent="-171450">
              <a:lnSpc>
                <a:spcPts val="1490"/>
              </a:lnSpc>
              <a:spcBef>
                <a:spcPts val="830"/>
              </a:spcBef>
              <a:buFont typeface="Arial MT"/>
              <a:buChar char="•"/>
              <a:tabLst>
                <a:tab pos="184150" algn="l"/>
              </a:tabLst>
            </a:pPr>
            <a:r>
              <a:rPr sz="1400" spc="-10" dirty="0">
                <a:latin typeface="Calibri"/>
                <a:cs typeface="Calibri"/>
              </a:rPr>
              <a:t>Determine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page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mask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advertising;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 </a:t>
            </a:r>
            <a:r>
              <a:rPr sz="1400" dirty="0">
                <a:latin typeface="Calibri"/>
                <a:cs typeface="Calibri"/>
              </a:rPr>
              <a:t>might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biased.</a:t>
            </a:r>
            <a:endParaRPr sz="1400" dirty="0">
              <a:latin typeface="Calibri"/>
              <a:cs typeface="Calibri"/>
            </a:endParaRPr>
          </a:p>
          <a:p>
            <a:pPr marL="184150" marR="5080" indent="-171450">
              <a:lnSpc>
                <a:spcPts val="1510"/>
              </a:lnSpc>
              <a:spcBef>
                <a:spcPts val="800"/>
              </a:spcBef>
              <a:buFont typeface="Arial MT"/>
              <a:buChar char="•"/>
              <a:tabLst>
                <a:tab pos="184150" algn="l"/>
              </a:tabLst>
            </a:pPr>
            <a:r>
              <a:rPr sz="1400" dirty="0">
                <a:latin typeface="Calibri"/>
                <a:cs typeface="Calibri"/>
              </a:rPr>
              <a:t>View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Web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page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would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infomercial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television. </a:t>
            </a:r>
            <a:r>
              <a:rPr sz="1400" dirty="0">
                <a:latin typeface="Calibri"/>
                <a:cs typeface="Calibri"/>
              </a:rPr>
              <a:t>Ask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yourself: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written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whom?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400" b="1" i="1" spc="-10" dirty="0">
                <a:latin typeface="Calibri"/>
                <a:cs typeface="Calibri"/>
              </a:rPr>
              <a:t>Currency</a:t>
            </a:r>
            <a:endParaRPr sz="1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3515" algn="l"/>
              </a:tabLst>
            </a:pPr>
            <a:r>
              <a:rPr sz="1400" dirty="0">
                <a:latin typeface="Calibri"/>
                <a:cs typeface="Calibri"/>
              </a:rPr>
              <a:t>How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dead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links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page?</a:t>
            </a:r>
            <a:endParaRPr sz="1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83515" algn="l"/>
              </a:tabLst>
            </a:pP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links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current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updated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regularly?</a:t>
            </a:r>
            <a:endParaRPr sz="1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83515" algn="l"/>
              </a:tabLst>
            </a:pP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page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outdated?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b="1" i="1" spc="-10" dirty="0">
                <a:latin typeface="Calibri"/>
                <a:cs typeface="Calibri"/>
              </a:rPr>
              <a:t>Coverage</a:t>
            </a:r>
            <a:endParaRPr sz="1400" dirty="0">
              <a:latin typeface="Calibri"/>
              <a:cs typeface="Calibri"/>
            </a:endParaRPr>
          </a:p>
          <a:p>
            <a:pPr marL="184150" marR="12065" indent="-171450">
              <a:lnSpc>
                <a:spcPts val="1490"/>
              </a:lnSpc>
              <a:spcBef>
                <a:spcPts val="830"/>
              </a:spcBef>
              <a:buFont typeface="Arial MT"/>
              <a:buChar char="•"/>
              <a:tabLst>
                <a:tab pos="184150" algn="l"/>
              </a:tabLst>
            </a:pPr>
            <a:r>
              <a:rPr sz="1400" dirty="0">
                <a:latin typeface="Calibri"/>
                <a:cs typeface="Calibri"/>
              </a:rPr>
              <a:t>If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page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requires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special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view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how </a:t>
            </a:r>
            <a:r>
              <a:rPr sz="1400" dirty="0">
                <a:latin typeface="Calibri"/>
                <a:cs typeface="Calibri"/>
              </a:rPr>
              <a:t>much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missing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you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don't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software?</a:t>
            </a:r>
            <a:endParaRPr sz="1400" dirty="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83515" algn="l"/>
              </a:tabLst>
            </a:pP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free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fee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obtain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information?</a:t>
            </a:r>
            <a:endParaRPr sz="1400" dirty="0">
              <a:latin typeface="Calibri"/>
              <a:cs typeface="Calibri"/>
            </a:endParaRPr>
          </a:p>
          <a:p>
            <a:pPr marL="184150" marR="394970" indent="-171450">
              <a:lnSpc>
                <a:spcPts val="1510"/>
              </a:lnSpc>
              <a:spcBef>
                <a:spcPts val="915"/>
              </a:spcBef>
              <a:buFont typeface="Arial MT"/>
              <a:buChar char="•"/>
              <a:tabLst>
                <a:tab pos="184150" algn="l"/>
              </a:tabLst>
            </a:pP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option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text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only,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frames,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suggested browser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better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viewing?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6890" y="1119031"/>
            <a:ext cx="3465195" cy="4620260"/>
          </a:xfrm>
          <a:custGeom>
            <a:avLst/>
            <a:gdLst/>
            <a:ahLst/>
            <a:cxnLst/>
            <a:rect l="l" t="t" r="r" b="b"/>
            <a:pathLst>
              <a:path w="3465195" h="4620260">
                <a:moveTo>
                  <a:pt x="1732477" y="0"/>
                </a:moveTo>
                <a:lnTo>
                  <a:pt x="1690992" y="649"/>
                </a:lnTo>
                <a:lnTo>
                  <a:pt x="1649746" y="2587"/>
                </a:lnTo>
                <a:lnTo>
                  <a:pt x="1608750" y="5799"/>
                </a:lnTo>
                <a:lnTo>
                  <a:pt x="1568016" y="10272"/>
                </a:lnTo>
                <a:lnTo>
                  <a:pt x="1527553" y="15990"/>
                </a:lnTo>
                <a:lnTo>
                  <a:pt x="1487372" y="22939"/>
                </a:lnTo>
                <a:lnTo>
                  <a:pt x="1447485" y="31104"/>
                </a:lnTo>
                <a:lnTo>
                  <a:pt x="1407902" y="40471"/>
                </a:lnTo>
                <a:lnTo>
                  <a:pt x="1368635" y="51026"/>
                </a:lnTo>
                <a:lnTo>
                  <a:pt x="1329693" y="62754"/>
                </a:lnTo>
                <a:lnTo>
                  <a:pt x="1291088" y="75641"/>
                </a:lnTo>
                <a:lnTo>
                  <a:pt x="1252831" y="89671"/>
                </a:lnTo>
                <a:lnTo>
                  <a:pt x="1214933" y="104831"/>
                </a:lnTo>
                <a:lnTo>
                  <a:pt x="1177404" y="121107"/>
                </a:lnTo>
                <a:lnTo>
                  <a:pt x="1140256" y="138483"/>
                </a:lnTo>
                <a:lnTo>
                  <a:pt x="1103499" y="156945"/>
                </a:lnTo>
                <a:lnTo>
                  <a:pt x="1067143" y="176479"/>
                </a:lnTo>
                <a:lnTo>
                  <a:pt x="1031201" y="197070"/>
                </a:lnTo>
                <a:lnTo>
                  <a:pt x="995682" y="218704"/>
                </a:lnTo>
                <a:lnTo>
                  <a:pt x="960598" y="241366"/>
                </a:lnTo>
                <a:lnTo>
                  <a:pt x="925960" y="265042"/>
                </a:lnTo>
                <a:lnTo>
                  <a:pt x="891777" y="289718"/>
                </a:lnTo>
                <a:lnTo>
                  <a:pt x="858062" y="315378"/>
                </a:lnTo>
                <a:lnTo>
                  <a:pt x="824825" y="342008"/>
                </a:lnTo>
                <a:lnTo>
                  <a:pt x="792077" y="369595"/>
                </a:lnTo>
                <a:lnTo>
                  <a:pt x="759829" y="398123"/>
                </a:lnTo>
                <a:lnTo>
                  <a:pt x="728091" y="427578"/>
                </a:lnTo>
                <a:lnTo>
                  <a:pt x="696875" y="457945"/>
                </a:lnTo>
                <a:lnTo>
                  <a:pt x="666191" y="489210"/>
                </a:lnTo>
                <a:lnTo>
                  <a:pt x="636050" y="521359"/>
                </a:lnTo>
                <a:lnTo>
                  <a:pt x="606464" y="554377"/>
                </a:lnTo>
                <a:lnTo>
                  <a:pt x="577442" y="588249"/>
                </a:lnTo>
                <a:lnTo>
                  <a:pt x="548996" y="622961"/>
                </a:lnTo>
                <a:lnTo>
                  <a:pt x="521137" y="658499"/>
                </a:lnTo>
                <a:lnTo>
                  <a:pt x="493875" y="694849"/>
                </a:lnTo>
                <a:lnTo>
                  <a:pt x="467221" y="731994"/>
                </a:lnTo>
                <a:lnTo>
                  <a:pt x="441187" y="769922"/>
                </a:lnTo>
                <a:lnTo>
                  <a:pt x="415783" y="808618"/>
                </a:lnTo>
                <a:lnTo>
                  <a:pt x="391019" y="848067"/>
                </a:lnTo>
                <a:lnTo>
                  <a:pt x="366908" y="888254"/>
                </a:lnTo>
                <a:lnTo>
                  <a:pt x="343459" y="929166"/>
                </a:lnTo>
                <a:lnTo>
                  <a:pt x="320683" y="970788"/>
                </a:lnTo>
                <a:lnTo>
                  <a:pt x="298592" y="1013105"/>
                </a:lnTo>
                <a:lnTo>
                  <a:pt x="277196" y="1056103"/>
                </a:lnTo>
                <a:lnTo>
                  <a:pt x="256506" y="1099767"/>
                </a:lnTo>
                <a:lnTo>
                  <a:pt x="236533" y="1144083"/>
                </a:lnTo>
                <a:lnTo>
                  <a:pt x="217288" y="1189036"/>
                </a:lnTo>
                <a:lnTo>
                  <a:pt x="198782" y="1234612"/>
                </a:lnTo>
                <a:lnTo>
                  <a:pt x="181025" y="1280797"/>
                </a:lnTo>
                <a:lnTo>
                  <a:pt x="164028" y="1327576"/>
                </a:lnTo>
                <a:lnTo>
                  <a:pt x="147803" y="1374934"/>
                </a:lnTo>
                <a:lnTo>
                  <a:pt x="132359" y="1422857"/>
                </a:lnTo>
                <a:lnTo>
                  <a:pt x="117709" y="1471331"/>
                </a:lnTo>
                <a:lnTo>
                  <a:pt x="103862" y="1520340"/>
                </a:lnTo>
                <a:lnTo>
                  <a:pt x="90830" y="1569872"/>
                </a:lnTo>
                <a:lnTo>
                  <a:pt x="78623" y="1619910"/>
                </a:lnTo>
                <a:lnTo>
                  <a:pt x="67253" y="1670441"/>
                </a:lnTo>
                <a:lnTo>
                  <a:pt x="56730" y="1721450"/>
                </a:lnTo>
                <a:lnTo>
                  <a:pt x="47065" y="1772923"/>
                </a:lnTo>
                <a:lnTo>
                  <a:pt x="38270" y="1824845"/>
                </a:lnTo>
                <a:lnTo>
                  <a:pt x="30353" y="1877202"/>
                </a:lnTo>
                <a:lnTo>
                  <a:pt x="23328" y="1929979"/>
                </a:lnTo>
                <a:lnTo>
                  <a:pt x="17204" y="1983162"/>
                </a:lnTo>
                <a:lnTo>
                  <a:pt x="11992" y="2036736"/>
                </a:lnTo>
                <a:lnTo>
                  <a:pt x="7704" y="2090687"/>
                </a:lnTo>
                <a:lnTo>
                  <a:pt x="4349" y="2145000"/>
                </a:lnTo>
                <a:lnTo>
                  <a:pt x="1940" y="2199661"/>
                </a:lnTo>
                <a:lnTo>
                  <a:pt x="486" y="2254655"/>
                </a:lnTo>
                <a:lnTo>
                  <a:pt x="0" y="2309968"/>
                </a:lnTo>
                <a:lnTo>
                  <a:pt x="486" y="2365281"/>
                </a:lnTo>
                <a:lnTo>
                  <a:pt x="1940" y="2420276"/>
                </a:lnTo>
                <a:lnTo>
                  <a:pt x="4349" y="2474937"/>
                </a:lnTo>
                <a:lnTo>
                  <a:pt x="7704" y="2529250"/>
                </a:lnTo>
                <a:lnTo>
                  <a:pt x="11992" y="2583201"/>
                </a:lnTo>
                <a:lnTo>
                  <a:pt x="17204" y="2636775"/>
                </a:lnTo>
                <a:lnTo>
                  <a:pt x="23328" y="2689957"/>
                </a:lnTo>
                <a:lnTo>
                  <a:pt x="30353" y="2742734"/>
                </a:lnTo>
                <a:lnTo>
                  <a:pt x="38270" y="2795091"/>
                </a:lnTo>
                <a:lnTo>
                  <a:pt x="47065" y="2847013"/>
                </a:lnTo>
                <a:lnTo>
                  <a:pt x="56730" y="2898486"/>
                </a:lnTo>
                <a:lnTo>
                  <a:pt x="67253" y="2949495"/>
                </a:lnTo>
                <a:lnTo>
                  <a:pt x="78623" y="3000026"/>
                </a:lnTo>
                <a:lnTo>
                  <a:pt x="90830" y="3050065"/>
                </a:lnTo>
                <a:lnTo>
                  <a:pt x="103862" y="3099596"/>
                </a:lnTo>
                <a:lnTo>
                  <a:pt x="117709" y="3148606"/>
                </a:lnTo>
                <a:lnTo>
                  <a:pt x="132359" y="3197079"/>
                </a:lnTo>
                <a:lnTo>
                  <a:pt x="147803" y="3245003"/>
                </a:lnTo>
                <a:lnTo>
                  <a:pt x="164028" y="3292361"/>
                </a:lnTo>
                <a:lnTo>
                  <a:pt x="181025" y="3339139"/>
                </a:lnTo>
                <a:lnTo>
                  <a:pt x="198782" y="3385324"/>
                </a:lnTo>
                <a:lnTo>
                  <a:pt x="217288" y="3430900"/>
                </a:lnTo>
                <a:lnTo>
                  <a:pt x="236533" y="3475854"/>
                </a:lnTo>
                <a:lnTo>
                  <a:pt x="256506" y="3520170"/>
                </a:lnTo>
                <a:lnTo>
                  <a:pt x="277196" y="3563834"/>
                </a:lnTo>
                <a:lnTo>
                  <a:pt x="298592" y="3606832"/>
                </a:lnTo>
                <a:lnTo>
                  <a:pt x="320683" y="3649149"/>
                </a:lnTo>
                <a:lnTo>
                  <a:pt x="343459" y="3690770"/>
                </a:lnTo>
                <a:lnTo>
                  <a:pt x="366908" y="3731682"/>
                </a:lnTo>
                <a:lnTo>
                  <a:pt x="391019" y="3771870"/>
                </a:lnTo>
                <a:lnTo>
                  <a:pt x="415783" y="3811319"/>
                </a:lnTo>
                <a:lnTo>
                  <a:pt x="441187" y="3850014"/>
                </a:lnTo>
                <a:lnTo>
                  <a:pt x="467221" y="3887942"/>
                </a:lnTo>
                <a:lnTo>
                  <a:pt x="493875" y="3925088"/>
                </a:lnTo>
                <a:lnTo>
                  <a:pt x="521137" y="3961437"/>
                </a:lnTo>
                <a:lnTo>
                  <a:pt x="548996" y="3996975"/>
                </a:lnTo>
                <a:lnTo>
                  <a:pt x="577442" y="4031688"/>
                </a:lnTo>
                <a:lnTo>
                  <a:pt x="606464" y="4065560"/>
                </a:lnTo>
                <a:lnTo>
                  <a:pt x="636050" y="4098578"/>
                </a:lnTo>
                <a:lnTo>
                  <a:pt x="666191" y="4130727"/>
                </a:lnTo>
                <a:lnTo>
                  <a:pt x="696875" y="4161992"/>
                </a:lnTo>
                <a:lnTo>
                  <a:pt x="728091" y="4192359"/>
                </a:lnTo>
                <a:lnTo>
                  <a:pt x="759829" y="4221814"/>
                </a:lnTo>
                <a:lnTo>
                  <a:pt x="792077" y="4250342"/>
                </a:lnTo>
                <a:lnTo>
                  <a:pt x="824825" y="4277928"/>
                </a:lnTo>
                <a:lnTo>
                  <a:pt x="858062" y="4304559"/>
                </a:lnTo>
                <a:lnTo>
                  <a:pt x="891777" y="4330219"/>
                </a:lnTo>
                <a:lnTo>
                  <a:pt x="925960" y="4354894"/>
                </a:lnTo>
                <a:lnTo>
                  <a:pt x="960598" y="4378570"/>
                </a:lnTo>
                <a:lnTo>
                  <a:pt x="995682" y="4401233"/>
                </a:lnTo>
                <a:lnTo>
                  <a:pt x="1031201" y="4422867"/>
                </a:lnTo>
                <a:lnTo>
                  <a:pt x="1067143" y="4443458"/>
                </a:lnTo>
                <a:lnTo>
                  <a:pt x="1103499" y="4462992"/>
                </a:lnTo>
                <a:lnTo>
                  <a:pt x="1140256" y="4481454"/>
                </a:lnTo>
                <a:lnTo>
                  <a:pt x="1177404" y="4498830"/>
                </a:lnTo>
                <a:lnTo>
                  <a:pt x="1214933" y="4515105"/>
                </a:lnTo>
                <a:lnTo>
                  <a:pt x="1252831" y="4530266"/>
                </a:lnTo>
                <a:lnTo>
                  <a:pt x="1291088" y="4544296"/>
                </a:lnTo>
                <a:lnTo>
                  <a:pt x="1329693" y="4557183"/>
                </a:lnTo>
                <a:lnTo>
                  <a:pt x="1368635" y="4568911"/>
                </a:lnTo>
                <a:lnTo>
                  <a:pt x="1407902" y="4579465"/>
                </a:lnTo>
                <a:lnTo>
                  <a:pt x="1447485" y="4588833"/>
                </a:lnTo>
                <a:lnTo>
                  <a:pt x="1487372" y="4596998"/>
                </a:lnTo>
                <a:lnTo>
                  <a:pt x="1527553" y="4603947"/>
                </a:lnTo>
                <a:lnTo>
                  <a:pt x="1568016" y="4609665"/>
                </a:lnTo>
                <a:lnTo>
                  <a:pt x="1608750" y="4614137"/>
                </a:lnTo>
                <a:lnTo>
                  <a:pt x="1649746" y="4617350"/>
                </a:lnTo>
                <a:lnTo>
                  <a:pt x="1690992" y="4619288"/>
                </a:lnTo>
                <a:lnTo>
                  <a:pt x="1732477" y="4619937"/>
                </a:lnTo>
                <a:lnTo>
                  <a:pt x="1773962" y="4619288"/>
                </a:lnTo>
                <a:lnTo>
                  <a:pt x="1815208" y="4617350"/>
                </a:lnTo>
                <a:lnTo>
                  <a:pt x="1856203" y="4614137"/>
                </a:lnTo>
                <a:lnTo>
                  <a:pt x="1896938" y="4609665"/>
                </a:lnTo>
                <a:lnTo>
                  <a:pt x="1937401" y="4603947"/>
                </a:lnTo>
                <a:lnTo>
                  <a:pt x="1977582" y="4596998"/>
                </a:lnTo>
                <a:lnTo>
                  <a:pt x="2017469" y="4588833"/>
                </a:lnTo>
                <a:lnTo>
                  <a:pt x="2057052" y="4579465"/>
                </a:lnTo>
                <a:lnTo>
                  <a:pt x="2096319" y="4568911"/>
                </a:lnTo>
                <a:lnTo>
                  <a:pt x="2135261" y="4557183"/>
                </a:lnTo>
                <a:lnTo>
                  <a:pt x="2173865" y="4544296"/>
                </a:lnTo>
                <a:lnTo>
                  <a:pt x="2212122" y="4530266"/>
                </a:lnTo>
                <a:lnTo>
                  <a:pt x="2250021" y="4515105"/>
                </a:lnTo>
                <a:lnTo>
                  <a:pt x="2287549" y="4498830"/>
                </a:lnTo>
                <a:lnTo>
                  <a:pt x="2324698" y="4481454"/>
                </a:lnTo>
                <a:lnTo>
                  <a:pt x="2361455" y="4462992"/>
                </a:lnTo>
                <a:lnTo>
                  <a:pt x="2397810" y="4443458"/>
                </a:lnTo>
                <a:lnTo>
                  <a:pt x="2433753" y="4422867"/>
                </a:lnTo>
                <a:lnTo>
                  <a:pt x="2469271" y="4401233"/>
                </a:lnTo>
                <a:lnTo>
                  <a:pt x="2504355" y="4378570"/>
                </a:lnTo>
                <a:lnTo>
                  <a:pt x="2538994" y="4354894"/>
                </a:lnTo>
                <a:lnTo>
                  <a:pt x="2573176" y="4330219"/>
                </a:lnTo>
                <a:lnTo>
                  <a:pt x="2606891" y="4304559"/>
                </a:lnTo>
                <a:lnTo>
                  <a:pt x="2640128" y="4277928"/>
                </a:lnTo>
                <a:lnTo>
                  <a:pt x="2672876" y="4250342"/>
                </a:lnTo>
                <a:lnTo>
                  <a:pt x="2705125" y="4221814"/>
                </a:lnTo>
                <a:lnTo>
                  <a:pt x="2736862" y="4192359"/>
                </a:lnTo>
                <a:lnTo>
                  <a:pt x="2768079" y="4161992"/>
                </a:lnTo>
                <a:lnTo>
                  <a:pt x="2798762" y="4130727"/>
                </a:lnTo>
                <a:lnTo>
                  <a:pt x="2828903" y="4098578"/>
                </a:lnTo>
                <a:lnTo>
                  <a:pt x="2858490" y="4065560"/>
                </a:lnTo>
                <a:lnTo>
                  <a:pt x="2887511" y="4031688"/>
                </a:lnTo>
                <a:lnTo>
                  <a:pt x="2915957" y="3996975"/>
                </a:lnTo>
                <a:lnTo>
                  <a:pt x="2943817" y="3961437"/>
                </a:lnTo>
                <a:lnTo>
                  <a:pt x="2971079" y="3925088"/>
                </a:lnTo>
                <a:lnTo>
                  <a:pt x="2997732" y="3887942"/>
                </a:lnTo>
                <a:lnTo>
                  <a:pt x="3023767" y="3850014"/>
                </a:lnTo>
                <a:lnTo>
                  <a:pt x="3049171" y="3811319"/>
                </a:lnTo>
                <a:lnTo>
                  <a:pt x="3073934" y="3771870"/>
                </a:lnTo>
                <a:lnTo>
                  <a:pt x="3098046" y="3731682"/>
                </a:lnTo>
                <a:lnTo>
                  <a:pt x="3121495" y="3690770"/>
                </a:lnTo>
                <a:lnTo>
                  <a:pt x="3144270" y="3649149"/>
                </a:lnTo>
                <a:lnTo>
                  <a:pt x="3166361" y="3606832"/>
                </a:lnTo>
                <a:lnTo>
                  <a:pt x="3187757" y="3563834"/>
                </a:lnTo>
                <a:lnTo>
                  <a:pt x="3208447" y="3520170"/>
                </a:lnTo>
                <a:lnTo>
                  <a:pt x="3228420" y="3475854"/>
                </a:lnTo>
                <a:lnTo>
                  <a:pt x="3247665" y="3430900"/>
                </a:lnTo>
                <a:lnTo>
                  <a:pt x="3266172" y="3385324"/>
                </a:lnTo>
                <a:lnTo>
                  <a:pt x="3283929" y="3339139"/>
                </a:lnTo>
                <a:lnTo>
                  <a:pt x="3300925" y="3292361"/>
                </a:lnTo>
                <a:lnTo>
                  <a:pt x="3317151" y="3245003"/>
                </a:lnTo>
                <a:lnTo>
                  <a:pt x="3332594" y="3197079"/>
                </a:lnTo>
                <a:lnTo>
                  <a:pt x="3347245" y="3148606"/>
                </a:lnTo>
                <a:lnTo>
                  <a:pt x="3361091" y="3099596"/>
                </a:lnTo>
                <a:lnTo>
                  <a:pt x="3374123" y="3050065"/>
                </a:lnTo>
                <a:lnTo>
                  <a:pt x="3386330" y="3000026"/>
                </a:lnTo>
                <a:lnTo>
                  <a:pt x="3397700" y="2949495"/>
                </a:lnTo>
                <a:lnTo>
                  <a:pt x="3408223" y="2898486"/>
                </a:lnTo>
                <a:lnTo>
                  <a:pt x="3417888" y="2847013"/>
                </a:lnTo>
                <a:lnTo>
                  <a:pt x="3426684" y="2795091"/>
                </a:lnTo>
                <a:lnTo>
                  <a:pt x="3434600" y="2742734"/>
                </a:lnTo>
                <a:lnTo>
                  <a:pt x="3441625" y="2689957"/>
                </a:lnTo>
                <a:lnTo>
                  <a:pt x="3447749" y="2636775"/>
                </a:lnTo>
                <a:lnTo>
                  <a:pt x="3452961" y="2583201"/>
                </a:lnTo>
                <a:lnTo>
                  <a:pt x="3457250" y="2529250"/>
                </a:lnTo>
                <a:lnTo>
                  <a:pt x="3460604" y="2474937"/>
                </a:lnTo>
                <a:lnTo>
                  <a:pt x="3463013" y="2420276"/>
                </a:lnTo>
                <a:lnTo>
                  <a:pt x="3464467" y="2365281"/>
                </a:lnTo>
                <a:lnTo>
                  <a:pt x="3464954" y="2309968"/>
                </a:lnTo>
                <a:lnTo>
                  <a:pt x="3464467" y="2254655"/>
                </a:lnTo>
                <a:lnTo>
                  <a:pt x="3463013" y="2199661"/>
                </a:lnTo>
                <a:lnTo>
                  <a:pt x="3460604" y="2145000"/>
                </a:lnTo>
                <a:lnTo>
                  <a:pt x="3457250" y="2090687"/>
                </a:lnTo>
                <a:lnTo>
                  <a:pt x="3452961" y="2036736"/>
                </a:lnTo>
                <a:lnTo>
                  <a:pt x="3447749" y="1983162"/>
                </a:lnTo>
                <a:lnTo>
                  <a:pt x="3441625" y="1929979"/>
                </a:lnTo>
                <a:lnTo>
                  <a:pt x="3434600" y="1877202"/>
                </a:lnTo>
                <a:lnTo>
                  <a:pt x="3426684" y="1824845"/>
                </a:lnTo>
                <a:lnTo>
                  <a:pt x="3417888" y="1772923"/>
                </a:lnTo>
                <a:lnTo>
                  <a:pt x="3408223" y="1721450"/>
                </a:lnTo>
                <a:lnTo>
                  <a:pt x="3397700" y="1670441"/>
                </a:lnTo>
                <a:lnTo>
                  <a:pt x="3386330" y="1619910"/>
                </a:lnTo>
                <a:lnTo>
                  <a:pt x="3374123" y="1569872"/>
                </a:lnTo>
                <a:lnTo>
                  <a:pt x="3361091" y="1520340"/>
                </a:lnTo>
                <a:lnTo>
                  <a:pt x="3347245" y="1471331"/>
                </a:lnTo>
                <a:lnTo>
                  <a:pt x="3332594" y="1422857"/>
                </a:lnTo>
                <a:lnTo>
                  <a:pt x="3317151" y="1374934"/>
                </a:lnTo>
                <a:lnTo>
                  <a:pt x="3300925" y="1327576"/>
                </a:lnTo>
                <a:lnTo>
                  <a:pt x="3283929" y="1280797"/>
                </a:lnTo>
                <a:lnTo>
                  <a:pt x="3266172" y="1234612"/>
                </a:lnTo>
                <a:lnTo>
                  <a:pt x="3247665" y="1189036"/>
                </a:lnTo>
                <a:lnTo>
                  <a:pt x="3228420" y="1144083"/>
                </a:lnTo>
                <a:lnTo>
                  <a:pt x="3208447" y="1099767"/>
                </a:lnTo>
                <a:lnTo>
                  <a:pt x="3187757" y="1056103"/>
                </a:lnTo>
                <a:lnTo>
                  <a:pt x="3166361" y="1013105"/>
                </a:lnTo>
                <a:lnTo>
                  <a:pt x="3144270" y="970788"/>
                </a:lnTo>
                <a:lnTo>
                  <a:pt x="3121495" y="929166"/>
                </a:lnTo>
                <a:lnTo>
                  <a:pt x="3098046" y="888254"/>
                </a:lnTo>
                <a:lnTo>
                  <a:pt x="3073934" y="848067"/>
                </a:lnTo>
                <a:lnTo>
                  <a:pt x="3049171" y="808618"/>
                </a:lnTo>
                <a:lnTo>
                  <a:pt x="3023767" y="769922"/>
                </a:lnTo>
                <a:lnTo>
                  <a:pt x="2997732" y="731994"/>
                </a:lnTo>
                <a:lnTo>
                  <a:pt x="2971079" y="694849"/>
                </a:lnTo>
                <a:lnTo>
                  <a:pt x="2943817" y="658499"/>
                </a:lnTo>
                <a:lnTo>
                  <a:pt x="2915957" y="622961"/>
                </a:lnTo>
                <a:lnTo>
                  <a:pt x="2887511" y="588249"/>
                </a:lnTo>
                <a:lnTo>
                  <a:pt x="2858490" y="554377"/>
                </a:lnTo>
                <a:lnTo>
                  <a:pt x="2828903" y="521359"/>
                </a:lnTo>
                <a:lnTo>
                  <a:pt x="2798762" y="489210"/>
                </a:lnTo>
                <a:lnTo>
                  <a:pt x="2768079" y="457945"/>
                </a:lnTo>
                <a:lnTo>
                  <a:pt x="2736862" y="427578"/>
                </a:lnTo>
                <a:lnTo>
                  <a:pt x="2705125" y="398123"/>
                </a:lnTo>
                <a:lnTo>
                  <a:pt x="2672876" y="369595"/>
                </a:lnTo>
                <a:lnTo>
                  <a:pt x="2640128" y="342008"/>
                </a:lnTo>
                <a:lnTo>
                  <a:pt x="2606891" y="315378"/>
                </a:lnTo>
                <a:lnTo>
                  <a:pt x="2573176" y="289718"/>
                </a:lnTo>
                <a:lnTo>
                  <a:pt x="2538994" y="265042"/>
                </a:lnTo>
                <a:lnTo>
                  <a:pt x="2504355" y="241366"/>
                </a:lnTo>
                <a:lnTo>
                  <a:pt x="2469271" y="218704"/>
                </a:lnTo>
                <a:lnTo>
                  <a:pt x="2433753" y="197070"/>
                </a:lnTo>
                <a:lnTo>
                  <a:pt x="2397810" y="176479"/>
                </a:lnTo>
                <a:lnTo>
                  <a:pt x="2361455" y="156945"/>
                </a:lnTo>
                <a:lnTo>
                  <a:pt x="2324698" y="138483"/>
                </a:lnTo>
                <a:lnTo>
                  <a:pt x="2287549" y="121107"/>
                </a:lnTo>
                <a:lnTo>
                  <a:pt x="2250021" y="104831"/>
                </a:lnTo>
                <a:lnTo>
                  <a:pt x="2212122" y="89671"/>
                </a:lnTo>
                <a:lnTo>
                  <a:pt x="2173865" y="75641"/>
                </a:lnTo>
                <a:lnTo>
                  <a:pt x="2135261" y="62754"/>
                </a:lnTo>
                <a:lnTo>
                  <a:pt x="2096319" y="51026"/>
                </a:lnTo>
                <a:lnTo>
                  <a:pt x="2057052" y="40471"/>
                </a:lnTo>
                <a:lnTo>
                  <a:pt x="2017469" y="31104"/>
                </a:lnTo>
                <a:lnTo>
                  <a:pt x="1977582" y="22939"/>
                </a:lnTo>
                <a:lnTo>
                  <a:pt x="1937401" y="15990"/>
                </a:lnTo>
                <a:lnTo>
                  <a:pt x="1896938" y="10272"/>
                </a:lnTo>
                <a:lnTo>
                  <a:pt x="1856203" y="5799"/>
                </a:lnTo>
                <a:lnTo>
                  <a:pt x="1815208" y="2587"/>
                </a:lnTo>
                <a:lnTo>
                  <a:pt x="1773962" y="649"/>
                </a:lnTo>
                <a:lnTo>
                  <a:pt x="1732477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80631" y="2890834"/>
            <a:ext cx="1625600" cy="9759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125095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Content Inventory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1415" y="993527"/>
            <a:ext cx="2190750" cy="1501140"/>
          </a:xfrm>
          <a:custGeom>
            <a:avLst/>
            <a:gdLst/>
            <a:ahLst/>
            <a:cxnLst/>
            <a:rect l="l" t="t" r="r" b="b"/>
            <a:pathLst>
              <a:path w="2190750" h="1501139">
                <a:moveTo>
                  <a:pt x="403308" y="397"/>
                </a:moveTo>
                <a:lnTo>
                  <a:pt x="336085" y="14899"/>
                </a:lnTo>
                <a:lnTo>
                  <a:pt x="279928" y="35398"/>
                </a:lnTo>
                <a:lnTo>
                  <a:pt x="225063" y="59632"/>
                </a:lnTo>
                <a:lnTo>
                  <a:pt x="171635" y="87621"/>
                </a:lnTo>
                <a:lnTo>
                  <a:pt x="119790" y="119384"/>
                </a:lnTo>
                <a:lnTo>
                  <a:pt x="69671" y="154928"/>
                </a:lnTo>
                <a:lnTo>
                  <a:pt x="23054" y="192923"/>
                </a:lnTo>
                <a:lnTo>
                  <a:pt x="0" y="235708"/>
                </a:lnTo>
                <a:lnTo>
                  <a:pt x="2203" y="259951"/>
                </a:lnTo>
                <a:lnTo>
                  <a:pt x="13951" y="282263"/>
                </a:lnTo>
                <a:lnTo>
                  <a:pt x="33434" y="298270"/>
                </a:lnTo>
                <a:lnTo>
                  <a:pt x="56735" y="305318"/>
                </a:lnTo>
                <a:lnTo>
                  <a:pt x="80978" y="303114"/>
                </a:lnTo>
                <a:lnTo>
                  <a:pt x="103290" y="291366"/>
                </a:lnTo>
                <a:lnTo>
                  <a:pt x="145098" y="257291"/>
                </a:lnTo>
                <a:lnTo>
                  <a:pt x="144874" y="257291"/>
                </a:lnTo>
                <a:lnTo>
                  <a:pt x="148258" y="254715"/>
                </a:lnTo>
                <a:lnTo>
                  <a:pt x="148505" y="254715"/>
                </a:lnTo>
                <a:lnTo>
                  <a:pt x="188203" y="226562"/>
                </a:lnTo>
                <a:lnTo>
                  <a:pt x="187955" y="226562"/>
                </a:lnTo>
                <a:lnTo>
                  <a:pt x="191516" y="224212"/>
                </a:lnTo>
                <a:lnTo>
                  <a:pt x="191790" y="224212"/>
                </a:lnTo>
                <a:lnTo>
                  <a:pt x="232732" y="199130"/>
                </a:lnTo>
                <a:lnTo>
                  <a:pt x="232458" y="199130"/>
                </a:lnTo>
                <a:lnTo>
                  <a:pt x="236163" y="197028"/>
                </a:lnTo>
                <a:lnTo>
                  <a:pt x="236470" y="197028"/>
                </a:lnTo>
                <a:lnTo>
                  <a:pt x="278616" y="174948"/>
                </a:lnTo>
                <a:lnTo>
                  <a:pt x="278311" y="174948"/>
                </a:lnTo>
                <a:lnTo>
                  <a:pt x="282124" y="173110"/>
                </a:lnTo>
                <a:lnTo>
                  <a:pt x="282472" y="173110"/>
                </a:lnTo>
                <a:lnTo>
                  <a:pt x="325782" y="153980"/>
                </a:lnTo>
                <a:lnTo>
                  <a:pt x="325444" y="153980"/>
                </a:lnTo>
                <a:lnTo>
                  <a:pt x="329325" y="152415"/>
                </a:lnTo>
                <a:lnTo>
                  <a:pt x="329730" y="152415"/>
                </a:lnTo>
                <a:lnTo>
                  <a:pt x="374172" y="136192"/>
                </a:lnTo>
                <a:lnTo>
                  <a:pt x="373781" y="136192"/>
                </a:lnTo>
                <a:lnTo>
                  <a:pt x="377696" y="134906"/>
                </a:lnTo>
                <a:lnTo>
                  <a:pt x="378171" y="134906"/>
                </a:lnTo>
                <a:lnTo>
                  <a:pt x="413903" y="124434"/>
                </a:lnTo>
                <a:lnTo>
                  <a:pt x="436218" y="112694"/>
                </a:lnTo>
                <a:lnTo>
                  <a:pt x="451761" y="93958"/>
                </a:lnTo>
                <a:lnTo>
                  <a:pt x="459143" y="70761"/>
                </a:lnTo>
                <a:lnTo>
                  <a:pt x="456980" y="45638"/>
                </a:lnTo>
                <a:lnTo>
                  <a:pt x="445240" y="23322"/>
                </a:lnTo>
                <a:lnTo>
                  <a:pt x="426504" y="7780"/>
                </a:lnTo>
                <a:lnTo>
                  <a:pt x="403308" y="397"/>
                </a:lnTo>
                <a:close/>
              </a:path>
              <a:path w="2190750" h="1501139">
                <a:moveTo>
                  <a:pt x="148258" y="254715"/>
                </a:moveTo>
                <a:lnTo>
                  <a:pt x="144874" y="257291"/>
                </a:lnTo>
                <a:lnTo>
                  <a:pt x="146603" y="256065"/>
                </a:lnTo>
                <a:lnTo>
                  <a:pt x="148258" y="254715"/>
                </a:lnTo>
                <a:close/>
              </a:path>
              <a:path w="2190750" h="1501139">
                <a:moveTo>
                  <a:pt x="146603" y="256065"/>
                </a:moveTo>
                <a:lnTo>
                  <a:pt x="144874" y="257291"/>
                </a:lnTo>
                <a:lnTo>
                  <a:pt x="145098" y="257291"/>
                </a:lnTo>
                <a:lnTo>
                  <a:pt x="146603" y="256065"/>
                </a:lnTo>
                <a:close/>
              </a:path>
              <a:path w="2190750" h="1501139">
                <a:moveTo>
                  <a:pt x="148505" y="254715"/>
                </a:moveTo>
                <a:lnTo>
                  <a:pt x="148258" y="254715"/>
                </a:lnTo>
                <a:lnTo>
                  <a:pt x="146603" y="256065"/>
                </a:lnTo>
                <a:lnTo>
                  <a:pt x="148505" y="254715"/>
                </a:lnTo>
                <a:close/>
              </a:path>
              <a:path w="2190750" h="1501139">
                <a:moveTo>
                  <a:pt x="191516" y="224212"/>
                </a:moveTo>
                <a:lnTo>
                  <a:pt x="187955" y="226562"/>
                </a:lnTo>
                <a:lnTo>
                  <a:pt x="189777" y="225445"/>
                </a:lnTo>
                <a:lnTo>
                  <a:pt x="191516" y="224212"/>
                </a:lnTo>
                <a:close/>
              </a:path>
              <a:path w="2190750" h="1501139">
                <a:moveTo>
                  <a:pt x="189777" y="225445"/>
                </a:moveTo>
                <a:lnTo>
                  <a:pt x="187955" y="226562"/>
                </a:lnTo>
                <a:lnTo>
                  <a:pt x="188203" y="226562"/>
                </a:lnTo>
                <a:lnTo>
                  <a:pt x="189777" y="225445"/>
                </a:lnTo>
                <a:close/>
              </a:path>
              <a:path w="2190750" h="1501139">
                <a:moveTo>
                  <a:pt x="191790" y="224212"/>
                </a:moveTo>
                <a:lnTo>
                  <a:pt x="191516" y="224212"/>
                </a:lnTo>
                <a:lnTo>
                  <a:pt x="189777" y="225445"/>
                </a:lnTo>
                <a:lnTo>
                  <a:pt x="191790" y="224212"/>
                </a:lnTo>
                <a:close/>
              </a:path>
              <a:path w="2190750" h="1501139">
                <a:moveTo>
                  <a:pt x="236163" y="197028"/>
                </a:moveTo>
                <a:lnTo>
                  <a:pt x="232458" y="199130"/>
                </a:lnTo>
                <a:lnTo>
                  <a:pt x="234348" y="198140"/>
                </a:lnTo>
                <a:lnTo>
                  <a:pt x="236163" y="197028"/>
                </a:lnTo>
                <a:close/>
              </a:path>
              <a:path w="2190750" h="1501139">
                <a:moveTo>
                  <a:pt x="234348" y="198140"/>
                </a:moveTo>
                <a:lnTo>
                  <a:pt x="232458" y="199130"/>
                </a:lnTo>
                <a:lnTo>
                  <a:pt x="232732" y="199130"/>
                </a:lnTo>
                <a:lnTo>
                  <a:pt x="234348" y="198140"/>
                </a:lnTo>
                <a:close/>
              </a:path>
              <a:path w="2190750" h="1501139">
                <a:moveTo>
                  <a:pt x="236470" y="197028"/>
                </a:moveTo>
                <a:lnTo>
                  <a:pt x="236163" y="197028"/>
                </a:lnTo>
                <a:lnTo>
                  <a:pt x="234348" y="198140"/>
                </a:lnTo>
                <a:lnTo>
                  <a:pt x="236470" y="197028"/>
                </a:lnTo>
                <a:close/>
              </a:path>
              <a:path w="2190750" h="1501139">
                <a:moveTo>
                  <a:pt x="282124" y="173110"/>
                </a:moveTo>
                <a:lnTo>
                  <a:pt x="278311" y="174948"/>
                </a:lnTo>
                <a:lnTo>
                  <a:pt x="280254" y="174090"/>
                </a:lnTo>
                <a:lnTo>
                  <a:pt x="282124" y="173110"/>
                </a:lnTo>
                <a:close/>
              </a:path>
              <a:path w="2190750" h="1501139">
                <a:moveTo>
                  <a:pt x="280254" y="174090"/>
                </a:moveTo>
                <a:lnTo>
                  <a:pt x="278311" y="174948"/>
                </a:lnTo>
                <a:lnTo>
                  <a:pt x="278616" y="174948"/>
                </a:lnTo>
                <a:lnTo>
                  <a:pt x="280254" y="174090"/>
                </a:lnTo>
                <a:close/>
              </a:path>
              <a:path w="2190750" h="1501139">
                <a:moveTo>
                  <a:pt x="282472" y="173110"/>
                </a:moveTo>
                <a:lnTo>
                  <a:pt x="282124" y="173110"/>
                </a:lnTo>
                <a:lnTo>
                  <a:pt x="280254" y="174090"/>
                </a:lnTo>
                <a:lnTo>
                  <a:pt x="282472" y="173110"/>
                </a:lnTo>
                <a:close/>
              </a:path>
              <a:path w="2190750" h="1501139">
                <a:moveTo>
                  <a:pt x="329325" y="152415"/>
                </a:moveTo>
                <a:lnTo>
                  <a:pt x="325444" y="153980"/>
                </a:lnTo>
                <a:lnTo>
                  <a:pt x="327395" y="153268"/>
                </a:lnTo>
                <a:lnTo>
                  <a:pt x="329325" y="152415"/>
                </a:lnTo>
                <a:close/>
              </a:path>
              <a:path w="2190750" h="1501139">
                <a:moveTo>
                  <a:pt x="327395" y="153268"/>
                </a:moveTo>
                <a:lnTo>
                  <a:pt x="325444" y="153980"/>
                </a:lnTo>
                <a:lnTo>
                  <a:pt x="325782" y="153980"/>
                </a:lnTo>
                <a:lnTo>
                  <a:pt x="327395" y="153268"/>
                </a:lnTo>
                <a:close/>
              </a:path>
              <a:path w="2190750" h="1501139">
                <a:moveTo>
                  <a:pt x="329730" y="152415"/>
                </a:moveTo>
                <a:lnTo>
                  <a:pt x="329325" y="152415"/>
                </a:lnTo>
                <a:lnTo>
                  <a:pt x="327395" y="153268"/>
                </a:lnTo>
                <a:lnTo>
                  <a:pt x="329730" y="152415"/>
                </a:lnTo>
                <a:close/>
              </a:path>
              <a:path w="2190750" h="1501139">
                <a:moveTo>
                  <a:pt x="377696" y="134906"/>
                </a:moveTo>
                <a:lnTo>
                  <a:pt x="373781" y="136192"/>
                </a:lnTo>
                <a:lnTo>
                  <a:pt x="375765" y="135611"/>
                </a:lnTo>
                <a:lnTo>
                  <a:pt x="377696" y="134906"/>
                </a:lnTo>
                <a:close/>
              </a:path>
              <a:path w="2190750" h="1501139">
                <a:moveTo>
                  <a:pt x="375765" y="135611"/>
                </a:moveTo>
                <a:lnTo>
                  <a:pt x="373781" y="136192"/>
                </a:lnTo>
                <a:lnTo>
                  <a:pt x="374172" y="136192"/>
                </a:lnTo>
                <a:lnTo>
                  <a:pt x="375765" y="135611"/>
                </a:lnTo>
                <a:close/>
              </a:path>
              <a:path w="2190750" h="1501139">
                <a:moveTo>
                  <a:pt x="378171" y="134906"/>
                </a:moveTo>
                <a:lnTo>
                  <a:pt x="377696" y="134906"/>
                </a:lnTo>
                <a:lnTo>
                  <a:pt x="375765" y="135611"/>
                </a:lnTo>
                <a:lnTo>
                  <a:pt x="378171" y="134906"/>
                </a:lnTo>
                <a:close/>
              </a:path>
              <a:path w="2190750" h="1501139">
                <a:moveTo>
                  <a:pt x="1302568" y="239868"/>
                </a:moveTo>
                <a:lnTo>
                  <a:pt x="1183331" y="239868"/>
                </a:lnTo>
                <a:lnTo>
                  <a:pt x="1185799" y="241190"/>
                </a:lnTo>
                <a:lnTo>
                  <a:pt x="1219313" y="260181"/>
                </a:lnTo>
                <a:lnTo>
                  <a:pt x="1243290" y="267987"/>
                </a:lnTo>
                <a:lnTo>
                  <a:pt x="1267557" y="266059"/>
                </a:lnTo>
                <a:lnTo>
                  <a:pt x="1289330" y="255172"/>
                </a:lnTo>
                <a:lnTo>
                  <a:pt x="1302568" y="239868"/>
                </a:lnTo>
                <a:close/>
              </a:path>
              <a:path w="2190750" h="1501139">
                <a:moveTo>
                  <a:pt x="1184548" y="240555"/>
                </a:moveTo>
                <a:lnTo>
                  <a:pt x="1185673" y="241190"/>
                </a:lnTo>
                <a:lnTo>
                  <a:pt x="1184548" y="240555"/>
                </a:lnTo>
                <a:close/>
              </a:path>
              <a:path w="2190750" h="1501139">
                <a:moveTo>
                  <a:pt x="1183331" y="239868"/>
                </a:moveTo>
                <a:lnTo>
                  <a:pt x="1184548" y="240555"/>
                </a:lnTo>
                <a:lnTo>
                  <a:pt x="1185799" y="241190"/>
                </a:lnTo>
                <a:lnTo>
                  <a:pt x="1183331" y="239868"/>
                </a:lnTo>
                <a:close/>
              </a:path>
              <a:path w="2190750" h="1501139">
                <a:moveTo>
                  <a:pt x="1129275" y="212489"/>
                </a:moveTo>
                <a:lnTo>
                  <a:pt x="1184548" y="240555"/>
                </a:lnTo>
                <a:lnTo>
                  <a:pt x="1183331" y="239868"/>
                </a:lnTo>
                <a:lnTo>
                  <a:pt x="1302568" y="239868"/>
                </a:lnTo>
                <a:lnTo>
                  <a:pt x="1305826" y="236101"/>
                </a:lnTo>
                <a:lnTo>
                  <a:pt x="1313322" y="213077"/>
                </a:lnTo>
                <a:lnTo>
                  <a:pt x="1130575" y="213077"/>
                </a:lnTo>
                <a:lnTo>
                  <a:pt x="1129275" y="212489"/>
                </a:lnTo>
                <a:close/>
              </a:path>
              <a:path w="2190750" h="1501139">
                <a:moveTo>
                  <a:pt x="1127997" y="211840"/>
                </a:moveTo>
                <a:lnTo>
                  <a:pt x="1129275" y="212489"/>
                </a:lnTo>
                <a:lnTo>
                  <a:pt x="1130575" y="213077"/>
                </a:lnTo>
                <a:lnTo>
                  <a:pt x="1127997" y="211840"/>
                </a:lnTo>
                <a:close/>
              </a:path>
              <a:path w="2190750" h="1501139">
                <a:moveTo>
                  <a:pt x="1313610" y="211840"/>
                </a:moveTo>
                <a:lnTo>
                  <a:pt x="1127997" y="211840"/>
                </a:lnTo>
                <a:lnTo>
                  <a:pt x="1130575" y="213077"/>
                </a:lnTo>
                <a:lnTo>
                  <a:pt x="1313322" y="213077"/>
                </a:lnTo>
                <a:lnTo>
                  <a:pt x="1313513" y="212489"/>
                </a:lnTo>
                <a:lnTo>
                  <a:pt x="1313610" y="211840"/>
                </a:lnTo>
                <a:close/>
              </a:path>
              <a:path w="2190750" h="1501139">
                <a:moveTo>
                  <a:pt x="1073705" y="187353"/>
                </a:moveTo>
                <a:lnTo>
                  <a:pt x="1129275" y="212489"/>
                </a:lnTo>
                <a:lnTo>
                  <a:pt x="1127997" y="211840"/>
                </a:lnTo>
                <a:lnTo>
                  <a:pt x="1313610" y="211840"/>
                </a:lnTo>
                <a:lnTo>
                  <a:pt x="1311708" y="187899"/>
                </a:lnTo>
                <a:lnTo>
                  <a:pt x="1075078" y="187899"/>
                </a:lnTo>
                <a:lnTo>
                  <a:pt x="1073705" y="187353"/>
                </a:lnTo>
                <a:close/>
              </a:path>
              <a:path w="2190750" h="1501139">
                <a:moveTo>
                  <a:pt x="1072383" y="186755"/>
                </a:moveTo>
                <a:lnTo>
                  <a:pt x="1073705" y="187353"/>
                </a:lnTo>
                <a:lnTo>
                  <a:pt x="1075078" y="187899"/>
                </a:lnTo>
                <a:lnTo>
                  <a:pt x="1072383" y="186755"/>
                </a:lnTo>
                <a:close/>
              </a:path>
              <a:path w="2190750" h="1501139">
                <a:moveTo>
                  <a:pt x="1311154" y="186755"/>
                </a:moveTo>
                <a:lnTo>
                  <a:pt x="1072383" y="186755"/>
                </a:lnTo>
                <a:lnTo>
                  <a:pt x="1075078" y="187899"/>
                </a:lnTo>
                <a:lnTo>
                  <a:pt x="1311708" y="187899"/>
                </a:lnTo>
                <a:lnTo>
                  <a:pt x="1311154" y="186755"/>
                </a:lnTo>
                <a:close/>
              </a:path>
              <a:path w="2190750" h="1501139">
                <a:moveTo>
                  <a:pt x="1018015" y="165195"/>
                </a:moveTo>
                <a:lnTo>
                  <a:pt x="1073705" y="187353"/>
                </a:lnTo>
                <a:lnTo>
                  <a:pt x="1072383" y="186755"/>
                </a:lnTo>
                <a:lnTo>
                  <a:pt x="1311154" y="186755"/>
                </a:lnTo>
                <a:lnTo>
                  <a:pt x="1300818" y="166084"/>
                </a:lnTo>
                <a:lnTo>
                  <a:pt x="1300348" y="165677"/>
                </a:lnTo>
                <a:lnTo>
                  <a:pt x="1019416" y="165677"/>
                </a:lnTo>
                <a:lnTo>
                  <a:pt x="1018015" y="165195"/>
                </a:lnTo>
                <a:close/>
              </a:path>
              <a:path w="2190750" h="1501139">
                <a:moveTo>
                  <a:pt x="1016603" y="164633"/>
                </a:moveTo>
                <a:lnTo>
                  <a:pt x="1018015" y="165195"/>
                </a:lnTo>
                <a:lnTo>
                  <a:pt x="1019416" y="165677"/>
                </a:lnTo>
                <a:lnTo>
                  <a:pt x="1016603" y="164633"/>
                </a:lnTo>
                <a:close/>
              </a:path>
              <a:path w="2190750" h="1501139">
                <a:moveTo>
                  <a:pt x="1299141" y="164633"/>
                </a:moveTo>
                <a:lnTo>
                  <a:pt x="1016603" y="164633"/>
                </a:lnTo>
                <a:lnTo>
                  <a:pt x="1019416" y="165677"/>
                </a:lnTo>
                <a:lnTo>
                  <a:pt x="1300348" y="165677"/>
                </a:lnTo>
                <a:lnTo>
                  <a:pt x="1299141" y="164633"/>
                </a:lnTo>
                <a:close/>
              </a:path>
              <a:path w="2190750" h="1501139">
                <a:moveTo>
                  <a:pt x="962216" y="145994"/>
                </a:moveTo>
                <a:lnTo>
                  <a:pt x="1018015" y="165195"/>
                </a:lnTo>
                <a:lnTo>
                  <a:pt x="1016603" y="164633"/>
                </a:lnTo>
                <a:lnTo>
                  <a:pt x="1299141" y="164633"/>
                </a:lnTo>
                <a:lnTo>
                  <a:pt x="1281747" y="149587"/>
                </a:lnTo>
                <a:lnTo>
                  <a:pt x="1276148" y="146426"/>
                </a:lnTo>
                <a:lnTo>
                  <a:pt x="963704" y="146426"/>
                </a:lnTo>
                <a:lnTo>
                  <a:pt x="962216" y="145994"/>
                </a:lnTo>
                <a:close/>
              </a:path>
              <a:path w="2190750" h="1501139">
                <a:moveTo>
                  <a:pt x="960767" y="145495"/>
                </a:moveTo>
                <a:lnTo>
                  <a:pt x="962216" y="145994"/>
                </a:lnTo>
                <a:lnTo>
                  <a:pt x="963704" y="146426"/>
                </a:lnTo>
                <a:lnTo>
                  <a:pt x="960767" y="145495"/>
                </a:lnTo>
                <a:close/>
              </a:path>
              <a:path w="2190750" h="1501139">
                <a:moveTo>
                  <a:pt x="1274499" y="145495"/>
                </a:moveTo>
                <a:lnTo>
                  <a:pt x="960767" y="145495"/>
                </a:lnTo>
                <a:lnTo>
                  <a:pt x="963704" y="146426"/>
                </a:lnTo>
                <a:lnTo>
                  <a:pt x="1276148" y="146426"/>
                </a:lnTo>
                <a:lnTo>
                  <a:pt x="1274499" y="145495"/>
                </a:lnTo>
                <a:close/>
              </a:path>
              <a:path w="2190750" h="1501139">
                <a:moveTo>
                  <a:pt x="906491" y="129795"/>
                </a:moveTo>
                <a:lnTo>
                  <a:pt x="962216" y="145994"/>
                </a:lnTo>
                <a:lnTo>
                  <a:pt x="960767" y="145495"/>
                </a:lnTo>
                <a:lnTo>
                  <a:pt x="1274499" y="145495"/>
                </a:lnTo>
                <a:lnTo>
                  <a:pt x="1247344" y="130165"/>
                </a:lnTo>
                <a:lnTo>
                  <a:pt x="908051" y="130165"/>
                </a:lnTo>
                <a:lnTo>
                  <a:pt x="906491" y="129795"/>
                </a:lnTo>
                <a:close/>
              </a:path>
              <a:path w="2190750" h="1501139">
                <a:moveTo>
                  <a:pt x="904990" y="129359"/>
                </a:moveTo>
                <a:lnTo>
                  <a:pt x="906491" y="129795"/>
                </a:lnTo>
                <a:lnTo>
                  <a:pt x="908051" y="130165"/>
                </a:lnTo>
                <a:lnTo>
                  <a:pt x="904990" y="129359"/>
                </a:lnTo>
                <a:close/>
              </a:path>
              <a:path w="2190750" h="1501139">
                <a:moveTo>
                  <a:pt x="1245915" y="129359"/>
                </a:moveTo>
                <a:lnTo>
                  <a:pt x="904990" y="129359"/>
                </a:lnTo>
                <a:lnTo>
                  <a:pt x="908051" y="130165"/>
                </a:lnTo>
                <a:lnTo>
                  <a:pt x="1247344" y="130165"/>
                </a:lnTo>
                <a:lnTo>
                  <a:pt x="1245915" y="129359"/>
                </a:lnTo>
                <a:close/>
              </a:path>
              <a:path w="2190750" h="1501139">
                <a:moveTo>
                  <a:pt x="887969" y="0"/>
                </a:moveTo>
                <a:lnTo>
                  <a:pt x="865188" y="8579"/>
                </a:lnTo>
                <a:lnTo>
                  <a:pt x="847286" y="25074"/>
                </a:lnTo>
                <a:lnTo>
                  <a:pt x="836723" y="47971"/>
                </a:lnTo>
                <a:lnTo>
                  <a:pt x="835869" y="73172"/>
                </a:lnTo>
                <a:lnTo>
                  <a:pt x="844448" y="95953"/>
                </a:lnTo>
                <a:lnTo>
                  <a:pt x="860944" y="113856"/>
                </a:lnTo>
                <a:lnTo>
                  <a:pt x="883841" y="124420"/>
                </a:lnTo>
                <a:lnTo>
                  <a:pt x="906491" y="129795"/>
                </a:lnTo>
                <a:lnTo>
                  <a:pt x="904990" y="129359"/>
                </a:lnTo>
                <a:lnTo>
                  <a:pt x="1245915" y="129359"/>
                </a:lnTo>
                <a:lnTo>
                  <a:pt x="1184220" y="97954"/>
                </a:lnTo>
                <a:lnTo>
                  <a:pt x="1123390" y="70438"/>
                </a:lnTo>
                <a:lnTo>
                  <a:pt x="1062159" y="46076"/>
                </a:lnTo>
                <a:lnTo>
                  <a:pt x="1000634" y="24905"/>
                </a:lnTo>
                <a:lnTo>
                  <a:pt x="938921" y="6965"/>
                </a:lnTo>
                <a:lnTo>
                  <a:pt x="913170" y="852"/>
                </a:lnTo>
                <a:lnTo>
                  <a:pt x="887969" y="0"/>
                </a:lnTo>
                <a:close/>
              </a:path>
              <a:path w="2190750" h="1501139">
                <a:moveTo>
                  <a:pt x="1939590" y="817942"/>
                </a:moveTo>
                <a:lnTo>
                  <a:pt x="1798685" y="817942"/>
                </a:lnTo>
                <a:lnTo>
                  <a:pt x="1799591" y="819324"/>
                </a:lnTo>
                <a:lnTo>
                  <a:pt x="1823546" y="856984"/>
                </a:lnTo>
                <a:lnTo>
                  <a:pt x="1841031" y="875152"/>
                </a:lnTo>
                <a:lnTo>
                  <a:pt x="1863351" y="884869"/>
                </a:lnTo>
                <a:lnTo>
                  <a:pt x="1887686" y="885507"/>
                </a:lnTo>
                <a:lnTo>
                  <a:pt x="1911215" y="876440"/>
                </a:lnTo>
                <a:lnTo>
                  <a:pt x="1929384" y="858955"/>
                </a:lnTo>
                <a:lnTo>
                  <a:pt x="1939100" y="836635"/>
                </a:lnTo>
                <a:lnTo>
                  <a:pt x="1939590" y="817942"/>
                </a:lnTo>
                <a:close/>
              </a:path>
              <a:path w="2190750" h="1501139">
                <a:moveTo>
                  <a:pt x="1799126" y="818634"/>
                </a:moveTo>
                <a:lnTo>
                  <a:pt x="1799565" y="819324"/>
                </a:lnTo>
                <a:lnTo>
                  <a:pt x="1799126" y="818634"/>
                </a:lnTo>
                <a:close/>
              </a:path>
              <a:path w="2190750" h="1501139">
                <a:moveTo>
                  <a:pt x="1922882" y="776538"/>
                </a:moveTo>
                <a:lnTo>
                  <a:pt x="1770756" y="776538"/>
                </a:lnTo>
                <a:lnTo>
                  <a:pt x="1771700" y="777901"/>
                </a:lnTo>
                <a:lnTo>
                  <a:pt x="1799126" y="818634"/>
                </a:lnTo>
                <a:lnTo>
                  <a:pt x="1798685" y="817942"/>
                </a:lnTo>
                <a:lnTo>
                  <a:pt x="1939590" y="817942"/>
                </a:lnTo>
                <a:lnTo>
                  <a:pt x="1939738" y="812300"/>
                </a:lnTo>
                <a:lnTo>
                  <a:pt x="1930671" y="788771"/>
                </a:lnTo>
                <a:lnTo>
                  <a:pt x="1922882" y="776538"/>
                </a:lnTo>
                <a:close/>
              </a:path>
              <a:path w="2190750" h="1501139">
                <a:moveTo>
                  <a:pt x="1771212" y="777215"/>
                </a:moveTo>
                <a:lnTo>
                  <a:pt x="1771674" y="777901"/>
                </a:lnTo>
                <a:lnTo>
                  <a:pt x="1771212" y="777215"/>
                </a:lnTo>
                <a:close/>
              </a:path>
              <a:path w="2190750" h="1501139">
                <a:moveTo>
                  <a:pt x="1896495" y="735866"/>
                </a:moveTo>
                <a:lnTo>
                  <a:pt x="1741746" y="735866"/>
                </a:lnTo>
                <a:lnTo>
                  <a:pt x="1742963" y="737516"/>
                </a:lnTo>
                <a:lnTo>
                  <a:pt x="1771212" y="777215"/>
                </a:lnTo>
                <a:lnTo>
                  <a:pt x="1770756" y="776538"/>
                </a:lnTo>
                <a:lnTo>
                  <a:pt x="1922882" y="776538"/>
                </a:lnTo>
                <a:lnTo>
                  <a:pt x="1905368" y="749032"/>
                </a:lnTo>
                <a:lnTo>
                  <a:pt x="1896495" y="735866"/>
                </a:lnTo>
                <a:close/>
              </a:path>
              <a:path w="2190750" h="1501139">
                <a:moveTo>
                  <a:pt x="1742335" y="736693"/>
                </a:moveTo>
                <a:lnTo>
                  <a:pt x="1742922" y="737516"/>
                </a:lnTo>
                <a:lnTo>
                  <a:pt x="1742335" y="736693"/>
                </a:lnTo>
                <a:close/>
              </a:path>
              <a:path w="2190750" h="1501139">
                <a:moveTo>
                  <a:pt x="1741746" y="735866"/>
                </a:moveTo>
                <a:lnTo>
                  <a:pt x="1742335" y="736693"/>
                </a:lnTo>
                <a:lnTo>
                  <a:pt x="1742963" y="737516"/>
                </a:lnTo>
                <a:lnTo>
                  <a:pt x="1741746" y="735866"/>
                </a:lnTo>
                <a:close/>
              </a:path>
              <a:path w="2190750" h="1501139">
                <a:moveTo>
                  <a:pt x="1855574" y="676760"/>
                </a:moveTo>
                <a:lnTo>
                  <a:pt x="1696638" y="676760"/>
                </a:lnTo>
                <a:lnTo>
                  <a:pt x="1698164" y="678681"/>
                </a:lnTo>
                <a:lnTo>
                  <a:pt x="1742335" y="736693"/>
                </a:lnTo>
                <a:lnTo>
                  <a:pt x="1741746" y="735866"/>
                </a:lnTo>
                <a:lnTo>
                  <a:pt x="1896495" y="735866"/>
                </a:lnTo>
                <a:lnTo>
                  <a:pt x="1875608" y="704874"/>
                </a:lnTo>
                <a:lnTo>
                  <a:pt x="1855574" y="676760"/>
                </a:lnTo>
                <a:close/>
              </a:path>
              <a:path w="2190750" h="1501139">
                <a:moveTo>
                  <a:pt x="1697362" y="677710"/>
                </a:moveTo>
                <a:lnTo>
                  <a:pt x="1698103" y="678681"/>
                </a:lnTo>
                <a:lnTo>
                  <a:pt x="1697362" y="677710"/>
                </a:lnTo>
                <a:close/>
              </a:path>
              <a:path w="2190750" h="1501139">
                <a:moveTo>
                  <a:pt x="1696638" y="676760"/>
                </a:moveTo>
                <a:lnTo>
                  <a:pt x="1697362" y="677710"/>
                </a:lnTo>
                <a:lnTo>
                  <a:pt x="1698164" y="678681"/>
                </a:lnTo>
                <a:lnTo>
                  <a:pt x="1696638" y="676760"/>
                </a:lnTo>
                <a:close/>
              </a:path>
              <a:path w="2190750" h="1501139">
                <a:moveTo>
                  <a:pt x="1813552" y="620637"/>
                </a:moveTo>
                <a:lnTo>
                  <a:pt x="1650252" y="620637"/>
                </a:lnTo>
                <a:lnTo>
                  <a:pt x="1651862" y="622511"/>
                </a:lnTo>
                <a:lnTo>
                  <a:pt x="1697362" y="677710"/>
                </a:lnTo>
                <a:lnTo>
                  <a:pt x="1696638" y="676760"/>
                </a:lnTo>
                <a:lnTo>
                  <a:pt x="1855574" y="676760"/>
                </a:lnTo>
                <a:lnTo>
                  <a:pt x="1844577" y="661329"/>
                </a:lnTo>
                <a:lnTo>
                  <a:pt x="1813552" y="620637"/>
                </a:lnTo>
                <a:close/>
              </a:path>
              <a:path w="2190750" h="1501139">
                <a:moveTo>
                  <a:pt x="1651029" y="621579"/>
                </a:moveTo>
                <a:lnTo>
                  <a:pt x="1651799" y="622511"/>
                </a:lnTo>
                <a:lnTo>
                  <a:pt x="1651029" y="621579"/>
                </a:lnTo>
                <a:close/>
              </a:path>
              <a:path w="2190750" h="1501139">
                <a:moveTo>
                  <a:pt x="1650252" y="620637"/>
                </a:moveTo>
                <a:lnTo>
                  <a:pt x="1651029" y="621579"/>
                </a:lnTo>
                <a:lnTo>
                  <a:pt x="1651862" y="622511"/>
                </a:lnTo>
                <a:lnTo>
                  <a:pt x="1650252" y="620637"/>
                </a:lnTo>
                <a:close/>
              </a:path>
              <a:path w="2190750" h="1501139">
                <a:moveTo>
                  <a:pt x="1770825" y="567206"/>
                </a:moveTo>
                <a:lnTo>
                  <a:pt x="1602472" y="567206"/>
                </a:lnTo>
                <a:lnTo>
                  <a:pt x="1604167" y="569031"/>
                </a:lnTo>
                <a:lnTo>
                  <a:pt x="1651029" y="621579"/>
                </a:lnTo>
                <a:lnTo>
                  <a:pt x="1650252" y="620637"/>
                </a:lnTo>
                <a:lnTo>
                  <a:pt x="1813552" y="620637"/>
                </a:lnTo>
                <a:lnTo>
                  <a:pt x="1796888" y="598781"/>
                </a:lnTo>
                <a:lnTo>
                  <a:pt x="1770825" y="567206"/>
                </a:lnTo>
                <a:close/>
              </a:path>
              <a:path w="2190750" h="1501139">
                <a:moveTo>
                  <a:pt x="1603300" y="568134"/>
                </a:moveTo>
                <a:lnTo>
                  <a:pt x="1604102" y="569031"/>
                </a:lnTo>
                <a:lnTo>
                  <a:pt x="1603300" y="568134"/>
                </a:lnTo>
                <a:close/>
              </a:path>
              <a:path w="2190750" h="1501139">
                <a:moveTo>
                  <a:pt x="1602472" y="567206"/>
                </a:moveTo>
                <a:lnTo>
                  <a:pt x="1603300" y="568134"/>
                </a:lnTo>
                <a:lnTo>
                  <a:pt x="1604167" y="569031"/>
                </a:lnTo>
                <a:lnTo>
                  <a:pt x="1602472" y="567206"/>
                </a:lnTo>
                <a:close/>
              </a:path>
              <a:path w="2190750" h="1501139">
                <a:moveTo>
                  <a:pt x="1646974" y="457326"/>
                </a:moveTo>
                <a:lnTo>
                  <a:pt x="1623002" y="461564"/>
                </a:lnTo>
                <a:lnTo>
                  <a:pt x="1601759" y="475149"/>
                </a:lnTo>
                <a:lnTo>
                  <a:pt x="1587450" y="495912"/>
                </a:lnTo>
                <a:lnTo>
                  <a:pt x="1582390" y="519724"/>
                </a:lnTo>
                <a:lnTo>
                  <a:pt x="1586627" y="543695"/>
                </a:lnTo>
                <a:lnTo>
                  <a:pt x="1600212" y="564938"/>
                </a:lnTo>
                <a:lnTo>
                  <a:pt x="1603300" y="568134"/>
                </a:lnTo>
                <a:lnTo>
                  <a:pt x="1602472" y="567206"/>
                </a:lnTo>
                <a:lnTo>
                  <a:pt x="1770825" y="567206"/>
                </a:lnTo>
                <a:lnTo>
                  <a:pt x="1747409" y="538838"/>
                </a:lnTo>
                <a:lnTo>
                  <a:pt x="1696368" y="481683"/>
                </a:lnTo>
                <a:lnTo>
                  <a:pt x="1691548" y="476695"/>
                </a:lnTo>
                <a:lnTo>
                  <a:pt x="1670785" y="462386"/>
                </a:lnTo>
                <a:lnTo>
                  <a:pt x="1646974" y="457326"/>
                </a:lnTo>
                <a:close/>
              </a:path>
              <a:path w="2190750" h="1501139">
                <a:moveTo>
                  <a:pt x="2184936" y="1403514"/>
                </a:moveTo>
                <a:lnTo>
                  <a:pt x="2054667" y="1403514"/>
                </a:lnTo>
                <a:lnTo>
                  <a:pt x="2055079" y="1405215"/>
                </a:lnTo>
                <a:lnTo>
                  <a:pt x="2065836" y="1452427"/>
                </a:lnTo>
                <a:lnTo>
                  <a:pt x="2076203" y="1475412"/>
                </a:lnTo>
                <a:lnTo>
                  <a:pt x="2093964" y="1492060"/>
                </a:lnTo>
                <a:lnTo>
                  <a:pt x="2116671" y="1500833"/>
                </a:lnTo>
                <a:lnTo>
                  <a:pt x="2141879" y="1500195"/>
                </a:lnTo>
                <a:lnTo>
                  <a:pt x="2164865" y="1489828"/>
                </a:lnTo>
                <a:lnTo>
                  <a:pt x="2181513" y="1472068"/>
                </a:lnTo>
                <a:lnTo>
                  <a:pt x="2190286" y="1449360"/>
                </a:lnTo>
                <a:lnTo>
                  <a:pt x="2189649" y="1424153"/>
                </a:lnTo>
                <a:lnTo>
                  <a:pt x="2184936" y="1403514"/>
                </a:lnTo>
                <a:close/>
              </a:path>
              <a:path w="2190750" h="1501139">
                <a:moveTo>
                  <a:pt x="2054864" y="1404378"/>
                </a:moveTo>
                <a:lnTo>
                  <a:pt x="2055055" y="1405215"/>
                </a:lnTo>
                <a:lnTo>
                  <a:pt x="2054864" y="1404378"/>
                </a:lnTo>
                <a:close/>
              </a:path>
              <a:path w="2190750" h="1501139">
                <a:moveTo>
                  <a:pt x="2173669" y="1356468"/>
                </a:moveTo>
                <a:lnTo>
                  <a:pt x="2042525" y="1356468"/>
                </a:lnTo>
                <a:lnTo>
                  <a:pt x="2042979" y="1358137"/>
                </a:lnTo>
                <a:lnTo>
                  <a:pt x="2054864" y="1404378"/>
                </a:lnTo>
                <a:lnTo>
                  <a:pt x="2054667" y="1403514"/>
                </a:lnTo>
                <a:lnTo>
                  <a:pt x="2184936" y="1403514"/>
                </a:lnTo>
                <a:lnTo>
                  <a:pt x="2178285" y="1374388"/>
                </a:lnTo>
                <a:lnTo>
                  <a:pt x="2173669" y="1356468"/>
                </a:lnTo>
                <a:close/>
              </a:path>
              <a:path w="2190750" h="1501139">
                <a:moveTo>
                  <a:pt x="2042747" y="1357329"/>
                </a:moveTo>
                <a:lnTo>
                  <a:pt x="2042955" y="1358137"/>
                </a:lnTo>
                <a:lnTo>
                  <a:pt x="2042747" y="1357329"/>
                </a:lnTo>
                <a:close/>
              </a:path>
              <a:path w="2190750" h="1501139">
                <a:moveTo>
                  <a:pt x="2161179" y="1309599"/>
                </a:moveTo>
                <a:lnTo>
                  <a:pt x="2029060" y="1309599"/>
                </a:lnTo>
                <a:lnTo>
                  <a:pt x="2029554" y="1311236"/>
                </a:lnTo>
                <a:lnTo>
                  <a:pt x="2042747" y="1357329"/>
                </a:lnTo>
                <a:lnTo>
                  <a:pt x="2042525" y="1356468"/>
                </a:lnTo>
                <a:lnTo>
                  <a:pt x="2173669" y="1356468"/>
                </a:lnTo>
                <a:lnTo>
                  <a:pt x="2165296" y="1323957"/>
                </a:lnTo>
                <a:lnTo>
                  <a:pt x="2161179" y="1309599"/>
                </a:lnTo>
                <a:close/>
              </a:path>
              <a:path w="2190750" h="1501139">
                <a:moveTo>
                  <a:pt x="2029289" y="1310400"/>
                </a:moveTo>
                <a:lnTo>
                  <a:pt x="2029529" y="1311236"/>
                </a:lnTo>
                <a:lnTo>
                  <a:pt x="2029289" y="1310400"/>
                </a:lnTo>
                <a:close/>
              </a:path>
              <a:path w="2190750" h="1501139">
                <a:moveTo>
                  <a:pt x="2093381" y="1220484"/>
                </a:moveTo>
                <a:lnTo>
                  <a:pt x="2068310" y="1223177"/>
                </a:lnTo>
                <a:lnTo>
                  <a:pt x="2046247" y="1235386"/>
                </a:lnTo>
                <a:lnTo>
                  <a:pt x="2031104" y="1254446"/>
                </a:lnTo>
                <a:lnTo>
                  <a:pt x="2024213" y="1277794"/>
                </a:lnTo>
                <a:lnTo>
                  <a:pt x="2026907" y="1302865"/>
                </a:lnTo>
                <a:lnTo>
                  <a:pt x="2029289" y="1310400"/>
                </a:lnTo>
                <a:lnTo>
                  <a:pt x="2029060" y="1309599"/>
                </a:lnTo>
                <a:lnTo>
                  <a:pt x="2161179" y="1309599"/>
                </a:lnTo>
                <a:lnTo>
                  <a:pt x="2150903" y="1273767"/>
                </a:lnTo>
                <a:lnTo>
                  <a:pt x="2147999" y="1264580"/>
                </a:lnTo>
                <a:lnTo>
                  <a:pt x="2135789" y="1242517"/>
                </a:lnTo>
                <a:lnTo>
                  <a:pt x="2116729" y="1227375"/>
                </a:lnTo>
                <a:lnTo>
                  <a:pt x="2093381" y="122048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35" y="4780991"/>
            <a:ext cx="409575" cy="546100"/>
          </a:xfrm>
          <a:custGeom>
            <a:avLst/>
            <a:gdLst/>
            <a:ahLst/>
            <a:cxnLst/>
            <a:rect l="l" t="t" r="r" b="b"/>
            <a:pathLst>
              <a:path w="409575" h="546100">
                <a:moveTo>
                  <a:pt x="204787" y="0"/>
                </a:moveTo>
                <a:lnTo>
                  <a:pt x="163515" y="5547"/>
                </a:lnTo>
                <a:lnTo>
                  <a:pt x="125074" y="21457"/>
                </a:lnTo>
                <a:lnTo>
                  <a:pt x="90288" y="46632"/>
                </a:lnTo>
                <a:lnTo>
                  <a:pt x="59980" y="79974"/>
                </a:lnTo>
                <a:lnTo>
                  <a:pt x="34974" y="120385"/>
                </a:lnTo>
                <a:lnTo>
                  <a:pt x="16093" y="166766"/>
                </a:lnTo>
                <a:lnTo>
                  <a:pt x="4160" y="218020"/>
                </a:lnTo>
                <a:lnTo>
                  <a:pt x="0" y="273049"/>
                </a:lnTo>
                <a:lnTo>
                  <a:pt x="4160" y="328079"/>
                </a:lnTo>
                <a:lnTo>
                  <a:pt x="16093" y="379333"/>
                </a:lnTo>
                <a:lnTo>
                  <a:pt x="34974" y="425715"/>
                </a:lnTo>
                <a:lnTo>
                  <a:pt x="59980" y="466125"/>
                </a:lnTo>
                <a:lnTo>
                  <a:pt x="90288" y="499467"/>
                </a:lnTo>
                <a:lnTo>
                  <a:pt x="125074" y="524642"/>
                </a:lnTo>
                <a:lnTo>
                  <a:pt x="163515" y="540552"/>
                </a:lnTo>
                <a:lnTo>
                  <a:pt x="204787" y="546099"/>
                </a:lnTo>
                <a:lnTo>
                  <a:pt x="246059" y="540552"/>
                </a:lnTo>
                <a:lnTo>
                  <a:pt x="284500" y="524642"/>
                </a:lnTo>
                <a:lnTo>
                  <a:pt x="319286" y="499467"/>
                </a:lnTo>
                <a:lnTo>
                  <a:pt x="349594" y="466125"/>
                </a:lnTo>
                <a:lnTo>
                  <a:pt x="374600" y="425715"/>
                </a:lnTo>
                <a:lnTo>
                  <a:pt x="393481" y="379333"/>
                </a:lnTo>
                <a:lnTo>
                  <a:pt x="405414" y="328079"/>
                </a:lnTo>
                <a:lnTo>
                  <a:pt x="409575" y="273049"/>
                </a:lnTo>
                <a:lnTo>
                  <a:pt x="405414" y="218020"/>
                </a:lnTo>
                <a:lnTo>
                  <a:pt x="393481" y="166766"/>
                </a:lnTo>
                <a:lnTo>
                  <a:pt x="374600" y="120385"/>
                </a:lnTo>
                <a:lnTo>
                  <a:pt x="349594" y="79974"/>
                </a:lnTo>
                <a:lnTo>
                  <a:pt x="319286" y="46632"/>
                </a:lnTo>
                <a:lnTo>
                  <a:pt x="284500" y="21457"/>
                </a:lnTo>
                <a:lnTo>
                  <a:pt x="246059" y="5547"/>
                </a:lnTo>
                <a:lnTo>
                  <a:pt x="204787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06353" y="1521459"/>
            <a:ext cx="3629660" cy="4857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340"/>
              </a:spcBef>
            </a:pPr>
            <a:r>
              <a:rPr sz="1600" spc="-10" dirty="0"/>
              <a:t>Content</a:t>
            </a:r>
            <a:r>
              <a:rPr sz="1600" spc="-35" dirty="0"/>
              <a:t> </a:t>
            </a:r>
            <a:r>
              <a:rPr sz="1600" dirty="0"/>
              <a:t>Audit</a:t>
            </a:r>
            <a:r>
              <a:rPr sz="1600" spc="-35" dirty="0"/>
              <a:t> </a:t>
            </a:r>
            <a:r>
              <a:rPr sz="1600" dirty="0"/>
              <a:t>is</a:t>
            </a:r>
            <a:r>
              <a:rPr sz="1600" spc="-40" dirty="0"/>
              <a:t> </a:t>
            </a:r>
            <a:r>
              <a:rPr sz="1600" dirty="0"/>
              <a:t>the</a:t>
            </a:r>
            <a:r>
              <a:rPr sz="1600" spc="-30" dirty="0"/>
              <a:t> </a:t>
            </a:r>
            <a:r>
              <a:rPr sz="1600" dirty="0"/>
              <a:t>process</a:t>
            </a:r>
            <a:r>
              <a:rPr sz="1600" spc="-40" dirty="0"/>
              <a:t> </a:t>
            </a:r>
            <a:r>
              <a:rPr sz="1600" dirty="0"/>
              <a:t>of</a:t>
            </a:r>
            <a:r>
              <a:rPr sz="1600" spc="-35" dirty="0"/>
              <a:t> </a:t>
            </a:r>
            <a:r>
              <a:rPr sz="1600" dirty="0"/>
              <a:t>creating</a:t>
            </a:r>
            <a:r>
              <a:rPr sz="1600" spc="-35" dirty="0"/>
              <a:t> </a:t>
            </a:r>
            <a:r>
              <a:rPr sz="1600" spc="-25" dirty="0"/>
              <a:t>and </a:t>
            </a:r>
            <a:r>
              <a:rPr sz="1600" dirty="0"/>
              <a:t>maintaining</a:t>
            </a:r>
            <a:r>
              <a:rPr sz="1600" spc="-50" dirty="0"/>
              <a:t> </a:t>
            </a:r>
            <a:r>
              <a:rPr sz="1600" dirty="0"/>
              <a:t>the</a:t>
            </a:r>
            <a:r>
              <a:rPr sz="1600" spc="-45" dirty="0"/>
              <a:t> </a:t>
            </a:r>
            <a:r>
              <a:rPr sz="1600" spc="-10" dirty="0"/>
              <a:t>content</a:t>
            </a:r>
            <a:r>
              <a:rPr sz="1600" spc="-45" dirty="0"/>
              <a:t> </a:t>
            </a:r>
            <a:r>
              <a:rPr sz="1600" spc="-10" dirty="0"/>
              <a:t>inventory</a:t>
            </a:r>
            <a:r>
              <a:rPr lang="en-GB" sz="1600" spc="-10" dirty="0"/>
              <a:t>.</a:t>
            </a:r>
            <a:endParaRPr sz="160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106353" y="2384044"/>
            <a:ext cx="3443604" cy="4857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1700"/>
              </a:lnSpc>
              <a:spcBef>
                <a:spcPts val="340"/>
              </a:spcBef>
            </a:pPr>
            <a:r>
              <a:rPr sz="16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http://uxmastery.com/how-</a:t>
            </a:r>
            <a:r>
              <a:rPr sz="16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to-</a:t>
            </a:r>
            <a:r>
              <a:rPr sz="1600" u="sng" spc="-2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conduct-</a:t>
            </a:r>
            <a:r>
              <a:rPr sz="1600" u="sng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2"/>
              </a:rPr>
              <a:t>a-</a:t>
            </a:r>
            <a:r>
              <a:rPr sz="1600" spc="-25" dirty="0">
                <a:solidFill>
                  <a:srgbClr val="0563C1"/>
                </a:solidFill>
                <a:latin typeface="Calibri"/>
                <a:cs typeface="Calibri"/>
              </a:rPr>
              <a:t> </a:t>
            </a:r>
            <a:r>
              <a:rPr sz="1600" u="sng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content-</a:t>
            </a:r>
            <a:r>
              <a:rPr sz="16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audit/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353" y="3249676"/>
            <a:ext cx="15836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stages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are: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6353" y="3798316"/>
            <a:ext cx="1193165" cy="13208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185420" algn="l"/>
              </a:tabLst>
            </a:pPr>
            <a:r>
              <a:rPr sz="1600" spc="-10" dirty="0">
                <a:latin typeface="Calibri"/>
                <a:cs typeface="Calibri"/>
              </a:rPr>
              <a:t>Identify</a:t>
            </a:r>
            <a:endParaRPr sz="1600" dirty="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185420" algn="l"/>
              </a:tabLst>
            </a:pPr>
            <a:r>
              <a:rPr sz="1600" spc="-10" dirty="0">
                <a:latin typeface="Calibri"/>
                <a:cs typeface="Calibri"/>
              </a:rPr>
              <a:t>Collect</a:t>
            </a:r>
            <a:endParaRPr sz="1600" dirty="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85420" algn="l"/>
              </a:tabLst>
            </a:pPr>
            <a:r>
              <a:rPr sz="1600" spc="-10" dirty="0">
                <a:latin typeface="Calibri"/>
                <a:cs typeface="Calibri"/>
              </a:rPr>
              <a:t>Collate</a:t>
            </a:r>
            <a:endParaRPr sz="1600" dirty="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185420" algn="l"/>
              </a:tabLst>
            </a:pPr>
            <a:r>
              <a:rPr sz="1600" spc="-10" dirty="0">
                <a:latin typeface="Calibri"/>
                <a:cs typeface="Calibri"/>
              </a:rPr>
              <a:t>Supplement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3CE3A-DDA1-0E41-D952-66108F7CB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A924E5-FFF9-C2AC-50C8-A64424F07DB6}"/>
              </a:ext>
            </a:extLst>
          </p:cNvPr>
          <p:cNvSpPr txBox="1"/>
          <p:nvPr/>
        </p:nvSpPr>
        <p:spPr>
          <a:xfrm>
            <a:off x="748232" y="2845114"/>
            <a:ext cx="1934210" cy="98167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95250" algn="ctr">
              <a:lnSpc>
                <a:spcPts val="3600"/>
              </a:lnSpc>
              <a:spcBef>
                <a:spcPts val="455"/>
              </a:spcBef>
            </a:pPr>
            <a:r>
              <a:rPr lang="en-GB"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Content Audit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466DBCF-3705-1D7D-4C23-093ADB44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9802C7-6D0D-C146-0C69-986C6BDEE782}"/>
              </a:ext>
            </a:extLst>
          </p:cNvPr>
          <p:cNvSpPr txBox="1"/>
          <p:nvPr/>
        </p:nvSpPr>
        <p:spPr>
          <a:xfrm>
            <a:off x="3276600" y="838200"/>
            <a:ext cx="5635006" cy="5144998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spcBef>
                <a:spcPts val="720"/>
              </a:spcBef>
            </a:pPr>
            <a:r>
              <a:rPr lang="en-GB" spc="-10" dirty="0">
                <a:latin typeface="Calibri"/>
                <a:cs typeface="Calibri"/>
                <a:hlinkClick r:id="rId2"/>
              </a:rPr>
              <a:t>https://uxmastery.com/how-to-conduct-a-content-audit/</a:t>
            </a:r>
            <a:r>
              <a:rPr lang="en-GB" spc="-10" dirty="0">
                <a:latin typeface="Calibri"/>
                <a:cs typeface="Calibri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endParaRPr lang="en-GB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GB" spc="-10" dirty="0">
                <a:latin typeface="Calibri"/>
                <a:cs typeface="Calibri"/>
              </a:rPr>
              <a:t>A content audit is usually a spreadsheet collecting all the relevant information, for each page that will be: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endParaRPr lang="en-GB" spc="-1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b="1" spc="-10" dirty="0">
                <a:latin typeface="Calibri"/>
                <a:cs typeface="Calibri"/>
              </a:rPr>
              <a:t>Navigation title</a:t>
            </a:r>
            <a:r>
              <a:rPr lang="en-GB" spc="-10" dirty="0">
                <a:latin typeface="Calibri"/>
                <a:cs typeface="Calibri"/>
              </a:rPr>
              <a:t>: The name of the main navigation link to the content (e.g. the link title in the main navigation)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b="1" spc="-10" dirty="0">
                <a:latin typeface="Calibri"/>
                <a:cs typeface="Calibri"/>
              </a:rPr>
              <a:t>Page name</a:t>
            </a:r>
            <a:r>
              <a:rPr lang="en-GB" spc="-10" dirty="0">
                <a:latin typeface="Calibri"/>
                <a:cs typeface="Calibri"/>
              </a:rPr>
              <a:t>: The displayed page title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b="1" spc="-10" dirty="0">
                <a:latin typeface="Calibri"/>
                <a:cs typeface="Calibri"/>
              </a:rPr>
              <a:t>URL</a:t>
            </a:r>
            <a:r>
              <a:rPr lang="en-GB" spc="-10" dirty="0">
                <a:latin typeface="Calibri"/>
                <a:cs typeface="Calibri"/>
              </a:rPr>
              <a:t>: You may want to display the URL or just link from the page name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b="1" spc="-10" dirty="0">
                <a:latin typeface="Calibri"/>
                <a:cs typeface="Calibri"/>
              </a:rPr>
              <a:t>Comments</a:t>
            </a:r>
            <a:r>
              <a:rPr lang="en-GB" spc="-10" dirty="0">
                <a:latin typeface="Calibri"/>
                <a:cs typeface="Calibri"/>
              </a:rPr>
              <a:t>: Notes and things for you to remember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b="1" spc="-10" dirty="0">
                <a:latin typeface="Calibri"/>
                <a:cs typeface="Calibri"/>
              </a:rPr>
              <a:t>Content hierarchy</a:t>
            </a:r>
            <a:r>
              <a:rPr lang="en-GB" spc="-10" dirty="0">
                <a:latin typeface="Calibri"/>
                <a:cs typeface="Calibri"/>
              </a:rPr>
              <a:t>: Some way of showing the basic relationship of the content items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endParaRPr lang="en-GB" spc="-10" dirty="0">
              <a:latin typeface="Calibri"/>
              <a:cs typeface="Calibri"/>
              <a:hlinkClick r:id="rId2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endParaRPr lang="en-GB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AD20F56-6AE0-1DBD-279F-56226092F0B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275027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C7697-A62E-4598-C119-83883D7E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54E660-3254-1249-C6ED-516990C83BC8}"/>
              </a:ext>
            </a:extLst>
          </p:cNvPr>
          <p:cNvSpPr txBox="1"/>
          <p:nvPr/>
        </p:nvSpPr>
        <p:spPr>
          <a:xfrm>
            <a:off x="748232" y="2845114"/>
            <a:ext cx="1934210" cy="98167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95250" algn="ctr">
              <a:lnSpc>
                <a:spcPts val="3600"/>
              </a:lnSpc>
              <a:spcBef>
                <a:spcPts val="455"/>
              </a:spcBef>
            </a:pPr>
            <a:r>
              <a:rPr lang="en-GB" sz="3200" spc="-25" dirty="0">
                <a:solidFill>
                  <a:srgbClr val="FFFFFF"/>
                </a:solidFill>
                <a:latin typeface="Calibri Light"/>
                <a:cs typeface="Calibri Light"/>
              </a:rPr>
              <a:t>Content Audit</a:t>
            </a:r>
            <a:endParaRPr sz="32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C59962-C106-CCBF-1982-B28FA10D3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253D947-F115-8548-073D-F84CFDB71CDC}"/>
              </a:ext>
            </a:extLst>
          </p:cNvPr>
          <p:cNvSpPr txBox="1"/>
          <p:nvPr/>
        </p:nvSpPr>
        <p:spPr>
          <a:xfrm>
            <a:off x="3200400" y="272149"/>
            <a:ext cx="4953000" cy="6340197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spcBef>
                <a:spcPts val="720"/>
              </a:spcBef>
            </a:pPr>
            <a:r>
              <a:rPr lang="en-GB" sz="1600" spc="-10" dirty="0">
                <a:latin typeface="Calibri"/>
                <a:cs typeface="Calibri"/>
                <a:hlinkClick r:id="rId2"/>
              </a:rPr>
              <a:t>https://uxmastery.com/how-to-conduct-a-content-audit/</a:t>
            </a:r>
            <a:r>
              <a:rPr lang="en-GB" sz="1600" spc="-10" dirty="0">
                <a:latin typeface="Calibri"/>
                <a:cs typeface="Calibri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lang="en-GB" sz="1600" spc="-10" dirty="0">
                <a:latin typeface="Calibri"/>
                <a:cs typeface="Calibri"/>
              </a:rPr>
              <a:t>Things you also might also consider: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endParaRPr lang="en-GB" sz="1600" spc="-1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Content Type</a:t>
            </a:r>
            <a:r>
              <a:rPr lang="en-GB" sz="1600" spc="-10" dirty="0">
                <a:latin typeface="Calibri"/>
                <a:cs typeface="Calibri"/>
              </a:rPr>
              <a:t>: Is this a basic page, publication, news story, article, technique, FAQ, or something else?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Basic content description</a:t>
            </a:r>
            <a:r>
              <a:rPr lang="en-GB" sz="1600" spc="-10" dirty="0">
                <a:latin typeface="Calibri"/>
                <a:cs typeface="Calibri"/>
              </a:rPr>
              <a:t>: A brief reminder about what’s on the page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Topic, tags or category</a:t>
            </a:r>
            <a:r>
              <a:rPr lang="en-GB" sz="1600" spc="-10" dirty="0">
                <a:latin typeface="Calibri"/>
                <a:cs typeface="Calibri"/>
              </a:rPr>
              <a:t>: Meta data for products, articles, news, blog posts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Author</a:t>
            </a:r>
            <a:r>
              <a:rPr lang="en-GB" sz="1600" spc="-10" dirty="0">
                <a:latin typeface="Calibri"/>
                <a:cs typeface="Calibri"/>
              </a:rPr>
              <a:t>: Who wrote this content?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Owner</a:t>
            </a:r>
            <a:r>
              <a:rPr lang="en-GB" sz="1600" spc="-10" dirty="0">
                <a:latin typeface="Calibri"/>
                <a:cs typeface="Calibri"/>
              </a:rPr>
              <a:t>: Who is responsible for the content?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Date last updated</a:t>
            </a:r>
            <a:r>
              <a:rPr lang="en-GB" sz="1600" spc="-10" dirty="0">
                <a:latin typeface="Calibri"/>
                <a:cs typeface="Calibri"/>
              </a:rPr>
              <a:t>: When was the content last updated?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Attached files</a:t>
            </a:r>
            <a:r>
              <a:rPr lang="en-GB" sz="1600" spc="-10" dirty="0">
                <a:latin typeface="Calibri"/>
                <a:cs typeface="Calibri"/>
              </a:rPr>
              <a:t>: How many files are attached, and what type of files are they?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Related</a:t>
            </a:r>
            <a:r>
              <a:rPr lang="en-GB" sz="1600" spc="-10" dirty="0">
                <a:latin typeface="Calibri"/>
                <a:cs typeface="Calibri"/>
              </a:rPr>
              <a:t>: What information is linked from sidebars or Related Links boxes on this page?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Availability</a:t>
            </a:r>
            <a:r>
              <a:rPr lang="en-GB" sz="1600" spc="-10" dirty="0">
                <a:latin typeface="Calibri"/>
                <a:cs typeface="Calibri"/>
              </a:rPr>
              <a:t>: Is the content available to desktop, mobile and/or app users? Is the content syndicated to other sites?</a:t>
            </a:r>
          </a:p>
          <a:p>
            <a:pPr marL="298450" indent="-285750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GB" sz="1600" b="1" spc="-10" dirty="0">
                <a:latin typeface="Calibri"/>
                <a:cs typeface="Calibri"/>
              </a:rPr>
              <a:t>A numbering system</a:t>
            </a:r>
            <a:r>
              <a:rPr lang="en-GB" sz="1600" spc="-10" dirty="0">
                <a:latin typeface="Calibri"/>
                <a:cs typeface="Calibri"/>
              </a:rPr>
              <a:t>: An index to help you when referring to each content item.</a:t>
            </a:r>
            <a:endParaRPr lang="en-GB" sz="16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FF2372F-B162-4F9D-071D-3A0574D31C5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124144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002A66-D821-1B06-72D9-03842863B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D84501D-42DB-A13B-F31D-4D26F9DBD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6200000">
            <a:off x="3532188" y="-3554414"/>
            <a:ext cx="2057400" cy="9166229"/>
            <a:chOff x="0" y="0"/>
            <a:chExt cx="3030855" cy="68580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692EB4D-0B61-7073-3406-9DF45DDC00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"/>
              <a:ext cx="3030556" cy="6857998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7885CA7-8BB5-E6A4-6B54-60F7F133C8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499359"/>
              <a:ext cx="3029712" cy="4358640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182FBE9-A762-7DD3-4CBB-EC2C88220EA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375" y="0"/>
              <a:ext cx="2688336" cy="685799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8A3D52-18E4-2347-DA07-33419CF431A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807719"/>
              <a:ext cx="2810256" cy="4767072"/>
            </a:xfrm>
            <a:prstGeom prst="rect">
              <a:avLst/>
            </a:prstGeom>
          </p:spPr>
        </p:pic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034AEB54-D9D1-1FDB-E468-D290F4BBDBD7}"/>
              </a:ext>
            </a:extLst>
          </p:cNvPr>
          <p:cNvSpPr txBox="1"/>
          <p:nvPr/>
        </p:nvSpPr>
        <p:spPr>
          <a:xfrm>
            <a:off x="3389396" y="1182869"/>
            <a:ext cx="4661341" cy="54239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ct val="92500"/>
              </a:lnSpc>
              <a:spcBef>
                <a:spcPts val="434"/>
              </a:spcBef>
            </a:pPr>
            <a:r>
              <a:rPr sz="3400" spc="-10" dirty="0">
                <a:solidFill>
                  <a:srgbClr val="FFFFFF"/>
                </a:solidFill>
                <a:latin typeface="Calibri Light"/>
                <a:cs typeface="Calibri Light"/>
              </a:rPr>
              <a:t>Example</a:t>
            </a:r>
            <a:r>
              <a:rPr lang="en-GB" sz="3400" spc="-10" dirty="0">
                <a:solidFill>
                  <a:srgbClr val="FFFFFF"/>
                </a:solidFill>
                <a:latin typeface="Calibri Light"/>
                <a:cs typeface="Calibri Light"/>
              </a:rPr>
              <a:t> Content Audit</a:t>
            </a:r>
            <a:endParaRPr sz="3400" dirty="0">
              <a:latin typeface="Calibri Light"/>
              <a:cs typeface="Calibri Light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F522A3D-6D72-07E7-F64D-DA45248C9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704" y="1182869"/>
            <a:ext cx="2587853" cy="738663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</a:pPr>
            <a:r>
              <a:rPr sz="1700" dirty="0">
                <a:solidFill>
                  <a:srgbClr val="FFFFFF"/>
                </a:solidFill>
              </a:rPr>
              <a:t>Source:</a:t>
            </a:r>
            <a:r>
              <a:rPr sz="1700" spc="-65" dirty="0">
                <a:solidFill>
                  <a:srgbClr val="FFFFFF"/>
                </a:solidFill>
              </a:rPr>
              <a:t> </a:t>
            </a:r>
            <a:r>
              <a:rPr lang="en-GB" sz="1700" spc="-20" dirty="0">
                <a:solidFill>
                  <a:srgbClr val="FFFFFF"/>
                </a:solidFill>
              </a:rPr>
              <a:t>https://uxmastery.com/how-to-conduct-a-content-audit/</a:t>
            </a:r>
            <a:endParaRPr sz="170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BA0C383-E758-B9E5-78E7-5AF3F33AC276}"/>
              </a:ext>
            </a:extLst>
          </p:cNvPr>
          <p:cNvSpPr txBox="1"/>
          <p:nvPr/>
        </p:nvSpPr>
        <p:spPr>
          <a:xfrm>
            <a:off x="8879203" y="6541496"/>
            <a:ext cx="155575" cy="1809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25" dirty="0">
                <a:solidFill>
                  <a:srgbClr val="7F7F7F"/>
                </a:solidFill>
                <a:latin typeface="Calibri"/>
                <a:cs typeface="Calibri"/>
              </a:rPr>
              <a:t>16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1" name="Picture 10" descr="Example Content Audit&#10;">
            <a:extLst>
              <a:ext uri="{FF2B5EF4-FFF2-40B4-BE49-F238E27FC236}">
                <a16:creationId xmlns:a16="http://schemas.microsoft.com/office/drawing/2014/main" id="{968288E8-4EAA-1DCF-2146-30D328F6D9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2288"/>
          <a:stretch/>
        </p:blipFill>
        <p:spPr>
          <a:xfrm>
            <a:off x="609600" y="2362200"/>
            <a:ext cx="7727948" cy="297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80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6890" y="1119031"/>
            <a:ext cx="3465195" cy="4620260"/>
          </a:xfrm>
          <a:custGeom>
            <a:avLst/>
            <a:gdLst/>
            <a:ahLst/>
            <a:cxnLst/>
            <a:rect l="l" t="t" r="r" b="b"/>
            <a:pathLst>
              <a:path w="3465195" h="4620260">
                <a:moveTo>
                  <a:pt x="1732477" y="0"/>
                </a:moveTo>
                <a:lnTo>
                  <a:pt x="1690992" y="649"/>
                </a:lnTo>
                <a:lnTo>
                  <a:pt x="1649746" y="2587"/>
                </a:lnTo>
                <a:lnTo>
                  <a:pt x="1608750" y="5799"/>
                </a:lnTo>
                <a:lnTo>
                  <a:pt x="1568016" y="10272"/>
                </a:lnTo>
                <a:lnTo>
                  <a:pt x="1527553" y="15990"/>
                </a:lnTo>
                <a:lnTo>
                  <a:pt x="1487372" y="22939"/>
                </a:lnTo>
                <a:lnTo>
                  <a:pt x="1447485" y="31104"/>
                </a:lnTo>
                <a:lnTo>
                  <a:pt x="1407902" y="40471"/>
                </a:lnTo>
                <a:lnTo>
                  <a:pt x="1368635" y="51026"/>
                </a:lnTo>
                <a:lnTo>
                  <a:pt x="1329693" y="62754"/>
                </a:lnTo>
                <a:lnTo>
                  <a:pt x="1291088" y="75641"/>
                </a:lnTo>
                <a:lnTo>
                  <a:pt x="1252831" y="89671"/>
                </a:lnTo>
                <a:lnTo>
                  <a:pt x="1214933" y="104831"/>
                </a:lnTo>
                <a:lnTo>
                  <a:pt x="1177404" y="121107"/>
                </a:lnTo>
                <a:lnTo>
                  <a:pt x="1140256" y="138483"/>
                </a:lnTo>
                <a:lnTo>
                  <a:pt x="1103499" y="156945"/>
                </a:lnTo>
                <a:lnTo>
                  <a:pt x="1067143" y="176479"/>
                </a:lnTo>
                <a:lnTo>
                  <a:pt x="1031201" y="197070"/>
                </a:lnTo>
                <a:lnTo>
                  <a:pt x="995682" y="218704"/>
                </a:lnTo>
                <a:lnTo>
                  <a:pt x="960598" y="241366"/>
                </a:lnTo>
                <a:lnTo>
                  <a:pt x="925960" y="265042"/>
                </a:lnTo>
                <a:lnTo>
                  <a:pt x="891777" y="289718"/>
                </a:lnTo>
                <a:lnTo>
                  <a:pt x="858062" y="315378"/>
                </a:lnTo>
                <a:lnTo>
                  <a:pt x="824825" y="342008"/>
                </a:lnTo>
                <a:lnTo>
                  <a:pt x="792077" y="369595"/>
                </a:lnTo>
                <a:lnTo>
                  <a:pt x="759829" y="398123"/>
                </a:lnTo>
                <a:lnTo>
                  <a:pt x="728091" y="427578"/>
                </a:lnTo>
                <a:lnTo>
                  <a:pt x="696875" y="457945"/>
                </a:lnTo>
                <a:lnTo>
                  <a:pt x="666191" y="489210"/>
                </a:lnTo>
                <a:lnTo>
                  <a:pt x="636050" y="521359"/>
                </a:lnTo>
                <a:lnTo>
                  <a:pt x="606464" y="554377"/>
                </a:lnTo>
                <a:lnTo>
                  <a:pt x="577442" y="588249"/>
                </a:lnTo>
                <a:lnTo>
                  <a:pt x="548996" y="622961"/>
                </a:lnTo>
                <a:lnTo>
                  <a:pt x="521137" y="658499"/>
                </a:lnTo>
                <a:lnTo>
                  <a:pt x="493875" y="694849"/>
                </a:lnTo>
                <a:lnTo>
                  <a:pt x="467221" y="731994"/>
                </a:lnTo>
                <a:lnTo>
                  <a:pt x="441187" y="769922"/>
                </a:lnTo>
                <a:lnTo>
                  <a:pt x="415783" y="808618"/>
                </a:lnTo>
                <a:lnTo>
                  <a:pt x="391019" y="848067"/>
                </a:lnTo>
                <a:lnTo>
                  <a:pt x="366908" y="888254"/>
                </a:lnTo>
                <a:lnTo>
                  <a:pt x="343459" y="929166"/>
                </a:lnTo>
                <a:lnTo>
                  <a:pt x="320683" y="970788"/>
                </a:lnTo>
                <a:lnTo>
                  <a:pt x="298592" y="1013105"/>
                </a:lnTo>
                <a:lnTo>
                  <a:pt x="277196" y="1056103"/>
                </a:lnTo>
                <a:lnTo>
                  <a:pt x="256506" y="1099767"/>
                </a:lnTo>
                <a:lnTo>
                  <a:pt x="236533" y="1144083"/>
                </a:lnTo>
                <a:lnTo>
                  <a:pt x="217288" y="1189036"/>
                </a:lnTo>
                <a:lnTo>
                  <a:pt x="198782" y="1234612"/>
                </a:lnTo>
                <a:lnTo>
                  <a:pt x="181025" y="1280797"/>
                </a:lnTo>
                <a:lnTo>
                  <a:pt x="164028" y="1327576"/>
                </a:lnTo>
                <a:lnTo>
                  <a:pt x="147803" y="1374934"/>
                </a:lnTo>
                <a:lnTo>
                  <a:pt x="132359" y="1422857"/>
                </a:lnTo>
                <a:lnTo>
                  <a:pt x="117709" y="1471331"/>
                </a:lnTo>
                <a:lnTo>
                  <a:pt x="103862" y="1520340"/>
                </a:lnTo>
                <a:lnTo>
                  <a:pt x="90830" y="1569872"/>
                </a:lnTo>
                <a:lnTo>
                  <a:pt x="78623" y="1619910"/>
                </a:lnTo>
                <a:lnTo>
                  <a:pt x="67253" y="1670441"/>
                </a:lnTo>
                <a:lnTo>
                  <a:pt x="56730" y="1721450"/>
                </a:lnTo>
                <a:lnTo>
                  <a:pt x="47065" y="1772923"/>
                </a:lnTo>
                <a:lnTo>
                  <a:pt x="38270" y="1824845"/>
                </a:lnTo>
                <a:lnTo>
                  <a:pt x="30353" y="1877202"/>
                </a:lnTo>
                <a:lnTo>
                  <a:pt x="23328" y="1929979"/>
                </a:lnTo>
                <a:lnTo>
                  <a:pt x="17204" y="1983162"/>
                </a:lnTo>
                <a:lnTo>
                  <a:pt x="11992" y="2036736"/>
                </a:lnTo>
                <a:lnTo>
                  <a:pt x="7704" y="2090687"/>
                </a:lnTo>
                <a:lnTo>
                  <a:pt x="4349" y="2145000"/>
                </a:lnTo>
                <a:lnTo>
                  <a:pt x="1940" y="2199661"/>
                </a:lnTo>
                <a:lnTo>
                  <a:pt x="486" y="2254655"/>
                </a:lnTo>
                <a:lnTo>
                  <a:pt x="0" y="2309968"/>
                </a:lnTo>
                <a:lnTo>
                  <a:pt x="486" y="2365281"/>
                </a:lnTo>
                <a:lnTo>
                  <a:pt x="1940" y="2420276"/>
                </a:lnTo>
                <a:lnTo>
                  <a:pt x="4349" y="2474937"/>
                </a:lnTo>
                <a:lnTo>
                  <a:pt x="7704" y="2529250"/>
                </a:lnTo>
                <a:lnTo>
                  <a:pt x="11992" y="2583201"/>
                </a:lnTo>
                <a:lnTo>
                  <a:pt x="17204" y="2636775"/>
                </a:lnTo>
                <a:lnTo>
                  <a:pt x="23328" y="2689957"/>
                </a:lnTo>
                <a:lnTo>
                  <a:pt x="30353" y="2742734"/>
                </a:lnTo>
                <a:lnTo>
                  <a:pt x="38270" y="2795091"/>
                </a:lnTo>
                <a:lnTo>
                  <a:pt x="47065" y="2847013"/>
                </a:lnTo>
                <a:lnTo>
                  <a:pt x="56730" y="2898486"/>
                </a:lnTo>
                <a:lnTo>
                  <a:pt x="67253" y="2949495"/>
                </a:lnTo>
                <a:lnTo>
                  <a:pt x="78623" y="3000026"/>
                </a:lnTo>
                <a:lnTo>
                  <a:pt x="90830" y="3050065"/>
                </a:lnTo>
                <a:lnTo>
                  <a:pt x="103862" y="3099596"/>
                </a:lnTo>
                <a:lnTo>
                  <a:pt x="117709" y="3148606"/>
                </a:lnTo>
                <a:lnTo>
                  <a:pt x="132359" y="3197079"/>
                </a:lnTo>
                <a:lnTo>
                  <a:pt x="147803" y="3245003"/>
                </a:lnTo>
                <a:lnTo>
                  <a:pt x="164028" y="3292361"/>
                </a:lnTo>
                <a:lnTo>
                  <a:pt x="181025" y="3339139"/>
                </a:lnTo>
                <a:lnTo>
                  <a:pt x="198782" y="3385324"/>
                </a:lnTo>
                <a:lnTo>
                  <a:pt x="217288" y="3430900"/>
                </a:lnTo>
                <a:lnTo>
                  <a:pt x="236533" y="3475854"/>
                </a:lnTo>
                <a:lnTo>
                  <a:pt x="256506" y="3520170"/>
                </a:lnTo>
                <a:lnTo>
                  <a:pt x="277196" y="3563834"/>
                </a:lnTo>
                <a:lnTo>
                  <a:pt x="298592" y="3606832"/>
                </a:lnTo>
                <a:lnTo>
                  <a:pt x="320683" y="3649149"/>
                </a:lnTo>
                <a:lnTo>
                  <a:pt x="343459" y="3690770"/>
                </a:lnTo>
                <a:lnTo>
                  <a:pt x="366908" y="3731682"/>
                </a:lnTo>
                <a:lnTo>
                  <a:pt x="391019" y="3771870"/>
                </a:lnTo>
                <a:lnTo>
                  <a:pt x="415783" y="3811319"/>
                </a:lnTo>
                <a:lnTo>
                  <a:pt x="441187" y="3850014"/>
                </a:lnTo>
                <a:lnTo>
                  <a:pt x="467221" y="3887942"/>
                </a:lnTo>
                <a:lnTo>
                  <a:pt x="493875" y="3925088"/>
                </a:lnTo>
                <a:lnTo>
                  <a:pt x="521137" y="3961437"/>
                </a:lnTo>
                <a:lnTo>
                  <a:pt x="548996" y="3996975"/>
                </a:lnTo>
                <a:lnTo>
                  <a:pt x="577442" y="4031688"/>
                </a:lnTo>
                <a:lnTo>
                  <a:pt x="606464" y="4065560"/>
                </a:lnTo>
                <a:lnTo>
                  <a:pt x="636050" y="4098578"/>
                </a:lnTo>
                <a:lnTo>
                  <a:pt x="666191" y="4130727"/>
                </a:lnTo>
                <a:lnTo>
                  <a:pt x="696875" y="4161992"/>
                </a:lnTo>
                <a:lnTo>
                  <a:pt x="728091" y="4192359"/>
                </a:lnTo>
                <a:lnTo>
                  <a:pt x="759829" y="4221814"/>
                </a:lnTo>
                <a:lnTo>
                  <a:pt x="792077" y="4250342"/>
                </a:lnTo>
                <a:lnTo>
                  <a:pt x="824825" y="4277928"/>
                </a:lnTo>
                <a:lnTo>
                  <a:pt x="858062" y="4304559"/>
                </a:lnTo>
                <a:lnTo>
                  <a:pt x="891777" y="4330219"/>
                </a:lnTo>
                <a:lnTo>
                  <a:pt x="925960" y="4354894"/>
                </a:lnTo>
                <a:lnTo>
                  <a:pt x="960598" y="4378570"/>
                </a:lnTo>
                <a:lnTo>
                  <a:pt x="995682" y="4401233"/>
                </a:lnTo>
                <a:lnTo>
                  <a:pt x="1031201" y="4422867"/>
                </a:lnTo>
                <a:lnTo>
                  <a:pt x="1067143" y="4443458"/>
                </a:lnTo>
                <a:lnTo>
                  <a:pt x="1103499" y="4462992"/>
                </a:lnTo>
                <a:lnTo>
                  <a:pt x="1140256" y="4481454"/>
                </a:lnTo>
                <a:lnTo>
                  <a:pt x="1177404" y="4498830"/>
                </a:lnTo>
                <a:lnTo>
                  <a:pt x="1214933" y="4515105"/>
                </a:lnTo>
                <a:lnTo>
                  <a:pt x="1252831" y="4530266"/>
                </a:lnTo>
                <a:lnTo>
                  <a:pt x="1291088" y="4544296"/>
                </a:lnTo>
                <a:lnTo>
                  <a:pt x="1329693" y="4557183"/>
                </a:lnTo>
                <a:lnTo>
                  <a:pt x="1368635" y="4568911"/>
                </a:lnTo>
                <a:lnTo>
                  <a:pt x="1407902" y="4579465"/>
                </a:lnTo>
                <a:lnTo>
                  <a:pt x="1447485" y="4588833"/>
                </a:lnTo>
                <a:lnTo>
                  <a:pt x="1487372" y="4596998"/>
                </a:lnTo>
                <a:lnTo>
                  <a:pt x="1527553" y="4603947"/>
                </a:lnTo>
                <a:lnTo>
                  <a:pt x="1568016" y="4609665"/>
                </a:lnTo>
                <a:lnTo>
                  <a:pt x="1608750" y="4614137"/>
                </a:lnTo>
                <a:lnTo>
                  <a:pt x="1649746" y="4617350"/>
                </a:lnTo>
                <a:lnTo>
                  <a:pt x="1690992" y="4619288"/>
                </a:lnTo>
                <a:lnTo>
                  <a:pt x="1732477" y="4619937"/>
                </a:lnTo>
                <a:lnTo>
                  <a:pt x="1773962" y="4619288"/>
                </a:lnTo>
                <a:lnTo>
                  <a:pt x="1815208" y="4617350"/>
                </a:lnTo>
                <a:lnTo>
                  <a:pt x="1856203" y="4614137"/>
                </a:lnTo>
                <a:lnTo>
                  <a:pt x="1896938" y="4609665"/>
                </a:lnTo>
                <a:lnTo>
                  <a:pt x="1937401" y="4603947"/>
                </a:lnTo>
                <a:lnTo>
                  <a:pt x="1977582" y="4596998"/>
                </a:lnTo>
                <a:lnTo>
                  <a:pt x="2017469" y="4588833"/>
                </a:lnTo>
                <a:lnTo>
                  <a:pt x="2057052" y="4579465"/>
                </a:lnTo>
                <a:lnTo>
                  <a:pt x="2096319" y="4568911"/>
                </a:lnTo>
                <a:lnTo>
                  <a:pt x="2135261" y="4557183"/>
                </a:lnTo>
                <a:lnTo>
                  <a:pt x="2173865" y="4544296"/>
                </a:lnTo>
                <a:lnTo>
                  <a:pt x="2212122" y="4530266"/>
                </a:lnTo>
                <a:lnTo>
                  <a:pt x="2250021" y="4515105"/>
                </a:lnTo>
                <a:lnTo>
                  <a:pt x="2287549" y="4498830"/>
                </a:lnTo>
                <a:lnTo>
                  <a:pt x="2324698" y="4481454"/>
                </a:lnTo>
                <a:lnTo>
                  <a:pt x="2361455" y="4462992"/>
                </a:lnTo>
                <a:lnTo>
                  <a:pt x="2397810" y="4443458"/>
                </a:lnTo>
                <a:lnTo>
                  <a:pt x="2433753" y="4422867"/>
                </a:lnTo>
                <a:lnTo>
                  <a:pt x="2469271" y="4401233"/>
                </a:lnTo>
                <a:lnTo>
                  <a:pt x="2504355" y="4378570"/>
                </a:lnTo>
                <a:lnTo>
                  <a:pt x="2538994" y="4354894"/>
                </a:lnTo>
                <a:lnTo>
                  <a:pt x="2573176" y="4330219"/>
                </a:lnTo>
                <a:lnTo>
                  <a:pt x="2606891" y="4304559"/>
                </a:lnTo>
                <a:lnTo>
                  <a:pt x="2640128" y="4277928"/>
                </a:lnTo>
                <a:lnTo>
                  <a:pt x="2672876" y="4250342"/>
                </a:lnTo>
                <a:lnTo>
                  <a:pt x="2705125" y="4221814"/>
                </a:lnTo>
                <a:lnTo>
                  <a:pt x="2736862" y="4192359"/>
                </a:lnTo>
                <a:lnTo>
                  <a:pt x="2768079" y="4161992"/>
                </a:lnTo>
                <a:lnTo>
                  <a:pt x="2798762" y="4130727"/>
                </a:lnTo>
                <a:lnTo>
                  <a:pt x="2828903" y="4098578"/>
                </a:lnTo>
                <a:lnTo>
                  <a:pt x="2858490" y="4065560"/>
                </a:lnTo>
                <a:lnTo>
                  <a:pt x="2887511" y="4031688"/>
                </a:lnTo>
                <a:lnTo>
                  <a:pt x="2915957" y="3996975"/>
                </a:lnTo>
                <a:lnTo>
                  <a:pt x="2943817" y="3961437"/>
                </a:lnTo>
                <a:lnTo>
                  <a:pt x="2971079" y="3925088"/>
                </a:lnTo>
                <a:lnTo>
                  <a:pt x="2997732" y="3887942"/>
                </a:lnTo>
                <a:lnTo>
                  <a:pt x="3023767" y="3850014"/>
                </a:lnTo>
                <a:lnTo>
                  <a:pt x="3049171" y="3811319"/>
                </a:lnTo>
                <a:lnTo>
                  <a:pt x="3073934" y="3771870"/>
                </a:lnTo>
                <a:lnTo>
                  <a:pt x="3098046" y="3731682"/>
                </a:lnTo>
                <a:lnTo>
                  <a:pt x="3121495" y="3690770"/>
                </a:lnTo>
                <a:lnTo>
                  <a:pt x="3144270" y="3649149"/>
                </a:lnTo>
                <a:lnTo>
                  <a:pt x="3166361" y="3606832"/>
                </a:lnTo>
                <a:lnTo>
                  <a:pt x="3187757" y="3563834"/>
                </a:lnTo>
                <a:lnTo>
                  <a:pt x="3208447" y="3520170"/>
                </a:lnTo>
                <a:lnTo>
                  <a:pt x="3228420" y="3475854"/>
                </a:lnTo>
                <a:lnTo>
                  <a:pt x="3247665" y="3430900"/>
                </a:lnTo>
                <a:lnTo>
                  <a:pt x="3266172" y="3385324"/>
                </a:lnTo>
                <a:lnTo>
                  <a:pt x="3283929" y="3339139"/>
                </a:lnTo>
                <a:lnTo>
                  <a:pt x="3300925" y="3292361"/>
                </a:lnTo>
                <a:lnTo>
                  <a:pt x="3317151" y="3245003"/>
                </a:lnTo>
                <a:lnTo>
                  <a:pt x="3332594" y="3197079"/>
                </a:lnTo>
                <a:lnTo>
                  <a:pt x="3347245" y="3148606"/>
                </a:lnTo>
                <a:lnTo>
                  <a:pt x="3361091" y="3099596"/>
                </a:lnTo>
                <a:lnTo>
                  <a:pt x="3374123" y="3050065"/>
                </a:lnTo>
                <a:lnTo>
                  <a:pt x="3386330" y="3000026"/>
                </a:lnTo>
                <a:lnTo>
                  <a:pt x="3397700" y="2949495"/>
                </a:lnTo>
                <a:lnTo>
                  <a:pt x="3408223" y="2898486"/>
                </a:lnTo>
                <a:lnTo>
                  <a:pt x="3417888" y="2847013"/>
                </a:lnTo>
                <a:lnTo>
                  <a:pt x="3426684" y="2795091"/>
                </a:lnTo>
                <a:lnTo>
                  <a:pt x="3434600" y="2742734"/>
                </a:lnTo>
                <a:lnTo>
                  <a:pt x="3441625" y="2689957"/>
                </a:lnTo>
                <a:lnTo>
                  <a:pt x="3447749" y="2636775"/>
                </a:lnTo>
                <a:lnTo>
                  <a:pt x="3452961" y="2583201"/>
                </a:lnTo>
                <a:lnTo>
                  <a:pt x="3457250" y="2529250"/>
                </a:lnTo>
                <a:lnTo>
                  <a:pt x="3460604" y="2474937"/>
                </a:lnTo>
                <a:lnTo>
                  <a:pt x="3463013" y="2420276"/>
                </a:lnTo>
                <a:lnTo>
                  <a:pt x="3464467" y="2365281"/>
                </a:lnTo>
                <a:lnTo>
                  <a:pt x="3464954" y="2309968"/>
                </a:lnTo>
                <a:lnTo>
                  <a:pt x="3464467" y="2254655"/>
                </a:lnTo>
                <a:lnTo>
                  <a:pt x="3463013" y="2199661"/>
                </a:lnTo>
                <a:lnTo>
                  <a:pt x="3460604" y="2145000"/>
                </a:lnTo>
                <a:lnTo>
                  <a:pt x="3457250" y="2090687"/>
                </a:lnTo>
                <a:lnTo>
                  <a:pt x="3452961" y="2036736"/>
                </a:lnTo>
                <a:lnTo>
                  <a:pt x="3447749" y="1983162"/>
                </a:lnTo>
                <a:lnTo>
                  <a:pt x="3441625" y="1929979"/>
                </a:lnTo>
                <a:lnTo>
                  <a:pt x="3434600" y="1877202"/>
                </a:lnTo>
                <a:lnTo>
                  <a:pt x="3426684" y="1824845"/>
                </a:lnTo>
                <a:lnTo>
                  <a:pt x="3417888" y="1772923"/>
                </a:lnTo>
                <a:lnTo>
                  <a:pt x="3408223" y="1721450"/>
                </a:lnTo>
                <a:lnTo>
                  <a:pt x="3397700" y="1670441"/>
                </a:lnTo>
                <a:lnTo>
                  <a:pt x="3386330" y="1619910"/>
                </a:lnTo>
                <a:lnTo>
                  <a:pt x="3374123" y="1569872"/>
                </a:lnTo>
                <a:lnTo>
                  <a:pt x="3361091" y="1520340"/>
                </a:lnTo>
                <a:lnTo>
                  <a:pt x="3347245" y="1471331"/>
                </a:lnTo>
                <a:lnTo>
                  <a:pt x="3332594" y="1422857"/>
                </a:lnTo>
                <a:lnTo>
                  <a:pt x="3317151" y="1374934"/>
                </a:lnTo>
                <a:lnTo>
                  <a:pt x="3300925" y="1327576"/>
                </a:lnTo>
                <a:lnTo>
                  <a:pt x="3283929" y="1280797"/>
                </a:lnTo>
                <a:lnTo>
                  <a:pt x="3266172" y="1234612"/>
                </a:lnTo>
                <a:lnTo>
                  <a:pt x="3247665" y="1189036"/>
                </a:lnTo>
                <a:lnTo>
                  <a:pt x="3228420" y="1144083"/>
                </a:lnTo>
                <a:lnTo>
                  <a:pt x="3208447" y="1099767"/>
                </a:lnTo>
                <a:lnTo>
                  <a:pt x="3187757" y="1056103"/>
                </a:lnTo>
                <a:lnTo>
                  <a:pt x="3166361" y="1013105"/>
                </a:lnTo>
                <a:lnTo>
                  <a:pt x="3144270" y="970788"/>
                </a:lnTo>
                <a:lnTo>
                  <a:pt x="3121495" y="929166"/>
                </a:lnTo>
                <a:lnTo>
                  <a:pt x="3098046" y="888254"/>
                </a:lnTo>
                <a:lnTo>
                  <a:pt x="3073934" y="848067"/>
                </a:lnTo>
                <a:lnTo>
                  <a:pt x="3049171" y="808618"/>
                </a:lnTo>
                <a:lnTo>
                  <a:pt x="3023767" y="769922"/>
                </a:lnTo>
                <a:lnTo>
                  <a:pt x="2997732" y="731994"/>
                </a:lnTo>
                <a:lnTo>
                  <a:pt x="2971079" y="694849"/>
                </a:lnTo>
                <a:lnTo>
                  <a:pt x="2943817" y="658499"/>
                </a:lnTo>
                <a:lnTo>
                  <a:pt x="2915957" y="622961"/>
                </a:lnTo>
                <a:lnTo>
                  <a:pt x="2887511" y="588249"/>
                </a:lnTo>
                <a:lnTo>
                  <a:pt x="2858490" y="554377"/>
                </a:lnTo>
                <a:lnTo>
                  <a:pt x="2828903" y="521359"/>
                </a:lnTo>
                <a:lnTo>
                  <a:pt x="2798762" y="489210"/>
                </a:lnTo>
                <a:lnTo>
                  <a:pt x="2768079" y="457945"/>
                </a:lnTo>
                <a:lnTo>
                  <a:pt x="2736862" y="427578"/>
                </a:lnTo>
                <a:lnTo>
                  <a:pt x="2705125" y="398123"/>
                </a:lnTo>
                <a:lnTo>
                  <a:pt x="2672876" y="369595"/>
                </a:lnTo>
                <a:lnTo>
                  <a:pt x="2640128" y="342008"/>
                </a:lnTo>
                <a:lnTo>
                  <a:pt x="2606891" y="315378"/>
                </a:lnTo>
                <a:lnTo>
                  <a:pt x="2573176" y="289718"/>
                </a:lnTo>
                <a:lnTo>
                  <a:pt x="2538994" y="265042"/>
                </a:lnTo>
                <a:lnTo>
                  <a:pt x="2504355" y="241366"/>
                </a:lnTo>
                <a:lnTo>
                  <a:pt x="2469271" y="218704"/>
                </a:lnTo>
                <a:lnTo>
                  <a:pt x="2433753" y="197070"/>
                </a:lnTo>
                <a:lnTo>
                  <a:pt x="2397810" y="176479"/>
                </a:lnTo>
                <a:lnTo>
                  <a:pt x="2361455" y="156945"/>
                </a:lnTo>
                <a:lnTo>
                  <a:pt x="2324698" y="138483"/>
                </a:lnTo>
                <a:lnTo>
                  <a:pt x="2287549" y="121107"/>
                </a:lnTo>
                <a:lnTo>
                  <a:pt x="2250021" y="104831"/>
                </a:lnTo>
                <a:lnTo>
                  <a:pt x="2212122" y="89671"/>
                </a:lnTo>
                <a:lnTo>
                  <a:pt x="2173865" y="75641"/>
                </a:lnTo>
                <a:lnTo>
                  <a:pt x="2135261" y="62754"/>
                </a:lnTo>
                <a:lnTo>
                  <a:pt x="2096319" y="51026"/>
                </a:lnTo>
                <a:lnTo>
                  <a:pt x="2057052" y="40471"/>
                </a:lnTo>
                <a:lnTo>
                  <a:pt x="2017469" y="31104"/>
                </a:lnTo>
                <a:lnTo>
                  <a:pt x="1977582" y="22939"/>
                </a:lnTo>
                <a:lnTo>
                  <a:pt x="1937401" y="15990"/>
                </a:lnTo>
                <a:lnTo>
                  <a:pt x="1896938" y="10272"/>
                </a:lnTo>
                <a:lnTo>
                  <a:pt x="1856203" y="5799"/>
                </a:lnTo>
                <a:lnTo>
                  <a:pt x="1815208" y="2587"/>
                </a:lnTo>
                <a:lnTo>
                  <a:pt x="1773962" y="649"/>
                </a:lnTo>
                <a:lnTo>
                  <a:pt x="1732477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1126" y="2890834"/>
            <a:ext cx="1825625" cy="9759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36854" marR="5080" indent="-224790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Prioritising Content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1415" y="993527"/>
            <a:ext cx="2190750" cy="1501140"/>
          </a:xfrm>
          <a:custGeom>
            <a:avLst/>
            <a:gdLst/>
            <a:ahLst/>
            <a:cxnLst/>
            <a:rect l="l" t="t" r="r" b="b"/>
            <a:pathLst>
              <a:path w="2190750" h="1501139">
                <a:moveTo>
                  <a:pt x="403308" y="397"/>
                </a:moveTo>
                <a:lnTo>
                  <a:pt x="336085" y="14899"/>
                </a:lnTo>
                <a:lnTo>
                  <a:pt x="279928" y="35398"/>
                </a:lnTo>
                <a:lnTo>
                  <a:pt x="225063" y="59632"/>
                </a:lnTo>
                <a:lnTo>
                  <a:pt x="171635" y="87621"/>
                </a:lnTo>
                <a:lnTo>
                  <a:pt x="119790" y="119384"/>
                </a:lnTo>
                <a:lnTo>
                  <a:pt x="69671" y="154928"/>
                </a:lnTo>
                <a:lnTo>
                  <a:pt x="23054" y="192923"/>
                </a:lnTo>
                <a:lnTo>
                  <a:pt x="0" y="235708"/>
                </a:lnTo>
                <a:lnTo>
                  <a:pt x="2203" y="259951"/>
                </a:lnTo>
                <a:lnTo>
                  <a:pt x="13951" y="282263"/>
                </a:lnTo>
                <a:lnTo>
                  <a:pt x="33434" y="298270"/>
                </a:lnTo>
                <a:lnTo>
                  <a:pt x="56735" y="305318"/>
                </a:lnTo>
                <a:lnTo>
                  <a:pt x="80978" y="303114"/>
                </a:lnTo>
                <a:lnTo>
                  <a:pt x="103290" y="291366"/>
                </a:lnTo>
                <a:lnTo>
                  <a:pt x="145098" y="257291"/>
                </a:lnTo>
                <a:lnTo>
                  <a:pt x="144874" y="257291"/>
                </a:lnTo>
                <a:lnTo>
                  <a:pt x="148258" y="254715"/>
                </a:lnTo>
                <a:lnTo>
                  <a:pt x="148505" y="254715"/>
                </a:lnTo>
                <a:lnTo>
                  <a:pt x="188203" y="226562"/>
                </a:lnTo>
                <a:lnTo>
                  <a:pt x="187955" y="226562"/>
                </a:lnTo>
                <a:lnTo>
                  <a:pt x="191516" y="224212"/>
                </a:lnTo>
                <a:lnTo>
                  <a:pt x="191790" y="224212"/>
                </a:lnTo>
                <a:lnTo>
                  <a:pt x="232732" y="199130"/>
                </a:lnTo>
                <a:lnTo>
                  <a:pt x="232458" y="199130"/>
                </a:lnTo>
                <a:lnTo>
                  <a:pt x="236163" y="197028"/>
                </a:lnTo>
                <a:lnTo>
                  <a:pt x="236470" y="197028"/>
                </a:lnTo>
                <a:lnTo>
                  <a:pt x="278616" y="174948"/>
                </a:lnTo>
                <a:lnTo>
                  <a:pt x="278311" y="174948"/>
                </a:lnTo>
                <a:lnTo>
                  <a:pt x="282124" y="173110"/>
                </a:lnTo>
                <a:lnTo>
                  <a:pt x="282472" y="173110"/>
                </a:lnTo>
                <a:lnTo>
                  <a:pt x="325782" y="153980"/>
                </a:lnTo>
                <a:lnTo>
                  <a:pt x="325444" y="153980"/>
                </a:lnTo>
                <a:lnTo>
                  <a:pt x="329325" y="152415"/>
                </a:lnTo>
                <a:lnTo>
                  <a:pt x="329730" y="152415"/>
                </a:lnTo>
                <a:lnTo>
                  <a:pt x="374172" y="136192"/>
                </a:lnTo>
                <a:lnTo>
                  <a:pt x="373781" y="136192"/>
                </a:lnTo>
                <a:lnTo>
                  <a:pt x="377696" y="134906"/>
                </a:lnTo>
                <a:lnTo>
                  <a:pt x="378171" y="134906"/>
                </a:lnTo>
                <a:lnTo>
                  <a:pt x="413903" y="124434"/>
                </a:lnTo>
                <a:lnTo>
                  <a:pt x="436218" y="112694"/>
                </a:lnTo>
                <a:lnTo>
                  <a:pt x="451761" y="93958"/>
                </a:lnTo>
                <a:lnTo>
                  <a:pt x="459143" y="70761"/>
                </a:lnTo>
                <a:lnTo>
                  <a:pt x="456980" y="45638"/>
                </a:lnTo>
                <a:lnTo>
                  <a:pt x="445240" y="23322"/>
                </a:lnTo>
                <a:lnTo>
                  <a:pt x="426504" y="7780"/>
                </a:lnTo>
                <a:lnTo>
                  <a:pt x="403308" y="397"/>
                </a:lnTo>
                <a:close/>
              </a:path>
              <a:path w="2190750" h="1501139">
                <a:moveTo>
                  <a:pt x="148258" y="254715"/>
                </a:moveTo>
                <a:lnTo>
                  <a:pt x="144874" y="257291"/>
                </a:lnTo>
                <a:lnTo>
                  <a:pt x="146603" y="256065"/>
                </a:lnTo>
                <a:lnTo>
                  <a:pt x="148258" y="254715"/>
                </a:lnTo>
                <a:close/>
              </a:path>
              <a:path w="2190750" h="1501139">
                <a:moveTo>
                  <a:pt x="146603" y="256065"/>
                </a:moveTo>
                <a:lnTo>
                  <a:pt x="144874" y="257291"/>
                </a:lnTo>
                <a:lnTo>
                  <a:pt x="145098" y="257291"/>
                </a:lnTo>
                <a:lnTo>
                  <a:pt x="146603" y="256065"/>
                </a:lnTo>
                <a:close/>
              </a:path>
              <a:path w="2190750" h="1501139">
                <a:moveTo>
                  <a:pt x="148505" y="254715"/>
                </a:moveTo>
                <a:lnTo>
                  <a:pt x="148258" y="254715"/>
                </a:lnTo>
                <a:lnTo>
                  <a:pt x="146603" y="256065"/>
                </a:lnTo>
                <a:lnTo>
                  <a:pt x="148505" y="254715"/>
                </a:lnTo>
                <a:close/>
              </a:path>
              <a:path w="2190750" h="1501139">
                <a:moveTo>
                  <a:pt x="191516" y="224212"/>
                </a:moveTo>
                <a:lnTo>
                  <a:pt x="187955" y="226562"/>
                </a:lnTo>
                <a:lnTo>
                  <a:pt x="189777" y="225445"/>
                </a:lnTo>
                <a:lnTo>
                  <a:pt x="191516" y="224212"/>
                </a:lnTo>
                <a:close/>
              </a:path>
              <a:path w="2190750" h="1501139">
                <a:moveTo>
                  <a:pt x="189777" y="225445"/>
                </a:moveTo>
                <a:lnTo>
                  <a:pt x="187955" y="226562"/>
                </a:lnTo>
                <a:lnTo>
                  <a:pt x="188203" y="226562"/>
                </a:lnTo>
                <a:lnTo>
                  <a:pt x="189777" y="225445"/>
                </a:lnTo>
                <a:close/>
              </a:path>
              <a:path w="2190750" h="1501139">
                <a:moveTo>
                  <a:pt x="191790" y="224212"/>
                </a:moveTo>
                <a:lnTo>
                  <a:pt x="191516" y="224212"/>
                </a:lnTo>
                <a:lnTo>
                  <a:pt x="189777" y="225445"/>
                </a:lnTo>
                <a:lnTo>
                  <a:pt x="191790" y="224212"/>
                </a:lnTo>
                <a:close/>
              </a:path>
              <a:path w="2190750" h="1501139">
                <a:moveTo>
                  <a:pt x="236163" y="197028"/>
                </a:moveTo>
                <a:lnTo>
                  <a:pt x="232458" y="199130"/>
                </a:lnTo>
                <a:lnTo>
                  <a:pt x="234348" y="198140"/>
                </a:lnTo>
                <a:lnTo>
                  <a:pt x="236163" y="197028"/>
                </a:lnTo>
                <a:close/>
              </a:path>
              <a:path w="2190750" h="1501139">
                <a:moveTo>
                  <a:pt x="234348" y="198140"/>
                </a:moveTo>
                <a:lnTo>
                  <a:pt x="232458" y="199130"/>
                </a:lnTo>
                <a:lnTo>
                  <a:pt x="232732" y="199130"/>
                </a:lnTo>
                <a:lnTo>
                  <a:pt x="234348" y="198140"/>
                </a:lnTo>
                <a:close/>
              </a:path>
              <a:path w="2190750" h="1501139">
                <a:moveTo>
                  <a:pt x="236470" y="197028"/>
                </a:moveTo>
                <a:lnTo>
                  <a:pt x="236163" y="197028"/>
                </a:lnTo>
                <a:lnTo>
                  <a:pt x="234348" y="198140"/>
                </a:lnTo>
                <a:lnTo>
                  <a:pt x="236470" y="197028"/>
                </a:lnTo>
                <a:close/>
              </a:path>
              <a:path w="2190750" h="1501139">
                <a:moveTo>
                  <a:pt x="282124" y="173110"/>
                </a:moveTo>
                <a:lnTo>
                  <a:pt x="278311" y="174948"/>
                </a:lnTo>
                <a:lnTo>
                  <a:pt x="280254" y="174090"/>
                </a:lnTo>
                <a:lnTo>
                  <a:pt x="282124" y="173110"/>
                </a:lnTo>
                <a:close/>
              </a:path>
              <a:path w="2190750" h="1501139">
                <a:moveTo>
                  <a:pt x="280254" y="174090"/>
                </a:moveTo>
                <a:lnTo>
                  <a:pt x="278311" y="174948"/>
                </a:lnTo>
                <a:lnTo>
                  <a:pt x="278616" y="174948"/>
                </a:lnTo>
                <a:lnTo>
                  <a:pt x="280254" y="174090"/>
                </a:lnTo>
                <a:close/>
              </a:path>
              <a:path w="2190750" h="1501139">
                <a:moveTo>
                  <a:pt x="282472" y="173110"/>
                </a:moveTo>
                <a:lnTo>
                  <a:pt x="282124" y="173110"/>
                </a:lnTo>
                <a:lnTo>
                  <a:pt x="280254" y="174090"/>
                </a:lnTo>
                <a:lnTo>
                  <a:pt x="282472" y="173110"/>
                </a:lnTo>
                <a:close/>
              </a:path>
              <a:path w="2190750" h="1501139">
                <a:moveTo>
                  <a:pt x="329325" y="152415"/>
                </a:moveTo>
                <a:lnTo>
                  <a:pt x="325444" y="153980"/>
                </a:lnTo>
                <a:lnTo>
                  <a:pt x="327395" y="153268"/>
                </a:lnTo>
                <a:lnTo>
                  <a:pt x="329325" y="152415"/>
                </a:lnTo>
                <a:close/>
              </a:path>
              <a:path w="2190750" h="1501139">
                <a:moveTo>
                  <a:pt x="327395" y="153268"/>
                </a:moveTo>
                <a:lnTo>
                  <a:pt x="325444" y="153980"/>
                </a:lnTo>
                <a:lnTo>
                  <a:pt x="325782" y="153980"/>
                </a:lnTo>
                <a:lnTo>
                  <a:pt x="327395" y="153268"/>
                </a:lnTo>
                <a:close/>
              </a:path>
              <a:path w="2190750" h="1501139">
                <a:moveTo>
                  <a:pt x="329730" y="152415"/>
                </a:moveTo>
                <a:lnTo>
                  <a:pt x="329325" y="152415"/>
                </a:lnTo>
                <a:lnTo>
                  <a:pt x="327395" y="153268"/>
                </a:lnTo>
                <a:lnTo>
                  <a:pt x="329730" y="152415"/>
                </a:lnTo>
                <a:close/>
              </a:path>
              <a:path w="2190750" h="1501139">
                <a:moveTo>
                  <a:pt x="377696" y="134906"/>
                </a:moveTo>
                <a:lnTo>
                  <a:pt x="373781" y="136192"/>
                </a:lnTo>
                <a:lnTo>
                  <a:pt x="375765" y="135611"/>
                </a:lnTo>
                <a:lnTo>
                  <a:pt x="377696" y="134906"/>
                </a:lnTo>
                <a:close/>
              </a:path>
              <a:path w="2190750" h="1501139">
                <a:moveTo>
                  <a:pt x="375765" y="135611"/>
                </a:moveTo>
                <a:lnTo>
                  <a:pt x="373781" y="136192"/>
                </a:lnTo>
                <a:lnTo>
                  <a:pt x="374172" y="136192"/>
                </a:lnTo>
                <a:lnTo>
                  <a:pt x="375765" y="135611"/>
                </a:lnTo>
                <a:close/>
              </a:path>
              <a:path w="2190750" h="1501139">
                <a:moveTo>
                  <a:pt x="378171" y="134906"/>
                </a:moveTo>
                <a:lnTo>
                  <a:pt x="377696" y="134906"/>
                </a:lnTo>
                <a:lnTo>
                  <a:pt x="375765" y="135611"/>
                </a:lnTo>
                <a:lnTo>
                  <a:pt x="378171" y="134906"/>
                </a:lnTo>
                <a:close/>
              </a:path>
              <a:path w="2190750" h="1501139">
                <a:moveTo>
                  <a:pt x="1302568" y="239868"/>
                </a:moveTo>
                <a:lnTo>
                  <a:pt x="1183331" y="239868"/>
                </a:lnTo>
                <a:lnTo>
                  <a:pt x="1185799" y="241190"/>
                </a:lnTo>
                <a:lnTo>
                  <a:pt x="1219313" y="260181"/>
                </a:lnTo>
                <a:lnTo>
                  <a:pt x="1243290" y="267987"/>
                </a:lnTo>
                <a:lnTo>
                  <a:pt x="1267557" y="266059"/>
                </a:lnTo>
                <a:lnTo>
                  <a:pt x="1289330" y="255172"/>
                </a:lnTo>
                <a:lnTo>
                  <a:pt x="1302568" y="239868"/>
                </a:lnTo>
                <a:close/>
              </a:path>
              <a:path w="2190750" h="1501139">
                <a:moveTo>
                  <a:pt x="1184548" y="240555"/>
                </a:moveTo>
                <a:lnTo>
                  <a:pt x="1185673" y="241190"/>
                </a:lnTo>
                <a:lnTo>
                  <a:pt x="1184548" y="240555"/>
                </a:lnTo>
                <a:close/>
              </a:path>
              <a:path w="2190750" h="1501139">
                <a:moveTo>
                  <a:pt x="1183331" y="239868"/>
                </a:moveTo>
                <a:lnTo>
                  <a:pt x="1184548" y="240555"/>
                </a:lnTo>
                <a:lnTo>
                  <a:pt x="1185799" y="241190"/>
                </a:lnTo>
                <a:lnTo>
                  <a:pt x="1183331" y="239868"/>
                </a:lnTo>
                <a:close/>
              </a:path>
              <a:path w="2190750" h="1501139">
                <a:moveTo>
                  <a:pt x="1129275" y="212489"/>
                </a:moveTo>
                <a:lnTo>
                  <a:pt x="1184548" y="240555"/>
                </a:lnTo>
                <a:lnTo>
                  <a:pt x="1183331" y="239868"/>
                </a:lnTo>
                <a:lnTo>
                  <a:pt x="1302568" y="239868"/>
                </a:lnTo>
                <a:lnTo>
                  <a:pt x="1305826" y="236101"/>
                </a:lnTo>
                <a:lnTo>
                  <a:pt x="1313322" y="213077"/>
                </a:lnTo>
                <a:lnTo>
                  <a:pt x="1130575" y="213077"/>
                </a:lnTo>
                <a:lnTo>
                  <a:pt x="1129275" y="212489"/>
                </a:lnTo>
                <a:close/>
              </a:path>
              <a:path w="2190750" h="1501139">
                <a:moveTo>
                  <a:pt x="1127997" y="211840"/>
                </a:moveTo>
                <a:lnTo>
                  <a:pt x="1129275" y="212489"/>
                </a:lnTo>
                <a:lnTo>
                  <a:pt x="1130575" y="213077"/>
                </a:lnTo>
                <a:lnTo>
                  <a:pt x="1127997" y="211840"/>
                </a:lnTo>
                <a:close/>
              </a:path>
              <a:path w="2190750" h="1501139">
                <a:moveTo>
                  <a:pt x="1313610" y="211840"/>
                </a:moveTo>
                <a:lnTo>
                  <a:pt x="1127997" y="211840"/>
                </a:lnTo>
                <a:lnTo>
                  <a:pt x="1130575" y="213077"/>
                </a:lnTo>
                <a:lnTo>
                  <a:pt x="1313322" y="213077"/>
                </a:lnTo>
                <a:lnTo>
                  <a:pt x="1313513" y="212489"/>
                </a:lnTo>
                <a:lnTo>
                  <a:pt x="1313610" y="211840"/>
                </a:lnTo>
                <a:close/>
              </a:path>
              <a:path w="2190750" h="1501139">
                <a:moveTo>
                  <a:pt x="1073705" y="187353"/>
                </a:moveTo>
                <a:lnTo>
                  <a:pt x="1129275" y="212489"/>
                </a:lnTo>
                <a:lnTo>
                  <a:pt x="1127997" y="211840"/>
                </a:lnTo>
                <a:lnTo>
                  <a:pt x="1313610" y="211840"/>
                </a:lnTo>
                <a:lnTo>
                  <a:pt x="1311708" y="187899"/>
                </a:lnTo>
                <a:lnTo>
                  <a:pt x="1075078" y="187899"/>
                </a:lnTo>
                <a:lnTo>
                  <a:pt x="1073705" y="187353"/>
                </a:lnTo>
                <a:close/>
              </a:path>
              <a:path w="2190750" h="1501139">
                <a:moveTo>
                  <a:pt x="1072383" y="186755"/>
                </a:moveTo>
                <a:lnTo>
                  <a:pt x="1073705" y="187353"/>
                </a:lnTo>
                <a:lnTo>
                  <a:pt x="1075078" y="187899"/>
                </a:lnTo>
                <a:lnTo>
                  <a:pt x="1072383" y="186755"/>
                </a:lnTo>
                <a:close/>
              </a:path>
              <a:path w="2190750" h="1501139">
                <a:moveTo>
                  <a:pt x="1311154" y="186755"/>
                </a:moveTo>
                <a:lnTo>
                  <a:pt x="1072383" y="186755"/>
                </a:lnTo>
                <a:lnTo>
                  <a:pt x="1075078" y="187899"/>
                </a:lnTo>
                <a:lnTo>
                  <a:pt x="1311708" y="187899"/>
                </a:lnTo>
                <a:lnTo>
                  <a:pt x="1311154" y="186755"/>
                </a:lnTo>
                <a:close/>
              </a:path>
              <a:path w="2190750" h="1501139">
                <a:moveTo>
                  <a:pt x="1018015" y="165195"/>
                </a:moveTo>
                <a:lnTo>
                  <a:pt x="1073705" y="187353"/>
                </a:lnTo>
                <a:lnTo>
                  <a:pt x="1072383" y="186755"/>
                </a:lnTo>
                <a:lnTo>
                  <a:pt x="1311154" y="186755"/>
                </a:lnTo>
                <a:lnTo>
                  <a:pt x="1300818" y="166084"/>
                </a:lnTo>
                <a:lnTo>
                  <a:pt x="1300348" y="165677"/>
                </a:lnTo>
                <a:lnTo>
                  <a:pt x="1019416" y="165677"/>
                </a:lnTo>
                <a:lnTo>
                  <a:pt x="1018015" y="165195"/>
                </a:lnTo>
                <a:close/>
              </a:path>
              <a:path w="2190750" h="1501139">
                <a:moveTo>
                  <a:pt x="1016603" y="164633"/>
                </a:moveTo>
                <a:lnTo>
                  <a:pt x="1018015" y="165195"/>
                </a:lnTo>
                <a:lnTo>
                  <a:pt x="1019416" y="165677"/>
                </a:lnTo>
                <a:lnTo>
                  <a:pt x="1016603" y="164633"/>
                </a:lnTo>
                <a:close/>
              </a:path>
              <a:path w="2190750" h="1501139">
                <a:moveTo>
                  <a:pt x="1299141" y="164633"/>
                </a:moveTo>
                <a:lnTo>
                  <a:pt x="1016603" y="164633"/>
                </a:lnTo>
                <a:lnTo>
                  <a:pt x="1019416" y="165677"/>
                </a:lnTo>
                <a:lnTo>
                  <a:pt x="1300348" y="165677"/>
                </a:lnTo>
                <a:lnTo>
                  <a:pt x="1299141" y="164633"/>
                </a:lnTo>
                <a:close/>
              </a:path>
              <a:path w="2190750" h="1501139">
                <a:moveTo>
                  <a:pt x="962216" y="145994"/>
                </a:moveTo>
                <a:lnTo>
                  <a:pt x="1018015" y="165195"/>
                </a:lnTo>
                <a:lnTo>
                  <a:pt x="1016603" y="164633"/>
                </a:lnTo>
                <a:lnTo>
                  <a:pt x="1299141" y="164633"/>
                </a:lnTo>
                <a:lnTo>
                  <a:pt x="1281747" y="149587"/>
                </a:lnTo>
                <a:lnTo>
                  <a:pt x="1276148" y="146426"/>
                </a:lnTo>
                <a:lnTo>
                  <a:pt x="963704" y="146426"/>
                </a:lnTo>
                <a:lnTo>
                  <a:pt x="962216" y="145994"/>
                </a:lnTo>
                <a:close/>
              </a:path>
              <a:path w="2190750" h="1501139">
                <a:moveTo>
                  <a:pt x="960767" y="145495"/>
                </a:moveTo>
                <a:lnTo>
                  <a:pt x="962216" y="145994"/>
                </a:lnTo>
                <a:lnTo>
                  <a:pt x="963704" y="146426"/>
                </a:lnTo>
                <a:lnTo>
                  <a:pt x="960767" y="145495"/>
                </a:lnTo>
                <a:close/>
              </a:path>
              <a:path w="2190750" h="1501139">
                <a:moveTo>
                  <a:pt x="1274499" y="145495"/>
                </a:moveTo>
                <a:lnTo>
                  <a:pt x="960767" y="145495"/>
                </a:lnTo>
                <a:lnTo>
                  <a:pt x="963704" y="146426"/>
                </a:lnTo>
                <a:lnTo>
                  <a:pt x="1276148" y="146426"/>
                </a:lnTo>
                <a:lnTo>
                  <a:pt x="1274499" y="145495"/>
                </a:lnTo>
                <a:close/>
              </a:path>
              <a:path w="2190750" h="1501139">
                <a:moveTo>
                  <a:pt x="906491" y="129795"/>
                </a:moveTo>
                <a:lnTo>
                  <a:pt x="962216" y="145994"/>
                </a:lnTo>
                <a:lnTo>
                  <a:pt x="960767" y="145495"/>
                </a:lnTo>
                <a:lnTo>
                  <a:pt x="1274499" y="145495"/>
                </a:lnTo>
                <a:lnTo>
                  <a:pt x="1247344" y="130165"/>
                </a:lnTo>
                <a:lnTo>
                  <a:pt x="908051" y="130165"/>
                </a:lnTo>
                <a:lnTo>
                  <a:pt x="906491" y="129795"/>
                </a:lnTo>
                <a:close/>
              </a:path>
              <a:path w="2190750" h="1501139">
                <a:moveTo>
                  <a:pt x="904990" y="129359"/>
                </a:moveTo>
                <a:lnTo>
                  <a:pt x="906491" y="129795"/>
                </a:lnTo>
                <a:lnTo>
                  <a:pt x="908051" y="130165"/>
                </a:lnTo>
                <a:lnTo>
                  <a:pt x="904990" y="129359"/>
                </a:lnTo>
                <a:close/>
              </a:path>
              <a:path w="2190750" h="1501139">
                <a:moveTo>
                  <a:pt x="1245915" y="129359"/>
                </a:moveTo>
                <a:lnTo>
                  <a:pt x="904990" y="129359"/>
                </a:lnTo>
                <a:lnTo>
                  <a:pt x="908051" y="130165"/>
                </a:lnTo>
                <a:lnTo>
                  <a:pt x="1247344" y="130165"/>
                </a:lnTo>
                <a:lnTo>
                  <a:pt x="1245915" y="129359"/>
                </a:lnTo>
                <a:close/>
              </a:path>
              <a:path w="2190750" h="1501139">
                <a:moveTo>
                  <a:pt x="887969" y="0"/>
                </a:moveTo>
                <a:lnTo>
                  <a:pt x="865188" y="8579"/>
                </a:lnTo>
                <a:lnTo>
                  <a:pt x="847286" y="25074"/>
                </a:lnTo>
                <a:lnTo>
                  <a:pt x="836723" y="47971"/>
                </a:lnTo>
                <a:lnTo>
                  <a:pt x="835869" y="73172"/>
                </a:lnTo>
                <a:lnTo>
                  <a:pt x="844448" y="95953"/>
                </a:lnTo>
                <a:lnTo>
                  <a:pt x="860944" y="113856"/>
                </a:lnTo>
                <a:lnTo>
                  <a:pt x="883841" y="124420"/>
                </a:lnTo>
                <a:lnTo>
                  <a:pt x="906491" y="129795"/>
                </a:lnTo>
                <a:lnTo>
                  <a:pt x="904990" y="129359"/>
                </a:lnTo>
                <a:lnTo>
                  <a:pt x="1245915" y="129359"/>
                </a:lnTo>
                <a:lnTo>
                  <a:pt x="1184220" y="97954"/>
                </a:lnTo>
                <a:lnTo>
                  <a:pt x="1123390" y="70438"/>
                </a:lnTo>
                <a:lnTo>
                  <a:pt x="1062159" y="46076"/>
                </a:lnTo>
                <a:lnTo>
                  <a:pt x="1000634" y="24905"/>
                </a:lnTo>
                <a:lnTo>
                  <a:pt x="938921" y="6965"/>
                </a:lnTo>
                <a:lnTo>
                  <a:pt x="913170" y="852"/>
                </a:lnTo>
                <a:lnTo>
                  <a:pt x="887969" y="0"/>
                </a:lnTo>
                <a:close/>
              </a:path>
              <a:path w="2190750" h="1501139">
                <a:moveTo>
                  <a:pt x="1939590" y="817942"/>
                </a:moveTo>
                <a:lnTo>
                  <a:pt x="1798685" y="817942"/>
                </a:lnTo>
                <a:lnTo>
                  <a:pt x="1799591" y="819324"/>
                </a:lnTo>
                <a:lnTo>
                  <a:pt x="1823546" y="856984"/>
                </a:lnTo>
                <a:lnTo>
                  <a:pt x="1841031" y="875152"/>
                </a:lnTo>
                <a:lnTo>
                  <a:pt x="1863351" y="884869"/>
                </a:lnTo>
                <a:lnTo>
                  <a:pt x="1887686" y="885507"/>
                </a:lnTo>
                <a:lnTo>
                  <a:pt x="1911215" y="876440"/>
                </a:lnTo>
                <a:lnTo>
                  <a:pt x="1929384" y="858955"/>
                </a:lnTo>
                <a:lnTo>
                  <a:pt x="1939100" y="836635"/>
                </a:lnTo>
                <a:lnTo>
                  <a:pt x="1939590" y="817942"/>
                </a:lnTo>
                <a:close/>
              </a:path>
              <a:path w="2190750" h="1501139">
                <a:moveTo>
                  <a:pt x="1799126" y="818634"/>
                </a:moveTo>
                <a:lnTo>
                  <a:pt x="1799565" y="819324"/>
                </a:lnTo>
                <a:lnTo>
                  <a:pt x="1799126" y="818634"/>
                </a:lnTo>
                <a:close/>
              </a:path>
              <a:path w="2190750" h="1501139">
                <a:moveTo>
                  <a:pt x="1922882" y="776538"/>
                </a:moveTo>
                <a:lnTo>
                  <a:pt x="1770756" y="776538"/>
                </a:lnTo>
                <a:lnTo>
                  <a:pt x="1771700" y="777901"/>
                </a:lnTo>
                <a:lnTo>
                  <a:pt x="1799126" y="818634"/>
                </a:lnTo>
                <a:lnTo>
                  <a:pt x="1798685" y="817942"/>
                </a:lnTo>
                <a:lnTo>
                  <a:pt x="1939590" y="817942"/>
                </a:lnTo>
                <a:lnTo>
                  <a:pt x="1939738" y="812300"/>
                </a:lnTo>
                <a:lnTo>
                  <a:pt x="1930671" y="788771"/>
                </a:lnTo>
                <a:lnTo>
                  <a:pt x="1922882" y="776538"/>
                </a:lnTo>
                <a:close/>
              </a:path>
              <a:path w="2190750" h="1501139">
                <a:moveTo>
                  <a:pt x="1771212" y="777215"/>
                </a:moveTo>
                <a:lnTo>
                  <a:pt x="1771674" y="777901"/>
                </a:lnTo>
                <a:lnTo>
                  <a:pt x="1771212" y="777215"/>
                </a:lnTo>
                <a:close/>
              </a:path>
              <a:path w="2190750" h="1501139">
                <a:moveTo>
                  <a:pt x="1896495" y="735866"/>
                </a:moveTo>
                <a:lnTo>
                  <a:pt x="1741746" y="735866"/>
                </a:lnTo>
                <a:lnTo>
                  <a:pt x="1742963" y="737516"/>
                </a:lnTo>
                <a:lnTo>
                  <a:pt x="1771212" y="777215"/>
                </a:lnTo>
                <a:lnTo>
                  <a:pt x="1770756" y="776538"/>
                </a:lnTo>
                <a:lnTo>
                  <a:pt x="1922882" y="776538"/>
                </a:lnTo>
                <a:lnTo>
                  <a:pt x="1905368" y="749032"/>
                </a:lnTo>
                <a:lnTo>
                  <a:pt x="1896495" y="735866"/>
                </a:lnTo>
                <a:close/>
              </a:path>
              <a:path w="2190750" h="1501139">
                <a:moveTo>
                  <a:pt x="1742335" y="736693"/>
                </a:moveTo>
                <a:lnTo>
                  <a:pt x="1742922" y="737516"/>
                </a:lnTo>
                <a:lnTo>
                  <a:pt x="1742335" y="736693"/>
                </a:lnTo>
                <a:close/>
              </a:path>
              <a:path w="2190750" h="1501139">
                <a:moveTo>
                  <a:pt x="1741746" y="735866"/>
                </a:moveTo>
                <a:lnTo>
                  <a:pt x="1742335" y="736693"/>
                </a:lnTo>
                <a:lnTo>
                  <a:pt x="1742963" y="737516"/>
                </a:lnTo>
                <a:lnTo>
                  <a:pt x="1741746" y="735866"/>
                </a:lnTo>
                <a:close/>
              </a:path>
              <a:path w="2190750" h="1501139">
                <a:moveTo>
                  <a:pt x="1855574" y="676760"/>
                </a:moveTo>
                <a:lnTo>
                  <a:pt x="1696638" y="676760"/>
                </a:lnTo>
                <a:lnTo>
                  <a:pt x="1698164" y="678681"/>
                </a:lnTo>
                <a:lnTo>
                  <a:pt x="1742335" y="736693"/>
                </a:lnTo>
                <a:lnTo>
                  <a:pt x="1741746" y="735866"/>
                </a:lnTo>
                <a:lnTo>
                  <a:pt x="1896495" y="735866"/>
                </a:lnTo>
                <a:lnTo>
                  <a:pt x="1875608" y="704874"/>
                </a:lnTo>
                <a:lnTo>
                  <a:pt x="1855574" y="676760"/>
                </a:lnTo>
                <a:close/>
              </a:path>
              <a:path w="2190750" h="1501139">
                <a:moveTo>
                  <a:pt x="1697362" y="677710"/>
                </a:moveTo>
                <a:lnTo>
                  <a:pt x="1698103" y="678681"/>
                </a:lnTo>
                <a:lnTo>
                  <a:pt x="1697362" y="677710"/>
                </a:lnTo>
                <a:close/>
              </a:path>
              <a:path w="2190750" h="1501139">
                <a:moveTo>
                  <a:pt x="1696638" y="676760"/>
                </a:moveTo>
                <a:lnTo>
                  <a:pt x="1697362" y="677710"/>
                </a:lnTo>
                <a:lnTo>
                  <a:pt x="1698164" y="678681"/>
                </a:lnTo>
                <a:lnTo>
                  <a:pt x="1696638" y="676760"/>
                </a:lnTo>
                <a:close/>
              </a:path>
              <a:path w="2190750" h="1501139">
                <a:moveTo>
                  <a:pt x="1813552" y="620637"/>
                </a:moveTo>
                <a:lnTo>
                  <a:pt x="1650252" y="620637"/>
                </a:lnTo>
                <a:lnTo>
                  <a:pt x="1651862" y="622511"/>
                </a:lnTo>
                <a:lnTo>
                  <a:pt x="1697362" y="677710"/>
                </a:lnTo>
                <a:lnTo>
                  <a:pt x="1696638" y="676760"/>
                </a:lnTo>
                <a:lnTo>
                  <a:pt x="1855574" y="676760"/>
                </a:lnTo>
                <a:lnTo>
                  <a:pt x="1844577" y="661329"/>
                </a:lnTo>
                <a:lnTo>
                  <a:pt x="1813552" y="620637"/>
                </a:lnTo>
                <a:close/>
              </a:path>
              <a:path w="2190750" h="1501139">
                <a:moveTo>
                  <a:pt x="1651029" y="621579"/>
                </a:moveTo>
                <a:lnTo>
                  <a:pt x="1651799" y="622511"/>
                </a:lnTo>
                <a:lnTo>
                  <a:pt x="1651029" y="621579"/>
                </a:lnTo>
                <a:close/>
              </a:path>
              <a:path w="2190750" h="1501139">
                <a:moveTo>
                  <a:pt x="1650252" y="620637"/>
                </a:moveTo>
                <a:lnTo>
                  <a:pt x="1651029" y="621579"/>
                </a:lnTo>
                <a:lnTo>
                  <a:pt x="1651862" y="622511"/>
                </a:lnTo>
                <a:lnTo>
                  <a:pt x="1650252" y="620637"/>
                </a:lnTo>
                <a:close/>
              </a:path>
              <a:path w="2190750" h="1501139">
                <a:moveTo>
                  <a:pt x="1770825" y="567206"/>
                </a:moveTo>
                <a:lnTo>
                  <a:pt x="1602472" y="567206"/>
                </a:lnTo>
                <a:lnTo>
                  <a:pt x="1604167" y="569031"/>
                </a:lnTo>
                <a:lnTo>
                  <a:pt x="1651029" y="621579"/>
                </a:lnTo>
                <a:lnTo>
                  <a:pt x="1650252" y="620637"/>
                </a:lnTo>
                <a:lnTo>
                  <a:pt x="1813552" y="620637"/>
                </a:lnTo>
                <a:lnTo>
                  <a:pt x="1796888" y="598781"/>
                </a:lnTo>
                <a:lnTo>
                  <a:pt x="1770825" y="567206"/>
                </a:lnTo>
                <a:close/>
              </a:path>
              <a:path w="2190750" h="1501139">
                <a:moveTo>
                  <a:pt x="1603300" y="568134"/>
                </a:moveTo>
                <a:lnTo>
                  <a:pt x="1604102" y="569031"/>
                </a:lnTo>
                <a:lnTo>
                  <a:pt x="1603300" y="568134"/>
                </a:lnTo>
                <a:close/>
              </a:path>
              <a:path w="2190750" h="1501139">
                <a:moveTo>
                  <a:pt x="1602472" y="567206"/>
                </a:moveTo>
                <a:lnTo>
                  <a:pt x="1603300" y="568134"/>
                </a:lnTo>
                <a:lnTo>
                  <a:pt x="1604167" y="569031"/>
                </a:lnTo>
                <a:lnTo>
                  <a:pt x="1602472" y="567206"/>
                </a:lnTo>
                <a:close/>
              </a:path>
              <a:path w="2190750" h="1501139">
                <a:moveTo>
                  <a:pt x="1646974" y="457326"/>
                </a:moveTo>
                <a:lnTo>
                  <a:pt x="1623002" y="461564"/>
                </a:lnTo>
                <a:lnTo>
                  <a:pt x="1601759" y="475149"/>
                </a:lnTo>
                <a:lnTo>
                  <a:pt x="1587450" y="495912"/>
                </a:lnTo>
                <a:lnTo>
                  <a:pt x="1582390" y="519724"/>
                </a:lnTo>
                <a:lnTo>
                  <a:pt x="1586627" y="543695"/>
                </a:lnTo>
                <a:lnTo>
                  <a:pt x="1600212" y="564938"/>
                </a:lnTo>
                <a:lnTo>
                  <a:pt x="1603300" y="568134"/>
                </a:lnTo>
                <a:lnTo>
                  <a:pt x="1602472" y="567206"/>
                </a:lnTo>
                <a:lnTo>
                  <a:pt x="1770825" y="567206"/>
                </a:lnTo>
                <a:lnTo>
                  <a:pt x="1747409" y="538838"/>
                </a:lnTo>
                <a:lnTo>
                  <a:pt x="1696368" y="481683"/>
                </a:lnTo>
                <a:lnTo>
                  <a:pt x="1691548" y="476695"/>
                </a:lnTo>
                <a:lnTo>
                  <a:pt x="1670785" y="462386"/>
                </a:lnTo>
                <a:lnTo>
                  <a:pt x="1646974" y="457326"/>
                </a:lnTo>
                <a:close/>
              </a:path>
              <a:path w="2190750" h="1501139">
                <a:moveTo>
                  <a:pt x="2184936" y="1403514"/>
                </a:moveTo>
                <a:lnTo>
                  <a:pt x="2054667" y="1403514"/>
                </a:lnTo>
                <a:lnTo>
                  <a:pt x="2055079" y="1405215"/>
                </a:lnTo>
                <a:lnTo>
                  <a:pt x="2065836" y="1452427"/>
                </a:lnTo>
                <a:lnTo>
                  <a:pt x="2076203" y="1475412"/>
                </a:lnTo>
                <a:lnTo>
                  <a:pt x="2093964" y="1492060"/>
                </a:lnTo>
                <a:lnTo>
                  <a:pt x="2116671" y="1500833"/>
                </a:lnTo>
                <a:lnTo>
                  <a:pt x="2141879" y="1500195"/>
                </a:lnTo>
                <a:lnTo>
                  <a:pt x="2164865" y="1489828"/>
                </a:lnTo>
                <a:lnTo>
                  <a:pt x="2181513" y="1472068"/>
                </a:lnTo>
                <a:lnTo>
                  <a:pt x="2190286" y="1449360"/>
                </a:lnTo>
                <a:lnTo>
                  <a:pt x="2189649" y="1424153"/>
                </a:lnTo>
                <a:lnTo>
                  <a:pt x="2184936" y="1403514"/>
                </a:lnTo>
                <a:close/>
              </a:path>
              <a:path w="2190750" h="1501139">
                <a:moveTo>
                  <a:pt x="2054864" y="1404378"/>
                </a:moveTo>
                <a:lnTo>
                  <a:pt x="2055055" y="1405215"/>
                </a:lnTo>
                <a:lnTo>
                  <a:pt x="2054864" y="1404378"/>
                </a:lnTo>
                <a:close/>
              </a:path>
              <a:path w="2190750" h="1501139">
                <a:moveTo>
                  <a:pt x="2173669" y="1356468"/>
                </a:moveTo>
                <a:lnTo>
                  <a:pt x="2042525" y="1356468"/>
                </a:lnTo>
                <a:lnTo>
                  <a:pt x="2042979" y="1358137"/>
                </a:lnTo>
                <a:lnTo>
                  <a:pt x="2054864" y="1404378"/>
                </a:lnTo>
                <a:lnTo>
                  <a:pt x="2054667" y="1403514"/>
                </a:lnTo>
                <a:lnTo>
                  <a:pt x="2184936" y="1403514"/>
                </a:lnTo>
                <a:lnTo>
                  <a:pt x="2178285" y="1374388"/>
                </a:lnTo>
                <a:lnTo>
                  <a:pt x="2173669" y="1356468"/>
                </a:lnTo>
                <a:close/>
              </a:path>
              <a:path w="2190750" h="1501139">
                <a:moveTo>
                  <a:pt x="2042747" y="1357329"/>
                </a:moveTo>
                <a:lnTo>
                  <a:pt x="2042955" y="1358137"/>
                </a:lnTo>
                <a:lnTo>
                  <a:pt x="2042747" y="1357329"/>
                </a:lnTo>
                <a:close/>
              </a:path>
              <a:path w="2190750" h="1501139">
                <a:moveTo>
                  <a:pt x="2161179" y="1309599"/>
                </a:moveTo>
                <a:lnTo>
                  <a:pt x="2029060" y="1309599"/>
                </a:lnTo>
                <a:lnTo>
                  <a:pt x="2029554" y="1311236"/>
                </a:lnTo>
                <a:lnTo>
                  <a:pt x="2042747" y="1357329"/>
                </a:lnTo>
                <a:lnTo>
                  <a:pt x="2042525" y="1356468"/>
                </a:lnTo>
                <a:lnTo>
                  <a:pt x="2173669" y="1356468"/>
                </a:lnTo>
                <a:lnTo>
                  <a:pt x="2165296" y="1323957"/>
                </a:lnTo>
                <a:lnTo>
                  <a:pt x="2161179" y="1309599"/>
                </a:lnTo>
                <a:close/>
              </a:path>
              <a:path w="2190750" h="1501139">
                <a:moveTo>
                  <a:pt x="2029289" y="1310400"/>
                </a:moveTo>
                <a:lnTo>
                  <a:pt x="2029529" y="1311236"/>
                </a:lnTo>
                <a:lnTo>
                  <a:pt x="2029289" y="1310400"/>
                </a:lnTo>
                <a:close/>
              </a:path>
              <a:path w="2190750" h="1501139">
                <a:moveTo>
                  <a:pt x="2093381" y="1220484"/>
                </a:moveTo>
                <a:lnTo>
                  <a:pt x="2068310" y="1223177"/>
                </a:lnTo>
                <a:lnTo>
                  <a:pt x="2046247" y="1235386"/>
                </a:lnTo>
                <a:lnTo>
                  <a:pt x="2031104" y="1254446"/>
                </a:lnTo>
                <a:lnTo>
                  <a:pt x="2024213" y="1277794"/>
                </a:lnTo>
                <a:lnTo>
                  <a:pt x="2026907" y="1302865"/>
                </a:lnTo>
                <a:lnTo>
                  <a:pt x="2029289" y="1310400"/>
                </a:lnTo>
                <a:lnTo>
                  <a:pt x="2029060" y="1309599"/>
                </a:lnTo>
                <a:lnTo>
                  <a:pt x="2161179" y="1309599"/>
                </a:lnTo>
                <a:lnTo>
                  <a:pt x="2150903" y="1273767"/>
                </a:lnTo>
                <a:lnTo>
                  <a:pt x="2147999" y="1264580"/>
                </a:lnTo>
                <a:lnTo>
                  <a:pt x="2135789" y="1242517"/>
                </a:lnTo>
                <a:lnTo>
                  <a:pt x="2116729" y="1227375"/>
                </a:lnTo>
                <a:lnTo>
                  <a:pt x="2093381" y="122048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35" y="4780991"/>
            <a:ext cx="409575" cy="546100"/>
          </a:xfrm>
          <a:custGeom>
            <a:avLst/>
            <a:gdLst/>
            <a:ahLst/>
            <a:cxnLst/>
            <a:rect l="l" t="t" r="r" b="b"/>
            <a:pathLst>
              <a:path w="409575" h="546100">
                <a:moveTo>
                  <a:pt x="204787" y="0"/>
                </a:moveTo>
                <a:lnTo>
                  <a:pt x="163515" y="5547"/>
                </a:lnTo>
                <a:lnTo>
                  <a:pt x="125074" y="21457"/>
                </a:lnTo>
                <a:lnTo>
                  <a:pt x="90288" y="46632"/>
                </a:lnTo>
                <a:lnTo>
                  <a:pt x="59980" y="79974"/>
                </a:lnTo>
                <a:lnTo>
                  <a:pt x="34974" y="120385"/>
                </a:lnTo>
                <a:lnTo>
                  <a:pt x="16093" y="166766"/>
                </a:lnTo>
                <a:lnTo>
                  <a:pt x="4160" y="218020"/>
                </a:lnTo>
                <a:lnTo>
                  <a:pt x="0" y="273049"/>
                </a:lnTo>
                <a:lnTo>
                  <a:pt x="4160" y="328079"/>
                </a:lnTo>
                <a:lnTo>
                  <a:pt x="16093" y="379333"/>
                </a:lnTo>
                <a:lnTo>
                  <a:pt x="34974" y="425715"/>
                </a:lnTo>
                <a:lnTo>
                  <a:pt x="59980" y="466125"/>
                </a:lnTo>
                <a:lnTo>
                  <a:pt x="90288" y="499467"/>
                </a:lnTo>
                <a:lnTo>
                  <a:pt x="125074" y="524642"/>
                </a:lnTo>
                <a:lnTo>
                  <a:pt x="163515" y="540552"/>
                </a:lnTo>
                <a:lnTo>
                  <a:pt x="204787" y="546099"/>
                </a:lnTo>
                <a:lnTo>
                  <a:pt x="246059" y="540552"/>
                </a:lnTo>
                <a:lnTo>
                  <a:pt x="284500" y="524642"/>
                </a:lnTo>
                <a:lnTo>
                  <a:pt x="319286" y="499467"/>
                </a:lnTo>
                <a:lnTo>
                  <a:pt x="349594" y="466125"/>
                </a:lnTo>
                <a:lnTo>
                  <a:pt x="374600" y="425715"/>
                </a:lnTo>
                <a:lnTo>
                  <a:pt x="393481" y="379333"/>
                </a:lnTo>
                <a:lnTo>
                  <a:pt x="405414" y="328079"/>
                </a:lnTo>
                <a:lnTo>
                  <a:pt x="409575" y="273049"/>
                </a:lnTo>
                <a:lnTo>
                  <a:pt x="405414" y="218020"/>
                </a:lnTo>
                <a:lnTo>
                  <a:pt x="393481" y="166766"/>
                </a:lnTo>
                <a:lnTo>
                  <a:pt x="374600" y="120385"/>
                </a:lnTo>
                <a:lnTo>
                  <a:pt x="349594" y="79974"/>
                </a:lnTo>
                <a:lnTo>
                  <a:pt x="319286" y="46632"/>
                </a:lnTo>
                <a:lnTo>
                  <a:pt x="284500" y="21457"/>
                </a:lnTo>
                <a:lnTo>
                  <a:pt x="246059" y="5547"/>
                </a:lnTo>
                <a:lnTo>
                  <a:pt x="204787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06353" y="1519935"/>
            <a:ext cx="3639185" cy="1092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89500"/>
              </a:lnSpc>
              <a:spcBef>
                <a:spcPts val="340"/>
              </a:spcBef>
            </a:pPr>
            <a:r>
              <a:rPr sz="1900" dirty="0"/>
              <a:t>Once</a:t>
            </a:r>
            <a:r>
              <a:rPr sz="1900" spc="-45" dirty="0"/>
              <a:t> </a:t>
            </a:r>
            <a:r>
              <a:rPr sz="1900" dirty="0"/>
              <a:t>you</a:t>
            </a:r>
            <a:r>
              <a:rPr sz="1900" spc="-40" dirty="0"/>
              <a:t> </a:t>
            </a:r>
            <a:r>
              <a:rPr sz="1900" spc="-10" dirty="0"/>
              <a:t>content</a:t>
            </a:r>
            <a:r>
              <a:rPr sz="1900" spc="-45" dirty="0"/>
              <a:t> </a:t>
            </a:r>
            <a:r>
              <a:rPr sz="1900" dirty="0"/>
              <a:t>has</a:t>
            </a:r>
            <a:r>
              <a:rPr sz="1900" spc="-45" dirty="0"/>
              <a:t> </a:t>
            </a:r>
            <a:r>
              <a:rPr sz="1900" dirty="0"/>
              <a:t>been</a:t>
            </a:r>
            <a:r>
              <a:rPr sz="1900" spc="-45" dirty="0"/>
              <a:t> </a:t>
            </a:r>
            <a:r>
              <a:rPr sz="1900" spc="-10" dirty="0"/>
              <a:t>collected </a:t>
            </a:r>
            <a:r>
              <a:rPr sz="1900" dirty="0"/>
              <a:t>and</a:t>
            </a:r>
            <a:r>
              <a:rPr lang="nb-NO" sz="1900" dirty="0"/>
              <a:t> </a:t>
            </a:r>
            <a:r>
              <a:rPr lang="nb-NO" sz="1900" spc="-40" dirty="0" err="1"/>
              <a:t>sorted</a:t>
            </a:r>
            <a:r>
              <a:rPr lang="nb-NO" sz="1900" spc="-40" dirty="0"/>
              <a:t> </a:t>
            </a:r>
            <a:r>
              <a:rPr sz="1900" dirty="0"/>
              <a:t>then</a:t>
            </a:r>
            <a:r>
              <a:rPr sz="1900" spc="-40" dirty="0"/>
              <a:t> </a:t>
            </a:r>
            <a:r>
              <a:rPr sz="1900" dirty="0"/>
              <a:t>the</a:t>
            </a:r>
            <a:r>
              <a:rPr sz="1900" spc="-35" dirty="0"/>
              <a:t> </a:t>
            </a:r>
            <a:r>
              <a:rPr sz="1900" dirty="0"/>
              <a:t>decision</a:t>
            </a:r>
            <a:r>
              <a:rPr sz="1900" spc="-40" dirty="0"/>
              <a:t> </a:t>
            </a:r>
            <a:r>
              <a:rPr sz="1900" spc="-25" dirty="0"/>
              <a:t>on </a:t>
            </a:r>
            <a:r>
              <a:rPr sz="1900" dirty="0"/>
              <a:t>what</a:t>
            </a:r>
            <a:r>
              <a:rPr sz="1900" spc="-45" dirty="0"/>
              <a:t> </a:t>
            </a:r>
            <a:r>
              <a:rPr sz="1900" dirty="0"/>
              <a:t>to</a:t>
            </a:r>
            <a:r>
              <a:rPr sz="1900" spc="-45" dirty="0"/>
              <a:t> </a:t>
            </a:r>
            <a:r>
              <a:rPr sz="1900" dirty="0"/>
              <a:t>include</a:t>
            </a:r>
            <a:r>
              <a:rPr sz="1900" spc="-35" dirty="0"/>
              <a:t> </a:t>
            </a:r>
            <a:r>
              <a:rPr sz="1900" dirty="0"/>
              <a:t>needs</a:t>
            </a:r>
            <a:r>
              <a:rPr sz="1900" spc="-50" dirty="0"/>
              <a:t> </a:t>
            </a:r>
            <a:r>
              <a:rPr sz="1900" dirty="0"/>
              <a:t>to</a:t>
            </a:r>
            <a:r>
              <a:rPr sz="1900" spc="-45" dirty="0"/>
              <a:t> </a:t>
            </a:r>
            <a:r>
              <a:rPr sz="1900" dirty="0"/>
              <a:t>be</a:t>
            </a:r>
            <a:r>
              <a:rPr sz="1900" spc="-35" dirty="0"/>
              <a:t> </a:t>
            </a:r>
            <a:r>
              <a:rPr sz="1900" spc="-20" dirty="0"/>
              <a:t>made </a:t>
            </a:r>
            <a:r>
              <a:rPr sz="1900" dirty="0"/>
              <a:t>alongside</a:t>
            </a:r>
            <a:r>
              <a:rPr sz="1900" spc="-65" dirty="0"/>
              <a:t> </a:t>
            </a:r>
            <a:r>
              <a:rPr sz="1900" dirty="0"/>
              <a:t>their</a:t>
            </a:r>
            <a:r>
              <a:rPr sz="1900" spc="-65" dirty="0"/>
              <a:t> </a:t>
            </a:r>
            <a:r>
              <a:rPr sz="1900" spc="-10" dirty="0"/>
              <a:t>priorities.</a:t>
            </a:r>
            <a:endParaRPr sz="190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106353" y="3019552"/>
            <a:ext cx="3948429" cy="58356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310"/>
              </a:spcBef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key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decision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how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content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will </a:t>
            </a:r>
            <a:r>
              <a:rPr sz="1900" dirty="0">
                <a:latin typeface="Calibri"/>
                <a:cs typeface="Calibri"/>
              </a:rPr>
              <a:t>support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strategy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objectives.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06353" y="4010152"/>
            <a:ext cx="3810000" cy="56832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>
              <a:lnSpc>
                <a:spcPts val="1989"/>
              </a:lnSpc>
              <a:spcBef>
                <a:spcPts val="405"/>
              </a:spcBef>
            </a:pPr>
            <a:r>
              <a:rPr sz="1900" dirty="0">
                <a:latin typeface="Calibri"/>
                <a:cs typeface="Calibri"/>
              </a:rPr>
              <a:t>This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should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help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hierarchy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</a:t>
            </a:r>
            <a:r>
              <a:rPr sz="1900" spc="-10" dirty="0">
                <a:latin typeface="Calibri"/>
                <a:cs typeface="Calibri"/>
              </a:rPr>
              <a:t>content.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252" y="3073714"/>
            <a:ext cx="1624965" cy="518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Summary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dirty="0"/>
              <a:t>Defining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scope</a:t>
            </a:r>
            <a:r>
              <a:rPr spc="-3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your</a:t>
            </a:r>
            <a:r>
              <a:rPr spc="-30" dirty="0"/>
              <a:t> </a:t>
            </a:r>
            <a:r>
              <a:rPr dirty="0"/>
              <a:t>project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both: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dirty="0"/>
              <a:t>valuable</a:t>
            </a:r>
            <a:r>
              <a:rPr spc="-45" dirty="0"/>
              <a:t> </a:t>
            </a:r>
            <a:r>
              <a:rPr b="1" i="1" dirty="0">
                <a:latin typeface="Calibri"/>
                <a:cs typeface="Calibri"/>
              </a:rPr>
              <a:t>process</a:t>
            </a:r>
            <a:r>
              <a:rPr b="1" i="1" spc="-40" dirty="0">
                <a:latin typeface="Calibri"/>
                <a:cs typeface="Calibri"/>
              </a:rPr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results</a:t>
            </a:r>
            <a:r>
              <a:rPr spc="-3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valuable </a:t>
            </a:r>
            <a:r>
              <a:rPr b="1" i="1" spc="-10" dirty="0">
                <a:latin typeface="Calibri"/>
                <a:cs typeface="Calibri"/>
              </a:rPr>
              <a:t>product</a:t>
            </a:r>
            <a:r>
              <a:rPr spc="-10" dirty="0"/>
              <a:t>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2985008"/>
            <a:ext cx="35058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result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proper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scope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is: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50" dirty="0">
                <a:latin typeface="Calibri"/>
                <a:cs typeface="Calibri"/>
              </a:rPr>
              <a:t>-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221" y="3378200"/>
            <a:ext cx="5000625" cy="13119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527050" marR="25400" indent="-514350">
              <a:lnSpc>
                <a:spcPts val="2210"/>
              </a:lnSpc>
              <a:spcBef>
                <a:spcPts val="430"/>
              </a:spcBef>
              <a:buAutoNum type="arabicPeriod"/>
              <a:tabLst>
                <a:tab pos="527050" algn="l"/>
              </a:tabLst>
            </a:pPr>
            <a:r>
              <a:rPr sz="2100" dirty="0">
                <a:latin typeface="Calibri"/>
                <a:cs typeface="Calibri"/>
              </a:rPr>
              <a:t>tells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you,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client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development </a:t>
            </a:r>
            <a:r>
              <a:rPr sz="2100" dirty="0">
                <a:latin typeface="Calibri"/>
                <a:cs typeface="Calibri"/>
              </a:rPr>
              <a:t>team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what</a:t>
            </a:r>
            <a:r>
              <a:rPr sz="2100" b="1" i="1" spc="-4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you</a:t>
            </a:r>
            <a:r>
              <a:rPr sz="2100" b="1" i="1" spc="-3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are</a:t>
            </a:r>
            <a:r>
              <a:rPr sz="2100" b="1" i="1" spc="-35" dirty="0">
                <a:latin typeface="Calibri"/>
                <a:cs typeface="Calibri"/>
              </a:rPr>
              <a:t> </a:t>
            </a:r>
            <a:r>
              <a:rPr sz="2100" b="1" i="1" spc="-10" dirty="0">
                <a:latin typeface="Calibri"/>
                <a:cs typeface="Calibri"/>
              </a:rPr>
              <a:t>building</a:t>
            </a:r>
            <a:endParaRPr sz="2100">
              <a:latin typeface="Calibri"/>
              <a:cs typeface="Calibri"/>
            </a:endParaRPr>
          </a:p>
          <a:p>
            <a:pPr marL="527050" marR="5080" indent="-514350">
              <a:lnSpc>
                <a:spcPts val="2300"/>
              </a:lnSpc>
              <a:spcBef>
                <a:spcPts val="810"/>
              </a:spcBef>
              <a:buAutoNum type="arabicPeriod"/>
              <a:tabLst>
                <a:tab pos="527050" algn="l"/>
              </a:tabLst>
            </a:pPr>
            <a:r>
              <a:rPr sz="2100" spc="-30" dirty="0">
                <a:latin typeface="Calibri"/>
                <a:cs typeface="Calibri"/>
              </a:rPr>
              <a:t>Tells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you,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client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development </a:t>
            </a:r>
            <a:r>
              <a:rPr sz="2100" dirty="0">
                <a:latin typeface="Calibri"/>
                <a:cs typeface="Calibri"/>
              </a:rPr>
              <a:t>team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what</a:t>
            </a:r>
            <a:r>
              <a:rPr sz="2100" b="1" i="1" spc="-35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you</a:t>
            </a:r>
            <a:r>
              <a:rPr sz="2100" b="1" i="1" spc="-30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are</a:t>
            </a:r>
            <a:r>
              <a:rPr sz="2100" b="1" i="1" spc="-25" dirty="0">
                <a:latin typeface="Calibri"/>
                <a:cs typeface="Calibri"/>
              </a:rPr>
              <a:t> </a:t>
            </a:r>
            <a:r>
              <a:rPr sz="2100" b="1" i="1" dirty="0">
                <a:latin typeface="Calibri"/>
                <a:cs typeface="Calibri"/>
              </a:rPr>
              <a:t>not</a:t>
            </a:r>
            <a:r>
              <a:rPr sz="2100" b="1" i="1" spc="-35" dirty="0">
                <a:latin typeface="Calibri"/>
                <a:cs typeface="Calibri"/>
              </a:rPr>
              <a:t> </a:t>
            </a:r>
            <a:r>
              <a:rPr sz="2100" b="1" i="1" spc="-10" dirty="0">
                <a:latin typeface="Calibri"/>
                <a:cs typeface="Calibri"/>
              </a:rPr>
              <a:t>building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0395" y="2845114"/>
            <a:ext cx="1369060" cy="975994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40005">
              <a:lnSpc>
                <a:spcPts val="3600"/>
              </a:lnSpc>
              <a:spcBef>
                <a:spcPts val="455"/>
              </a:spcBef>
            </a:pPr>
            <a:r>
              <a:rPr sz="3200" spc="-10" dirty="0">
                <a:solidFill>
                  <a:srgbClr val="FFFFFF"/>
                </a:solidFill>
                <a:latin typeface="Calibri Light"/>
                <a:cs typeface="Calibri Light"/>
              </a:rPr>
              <a:t>Further Reading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43818" y="1776625"/>
            <a:ext cx="4099982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Joel</a:t>
            </a:r>
            <a:r>
              <a:rPr spc="-50" dirty="0"/>
              <a:t> </a:t>
            </a:r>
            <a:r>
              <a:rPr dirty="0"/>
              <a:t>Spolsky’s</a:t>
            </a:r>
            <a:r>
              <a:rPr spc="-50" dirty="0"/>
              <a:t> </a:t>
            </a:r>
            <a:r>
              <a:rPr dirty="0"/>
              <a:t>series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articles</a:t>
            </a:r>
            <a:r>
              <a:rPr lang="en-GB" spc="-10" dirty="0"/>
              <a:t>:</a:t>
            </a:r>
            <a:br>
              <a:rPr lang="en-GB" spc="-10" dirty="0"/>
            </a:br>
            <a:br>
              <a:rPr lang="en-GB" spc="-10" dirty="0"/>
            </a:br>
            <a:r>
              <a:rPr lang="en-GB" dirty="0">
                <a:hlinkClick r:id="rId2"/>
              </a:rPr>
              <a:t>Painless Functional Specifications – Part 4: Tips – Joel on Software</a:t>
            </a:r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spc="-25" dirty="0"/>
              <a:t>30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43818" y="3082111"/>
            <a:ext cx="3858895" cy="15901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1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Writing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Spec</a:t>
            </a:r>
            <a:r>
              <a:rPr lang="en-GB" sz="2000" spc="-2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ts val="2210"/>
              </a:lnSpc>
              <a:spcBef>
                <a:spcPts val="910"/>
              </a:spcBef>
              <a:buClr>
                <a:srgbClr val="000000"/>
              </a:buClr>
              <a:tabLst>
                <a:tab pos="184150" algn="l"/>
              </a:tabLst>
            </a:pPr>
            <a:r>
              <a:rPr lang="en-GB" sz="2000" dirty="0">
                <a:hlinkClick r:id="rId3"/>
              </a:rPr>
              <a:t>What Goes Into a Functional Specification? (bridging-the-gap.com)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</TotalTime>
  <Words>2371</Words>
  <Application>Microsoft Macintosh PowerPoint</Application>
  <PresentationFormat>On-screen Show (4:3)</PresentationFormat>
  <Paragraphs>246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Arial MT</vt:lpstr>
      <vt:lpstr>Atkinson Hyperlegible</vt:lpstr>
      <vt:lpstr>Calibri</vt:lpstr>
      <vt:lpstr>Calibri Light</vt:lpstr>
      <vt:lpstr>Wingdings</vt:lpstr>
      <vt:lpstr>Office Theme</vt:lpstr>
      <vt:lpstr>Week 4 User Experience: Scope</vt:lpstr>
      <vt:lpstr>UX Design - Scope</vt:lpstr>
      <vt:lpstr>Describes how a product will work entirely from the user's perspective. It talks about features. It specifies screens, menus, dialogs, and so on.</vt:lpstr>
      <vt:lpstr>Accurate Estimations: Provides precise requirements, enabling programmers to estimate time, resources, and costs effectively.</vt:lpstr>
      <vt:lpstr>Anything to do with business strategy, such as marketing, competitor analysis, metrics etc.</vt:lpstr>
      <vt:lpstr>It is a synthesis of business requirements and user needs – i.e., the Strategy plane.</vt:lpstr>
      <vt:lpstr>All interactions through all interfaces need to be documented </vt:lpstr>
      <vt:lpstr>Source: uml- diagrams.org</vt:lpstr>
      <vt:lpstr>Source: visual- paradigm.com</vt:lpstr>
      <vt:lpstr>Functions and data are closely related and you can’t really describe one without the other.</vt:lpstr>
      <vt:lpstr>There are 2 techniques that can be used to describe entities – Entity Relations Diagrams and/or Class Diagrams  ER diagram (relationships):  are primarily used to represent the relationships between different entities within a system (using primary key, foreign key, weak entity). They help to visualize how data is interconnected, which can inform decisions on data organization and flow.  Class diagram (organisation/functions): describe the structure of a system by showing its classes and the relationships among them, such as attributes, types of attributes, method, the return type of methods, method's parameter, a relationship of a class(inheritance, aggregation etc.). </vt:lpstr>
      <vt:lpstr>Typical level of detail needed for data description in the Functional Spec:</vt:lpstr>
      <vt:lpstr>Source: uml- diagrams.org</vt:lpstr>
      <vt:lpstr>In groups, what are the some of the entities/classes in a website of your choice?  Then see if you can expand the level of detail to include:</vt:lpstr>
      <vt:lpstr>Read this example:</vt:lpstr>
      <vt:lpstr>UX Design - Scope</vt:lpstr>
      <vt:lpstr>All web sites have content. So, it’s necessary to capture all the types of content that will be used on the site. For each type of content identify the following:</vt:lpstr>
      <vt:lpstr>https://www.peachpit.com/articles/article.aspx?p=1681039</vt:lpstr>
      <vt:lpstr>PowerPoint Presentation</vt:lpstr>
      <vt:lpstr>PowerPoint Presentation</vt:lpstr>
      <vt:lpstr>Authority</vt:lpstr>
      <vt:lpstr>Objectivity</vt:lpstr>
      <vt:lpstr>Currency</vt:lpstr>
      <vt:lpstr>Coverage</vt:lpstr>
      <vt:lpstr>PowerPoint Presentation</vt:lpstr>
      <vt:lpstr>Content Audit is the process of creating and maintaining the content inventory.</vt:lpstr>
      <vt:lpstr>PowerPoint Presentation</vt:lpstr>
      <vt:lpstr>PowerPoint Presentation</vt:lpstr>
      <vt:lpstr>Source: https://uxmastery.com/how-to-conduct-a-content-audit/</vt:lpstr>
      <vt:lpstr>Once you content has been collected and sorted then the decision on what to include needs to be made alongside their priorities.</vt:lpstr>
      <vt:lpstr>Defining the scope of your project is both: a valuable process that results in a valuable product.</vt:lpstr>
      <vt:lpstr>Joel Spolsky’s series of articles:  Painless Functional Specifications – Part 4: Tips – Joel on Software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User Experience: Scope</dc:title>
  <cp:lastModifiedBy>Bassma Al-Jubouri</cp:lastModifiedBy>
  <cp:revision>5</cp:revision>
  <dcterms:created xsi:type="dcterms:W3CDTF">2024-02-25T15:41:30Z</dcterms:created>
  <dcterms:modified xsi:type="dcterms:W3CDTF">2025-04-02T14:46:27Z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2023-02-19T00:00:00Z</vt:filetime>
  </property>
  <property fmtid="{D5CDD505-2E9C-101B-9397-08002B2CF9AE}" pid="3" name="LastSaved">
    <vt:filetime>2024-02-25T00:00:00Z</vt:filetime>
  </property>
  <property fmtid="{D5CDD505-2E9C-101B-9397-08002B2CF9AE}" pid="4" name="Producer">
    <vt:lpwstr>macOS Version 12.4 (Build 21F79) Quartz PDFContext</vt:lpwstr>
  </property>
</Properties>
</file>