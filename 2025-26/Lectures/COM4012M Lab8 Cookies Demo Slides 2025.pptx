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5"/>
  </p:notesMasterIdLst>
  <p:sldIdLst>
    <p:sldId id="256" r:id="rId2"/>
    <p:sldId id="386" r:id="rId3"/>
    <p:sldId id="413" r:id="rId4"/>
    <p:sldId id="393" r:id="rId5"/>
    <p:sldId id="395" r:id="rId6"/>
    <p:sldId id="394" r:id="rId7"/>
    <p:sldId id="397" r:id="rId8"/>
    <p:sldId id="369" r:id="rId9"/>
    <p:sldId id="402" r:id="rId10"/>
    <p:sldId id="398" r:id="rId11"/>
    <p:sldId id="412" r:id="rId12"/>
    <p:sldId id="399" r:id="rId13"/>
    <p:sldId id="403" r:id="rId14"/>
    <p:sldId id="400" r:id="rId15"/>
    <p:sldId id="401" r:id="rId16"/>
    <p:sldId id="405" r:id="rId17"/>
    <p:sldId id="406" r:id="rId18"/>
    <p:sldId id="407" r:id="rId19"/>
    <p:sldId id="408" r:id="rId20"/>
    <p:sldId id="409" r:id="rId21"/>
    <p:sldId id="410" r:id="rId22"/>
    <p:sldId id="411" r:id="rId23"/>
    <p:sldId id="316" r:id="rId24"/>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4A5962-7ECB-4F16-903B-E4BF98D12B84}" v="15" dt="2024-04-14T23:27:58.3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06" autoAdjust="0"/>
    <p:restoredTop sz="84737" autoAdjust="0"/>
  </p:normalViewPr>
  <p:slideViewPr>
    <p:cSldViewPr>
      <p:cViewPr varScale="1">
        <p:scale>
          <a:sx n="128" d="100"/>
          <a:sy n="128" d="100"/>
        </p:scale>
        <p:origin x="1560"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Wells" userId="527ade61401a42c1" providerId="LiveId" clId="{A64A5962-7ECB-4F16-903B-E4BF98D12B84}"/>
    <pc:docChg chg="undo custSel addSld delSld modSld sldOrd">
      <pc:chgData name="Alec Wells" userId="527ade61401a42c1" providerId="LiveId" clId="{A64A5962-7ECB-4F16-903B-E4BF98D12B84}" dt="2024-04-14T23:31:47.960" v="2760" actId="20577"/>
      <pc:docMkLst>
        <pc:docMk/>
      </pc:docMkLst>
      <pc:sldChg chg="modSp mod">
        <pc:chgData name="Alec Wells" userId="527ade61401a42c1" providerId="LiveId" clId="{A64A5962-7ECB-4F16-903B-E4BF98D12B84}" dt="2024-04-05T00:27:33.927" v="11" actId="20577"/>
        <pc:sldMkLst>
          <pc:docMk/>
          <pc:sldMk cId="0" sldId="256"/>
        </pc:sldMkLst>
        <pc:spChg chg="mod">
          <ac:chgData name="Alec Wells" userId="527ade61401a42c1" providerId="LiveId" clId="{A64A5962-7ECB-4F16-903B-E4BF98D12B84}" dt="2024-04-05T00:27:29.464" v="7" actId="20577"/>
          <ac:spMkLst>
            <pc:docMk/>
            <pc:sldMk cId="0" sldId="256"/>
            <ac:spMk id="2050" creationId="{CBD22B11-C1DB-B6A6-2EEE-0A845FB70593}"/>
          </ac:spMkLst>
        </pc:spChg>
        <pc:spChg chg="mod">
          <ac:chgData name="Alec Wells" userId="527ade61401a42c1" providerId="LiveId" clId="{A64A5962-7ECB-4F16-903B-E4BF98D12B84}" dt="2024-04-05T00:27:33.927" v="11" actId="20577"/>
          <ac:spMkLst>
            <pc:docMk/>
            <pc:sldMk cId="0" sldId="256"/>
            <ac:spMk id="3075" creationId="{DA12F9B4-B776-2DD3-BE3B-4F6AF00DB9ED}"/>
          </ac:spMkLst>
        </pc:spChg>
      </pc:sldChg>
      <pc:sldChg chg="modSp mod">
        <pc:chgData name="Alec Wells" userId="527ade61401a42c1" providerId="LiveId" clId="{A64A5962-7ECB-4F16-903B-E4BF98D12B84}" dt="2024-04-13T15:59:14.227" v="2099" actId="20577"/>
        <pc:sldMkLst>
          <pc:docMk/>
          <pc:sldMk cId="0" sldId="316"/>
        </pc:sldMkLst>
        <pc:spChg chg="mod">
          <ac:chgData name="Alec Wells" userId="527ade61401a42c1" providerId="LiveId" clId="{A64A5962-7ECB-4F16-903B-E4BF98D12B84}" dt="2024-04-13T15:59:14.227" v="2099" actId="20577"/>
          <ac:spMkLst>
            <pc:docMk/>
            <pc:sldMk cId="0" sldId="316"/>
            <ac:spMk id="28675" creationId="{59967F90-AC6E-E533-0567-1BC35A047667}"/>
          </ac:spMkLst>
        </pc:spChg>
      </pc:sldChg>
      <pc:sldChg chg="del ord">
        <pc:chgData name="Alec Wells" userId="527ade61401a42c1" providerId="LiveId" clId="{A64A5962-7ECB-4F16-903B-E4BF98D12B84}" dt="2024-04-11T00:08:56.957" v="1524" actId="2696"/>
        <pc:sldMkLst>
          <pc:docMk/>
          <pc:sldMk cId="2823282474" sldId="319"/>
        </pc:sldMkLst>
      </pc:sldChg>
      <pc:sldChg chg="del">
        <pc:chgData name="Alec Wells" userId="527ade61401a42c1" providerId="LiveId" clId="{A64A5962-7ECB-4F16-903B-E4BF98D12B84}" dt="2024-04-11T00:10:32.825" v="1527" actId="2696"/>
        <pc:sldMkLst>
          <pc:docMk/>
          <pc:sldMk cId="3805411026" sldId="368"/>
        </pc:sldMkLst>
      </pc:sldChg>
      <pc:sldChg chg="ord">
        <pc:chgData name="Alec Wells" userId="527ade61401a42c1" providerId="LiveId" clId="{A64A5962-7ECB-4F16-903B-E4BF98D12B84}" dt="2024-04-11T00:08:51.882" v="1523"/>
        <pc:sldMkLst>
          <pc:docMk/>
          <pc:sldMk cId="3982036518" sldId="369"/>
        </pc:sldMkLst>
      </pc:sldChg>
      <pc:sldChg chg="del">
        <pc:chgData name="Alec Wells" userId="527ade61401a42c1" providerId="LiveId" clId="{A64A5962-7ECB-4F16-903B-E4BF98D12B84}" dt="2024-04-05T00:28:56.961" v="12" actId="2696"/>
        <pc:sldMkLst>
          <pc:docMk/>
          <pc:sldMk cId="2600614731" sldId="374"/>
        </pc:sldMkLst>
      </pc:sldChg>
      <pc:sldChg chg="del">
        <pc:chgData name="Alec Wells" userId="527ade61401a42c1" providerId="LiveId" clId="{A64A5962-7ECB-4F16-903B-E4BF98D12B84}" dt="2024-04-11T00:10:32.825" v="1527" actId="2696"/>
        <pc:sldMkLst>
          <pc:docMk/>
          <pc:sldMk cId="2774362858" sldId="378"/>
        </pc:sldMkLst>
      </pc:sldChg>
      <pc:sldChg chg="del">
        <pc:chgData name="Alec Wells" userId="527ade61401a42c1" providerId="LiveId" clId="{A64A5962-7ECB-4F16-903B-E4BF98D12B84}" dt="2024-04-11T00:10:32.825" v="1527" actId="2696"/>
        <pc:sldMkLst>
          <pc:docMk/>
          <pc:sldMk cId="1212216574" sldId="384"/>
        </pc:sldMkLst>
      </pc:sldChg>
      <pc:sldChg chg="del">
        <pc:chgData name="Alec Wells" userId="527ade61401a42c1" providerId="LiveId" clId="{A64A5962-7ECB-4F16-903B-E4BF98D12B84}" dt="2024-04-11T00:10:32.825" v="1527" actId="2696"/>
        <pc:sldMkLst>
          <pc:docMk/>
          <pc:sldMk cId="2006472392" sldId="385"/>
        </pc:sldMkLst>
      </pc:sldChg>
      <pc:sldChg chg="modSp mod">
        <pc:chgData name="Alec Wells" userId="527ade61401a42c1" providerId="LiveId" clId="{A64A5962-7ECB-4F16-903B-E4BF98D12B84}" dt="2024-04-05T00:34:40.055" v="193" actId="313"/>
        <pc:sldMkLst>
          <pc:docMk/>
          <pc:sldMk cId="2003818056" sldId="386"/>
        </pc:sldMkLst>
        <pc:spChg chg="mod">
          <ac:chgData name="Alec Wells" userId="527ade61401a42c1" providerId="LiveId" clId="{A64A5962-7ECB-4F16-903B-E4BF98D12B84}" dt="2024-04-05T00:32:33.570" v="19" actId="20577"/>
          <ac:spMkLst>
            <pc:docMk/>
            <pc:sldMk cId="2003818056" sldId="386"/>
            <ac:spMk id="16386" creationId="{C04D9E68-69C9-7ED7-124D-C4171E4C4309}"/>
          </ac:spMkLst>
        </pc:spChg>
        <pc:spChg chg="mod">
          <ac:chgData name="Alec Wells" userId="527ade61401a42c1" providerId="LiveId" clId="{A64A5962-7ECB-4F16-903B-E4BF98D12B84}" dt="2024-04-05T00:34:40.055" v="193" actId="313"/>
          <ac:spMkLst>
            <pc:docMk/>
            <pc:sldMk cId="2003818056" sldId="386"/>
            <ac:spMk id="16387" creationId="{08E0A061-609E-BD92-34BE-0F168694D455}"/>
          </ac:spMkLst>
        </pc:spChg>
      </pc:sldChg>
      <pc:sldChg chg="del">
        <pc:chgData name="Alec Wells" userId="527ade61401a42c1" providerId="LiveId" clId="{A64A5962-7ECB-4F16-903B-E4BF98D12B84}" dt="2024-04-11T00:10:32.825" v="1527" actId="2696"/>
        <pc:sldMkLst>
          <pc:docMk/>
          <pc:sldMk cId="4274320194" sldId="387"/>
        </pc:sldMkLst>
      </pc:sldChg>
      <pc:sldChg chg="del">
        <pc:chgData name="Alec Wells" userId="527ade61401a42c1" providerId="LiveId" clId="{A64A5962-7ECB-4F16-903B-E4BF98D12B84}" dt="2024-04-11T00:10:32.825" v="1527" actId="2696"/>
        <pc:sldMkLst>
          <pc:docMk/>
          <pc:sldMk cId="1588919607" sldId="388"/>
        </pc:sldMkLst>
      </pc:sldChg>
      <pc:sldChg chg="del">
        <pc:chgData name="Alec Wells" userId="527ade61401a42c1" providerId="LiveId" clId="{A64A5962-7ECB-4F16-903B-E4BF98D12B84}" dt="2024-04-11T00:10:32.825" v="1527" actId="2696"/>
        <pc:sldMkLst>
          <pc:docMk/>
          <pc:sldMk cId="600549790" sldId="389"/>
        </pc:sldMkLst>
      </pc:sldChg>
      <pc:sldChg chg="del">
        <pc:chgData name="Alec Wells" userId="527ade61401a42c1" providerId="LiveId" clId="{A64A5962-7ECB-4F16-903B-E4BF98D12B84}" dt="2024-04-11T00:10:32.825" v="1527" actId="2696"/>
        <pc:sldMkLst>
          <pc:docMk/>
          <pc:sldMk cId="2904929709" sldId="390"/>
        </pc:sldMkLst>
      </pc:sldChg>
      <pc:sldChg chg="del">
        <pc:chgData name="Alec Wells" userId="527ade61401a42c1" providerId="LiveId" clId="{A64A5962-7ECB-4F16-903B-E4BF98D12B84}" dt="2024-04-11T00:10:32.825" v="1527" actId="2696"/>
        <pc:sldMkLst>
          <pc:docMk/>
          <pc:sldMk cId="59799092" sldId="391"/>
        </pc:sldMkLst>
      </pc:sldChg>
      <pc:sldChg chg="del">
        <pc:chgData name="Alec Wells" userId="527ade61401a42c1" providerId="LiveId" clId="{A64A5962-7ECB-4F16-903B-E4BF98D12B84}" dt="2024-04-11T00:10:32.825" v="1527" actId="2696"/>
        <pc:sldMkLst>
          <pc:docMk/>
          <pc:sldMk cId="1748355833" sldId="392"/>
        </pc:sldMkLst>
      </pc:sldChg>
      <pc:sldChg chg="modSp add mod">
        <pc:chgData name="Alec Wells" userId="527ade61401a42c1" providerId="LiveId" clId="{A64A5962-7ECB-4F16-903B-E4BF98D12B84}" dt="2024-04-14T23:22:08.462" v="2101" actId="113"/>
        <pc:sldMkLst>
          <pc:docMk/>
          <pc:sldMk cId="3939555691" sldId="393"/>
        </pc:sldMkLst>
        <pc:spChg chg="mod">
          <ac:chgData name="Alec Wells" userId="527ade61401a42c1" providerId="LiveId" clId="{A64A5962-7ECB-4F16-903B-E4BF98D12B84}" dt="2024-04-05T00:34:51.106" v="203" actId="20577"/>
          <ac:spMkLst>
            <pc:docMk/>
            <pc:sldMk cId="3939555691" sldId="393"/>
            <ac:spMk id="16386" creationId="{C04D9E68-69C9-7ED7-124D-C4171E4C4309}"/>
          </ac:spMkLst>
        </pc:spChg>
        <pc:spChg chg="mod">
          <ac:chgData name="Alec Wells" userId="527ade61401a42c1" providerId="LiveId" clId="{A64A5962-7ECB-4F16-903B-E4BF98D12B84}" dt="2024-04-14T23:22:08.462" v="2101" actId="113"/>
          <ac:spMkLst>
            <pc:docMk/>
            <pc:sldMk cId="3939555691" sldId="393"/>
            <ac:spMk id="16387" creationId="{08E0A061-609E-BD92-34BE-0F168694D455}"/>
          </ac:spMkLst>
        </pc:spChg>
      </pc:sldChg>
      <pc:sldChg chg="modSp add mod">
        <pc:chgData name="Alec Wells" userId="527ade61401a42c1" providerId="LiveId" clId="{A64A5962-7ECB-4F16-903B-E4BF98D12B84}" dt="2024-04-05T00:38:42.605" v="444" actId="20577"/>
        <pc:sldMkLst>
          <pc:docMk/>
          <pc:sldMk cId="3327726480" sldId="394"/>
        </pc:sldMkLst>
        <pc:spChg chg="mod">
          <ac:chgData name="Alec Wells" userId="527ade61401a42c1" providerId="LiveId" clId="{A64A5962-7ECB-4F16-903B-E4BF98D12B84}" dt="2024-04-05T00:37:22.832" v="316"/>
          <ac:spMkLst>
            <pc:docMk/>
            <pc:sldMk cId="3327726480" sldId="394"/>
            <ac:spMk id="16386" creationId="{C04D9E68-69C9-7ED7-124D-C4171E4C4309}"/>
          </ac:spMkLst>
        </pc:spChg>
        <pc:spChg chg="mod">
          <ac:chgData name="Alec Wells" userId="527ade61401a42c1" providerId="LiveId" clId="{A64A5962-7ECB-4F16-903B-E4BF98D12B84}" dt="2024-04-05T00:38:42.605" v="444" actId="20577"/>
          <ac:spMkLst>
            <pc:docMk/>
            <pc:sldMk cId="3327726480" sldId="394"/>
            <ac:spMk id="16387" creationId="{08E0A061-609E-BD92-34BE-0F168694D455}"/>
          </ac:spMkLst>
        </pc:spChg>
      </pc:sldChg>
      <pc:sldChg chg="modSp add mod ord">
        <pc:chgData name="Alec Wells" userId="527ade61401a42c1" providerId="LiveId" clId="{A64A5962-7ECB-4F16-903B-E4BF98D12B84}" dt="2024-04-05T00:37:14.176" v="315"/>
        <pc:sldMkLst>
          <pc:docMk/>
          <pc:sldMk cId="519448138" sldId="395"/>
        </pc:sldMkLst>
        <pc:spChg chg="mod">
          <ac:chgData name="Alec Wells" userId="527ade61401a42c1" providerId="LiveId" clId="{A64A5962-7ECB-4F16-903B-E4BF98D12B84}" dt="2024-04-05T00:37:09.235" v="313" actId="20577"/>
          <ac:spMkLst>
            <pc:docMk/>
            <pc:sldMk cId="519448138" sldId="395"/>
            <ac:spMk id="16386" creationId="{C04D9E68-69C9-7ED7-124D-C4171E4C4309}"/>
          </ac:spMkLst>
        </pc:spChg>
      </pc:sldChg>
      <pc:sldChg chg="add del">
        <pc:chgData name="Alec Wells" userId="527ade61401a42c1" providerId="LiveId" clId="{A64A5962-7ECB-4F16-903B-E4BF98D12B84}" dt="2024-04-11T00:00:22.562" v="1262" actId="2696"/>
        <pc:sldMkLst>
          <pc:docMk/>
          <pc:sldMk cId="1847067895" sldId="396"/>
        </pc:sldMkLst>
      </pc:sldChg>
      <pc:sldChg chg="modSp add mod">
        <pc:chgData name="Alec Wells" userId="527ade61401a42c1" providerId="LiveId" clId="{A64A5962-7ECB-4F16-903B-E4BF98D12B84}" dt="2024-04-06T00:37:02.685" v="702" actId="20577"/>
        <pc:sldMkLst>
          <pc:docMk/>
          <pc:sldMk cId="1529837396" sldId="397"/>
        </pc:sldMkLst>
        <pc:spChg chg="mod">
          <ac:chgData name="Alec Wells" userId="527ade61401a42c1" providerId="LiveId" clId="{A64A5962-7ECB-4F16-903B-E4BF98D12B84}" dt="2024-04-06T00:37:02.685" v="702" actId="20577"/>
          <ac:spMkLst>
            <pc:docMk/>
            <pc:sldMk cId="1529837396" sldId="397"/>
            <ac:spMk id="16386" creationId="{C04D9E68-69C9-7ED7-124D-C4171E4C4309}"/>
          </ac:spMkLst>
        </pc:spChg>
        <pc:spChg chg="mod">
          <ac:chgData name="Alec Wells" userId="527ade61401a42c1" providerId="LiveId" clId="{A64A5962-7ECB-4F16-903B-E4BF98D12B84}" dt="2024-04-06T00:36:41.373" v="689" actId="20577"/>
          <ac:spMkLst>
            <pc:docMk/>
            <pc:sldMk cId="1529837396" sldId="397"/>
            <ac:spMk id="16387" creationId="{08E0A061-609E-BD92-34BE-0F168694D455}"/>
          </ac:spMkLst>
        </pc:spChg>
      </pc:sldChg>
      <pc:sldChg chg="modSp add mod">
        <pc:chgData name="Alec Wells" userId="527ade61401a42c1" providerId="LiveId" clId="{A64A5962-7ECB-4F16-903B-E4BF98D12B84}" dt="2024-04-06T00:41:28.887" v="736" actId="20577"/>
        <pc:sldMkLst>
          <pc:docMk/>
          <pc:sldMk cId="1951583056" sldId="398"/>
        </pc:sldMkLst>
        <pc:spChg chg="mod">
          <ac:chgData name="Alec Wells" userId="527ade61401a42c1" providerId="LiveId" clId="{A64A5962-7ECB-4F16-903B-E4BF98D12B84}" dt="2024-04-06T00:37:13.280" v="704" actId="20577"/>
          <ac:spMkLst>
            <pc:docMk/>
            <pc:sldMk cId="1951583056" sldId="398"/>
            <ac:spMk id="16386" creationId="{C04D9E68-69C9-7ED7-124D-C4171E4C4309}"/>
          </ac:spMkLst>
        </pc:spChg>
        <pc:spChg chg="mod">
          <ac:chgData name="Alec Wells" userId="527ade61401a42c1" providerId="LiveId" clId="{A64A5962-7ECB-4F16-903B-E4BF98D12B84}" dt="2024-04-06T00:41:28.887" v="736" actId="20577"/>
          <ac:spMkLst>
            <pc:docMk/>
            <pc:sldMk cId="1951583056" sldId="398"/>
            <ac:spMk id="16387" creationId="{08E0A061-609E-BD92-34BE-0F168694D455}"/>
          </ac:spMkLst>
        </pc:spChg>
      </pc:sldChg>
      <pc:sldChg chg="modSp add mod">
        <pc:chgData name="Alec Wells" userId="527ade61401a42c1" providerId="LiveId" clId="{A64A5962-7ECB-4F16-903B-E4BF98D12B84}" dt="2024-04-06T01:18:48.824" v="1117" actId="20577"/>
        <pc:sldMkLst>
          <pc:docMk/>
          <pc:sldMk cId="4253991661" sldId="399"/>
        </pc:sldMkLst>
        <pc:spChg chg="mod">
          <ac:chgData name="Alec Wells" userId="527ade61401a42c1" providerId="LiveId" clId="{A64A5962-7ECB-4F16-903B-E4BF98D12B84}" dt="2024-04-06T01:18:48.824" v="1117" actId="20577"/>
          <ac:spMkLst>
            <pc:docMk/>
            <pc:sldMk cId="4253991661" sldId="399"/>
            <ac:spMk id="16387" creationId="{08E0A061-609E-BD92-34BE-0F168694D455}"/>
          </ac:spMkLst>
        </pc:spChg>
      </pc:sldChg>
      <pc:sldChg chg="modSp add mod">
        <pc:chgData name="Alec Wells" userId="527ade61401a42c1" providerId="LiveId" clId="{A64A5962-7ECB-4F16-903B-E4BF98D12B84}" dt="2024-04-14T23:30:35.248" v="2729" actId="20577"/>
        <pc:sldMkLst>
          <pc:docMk/>
          <pc:sldMk cId="1148687523" sldId="400"/>
        </pc:sldMkLst>
        <pc:spChg chg="mod">
          <ac:chgData name="Alec Wells" userId="527ade61401a42c1" providerId="LiveId" clId="{A64A5962-7ECB-4F16-903B-E4BF98D12B84}" dt="2024-04-14T23:30:35.248" v="2729" actId="20577"/>
          <ac:spMkLst>
            <pc:docMk/>
            <pc:sldMk cId="1148687523" sldId="400"/>
            <ac:spMk id="16386" creationId="{C04D9E68-69C9-7ED7-124D-C4171E4C4309}"/>
          </ac:spMkLst>
        </pc:spChg>
        <pc:spChg chg="mod">
          <ac:chgData name="Alec Wells" userId="527ade61401a42c1" providerId="LiveId" clId="{A64A5962-7ECB-4F16-903B-E4BF98D12B84}" dt="2024-04-06T00:44:23.654" v="931" actId="20577"/>
          <ac:spMkLst>
            <pc:docMk/>
            <pc:sldMk cId="1148687523" sldId="400"/>
            <ac:spMk id="16387" creationId="{08E0A061-609E-BD92-34BE-0F168694D455}"/>
          </ac:spMkLst>
        </pc:spChg>
      </pc:sldChg>
      <pc:sldChg chg="modSp add mod">
        <pc:chgData name="Alec Wells" userId="527ade61401a42c1" providerId="LiveId" clId="{A64A5962-7ECB-4F16-903B-E4BF98D12B84}" dt="2024-04-14T23:30:40.601" v="2738" actId="20577"/>
        <pc:sldMkLst>
          <pc:docMk/>
          <pc:sldMk cId="2936764483" sldId="401"/>
        </pc:sldMkLst>
        <pc:spChg chg="mod">
          <ac:chgData name="Alec Wells" userId="527ade61401a42c1" providerId="LiveId" clId="{A64A5962-7ECB-4F16-903B-E4BF98D12B84}" dt="2024-04-14T23:30:40.601" v="2738" actId="20577"/>
          <ac:spMkLst>
            <pc:docMk/>
            <pc:sldMk cId="2936764483" sldId="401"/>
            <ac:spMk id="16386" creationId="{C04D9E68-69C9-7ED7-124D-C4171E4C4309}"/>
          </ac:spMkLst>
        </pc:spChg>
        <pc:spChg chg="mod">
          <ac:chgData name="Alec Wells" userId="527ade61401a42c1" providerId="LiveId" clId="{A64A5962-7ECB-4F16-903B-E4BF98D12B84}" dt="2024-04-06T00:46:32.438" v="1077" actId="20577"/>
          <ac:spMkLst>
            <pc:docMk/>
            <pc:sldMk cId="2936764483" sldId="401"/>
            <ac:spMk id="16387" creationId="{08E0A061-609E-BD92-34BE-0F168694D455}"/>
          </ac:spMkLst>
        </pc:spChg>
      </pc:sldChg>
      <pc:sldChg chg="modSp add mod ord">
        <pc:chgData name="Alec Wells" userId="527ade61401a42c1" providerId="LiveId" clId="{A64A5962-7ECB-4F16-903B-E4BF98D12B84}" dt="2024-04-11T00:10:16.412" v="1526"/>
        <pc:sldMkLst>
          <pc:docMk/>
          <pc:sldMk cId="680387633" sldId="402"/>
        </pc:sldMkLst>
        <pc:spChg chg="mod">
          <ac:chgData name="Alec Wells" userId="527ade61401a42c1" providerId="LiveId" clId="{A64A5962-7ECB-4F16-903B-E4BF98D12B84}" dt="2024-04-11T00:08:12.600" v="1517" actId="20577"/>
          <ac:spMkLst>
            <pc:docMk/>
            <pc:sldMk cId="680387633" sldId="402"/>
            <ac:spMk id="16386" creationId="{C04D9E68-69C9-7ED7-124D-C4171E4C4309}"/>
          </ac:spMkLst>
        </pc:spChg>
        <pc:spChg chg="mod">
          <ac:chgData name="Alec Wells" userId="527ade61401a42c1" providerId="LiveId" clId="{A64A5962-7ECB-4F16-903B-E4BF98D12B84}" dt="2024-04-06T00:56:35.119" v="1116" actId="255"/>
          <ac:spMkLst>
            <pc:docMk/>
            <pc:sldMk cId="680387633" sldId="402"/>
            <ac:spMk id="16387" creationId="{08E0A061-609E-BD92-34BE-0F168694D455}"/>
          </ac:spMkLst>
        </pc:spChg>
      </pc:sldChg>
      <pc:sldChg chg="modSp add del mod">
        <pc:chgData name="Alec Wells" userId="527ade61401a42c1" providerId="LiveId" clId="{A64A5962-7ECB-4F16-903B-E4BF98D12B84}" dt="2024-04-06T00:55:58.400" v="1082" actId="2696"/>
        <pc:sldMkLst>
          <pc:docMk/>
          <pc:sldMk cId="2988346156" sldId="402"/>
        </pc:sldMkLst>
        <pc:spChg chg="mod">
          <ac:chgData name="Alec Wells" userId="527ade61401a42c1" providerId="LiveId" clId="{A64A5962-7ECB-4F16-903B-E4BF98D12B84}" dt="2024-04-06T00:55:53.200" v="1079" actId="20577"/>
          <ac:spMkLst>
            <pc:docMk/>
            <pc:sldMk cId="2988346156" sldId="402"/>
            <ac:spMk id="16386" creationId="{C04D9E68-69C9-7ED7-124D-C4171E4C4309}"/>
          </ac:spMkLst>
        </pc:spChg>
        <pc:spChg chg="mod">
          <ac:chgData name="Alec Wells" userId="527ade61401a42c1" providerId="LiveId" clId="{A64A5962-7ECB-4F16-903B-E4BF98D12B84}" dt="2024-04-06T00:55:55.844" v="1081" actId="1076"/>
          <ac:spMkLst>
            <pc:docMk/>
            <pc:sldMk cId="2988346156" sldId="402"/>
            <ac:spMk id="16387" creationId="{08E0A061-609E-BD92-34BE-0F168694D455}"/>
          </ac:spMkLst>
        </pc:spChg>
      </pc:sldChg>
      <pc:sldChg chg="modSp add mod ord">
        <pc:chgData name="Alec Wells" userId="527ade61401a42c1" providerId="LiveId" clId="{A64A5962-7ECB-4F16-903B-E4BF98D12B84}" dt="2024-04-14T23:29:56.738" v="2704" actId="20577"/>
        <pc:sldMkLst>
          <pc:docMk/>
          <pc:sldMk cId="2456234841" sldId="403"/>
        </pc:sldMkLst>
        <pc:spChg chg="mod">
          <ac:chgData name="Alec Wells" userId="527ade61401a42c1" providerId="LiveId" clId="{A64A5962-7ECB-4F16-903B-E4BF98D12B84}" dt="2024-04-06T01:19:14.002" v="1133" actId="20577"/>
          <ac:spMkLst>
            <pc:docMk/>
            <pc:sldMk cId="2456234841" sldId="403"/>
            <ac:spMk id="16386" creationId="{C04D9E68-69C9-7ED7-124D-C4171E4C4309}"/>
          </ac:spMkLst>
        </pc:spChg>
        <pc:spChg chg="mod">
          <ac:chgData name="Alec Wells" userId="527ade61401a42c1" providerId="LiveId" clId="{A64A5962-7ECB-4F16-903B-E4BF98D12B84}" dt="2024-04-14T23:29:56.738" v="2704" actId="20577"/>
          <ac:spMkLst>
            <pc:docMk/>
            <pc:sldMk cId="2456234841" sldId="403"/>
            <ac:spMk id="16387" creationId="{08E0A061-609E-BD92-34BE-0F168694D455}"/>
          </ac:spMkLst>
        </pc:spChg>
      </pc:sldChg>
      <pc:sldChg chg="modSp add del mod">
        <pc:chgData name="Alec Wells" userId="527ade61401a42c1" providerId="LiveId" clId="{A64A5962-7ECB-4F16-903B-E4BF98D12B84}" dt="2024-04-14T23:31:19.644" v="2740" actId="2696"/>
        <pc:sldMkLst>
          <pc:docMk/>
          <pc:sldMk cId="3137857236" sldId="404"/>
        </pc:sldMkLst>
        <pc:spChg chg="mod">
          <ac:chgData name="Alec Wells" userId="527ade61401a42c1" providerId="LiveId" clId="{A64A5962-7ECB-4F16-903B-E4BF98D12B84}" dt="2024-04-11T00:10:47.403" v="1530" actId="20577"/>
          <ac:spMkLst>
            <pc:docMk/>
            <pc:sldMk cId="3137857236" sldId="404"/>
            <ac:spMk id="16386" creationId="{C04D9E68-69C9-7ED7-124D-C4171E4C4309}"/>
          </ac:spMkLst>
        </pc:spChg>
        <pc:spChg chg="mod">
          <ac:chgData name="Alec Wells" userId="527ade61401a42c1" providerId="LiveId" clId="{A64A5962-7ECB-4F16-903B-E4BF98D12B84}" dt="2024-04-14T23:31:16.916" v="2739" actId="21"/>
          <ac:spMkLst>
            <pc:docMk/>
            <pc:sldMk cId="3137857236" sldId="404"/>
            <ac:spMk id="16387" creationId="{08E0A061-609E-BD92-34BE-0F168694D455}"/>
          </ac:spMkLst>
        </pc:spChg>
      </pc:sldChg>
      <pc:sldChg chg="modSp add mod">
        <pc:chgData name="Alec Wells" userId="527ade61401a42c1" providerId="LiveId" clId="{A64A5962-7ECB-4F16-903B-E4BF98D12B84}" dt="2024-04-14T23:31:47.960" v="2760" actId="20577"/>
        <pc:sldMkLst>
          <pc:docMk/>
          <pc:sldMk cId="3232160031" sldId="405"/>
        </pc:sldMkLst>
        <pc:spChg chg="mod">
          <ac:chgData name="Alec Wells" userId="527ade61401a42c1" providerId="LiveId" clId="{A64A5962-7ECB-4F16-903B-E4BF98D12B84}" dt="2024-04-14T23:31:47.960" v="2760" actId="20577"/>
          <ac:spMkLst>
            <pc:docMk/>
            <pc:sldMk cId="3232160031" sldId="405"/>
            <ac:spMk id="16387" creationId="{08E0A061-609E-BD92-34BE-0F168694D455}"/>
          </ac:spMkLst>
        </pc:spChg>
      </pc:sldChg>
      <pc:sldChg chg="modSp add mod">
        <pc:chgData name="Alec Wells" userId="527ade61401a42c1" providerId="LiveId" clId="{A64A5962-7ECB-4F16-903B-E4BF98D12B84}" dt="2024-04-11T00:15:39.802" v="1705" actId="20577"/>
        <pc:sldMkLst>
          <pc:docMk/>
          <pc:sldMk cId="1589019224" sldId="406"/>
        </pc:sldMkLst>
        <pc:spChg chg="mod">
          <ac:chgData name="Alec Wells" userId="527ade61401a42c1" providerId="LiveId" clId="{A64A5962-7ECB-4F16-903B-E4BF98D12B84}" dt="2024-04-11T00:15:39.802" v="1705" actId="20577"/>
          <ac:spMkLst>
            <pc:docMk/>
            <pc:sldMk cId="1589019224" sldId="406"/>
            <ac:spMk id="16387" creationId="{08E0A061-609E-BD92-34BE-0F168694D455}"/>
          </ac:spMkLst>
        </pc:spChg>
      </pc:sldChg>
      <pc:sldChg chg="modSp add mod">
        <pc:chgData name="Alec Wells" userId="527ade61401a42c1" providerId="LiveId" clId="{A64A5962-7ECB-4F16-903B-E4BF98D12B84}" dt="2024-04-11T00:14:17.923" v="1703"/>
        <pc:sldMkLst>
          <pc:docMk/>
          <pc:sldMk cId="1179073541" sldId="407"/>
        </pc:sldMkLst>
        <pc:spChg chg="mod">
          <ac:chgData name="Alec Wells" userId="527ade61401a42c1" providerId="LiveId" clId="{A64A5962-7ECB-4F16-903B-E4BF98D12B84}" dt="2024-04-11T00:14:17.923" v="1703"/>
          <ac:spMkLst>
            <pc:docMk/>
            <pc:sldMk cId="1179073541" sldId="407"/>
            <ac:spMk id="16387" creationId="{08E0A061-609E-BD92-34BE-0F168694D455}"/>
          </ac:spMkLst>
        </pc:spChg>
      </pc:sldChg>
      <pc:sldChg chg="modSp add mod">
        <pc:chgData name="Alec Wells" userId="527ade61401a42c1" providerId="LiveId" clId="{A64A5962-7ECB-4F16-903B-E4BF98D12B84}" dt="2024-04-11T00:16:52.539" v="1859" actId="20577"/>
        <pc:sldMkLst>
          <pc:docMk/>
          <pc:sldMk cId="1487207069" sldId="408"/>
        </pc:sldMkLst>
        <pc:spChg chg="mod">
          <ac:chgData name="Alec Wells" userId="527ade61401a42c1" providerId="LiveId" clId="{A64A5962-7ECB-4F16-903B-E4BF98D12B84}" dt="2024-04-11T00:16:52.539" v="1859" actId="20577"/>
          <ac:spMkLst>
            <pc:docMk/>
            <pc:sldMk cId="1487207069" sldId="408"/>
            <ac:spMk id="16387" creationId="{08E0A061-609E-BD92-34BE-0F168694D455}"/>
          </ac:spMkLst>
        </pc:spChg>
      </pc:sldChg>
      <pc:sldChg chg="modSp add mod">
        <pc:chgData name="Alec Wells" userId="527ade61401a42c1" providerId="LiveId" clId="{A64A5962-7ECB-4F16-903B-E4BF98D12B84}" dt="2024-04-11T00:17:45.935" v="1890" actId="20577"/>
        <pc:sldMkLst>
          <pc:docMk/>
          <pc:sldMk cId="4169782949" sldId="409"/>
        </pc:sldMkLst>
        <pc:spChg chg="mod">
          <ac:chgData name="Alec Wells" userId="527ade61401a42c1" providerId="LiveId" clId="{A64A5962-7ECB-4F16-903B-E4BF98D12B84}" dt="2024-04-11T00:17:26.432" v="1865"/>
          <ac:spMkLst>
            <pc:docMk/>
            <pc:sldMk cId="4169782949" sldId="409"/>
            <ac:spMk id="16386" creationId="{C04D9E68-69C9-7ED7-124D-C4171E4C4309}"/>
          </ac:spMkLst>
        </pc:spChg>
        <pc:spChg chg="mod">
          <ac:chgData name="Alec Wells" userId="527ade61401a42c1" providerId="LiveId" clId="{A64A5962-7ECB-4F16-903B-E4BF98D12B84}" dt="2024-04-11T00:17:45.935" v="1890" actId="20577"/>
          <ac:spMkLst>
            <pc:docMk/>
            <pc:sldMk cId="4169782949" sldId="409"/>
            <ac:spMk id="16387" creationId="{08E0A061-609E-BD92-34BE-0F168694D455}"/>
          </ac:spMkLst>
        </pc:spChg>
      </pc:sldChg>
      <pc:sldChg chg="modSp add mod">
        <pc:chgData name="Alec Wells" userId="527ade61401a42c1" providerId="LiveId" clId="{A64A5962-7ECB-4F16-903B-E4BF98D12B84}" dt="2024-04-11T00:21:18.248" v="2093" actId="20577"/>
        <pc:sldMkLst>
          <pc:docMk/>
          <pc:sldMk cId="3691213625" sldId="410"/>
        </pc:sldMkLst>
        <pc:spChg chg="mod">
          <ac:chgData name="Alec Wells" userId="527ade61401a42c1" providerId="LiveId" clId="{A64A5962-7ECB-4F16-903B-E4BF98D12B84}" dt="2024-04-11T00:18:06.463" v="1895"/>
          <ac:spMkLst>
            <pc:docMk/>
            <pc:sldMk cId="3691213625" sldId="410"/>
            <ac:spMk id="16386" creationId="{C04D9E68-69C9-7ED7-124D-C4171E4C4309}"/>
          </ac:spMkLst>
        </pc:spChg>
        <pc:spChg chg="mod">
          <ac:chgData name="Alec Wells" userId="527ade61401a42c1" providerId="LiveId" clId="{A64A5962-7ECB-4F16-903B-E4BF98D12B84}" dt="2024-04-11T00:21:18.248" v="2093" actId="20577"/>
          <ac:spMkLst>
            <pc:docMk/>
            <pc:sldMk cId="3691213625" sldId="410"/>
            <ac:spMk id="16387" creationId="{08E0A061-609E-BD92-34BE-0F168694D455}"/>
          </ac:spMkLst>
        </pc:spChg>
      </pc:sldChg>
      <pc:sldChg chg="modSp add mod">
        <pc:chgData name="Alec Wells" userId="527ade61401a42c1" providerId="LiveId" clId="{A64A5962-7ECB-4F16-903B-E4BF98D12B84}" dt="2024-04-11T00:21:25.242" v="2094" actId="20577"/>
        <pc:sldMkLst>
          <pc:docMk/>
          <pc:sldMk cId="612104524" sldId="411"/>
        </pc:sldMkLst>
        <pc:spChg chg="mod">
          <ac:chgData name="Alec Wells" userId="527ade61401a42c1" providerId="LiveId" clId="{A64A5962-7ECB-4F16-903B-E4BF98D12B84}" dt="2024-04-11T00:19:54.391" v="2025" actId="20577"/>
          <ac:spMkLst>
            <pc:docMk/>
            <pc:sldMk cId="612104524" sldId="411"/>
            <ac:spMk id="16386" creationId="{C04D9E68-69C9-7ED7-124D-C4171E4C4309}"/>
          </ac:spMkLst>
        </pc:spChg>
        <pc:spChg chg="mod">
          <ac:chgData name="Alec Wells" userId="527ade61401a42c1" providerId="LiveId" clId="{A64A5962-7ECB-4F16-903B-E4BF98D12B84}" dt="2024-04-11T00:21:25.242" v="2094" actId="20577"/>
          <ac:spMkLst>
            <pc:docMk/>
            <pc:sldMk cId="612104524" sldId="411"/>
            <ac:spMk id="16387" creationId="{08E0A061-609E-BD92-34BE-0F168694D455}"/>
          </ac:spMkLst>
        </pc:spChg>
      </pc:sldChg>
      <pc:sldChg chg="modSp add mod">
        <pc:chgData name="Alec Wells" userId="527ade61401a42c1" providerId="LiveId" clId="{A64A5962-7ECB-4F16-903B-E4BF98D12B84}" dt="2024-04-14T23:29:22.086" v="2703" actId="20577"/>
        <pc:sldMkLst>
          <pc:docMk/>
          <pc:sldMk cId="3191501712" sldId="412"/>
        </pc:sldMkLst>
        <pc:spChg chg="mod">
          <ac:chgData name="Alec Wells" userId="527ade61401a42c1" providerId="LiveId" clId="{A64A5962-7ECB-4F16-903B-E4BF98D12B84}" dt="2024-04-14T23:29:22.086" v="2703" actId="20577"/>
          <ac:spMkLst>
            <pc:docMk/>
            <pc:sldMk cId="3191501712" sldId="412"/>
            <ac:spMk id="16387" creationId="{08E0A061-609E-BD92-34BE-0F168694D455}"/>
          </ac:spMkLst>
        </pc:spChg>
      </pc:sldChg>
    </pc:docChg>
  </pc:docChgLst>
  <pc:docChgLst>
    <pc:chgData name="Alec Wells" userId="527ade61401a42c1" providerId="LiveId" clId="{C7BBFF10-0E0B-4437-B677-BD2CA36F4949}"/>
    <pc:docChg chg="custSel addSld modSld sldOrd">
      <pc:chgData name="Alec Wells" userId="527ade61401a42c1" providerId="LiveId" clId="{C7BBFF10-0E0B-4437-B677-BD2CA36F4949}" dt="2024-03-04T00:01:17.985" v="890" actId="20577"/>
      <pc:docMkLst>
        <pc:docMk/>
      </pc:docMkLst>
      <pc:sldChg chg="modSp mod">
        <pc:chgData name="Alec Wells" userId="527ade61401a42c1" providerId="LiveId" clId="{C7BBFF10-0E0B-4437-B677-BD2CA36F4949}" dt="2024-03-03T23:48:57.330" v="885" actId="403"/>
        <pc:sldMkLst>
          <pc:docMk/>
          <pc:sldMk cId="3207795901" sldId="321"/>
        </pc:sldMkLst>
        <pc:spChg chg="mod">
          <ac:chgData name="Alec Wells" userId="527ade61401a42c1" providerId="LiveId" clId="{C7BBFF10-0E0B-4437-B677-BD2CA36F4949}" dt="2024-03-03T23:48:57.330" v="885" actId="403"/>
          <ac:spMkLst>
            <pc:docMk/>
            <pc:sldMk cId="3207795901" sldId="321"/>
            <ac:spMk id="5123" creationId="{381CB796-D834-D21F-B872-FD7C60DFEC7A}"/>
          </ac:spMkLst>
        </pc:spChg>
      </pc:sldChg>
      <pc:sldChg chg="modSp mod">
        <pc:chgData name="Alec Wells" userId="527ade61401a42c1" providerId="LiveId" clId="{C7BBFF10-0E0B-4437-B677-BD2CA36F4949}" dt="2024-03-03T23:59:52.233" v="887" actId="20577"/>
        <pc:sldMkLst>
          <pc:docMk/>
          <pc:sldMk cId="3493719763" sldId="348"/>
        </pc:sldMkLst>
        <pc:spChg chg="mod">
          <ac:chgData name="Alec Wells" userId="527ade61401a42c1" providerId="LiveId" clId="{C7BBFF10-0E0B-4437-B677-BD2CA36F4949}" dt="2024-03-03T23:59:52.233" v="887" actId="20577"/>
          <ac:spMkLst>
            <pc:docMk/>
            <pc:sldMk cId="3493719763" sldId="348"/>
            <ac:spMk id="16387" creationId="{AE55AA3C-9876-C4AE-1999-7DF0F24255B2}"/>
          </ac:spMkLst>
        </pc:spChg>
      </pc:sldChg>
      <pc:sldChg chg="modSp mod">
        <pc:chgData name="Alec Wells" userId="527ade61401a42c1" providerId="LiveId" clId="{C7BBFF10-0E0B-4437-B677-BD2CA36F4949}" dt="2024-03-03T23:55:09.357" v="886" actId="20577"/>
        <pc:sldMkLst>
          <pc:docMk/>
          <pc:sldMk cId="587010487" sldId="358"/>
        </pc:sldMkLst>
        <pc:spChg chg="mod">
          <ac:chgData name="Alec Wells" userId="527ade61401a42c1" providerId="LiveId" clId="{C7BBFF10-0E0B-4437-B677-BD2CA36F4949}" dt="2024-03-03T23:55:09.357" v="886" actId="20577"/>
          <ac:spMkLst>
            <pc:docMk/>
            <pc:sldMk cId="587010487" sldId="358"/>
            <ac:spMk id="9219" creationId="{AFBFF55A-A9FE-FCFA-6018-709590391234}"/>
          </ac:spMkLst>
        </pc:spChg>
      </pc:sldChg>
      <pc:sldChg chg="modSp mod">
        <pc:chgData name="Alec Wells" userId="527ade61401a42c1" providerId="LiveId" clId="{C7BBFF10-0E0B-4437-B677-BD2CA36F4949}" dt="2024-03-04T00:00:40.468" v="888" actId="403"/>
        <pc:sldMkLst>
          <pc:docMk/>
          <pc:sldMk cId="1540216628" sldId="359"/>
        </pc:sldMkLst>
        <pc:spChg chg="mod">
          <ac:chgData name="Alec Wells" userId="527ade61401a42c1" providerId="LiveId" clId="{C7BBFF10-0E0B-4437-B677-BD2CA36F4949}" dt="2024-03-04T00:00:40.468" v="888" actId="403"/>
          <ac:spMkLst>
            <pc:docMk/>
            <pc:sldMk cId="1540216628" sldId="359"/>
            <ac:spMk id="2" creationId="{D60014A9-FF3C-EEAC-E4B5-C3F61D6E6809}"/>
          </ac:spMkLst>
        </pc:spChg>
      </pc:sldChg>
      <pc:sldChg chg="modSp mod">
        <pc:chgData name="Alec Wells" userId="527ade61401a42c1" providerId="LiveId" clId="{C7BBFF10-0E0B-4437-B677-BD2CA36F4949}" dt="2024-03-04T00:01:17.985" v="890" actId="20577"/>
        <pc:sldMkLst>
          <pc:docMk/>
          <pc:sldMk cId="1629402692" sldId="360"/>
        </pc:sldMkLst>
        <pc:spChg chg="mod">
          <ac:chgData name="Alec Wells" userId="527ade61401a42c1" providerId="LiveId" clId="{C7BBFF10-0E0B-4437-B677-BD2CA36F4949}" dt="2024-03-04T00:01:17.985" v="890" actId="20577"/>
          <ac:spMkLst>
            <pc:docMk/>
            <pc:sldMk cId="1629402692" sldId="360"/>
            <ac:spMk id="2" creationId="{B8DB393A-3416-0442-977C-1C417F0AFAC0}"/>
          </ac:spMkLst>
        </pc:spChg>
      </pc:sldChg>
      <pc:sldChg chg="modSp mod">
        <pc:chgData name="Alec Wells" userId="527ade61401a42c1" providerId="LiveId" clId="{C7BBFF10-0E0B-4437-B677-BD2CA36F4949}" dt="2024-03-03T23:14:16.482" v="58" actId="404"/>
        <pc:sldMkLst>
          <pc:docMk/>
          <pc:sldMk cId="82340334" sldId="362"/>
        </pc:sldMkLst>
        <pc:spChg chg="mod">
          <ac:chgData name="Alec Wells" userId="527ade61401a42c1" providerId="LiveId" clId="{C7BBFF10-0E0B-4437-B677-BD2CA36F4949}" dt="2024-03-03T23:14:16.482" v="58" actId="404"/>
          <ac:spMkLst>
            <pc:docMk/>
            <pc:sldMk cId="82340334" sldId="362"/>
            <ac:spMk id="2" creationId="{5D273B96-CC3F-BD1B-5D4E-8F0BB4FC36F0}"/>
          </ac:spMkLst>
        </pc:spChg>
      </pc:sldChg>
      <pc:sldChg chg="modSp mod">
        <pc:chgData name="Alec Wells" userId="527ade61401a42c1" providerId="LiveId" clId="{C7BBFF10-0E0B-4437-B677-BD2CA36F4949}" dt="2024-03-03T23:19:59.115" v="400" actId="404"/>
        <pc:sldMkLst>
          <pc:docMk/>
          <pc:sldMk cId="473473277" sldId="363"/>
        </pc:sldMkLst>
        <pc:spChg chg="mod">
          <ac:chgData name="Alec Wells" userId="527ade61401a42c1" providerId="LiveId" clId="{C7BBFF10-0E0B-4437-B677-BD2CA36F4949}" dt="2024-03-03T23:19:59.115" v="400" actId="404"/>
          <ac:spMkLst>
            <pc:docMk/>
            <pc:sldMk cId="473473277" sldId="363"/>
            <ac:spMk id="2" creationId="{2876EB33-78D0-9609-E783-7386BA06A611}"/>
          </ac:spMkLst>
        </pc:spChg>
      </pc:sldChg>
      <pc:sldChg chg="modSp add mod ord">
        <pc:chgData name="Alec Wells" userId="527ade61401a42c1" providerId="LiveId" clId="{C7BBFF10-0E0B-4437-B677-BD2CA36F4949}" dt="2024-03-03T23:28:36.070" v="884" actId="20577"/>
        <pc:sldMkLst>
          <pc:docMk/>
          <pc:sldMk cId="2043993520" sldId="364"/>
        </pc:sldMkLst>
        <pc:spChg chg="mod">
          <ac:chgData name="Alec Wells" userId="527ade61401a42c1" providerId="LiveId" clId="{C7BBFF10-0E0B-4437-B677-BD2CA36F4949}" dt="2024-03-03T23:28:36.070" v="884" actId="20577"/>
          <ac:spMkLst>
            <pc:docMk/>
            <pc:sldMk cId="2043993520" sldId="364"/>
            <ac:spMk id="2" creationId="{746FCFF2-E602-F799-CB11-E13309B0968D}"/>
          </ac:spMkLst>
        </pc:spChg>
      </pc:sldChg>
      <pc:sldChg chg="modSp add mod">
        <pc:chgData name="Alec Wells" userId="527ade61401a42c1" providerId="LiveId" clId="{C7BBFF10-0E0B-4437-B677-BD2CA36F4949}" dt="2024-03-03T23:23:26.447" v="514" actId="20577"/>
        <pc:sldMkLst>
          <pc:docMk/>
          <pc:sldMk cId="2165264343" sldId="365"/>
        </pc:sldMkLst>
        <pc:spChg chg="mod">
          <ac:chgData name="Alec Wells" userId="527ade61401a42c1" providerId="LiveId" clId="{C7BBFF10-0E0B-4437-B677-BD2CA36F4949}" dt="2024-03-03T23:23:26.447" v="514" actId="20577"/>
          <ac:spMkLst>
            <pc:docMk/>
            <pc:sldMk cId="2165264343" sldId="365"/>
            <ac:spMk id="2" creationId="{E038B1FF-07A9-A19A-64CF-E9234E0E8B95}"/>
          </ac:spMkLst>
        </pc:spChg>
      </pc:sldChg>
      <pc:sldChg chg="modSp add mod">
        <pc:chgData name="Alec Wells" userId="527ade61401a42c1" providerId="LiveId" clId="{C7BBFF10-0E0B-4437-B677-BD2CA36F4949}" dt="2024-03-03T23:24:19.424" v="648" actId="20577"/>
        <pc:sldMkLst>
          <pc:docMk/>
          <pc:sldMk cId="3286551196" sldId="366"/>
        </pc:sldMkLst>
        <pc:spChg chg="mod">
          <ac:chgData name="Alec Wells" userId="527ade61401a42c1" providerId="LiveId" clId="{C7BBFF10-0E0B-4437-B677-BD2CA36F4949}" dt="2024-03-03T23:24:19.424" v="648" actId="20577"/>
          <ac:spMkLst>
            <pc:docMk/>
            <pc:sldMk cId="3286551196" sldId="366"/>
            <ac:spMk id="2" creationId="{6C6BE878-7C2F-0AD1-DBD1-C5CEA6E50D7A}"/>
          </ac:spMkLst>
        </pc:spChg>
      </pc:sldChg>
      <pc:sldChg chg="modSp add mod">
        <pc:chgData name="Alec Wells" userId="527ade61401a42c1" providerId="LiveId" clId="{C7BBFF10-0E0B-4437-B677-BD2CA36F4949}" dt="2024-03-03T23:26:32.687" v="863" actId="20577"/>
        <pc:sldMkLst>
          <pc:docMk/>
          <pc:sldMk cId="251505049" sldId="367"/>
        </pc:sldMkLst>
        <pc:spChg chg="mod">
          <ac:chgData name="Alec Wells" userId="527ade61401a42c1" providerId="LiveId" clId="{C7BBFF10-0E0B-4437-B677-BD2CA36F4949}" dt="2024-03-03T23:26:32.687" v="863" actId="20577"/>
          <ac:spMkLst>
            <pc:docMk/>
            <pc:sldMk cId="251505049" sldId="367"/>
            <ac:spMk id="2" creationId="{0D7C5E95-90A3-A357-2CE0-AB0B458B53C7}"/>
          </ac:spMkLst>
        </pc:spChg>
      </pc:sldChg>
    </pc:docChg>
  </pc:docChgLst>
  <pc:docChgLst>
    <pc:chgData name="Alec Wells" userId="527ade61401a42c1" providerId="LiveId" clId="{A9E98584-689C-455A-8111-3536E25BB2F6}"/>
    <pc:docChg chg="undo custSel addSld delSld modSld sldOrd">
      <pc:chgData name="Alec Wells" userId="527ade61401a42c1" providerId="LiveId" clId="{A9E98584-689C-455A-8111-3536E25BB2F6}" dt="2024-04-04T00:48:29.448" v="3650" actId="20577"/>
      <pc:docMkLst>
        <pc:docMk/>
      </pc:docMkLst>
      <pc:sldChg chg="modSp mod">
        <pc:chgData name="Alec Wells" userId="527ade61401a42c1" providerId="LiveId" clId="{A9E98584-689C-455A-8111-3536E25BB2F6}" dt="2024-04-04T00:48:29.448" v="3650" actId="20577"/>
        <pc:sldMkLst>
          <pc:docMk/>
          <pc:sldMk cId="0" sldId="256"/>
        </pc:sldMkLst>
        <pc:spChg chg="mod">
          <ac:chgData name="Alec Wells" userId="527ade61401a42c1" providerId="LiveId" clId="{A9E98584-689C-455A-8111-3536E25BB2F6}" dt="2024-04-04T00:48:29.448" v="3650" actId="20577"/>
          <ac:spMkLst>
            <pc:docMk/>
            <pc:sldMk cId="0" sldId="256"/>
            <ac:spMk id="2050" creationId="{CBD22B11-C1DB-B6A6-2EEE-0A845FB70593}"/>
          </ac:spMkLst>
        </pc:spChg>
        <pc:spChg chg="mod">
          <ac:chgData name="Alec Wells" userId="527ade61401a42c1" providerId="LiveId" clId="{A9E98584-689C-455A-8111-3536E25BB2F6}" dt="2024-03-31T00:18:52.660" v="3" actId="20577"/>
          <ac:spMkLst>
            <pc:docMk/>
            <pc:sldMk cId="0" sldId="256"/>
            <ac:spMk id="3075" creationId="{DA12F9B4-B776-2DD3-BE3B-4F6AF00DB9ED}"/>
          </ac:spMkLst>
        </pc:spChg>
      </pc:sldChg>
      <pc:sldChg chg="del">
        <pc:chgData name="Alec Wells" userId="527ade61401a42c1" providerId="LiveId" clId="{A9E98584-689C-455A-8111-3536E25BB2F6}" dt="2024-04-04T00:47:38.797" v="3640" actId="2696"/>
        <pc:sldMkLst>
          <pc:docMk/>
          <pc:sldMk cId="0" sldId="280"/>
        </pc:sldMkLst>
      </pc:sldChg>
      <pc:sldChg chg="modSp mod">
        <pc:chgData name="Alec Wells" userId="527ade61401a42c1" providerId="LiveId" clId="{A9E98584-689C-455A-8111-3536E25BB2F6}" dt="2024-03-31T00:19:48.618" v="52" actId="20577"/>
        <pc:sldMkLst>
          <pc:docMk/>
          <pc:sldMk cId="2823282474" sldId="319"/>
        </pc:sldMkLst>
        <pc:spChg chg="mod">
          <ac:chgData name="Alec Wells" userId="527ade61401a42c1" providerId="LiveId" clId="{A9E98584-689C-455A-8111-3536E25BB2F6}" dt="2024-03-31T00:18:58.353" v="9" actId="20577"/>
          <ac:spMkLst>
            <pc:docMk/>
            <pc:sldMk cId="2823282474" sldId="319"/>
            <ac:spMk id="5122" creationId="{03008CAA-58BB-9816-3370-99195DD15434}"/>
          </ac:spMkLst>
        </pc:spChg>
        <pc:spChg chg="mod">
          <ac:chgData name="Alec Wells" userId="527ade61401a42c1" providerId="LiveId" clId="{A9E98584-689C-455A-8111-3536E25BB2F6}" dt="2024-03-31T00:19:48.618" v="52" actId="20577"/>
          <ac:spMkLst>
            <pc:docMk/>
            <pc:sldMk cId="2823282474" sldId="319"/>
            <ac:spMk id="5123" creationId="{1372D5BC-0841-7191-D4A0-4C1202001BCC}"/>
          </ac:spMkLst>
        </pc:spChg>
      </pc:sldChg>
      <pc:sldChg chg="del">
        <pc:chgData name="Alec Wells" userId="527ade61401a42c1" providerId="LiveId" clId="{A9E98584-689C-455A-8111-3536E25BB2F6}" dt="2024-04-04T00:47:38.797" v="3640" actId="2696"/>
        <pc:sldMkLst>
          <pc:docMk/>
          <pc:sldMk cId="110807449" sldId="349"/>
        </pc:sldMkLst>
      </pc:sldChg>
      <pc:sldChg chg="del">
        <pc:chgData name="Alec Wells" userId="527ade61401a42c1" providerId="LiveId" clId="{A9E98584-689C-455A-8111-3536E25BB2F6}" dt="2024-04-04T00:47:38.797" v="3640" actId="2696"/>
        <pc:sldMkLst>
          <pc:docMk/>
          <pc:sldMk cId="49530787" sldId="350"/>
        </pc:sldMkLst>
      </pc:sldChg>
      <pc:sldChg chg="del">
        <pc:chgData name="Alec Wells" userId="527ade61401a42c1" providerId="LiveId" clId="{A9E98584-689C-455A-8111-3536E25BB2F6}" dt="2024-04-04T00:47:38.797" v="3640" actId="2696"/>
        <pc:sldMkLst>
          <pc:docMk/>
          <pc:sldMk cId="1746413386" sldId="352"/>
        </pc:sldMkLst>
      </pc:sldChg>
      <pc:sldChg chg="modSp del mod">
        <pc:chgData name="Alec Wells" userId="527ade61401a42c1" providerId="LiveId" clId="{A9E98584-689C-455A-8111-3536E25BB2F6}" dt="2024-04-02T00:46:50.972" v="2080" actId="2696"/>
        <pc:sldMkLst>
          <pc:docMk/>
          <pc:sldMk cId="3374849251" sldId="354"/>
        </pc:sldMkLst>
        <pc:spChg chg="mod">
          <ac:chgData name="Alec Wells" userId="527ade61401a42c1" providerId="LiveId" clId="{A9E98584-689C-455A-8111-3536E25BB2F6}" dt="2024-04-02T00:46:47.379" v="2079" actId="20577"/>
          <ac:spMkLst>
            <pc:docMk/>
            <pc:sldMk cId="3374849251" sldId="354"/>
            <ac:spMk id="5122" creationId="{57AF4AD4-BC7B-DD4E-D35E-52BDF77B85E3}"/>
          </ac:spMkLst>
        </pc:spChg>
      </pc:sldChg>
      <pc:sldChg chg="modSp mod">
        <pc:chgData name="Alec Wells" userId="527ade61401a42c1" providerId="LiveId" clId="{A9E98584-689C-455A-8111-3536E25BB2F6}" dt="2024-04-02T00:44:16.170" v="2034" actId="207"/>
        <pc:sldMkLst>
          <pc:docMk/>
          <pc:sldMk cId="3805411026" sldId="368"/>
        </pc:sldMkLst>
        <pc:spChg chg="mod">
          <ac:chgData name="Alec Wells" userId="527ade61401a42c1" providerId="LiveId" clId="{A9E98584-689C-455A-8111-3536E25BB2F6}" dt="2024-03-31T00:26:07.549" v="382" actId="20577"/>
          <ac:spMkLst>
            <pc:docMk/>
            <pc:sldMk cId="3805411026" sldId="368"/>
            <ac:spMk id="5122" creationId="{03008CAA-58BB-9816-3370-99195DD15434}"/>
          </ac:spMkLst>
        </pc:spChg>
        <pc:spChg chg="mod">
          <ac:chgData name="Alec Wells" userId="527ade61401a42c1" providerId="LiveId" clId="{A9E98584-689C-455A-8111-3536E25BB2F6}" dt="2024-04-02T00:44:16.170" v="2034" actId="207"/>
          <ac:spMkLst>
            <pc:docMk/>
            <pc:sldMk cId="3805411026" sldId="368"/>
            <ac:spMk id="5123" creationId="{1372D5BC-0841-7191-D4A0-4C1202001BCC}"/>
          </ac:spMkLst>
        </pc:spChg>
      </pc:sldChg>
      <pc:sldChg chg="ord">
        <pc:chgData name="Alec Wells" userId="527ade61401a42c1" providerId="LiveId" clId="{A9E98584-689C-455A-8111-3536E25BB2F6}" dt="2024-03-31T00:23:58.881" v="264"/>
        <pc:sldMkLst>
          <pc:docMk/>
          <pc:sldMk cId="3982036518" sldId="369"/>
        </pc:sldMkLst>
      </pc:sldChg>
      <pc:sldChg chg="del">
        <pc:chgData name="Alec Wells" userId="527ade61401a42c1" providerId="LiveId" clId="{A9E98584-689C-455A-8111-3536E25BB2F6}" dt="2024-04-04T00:47:38.797" v="3640" actId="2696"/>
        <pc:sldMkLst>
          <pc:docMk/>
          <pc:sldMk cId="83212731" sldId="371"/>
        </pc:sldMkLst>
      </pc:sldChg>
      <pc:sldChg chg="del">
        <pc:chgData name="Alec Wells" userId="527ade61401a42c1" providerId="LiveId" clId="{A9E98584-689C-455A-8111-3536E25BB2F6}" dt="2024-04-04T00:47:38.797" v="3640" actId="2696"/>
        <pc:sldMkLst>
          <pc:docMk/>
          <pc:sldMk cId="3178569890" sldId="373"/>
        </pc:sldMkLst>
      </pc:sldChg>
      <pc:sldChg chg="modSp mod ord">
        <pc:chgData name="Alec Wells" userId="527ade61401a42c1" providerId="LiveId" clId="{A9E98584-689C-455A-8111-3536E25BB2F6}" dt="2024-03-31T00:23:56.192" v="262"/>
        <pc:sldMkLst>
          <pc:docMk/>
          <pc:sldMk cId="2600614731" sldId="374"/>
        </pc:sldMkLst>
        <pc:spChg chg="mod">
          <ac:chgData name="Alec Wells" userId="527ade61401a42c1" providerId="LiveId" clId="{A9E98584-689C-455A-8111-3536E25BB2F6}" dt="2024-03-31T00:23:51.966" v="260" actId="20577"/>
          <ac:spMkLst>
            <pc:docMk/>
            <pc:sldMk cId="2600614731" sldId="374"/>
            <ac:spMk id="16386" creationId="{C04D9E68-69C9-7ED7-124D-C4171E4C4309}"/>
          </ac:spMkLst>
        </pc:spChg>
        <pc:spChg chg="mod">
          <ac:chgData name="Alec Wells" userId="527ade61401a42c1" providerId="LiveId" clId="{A9E98584-689C-455A-8111-3536E25BB2F6}" dt="2024-03-31T00:23:35.648" v="248" actId="5793"/>
          <ac:spMkLst>
            <pc:docMk/>
            <pc:sldMk cId="2600614731" sldId="374"/>
            <ac:spMk id="16387" creationId="{08E0A061-609E-BD92-34BE-0F168694D455}"/>
          </ac:spMkLst>
        </pc:spChg>
      </pc:sldChg>
      <pc:sldChg chg="del">
        <pc:chgData name="Alec Wells" userId="527ade61401a42c1" providerId="LiveId" clId="{A9E98584-689C-455A-8111-3536E25BB2F6}" dt="2024-04-04T00:47:38.797" v="3640" actId="2696"/>
        <pc:sldMkLst>
          <pc:docMk/>
          <pc:sldMk cId="3493309931" sldId="375"/>
        </pc:sldMkLst>
      </pc:sldChg>
      <pc:sldChg chg="del">
        <pc:chgData name="Alec Wells" userId="527ade61401a42c1" providerId="LiveId" clId="{A9E98584-689C-455A-8111-3536E25BB2F6}" dt="2024-04-04T00:47:38.797" v="3640" actId="2696"/>
        <pc:sldMkLst>
          <pc:docMk/>
          <pc:sldMk cId="428630207" sldId="376"/>
        </pc:sldMkLst>
      </pc:sldChg>
      <pc:sldChg chg="del">
        <pc:chgData name="Alec Wells" userId="527ade61401a42c1" providerId="LiveId" clId="{A9E98584-689C-455A-8111-3536E25BB2F6}" dt="2024-04-04T00:47:38.797" v="3640" actId="2696"/>
        <pc:sldMkLst>
          <pc:docMk/>
          <pc:sldMk cId="3095627477" sldId="377"/>
        </pc:sldMkLst>
      </pc:sldChg>
      <pc:sldChg chg="modSp mod">
        <pc:chgData name="Alec Wells" userId="527ade61401a42c1" providerId="LiveId" clId="{A9E98584-689C-455A-8111-3536E25BB2F6}" dt="2024-04-03T00:24:16.445" v="2143" actId="20578"/>
        <pc:sldMkLst>
          <pc:docMk/>
          <pc:sldMk cId="2774362858" sldId="378"/>
        </pc:sldMkLst>
        <pc:spChg chg="mod">
          <ac:chgData name="Alec Wells" userId="527ade61401a42c1" providerId="LiveId" clId="{A9E98584-689C-455A-8111-3536E25BB2F6}" dt="2024-04-02T00:38:56.918" v="1454" actId="20577"/>
          <ac:spMkLst>
            <pc:docMk/>
            <pc:sldMk cId="2774362858" sldId="378"/>
            <ac:spMk id="5122" creationId="{57AF4AD4-BC7B-DD4E-D35E-52BDF77B85E3}"/>
          </ac:spMkLst>
        </pc:spChg>
        <pc:spChg chg="mod">
          <ac:chgData name="Alec Wells" userId="527ade61401a42c1" providerId="LiveId" clId="{A9E98584-689C-455A-8111-3536E25BB2F6}" dt="2024-04-03T00:24:16.445" v="2143" actId="20578"/>
          <ac:spMkLst>
            <pc:docMk/>
            <pc:sldMk cId="2774362858" sldId="378"/>
            <ac:spMk id="5123" creationId="{365B6720-18E1-F23B-07F7-0F262BFCBA87}"/>
          </ac:spMkLst>
        </pc:spChg>
      </pc:sldChg>
      <pc:sldChg chg="del">
        <pc:chgData name="Alec Wells" userId="527ade61401a42c1" providerId="LiveId" clId="{A9E98584-689C-455A-8111-3536E25BB2F6}" dt="2024-04-04T00:47:38.797" v="3640" actId="2696"/>
        <pc:sldMkLst>
          <pc:docMk/>
          <pc:sldMk cId="1127671632" sldId="379"/>
        </pc:sldMkLst>
      </pc:sldChg>
      <pc:sldChg chg="del">
        <pc:chgData name="Alec Wells" userId="527ade61401a42c1" providerId="LiveId" clId="{A9E98584-689C-455A-8111-3536E25BB2F6}" dt="2024-04-04T00:47:38.797" v="3640" actId="2696"/>
        <pc:sldMkLst>
          <pc:docMk/>
          <pc:sldMk cId="4080425950" sldId="380"/>
        </pc:sldMkLst>
      </pc:sldChg>
      <pc:sldChg chg="del">
        <pc:chgData name="Alec Wells" userId="527ade61401a42c1" providerId="LiveId" clId="{A9E98584-689C-455A-8111-3536E25BB2F6}" dt="2024-04-04T00:47:38.797" v="3640" actId="2696"/>
        <pc:sldMkLst>
          <pc:docMk/>
          <pc:sldMk cId="2315007373" sldId="381"/>
        </pc:sldMkLst>
      </pc:sldChg>
      <pc:sldChg chg="del">
        <pc:chgData name="Alec Wells" userId="527ade61401a42c1" providerId="LiveId" clId="{A9E98584-689C-455A-8111-3536E25BB2F6}" dt="2024-04-04T00:47:38.797" v="3640" actId="2696"/>
        <pc:sldMkLst>
          <pc:docMk/>
          <pc:sldMk cId="2125734906" sldId="382"/>
        </pc:sldMkLst>
      </pc:sldChg>
      <pc:sldChg chg="del">
        <pc:chgData name="Alec Wells" userId="527ade61401a42c1" providerId="LiveId" clId="{A9E98584-689C-455A-8111-3536E25BB2F6}" dt="2024-04-04T00:47:38.797" v="3640" actId="2696"/>
        <pc:sldMkLst>
          <pc:docMk/>
          <pc:sldMk cId="1568801087" sldId="383"/>
        </pc:sldMkLst>
      </pc:sldChg>
      <pc:sldChg chg="modSp add mod">
        <pc:chgData name="Alec Wells" userId="527ade61401a42c1" providerId="LiveId" clId="{A9E98584-689C-455A-8111-3536E25BB2F6}" dt="2024-04-02T00:37:02.284" v="1355" actId="403"/>
        <pc:sldMkLst>
          <pc:docMk/>
          <pc:sldMk cId="1212216574" sldId="384"/>
        </pc:sldMkLst>
        <pc:spChg chg="mod">
          <ac:chgData name="Alec Wells" userId="527ade61401a42c1" providerId="LiveId" clId="{A9E98584-689C-455A-8111-3536E25BB2F6}" dt="2024-04-02T00:37:02.284" v="1355" actId="403"/>
          <ac:spMkLst>
            <pc:docMk/>
            <pc:sldMk cId="1212216574" sldId="384"/>
            <ac:spMk id="5123" creationId="{1372D5BC-0841-7191-D4A0-4C1202001BCC}"/>
          </ac:spMkLst>
        </pc:spChg>
      </pc:sldChg>
      <pc:sldChg chg="modSp add mod">
        <pc:chgData name="Alec Wells" userId="527ade61401a42c1" providerId="LiveId" clId="{A9E98584-689C-455A-8111-3536E25BB2F6}" dt="2024-04-02T00:37:35.059" v="1434" actId="20577"/>
        <pc:sldMkLst>
          <pc:docMk/>
          <pc:sldMk cId="2006472392" sldId="385"/>
        </pc:sldMkLst>
        <pc:spChg chg="mod">
          <ac:chgData name="Alec Wells" userId="527ade61401a42c1" providerId="LiveId" clId="{A9E98584-689C-455A-8111-3536E25BB2F6}" dt="2024-04-02T00:32:12.433" v="686" actId="20577"/>
          <ac:spMkLst>
            <pc:docMk/>
            <pc:sldMk cId="2006472392" sldId="385"/>
            <ac:spMk id="5122" creationId="{03008CAA-58BB-9816-3370-99195DD15434}"/>
          </ac:spMkLst>
        </pc:spChg>
        <pc:spChg chg="mod">
          <ac:chgData name="Alec Wells" userId="527ade61401a42c1" providerId="LiveId" clId="{A9E98584-689C-455A-8111-3536E25BB2F6}" dt="2024-04-02T00:37:35.059" v="1434" actId="20577"/>
          <ac:spMkLst>
            <pc:docMk/>
            <pc:sldMk cId="2006472392" sldId="385"/>
            <ac:spMk id="5123" creationId="{1372D5BC-0841-7191-D4A0-4C1202001BCC}"/>
          </ac:spMkLst>
        </pc:spChg>
      </pc:sldChg>
      <pc:sldChg chg="modSp add mod">
        <pc:chgData name="Alec Wells" userId="527ade61401a42c1" providerId="LiveId" clId="{A9E98584-689C-455A-8111-3536E25BB2F6}" dt="2024-04-02T00:36:47.683" v="1353" actId="20577"/>
        <pc:sldMkLst>
          <pc:docMk/>
          <pc:sldMk cId="2003818056" sldId="386"/>
        </pc:sldMkLst>
        <pc:spChg chg="mod">
          <ac:chgData name="Alec Wells" userId="527ade61401a42c1" providerId="LiveId" clId="{A9E98584-689C-455A-8111-3536E25BB2F6}" dt="2024-04-02T00:34:22.436" v="780" actId="20577"/>
          <ac:spMkLst>
            <pc:docMk/>
            <pc:sldMk cId="2003818056" sldId="386"/>
            <ac:spMk id="16386" creationId="{C04D9E68-69C9-7ED7-124D-C4171E4C4309}"/>
          </ac:spMkLst>
        </pc:spChg>
        <pc:spChg chg="mod">
          <ac:chgData name="Alec Wells" userId="527ade61401a42c1" providerId="LiveId" clId="{A9E98584-689C-455A-8111-3536E25BB2F6}" dt="2024-04-02T00:36:47.683" v="1353" actId="20577"/>
          <ac:spMkLst>
            <pc:docMk/>
            <pc:sldMk cId="2003818056" sldId="386"/>
            <ac:spMk id="16387" creationId="{08E0A061-609E-BD92-34BE-0F168694D455}"/>
          </ac:spMkLst>
        </pc:spChg>
      </pc:sldChg>
      <pc:sldChg chg="modSp add del mod">
        <pc:chgData name="Alec Wells" userId="527ade61401a42c1" providerId="LiveId" clId="{A9E98584-689C-455A-8111-3536E25BB2F6}" dt="2024-04-02T00:45:49.971" v="2069" actId="2696"/>
        <pc:sldMkLst>
          <pc:docMk/>
          <pc:sldMk cId="3684914875" sldId="387"/>
        </pc:sldMkLst>
        <pc:spChg chg="mod">
          <ac:chgData name="Alec Wells" userId="527ade61401a42c1" providerId="LiveId" clId="{A9E98584-689C-455A-8111-3536E25BB2F6}" dt="2024-04-02T00:45:46.697" v="2068" actId="5793"/>
          <ac:spMkLst>
            <pc:docMk/>
            <pc:sldMk cId="3684914875" sldId="387"/>
            <ac:spMk id="5123" creationId="{365B6720-18E1-F23B-07F7-0F262BFCBA87}"/>
          </ac:spMkLst>
        </pc:spChg>
      </pc:sldChg>
      <pc:sldChg chg="modSp add mod">
        <pc:chgData name="Alec Wells" userId="527ade61401a42c1" providerId="LiveId" clId="{A9E98584-689C-455A-8111-3536E25BB2F6}" dt="2024-04-03T00:39:13.329" v="3050" actId="20577"/>
        <pc:sldMkLst>
          <pc:docMk/>
          <pc:sldMk cId="4274320194" sldId="387"/>
        </pc:sldMkLst>
        <pc:spChg chg="mod">
          <ac:chgData name="Alec Wells" userId="527ade61401a42c1" providerId="LiveId" clId="{A9E98584-689C-455A-8111-3536E25BB2F6}" dt="2024-04-02T00:46:56.252" v="2090" actId="20577"/>
          <ac:spMkLst>
            <pc:docMk/>
            <pc:sldMk cId="4274320194" sldId="387"/>
            <ac:spMk id="5122" creationId="{57AF4AD4-BC7B-DD4E-D35E-52BDF77B85E3}"/>
          </ac:spMkLst>
        </pc:spChg>
        <pc:spChg chg="mod">
          <ac:chgData name="Alec Wells" userId="527ade61401a42c1" providerId="LiveId" clId="{A9E98584-689C-455A-8111-3536E25BB2F6}" dt="2024-04-03T00:39:13.329" v="3050" actId="20577"/>
          <ac:spMkLst>
            <pc:docMk/>
            <pc:sldMk cId="4274320194" sldId="387"/>
            <ac:spMk id="5123" creationId="{365B6720-18E1-F23B-07F7-0F262BFCBA87}"/>
          </ac:spMkLst>
        </pc:spChg>
      </pc:sldChg>
      <pc:sldChg chg="modSp add mod">
        <pc:chgData name="Alec Wells" userId="527ade61401a42c1" providerId="LiveId" clId="{A9E98584-689C-455A-8111-3536E25BB2F6}" dt="2024-04-03T00:42:02.690" v="3090" actId="20577"/>
        <pc:sldMkLst>
          <pc:docMk/>
          <pc:sldMk cId="1588919607" sldId="388"/>
        </pc:sldMkLst>
        <pc:spChg chg="mod">
          <ac:chgData name="Alec Wells" userId="527ade61401a42c1" providerId="LiveId" clId="{A9E98584-689C-455A-8111-3536E25BB2F6}" dt="2024-04-03T00:28:59.249" v="2235" actId="20577"/>
          <ac:spMkLst>
            <pc:docMk/>
            <pc:sldMk cId="1588919607" sldId="388"/>
            <ac:spMk id="5122" creationId="{57AF4AD4-BC7B-DD4E-D35E-52BDF77B85E3}"/>
          </ac:spMkLst>
        </pc:spChg>
        <pc:spChg chg="mod">
          <ac:chgData name="Alec Wells" userId="527ade61401a42c1" providerId="LiveId" clId="{A9E98584-689C-455A-8111-3536E25BB2F6}" dt="2024-04-03T00:42:02.690" v="3090" actId="20577"/>
          <ac:spMkLst>
            <pc:docMk/>
            <pc:sldMk cId="1588919607" sldId="388"/>
            <ac:spMk id="5123" creationId="{365B6720-18E1-F23B-07F7-0F262BFCBA87}"/>
          </ac:spMkLst>
        </pc:spChg>
      </pc:sldChg>
      <pc:sldChg chg="modSp add mod">
        <pc:chgData name="Alec Wells" userId="527ade61401a42c1" providerId="LiveId" clId="{A9E98584-689C-455A-8111-3536E25BB2F6}" dt="2024-04-03T00:38:25.403" v="2995" actId="20577"/>
        <pc:sldMkLst>
          <pc:docMk/>
          <pc:sldMk cId="600549790" sldId="389"/>
        </pc:sldMkLst>
        <pc:spChg chg="mod">
          <ac:chgData name="Alec Wells" userId="527ade61401a42c1" providerId="LiveId" clId="{A9E98584-689C-455A-8111-3536E25BB2F6}" dt="2024-04-03T00:38:25.403" v="2995" actId="20577"/>
          <ac:spMkLst>
            <pc:docMk/>
            <pc:sldMk cId="600549790" sldId="389"/>
            <ac:spMk id="5123" creationId="{365B6720-18E1-F23B-07F7-0F262BFCBA87}"/>
          </ac:spMkLst>
        </pc:spChg>
      </pc:sldChg>
      <pc:sldChg chg="modSp add mod ord">
        <pc:chgData name="Alec Wells" userId="527ade61401a42c1" providerId="LiveId" clId="{A9E98584-689C-455A-8111-3536E25BB2F6}" dt="2024-04-03T00:44:12.266" v="3289" actId="20577"/>
        <pc:sldMkLst>
          <pc:docMk/>
          <pc:sldMk cId="2904929709" sldId="390"/>
        </pc:sldMkLst>
        <pc:spChg chg="mod">
          <ac:chgData name="Alec Wells" userId="527ade61401a42c1" providerId="LiveId" clId="{A9E98584-689C-455A-8111-3536E25BB2F6}" dt="2024-04-03T00:44:12.266" v="3289" actId="20577"/>
          <ac:spMkLst>
            <pc:docMk/>
            <pc:sldMk cId="2904929709" sldId="390"/>
            <ac:spMk id="5123" creationId="{365B6720-18E1-F23B-07F7-0F262BFCBA87}"/>
          </ac:spMkLst>
        </pc:spChg>
      </pc:sldChg>
      <pc:sldChg chg="modSp add mod ord">
        <pc:chgData name="Alec Wells" userId="527ade61401a42c1" providerId="LiveId" clId="{A9E98584-689C-455A-8111-3536E25BB2F6}" dt="2024-04-03T00:46:04.286" v="3376" actId="1036"/>
        <pc:sldMkLst>
          <pc:docMk/>
          <pc:sldMk cId="59799092" sldId="391"/>
        </pc:sldMkLst>
        <pc:spChg chg="mod">
          <ac:chgData name="Alec Wells" userId="527ade61401a42c1" providerId="LiveId" clId="{A9E98584-689C-455A-8111-3536E25BB2F6}" dt="2024-04-03T00:46:04.286" v="3376" actId="1036"/>
          <ac:spMkLst>
            <pc:docMk/>
            <pc:sldMk cId="59799092" sldId="391"/>
            <ac:spMk id="5123" creationId="{365B6720-18E1-F23B-07F7-0F262BFCBA87}"/>
          </ac:spMkLst>
        </pc:spChg>
      </pc:sldChg>
      <pc:sldChg chg="modSp add mod">
        <pc:chgData name="Alec Wells" userId="527ade61401a42c1" providerId="LiveId" clId="{A9E98584-689C-455A-8111-3536E25BB2F6}" dt="2024-04-04T00:47:16.515" v="3639" actId="20577"/>
        <pc:sldMkLst>
          <pc:docMk/>
          <pc:sldMk cId="1748355833" sldId="392"/>
        </pc:sldMkLst>
        <pc:spChg chg="mod">
          <ac:chgData name="Alec Wells" userId="527ade61401a42c1" providerId="LiveId" clId="{A9E98584-689C-455A-8111-3536E25BB2F6}" dt="2024-04-04T00:47:16.515" v="3639" actId="20577"/>
          <ac:spMkLst>
            <pc:docMk/>
            <pc:sldMk cId="1748355833" sldId="392"/>
            <ac:spMk id="5122" creationId="{03008CAA-58BB-9816-3370-99195DD15434}"/>
          </ac:spMkLst>
        </pc:spChg>
        <pc:spChg chg="mod">
          <ac:chgData name="Alec Wells" userId="527ade61401a42c1" providerId="LiveId" clId="{A9E98584-689C-455A-8111-3536E25BB2F6}" dt="2024-04-04T00:47:13.271" v="3630" actId="20577"/>
          <ac:spMkLst>
            <pc:docMk/>
            <pc:sldMk cId="1748355833" sldId="392"/>
            <ac:spMk id="5123" creationId="{1372D5BC-0841-7191-D4A0-4C1202001BCC}"/>
          </ac:spMkLst>
        </pc:spChg>
      </pc:sldChg>
    </pc:docChg>
  </pc:docChgLst>
  <pc:docChgLst>
    <pc:chgData name="Alec Wells" userId="527ade61401a42c1" providerId="LiveId" clId="{AD0DF8F6-AF04-4C85-9181-8ECC256CFED2}"/>
    <pc:docChg chg="undo custSel addSld delSld modSld sldOrd">
      <pc:chgData name="Alec Wells" userId="527ade61401a42c1" providerId="LiveId" clId="{AD0DF8F6-AF04-4C85-9181-8ECC256CFED2}" dt="2024-03-09T17:24:52.117" v="6867" actId="20577"/>
      <pc:docMkLst>
        <pc:docMk/>
      </pc:docMkLst>
      <pc:sldChg chg="modSp mod">
        <pc:chgData name="Alec Wells" userId="527ade61401a42c1" providerId="LiveId" clId="{AD0DF8F6-AF04-4C85-9181-8ECC256CFED2}" dt="2024-03-08T00:54:27.170" v="9" actId="20577"/>
        <pc:sldMkLst>
          <pc:docMk/>
          <pc:sldMk cId="0" sldId="256"/>
        </pc:sldMkLst>
        <pc:spChg chg="mod">
          <ac:chgData name="Alec Wells" userId="527ade61401a42c1" providerId="LiveId" clId="{AD0DF8F6-AF04-4C85-9181-8ECC256CFED2}" dt="2024-03-08T00:54:27.170" v="9" actId="20577"/>
          <ac:spMkLst>
            <pc:docMk/>
            <pc:sldMk cId="0" sldId="256"/>
            <ac:spMk id="2050" creationId="{CBD22B11-C1DB-B6A6-2EEE-0A845FB70593}"/>
          </ac:spMkLst>
        </pc:spChg>
        <pc:spChg chg="mod">
          <ac:chgData name="Alec Wells" userId="527ade61401a42c1" providerId="LiveId" clId="{AD0DF8F6-AF04-4C85-9181-8ECC256CFED2}" dt="2024-03-08T00:54:21.380" v="5" actId="20577"/>
          <ac:spMkLst>
            <pc:docMk/>
            <pc:sldMk cId="0" sldId="256"/>
            <ac:spMk id="3075" creationId="{DA12F9B4-B776-2DD3-BE3B-4F6AF00DB9ED}"/>
          </ac:spMkLst>
        </pc:spChg>
      </pc:sldChg>
      <pc:sldChg chg="add del">
        <pc:chgData name="Alec Wells" userId="527ade61401a42c1" providerId="LiveId" clId="{AD0DF8F6-AF04-4C85-9181-8ECC256CFED2}" dt="2024-03-09T16:58:00.086" v="5164" actId="2696"/>
        <pc:sldMkLst>
          <pc:docMk/>
          <pc:sldMk cId="0" sldId="280"/>
        </pc:sldMkLst>
      </pc:sldChg>
      <pc:sldChg chg="del">
        <pc:chgData name="Alec Wells" userId="527ade61401a42c1" providerId="LiveId" clId="{AD0DF8F6-AF04-4C85-9181-8ECC256CFED2}" dt="2024-03-09T13:23:08.719" v="4227" actId="2696"/>
        <pc:sldMkLst>
          <pc:docMk/>
          <pc:sldMk cId="0" sldId="288"/>
        </pc:sldMkLst>
      </pc:sldChg>
      <pc:sldChg chg="modSp mod">
        <pc:chgData name="Alec Wells" userId="527ade61401a42c1" providerId="LiveId" clId="{AD0DF8F6-AF04-4C85-9181-8ECC256CFED2}" dt="2024-03-09T16:27:11.854" v="4563" actId="20577"/>
        <pc:sldMkLst>
          <pc:docMk/>
          <pc:sldMk cId="2823282474" sldId="319"/>
        </pc:sldMkLst>
        <pc:spChg chg="mod">
          <ac:chgData name="Alec Wells" userId="527ade61401a42c1" providerId="LiveId" clId="{AD0DF8F6-AF04-4C85-9181-8ECC256CFED2}" dt="2024-03-08T00:54:33.482" v="13" actId="20577"/>
          <ac:spMkLst>
            <pc:docMk/>
            <pc:sldMk cId="2823282474" sldId="319"/>
            <ac:spMk id="5122" creationId="{03008CAA-58BB-9816-3370-99195DD15434}"/>
          </ac:spMkLst>
        </pc:spChg>
        <pc:spChg chg="mod">
          <ac:chgData name="Alec Wells" userId="527ade61401a42c1" providerId="LiveId" clId="{AD0DF8F6-AF04-4C85-9181-8ECC256CFED2}" dt="2024-03-09T16:27:11.854" v="4563" actId="20577"/>
          <ac:spMkLst>
            <pc:docMk/>
            <pc:sldMk cId="2823282474" sldId="319"/>
            <ac:spMk id="5123" creationId="{1372D5BC-0841-7191-D4A0-4C1202001BCC}"/>
          </ac:spMkLst>
        </pc:spChg>
      </pc:sldChg>
      <pc:sldChg chg="modSp del mod">
        <pc:chgData name="Alec Wells" userId="527ade61401a42c1" providerId="LiveId" clId="{AD0DF8F6-AF04-4C85-9181-8ECC256CFED2}" dt="2024-03-08T01:13:18.792" v="1811" actId="2696"/>
        <pc:sldMkLst>
          <pc:docMk/>
          <pc:sldMk cId="4058445389" sldId="320"/>
        </pc:sldMkLst>
        <pc:spChg chg="mod">
          <ac:chgData name="Alec Wells" userId="527ade61401a42c1" providerId="LiveId" clId="{AD0DF8F6-AF04-4C85-9181-8ECC256CFED2}" dt="2024-03-08T01:13:11.823" v="1808" actId="20577"/>
          <ac:spMkLst>
            <pc:docMk/>
            <pc:sldMk cId="4058445389" sldId="320"/>
            <ac:spMk id="5122" creationId="{CD504D0F-EA23-1C0C-536A-83011BE5839E}"/>
          </ac:spMkLst>
        </pc:spChg>
      </pc:sldChg>
      <pc:sldChg chg="del">
        <pc:chgData name="Alec Wells" userId="527ade61401a42c1" providerId="LiveId" clId="{AD0DF8F6-AF04-4C85-9181-8ECC256CFED2}" dt="2024-03-09T13:23:08.719" v="4227" actId="2696"/>
        <pc:sldMkLst>
          <pc:docMk/>
          <pc:sldMk cId="3207795901" sldId="321"/>
        </pc:sldMkLst>
      </pc:sldChg>
      <pc:sldChg chg="add del">
        <pc:chgData name="Alec Wells" userId="527ade61401a42c1" providerId="LiveId" clId="{AD0DF8F6-AF04-4C85-9181-8ECC256CFED2}" dt="2024-03-09T16:58:04.973" v="5167" actId="2696"/>
        <pc:sldMkLst>
          <pc:docMk/>
          <pc:sldMk cId="3268456659" sldId="323"/>
        </pc:sldMkLst>
      </pc:sldChg>
      <pc:sldChg chg="add del">
        <pc:chgData name="Alec Wells" userId="527ade61401a42c1" providerId="LiveId" clId="{AD0DF8F6-AF04-4C85-9181-8ECC256CFED2}" dt="2024-03-09T16:58:17.320" v="5168" actId="2696"/>
        <pc:sldMkLst>
          <pc:docMk/>
          <pc:sldMk cId="3493719763" sldId="348"/>
        </pc:sldMkLst>
      </pc:sldChg>
      <pc:sldChg chg="ord">
        <pc:chgData name="Alec Wells" userId="527ade61401a42c1" providerId="LiveId" clId="{AD0DF8F6-AF04-4C85-9181-8ECC256CFED2}" dt="2024-03-09T16:57:58.977" v="5162" actId="20578"/>
        <pc:sldMkLst>
          <pc:docMk/>
          <pc:sldMk cId="110807449" sldId="349"/>
        </pc:sldMkLst>
      </pc:sldChg>
      <pc:sldChg chg="modSp mod">
        <pc:chgData name="Alec Wells" userId="527ade61401a42c1" providerId="LiveId" clId="{AD0DF8F6-AF04-4C85-9181-8ECC256CFED2}" dt="2024-03-09T16:35:11.100" v="4613" actId="20577"/>
        <pc:sldMkLst>
          <pc:docMk/>
          <pc:sldMk cId="49530787" sldId="350"/>
        </pc:sldMkLst>
        <pc:spChg chg="mod">
          <ac:chgData name="Alec Wells" userId="527ade61401a42c1" providerId="LiveId" clId="{AD0DF8F6-AF04-4C85-9181-8ECC256CFED2}" dt="2024-03-08T01:13:09.446" v="1807" actId="20577"/>
          <ac:spMkLst>
            <pc:docMk/>
            <pc:sldMk cId="49530787" sldId="350"/>
            <ac:spMk id="16386" creationId="{C04D9E68-69C9-7ED7-124D-C4171E4C4309}"/>
          </ac:spMkLst>
        </pc:spChg>
        <pc:spChg chg="mod">
          <ac:chgData name="Alec Wells" userId="527ade61401a42c1" providerId="LiveId" clId="{AD0DF8F6-AF04-4C85-9181-8ECC256CFED2}" dt="2024-03-09T16:35:11.100" v="4613" actId="20577"/>
          <ac:spMkLst>
            <pc:docMk/>
            <pc:sldMk cId="49530787" sldId="350"/>
            <ac:spMk id="16387" creationId="{08E0A061-609E-BD92-34BE-0F168694D455}"/>
          </ac:spMkLst>
        </pc:spChg>
      </pc:sldChg>
      <pc:sldChg chg="add del">
        <pc:chgData name="Alec Wells" userId="527ade61401a42c1" providerId="LiveId" clId="{AD0DF8F6-AF04-4C85-9181-8ECC256CFED2}" dt="2024-03-09T16:58:00.392" v="5165" actId="2696"/>
        <pc:sldMkLst>
          <pc:docMk/>
          <pc:sldMk cId="1746413386" sldId="352"/>
        </pc:sldMkLst>
      </pc:sldChg>
      <pc:sldChg chg="add del">
        <pc:chgData name="Alec Wells" userId="527ade61401a42c1" providerId="LiveId" clId="{AD0DF8F6-AF04-4C85-9181-8ECC256CFED2}" dt="2024-03-09T16:58:17.320" v="5168" actId="2696"/>
        <pc:sldMkLst>
          <pc:docMk/>
          <pc:sldMk cId="3762269615" sldId="353"/>
        </pc:sldMkLst>
      </pc:sldChg>
      <pc:sldChg chg="modSp mod">
        <pc:chgData name="Alec Wells" userId="527ade61401a42c1" providerId="LiveId" clId="{AD0DF8F6-AF04-4C85-9181-8ECC256CFED2}" dt="2024-03-09T16:25:58.468" v="4513" actId="113"/>
        <pc:sldMkLst>
          <pc:docMk/>
          <pc:sldMk cId="3374849251" sldId="354"/>
        </pc:sldMkLst>
        <pc:spChg chg="mod">
          <ac:chgData name="Alec Wells" userId="527ade61401a42c1" providerId="LiveId" clId="{AD0DF8F6-AF04-4C85-9181-8ECC256CFED2}" dt="2024-03-08T01:06:02.707" v="1212" actId="20577"/>
          <ac:spMkLst>
            <pc:docMk/>
            <pc:sldMk cId="3374849251" sldId="354"/>
            <ac:spMk id="5122" creationId="{57AF4AD4-BC7B-DD4E-D35E-52BDF77B85E3}"/>
          </ac:spMkLst>
        </pc:spChg>
        <pc:spChg chg="mod">
          <ac:chgData name="Alec Wells" userId="527ade61401a42c1" providerId="LiveId" clId="{AD0DF8F6-AF04-4C85-9181-8ECC256CFED2}" dt="2024-03-09T16:25:58.468" v="4513" actId="113"/>
          <ac:spMkLst>
            <pc:docMk/>
            <pc:sldMk cId="3374849251" sldId="354"/>
            <ac:spMk id="5123" creationId="{365B6720-18E1-F23B-07F7-0F262BFCBA87}"/>
          </ac:spMkLst>
        </pc:spChg>
      </pc:sldChg>
      <pc:sldChg chg="del">
        <pc:chgData name="Alec Wells" userId="527ade61401a42c1" providerId="LiveId" clId="{AD0DF8F6-AF04-4C85-9181-8ECC256CFED2}" dt="2024-03-09T16:57:02.777" v="5155" actId="2696"/>
        <pc:sldMkLst>
          <pc:docMk/>
          <pc:sldMk cId="4241106793" sldId="355"/>
        </pc:sldMkLst>
      </pc:sldChg>
      <pc:sldChg chg="add del">
        <pc:chgData name="Alec Wells" userId="527ade61401a42c1" providerId="LiveId" clId="{AD0DF8F6-AF04-4C85-9181-8ECC256CFED2}" dt="2024-03-09T16:58:04.973" v="5167" actId="2696"/>
        <pc:sldMkLst>
          <pc:docMk/>
          <pc:sldMk cId="2362606726" sldId="356"/>
        </pc:sldMkLst>
      </pc:sldChg>
      <pc:sldChg chg="add del">
        <pc:chgData name="Alec Wells" userId="527ade61401a42c1" providerId="LiveId" clId="{AD0DF8F6-AF04-4C85-9181-8ECC256CFED2}" dt="2024-03-09T16:58:04.973" v="5167" actId="2696"/>
        <pc:sldMkLst>
          <pc:docMk/>
          <pc:sldMk cId="2039970856" sldId="357"/>
        </pc:sldMkLst>
      </pc:sldChg>
      <pc:sldChg chg="add del">
        <pc:chgData name="Alec Wells" userId="527ade61401a42c1" providerId="LiveId" clId="{AD0DF8F6-AF04-4C85-9181-8ECC256CFED2}" dt="2024-03-09T16:58:04.973" v="5167" actId="2696"/>
        <pc:sldMkLst>
          <pc:docMk/>
          <pc:sldMk cId="587010487" sldId="358"/>
        </pc:sldMkLst>
      </pc:sldChg>
      <pc:sldChg chg="add del">
        <pc:chgData name="Alec Wells" userId="527ade61401a42c1" providerId="LiveId" clId="{AD0DF8F6-AF04-4C85-9181-8ECC256CFED2}" dt="2024-03-09T16:58:17.320" v="5168" actId="2696"/>
        <pc:sldMkLst>
          <pc:docMk/>
          <pc:sldMk cId="1540216628" sldId="359"/>
        </pc:sldMkLst>
      </pc:sldChg>
      <pc:sldChg chg="add del">
        <pc:chgData name="Alec Wells" userId="527ade61401a42c1" providerId="LiveId" clId="{AD0DF8F6-AF04-4C85-9181-8ECC256CFED2}" dt="2024-03-09T16:58:17.320" v="5168" actId="2696"/>
        <pc:sldMkLst>
          <pc:docMk/>
          <pc:sldMk cId="1629402692" sldId="360"/>
        </pc:sldMkLst>
      </pc:sldChg>
      <pc:sldChg chg="add del">
        <pc:chgData name="Alec Wells" userId="527ade61401a42c1" providerId="LiveId" clId="{AD0DF8F6-AF04-4C85-9181-8ECC256CFED2}" dt="2024-03-09T16:58:17.320" v="5168" actId="2696"/>
        <pc:sldMkLst>
          <pc:docMk/>
          <pc:sldMk cId="1464846336" sldId="361"/>
        </pc:sldMkLst>
      </pc:sldChg>
      <pc:sldChg chg="add del">
        <pc:chgData name="Alec Wells" userId="527ade61401a42c1" providerId="LiveId" clId="{AD0DF8F6-AF04-4C85-9181-8ECC256CFED2}" dt="2024-03-09T16:58:17.320" v="5168" actId="2696"/>
        <pc:sldMkLst>
          <pc:docMk/>
          <pc:sldMk cId="82340334" sldId="362"/>
        </pc:sldMkLst>
      </pc:sldChg>
      <pc:sldChg chg="add del">
        <pc:chgData name="Alec Wells" userId="527ade61401a42c1" providerId="LiveId" clId="{AD0DF8F6-AF04-4C85-9181-8ECC256CFED2}" dt="2024-03-09T16:58:17.320" v="5168" actId="2696"/>
        <pc:sldMkLst>
          <pc:docMk/>
          <pc:sldMk cId="473473277" sldId="363"/>
        </pc:sldMkLst>
      </pc:sldChg>
      <pc:sldChg chg="add del">
        <pc:chgData name="Alec Wells" userId="527ade61401a42c1" providerId="LiveId" clId="{AD0DF8F6-AF04-4C85-9181-8ECC256CFED2}" dt="2024-03-09T16:58:17.320" v="5168" actId="2696"/>
        <pc:sldMkLst>
          <pc:docMk/>
          <pc:sldMk cId="2043993520" sldId="364"/>
        </pc:sldMkLst>
      </pc:sldChg>
      <pc:sldChg chg="add del">
        <pc:chgData name="Alec Wells" userId="527ade61401a42c1" providerId="LiveId" clId="{AD0DF8F6-AF04-4C85-9181-8ECC256CFED2}" dt="2024-03-09T16:58:17.320" v="5168" actId="2696"/>
        <pc:sldMkLst>
          <pc:docMk/>
          <pc:sldMk cId="2165264343" sldId="365"/>
        </pc:sldMkLst>
      </pc:sldChg>
      <pc:sldChg chg="add del">
        <pc:chgData name="Alec Wells" userId="527ade61401a42c1" providerId="LiveId" clId="{AD0DF8F6-AF04-4C85-9181-8ECC256CFED2}" dt="2024-03-09T16:58:17.320" v="5168" actId="2696"/>
        <pc:sldMkLst>
          <pc:docMk/>
          <pc:sldMk cId="3286551196" sldId="366"/>
        </pc:sldMkLst>
      </pc:sldChg>
      <pc:sldChg chg="add del">
        <pc:chgData name="Alec Wells" userId="527ade61401a42c1" providerId="LiveId" clId="{AD0DF8F6-AF04-4C85-9181-8ECC256CFED2}" dt="2024-03-09T16:58:17.320" v="5168" actId="2696"/>
        <pc:sldMkLst>
          <pc:docMk/>
          <pc:sldMk cId="251505049" sldId="367"/>
        </pc:sldMkLst>
      </pc:sldChg>
      <pc:sldChg chg="modSp add mod">
        <pc:chgData name="Alec Wells" userId="527ade61401a42c1" providerId="LiveId" clId="{AD0DF8F6-AF04-4C85-9181-8ECC256CFED2}" dt="2024-03-09T16:29:17.123" v="4564" actId="20577"/>
        <pc:sldMkLst>
          <pc:docMk/>
          <pc:sldMk cId="3805411026" sldId="368"/>
        </pc:sldMkLst>
        <pc:spChg chg="mod">
          <ac:chgData name="Alec Wells" userId="527ade61401a42c1" providerId="LiveId" clId="{AD0DF8F6-AF04-4C85-9181-8ECC256CFED2}" dt="2024-03-08T01:00:11.894" v="467" actId="20577"/>
          <ac:spMkLst>
            <pc:docMk/>
            <pc:sldMk cId="3805411026" sldId="368"/>
            <ac:spMk id="5122" creationId="{03008CAA-58BB-9816-3370-99195DD15434}"/>
          </ac:spMkLst>
        </pc:spChg>
        <pc:spChg chg="mod">
          <ac:chgData name="Alec Wells" userId="527ade61401a42c1" providerId="LiveId" clId="{AD0DF8F6-AF04-4C85-9181-8ECC256CFED2}" dt="2024-03-09T16:29:17.123" v="4564" actId="20577"/>
          <ac:spMkLst>
            <pc:docMk/>
            <pc:sldMk cId="3805411026" sldId="368"/>
            <ac:spMk id="5123" creationId="{1372D5BC-0841-7191-D4A0-4C1202001BCC}"/>
          </ac:spMkLst>
        </pc:spChg>
      </pc:sldChg>
      <pc:sldChg chg="addSp modSp add mod setBg">
        <pc:chgData name="Alec Wells" userId="527ade61401a42c1" providerId="LiveId" clId="{AD0DF8F6-AF04-4C85-9181-8ECC256CFED2}" dt="2024-03-08T01:11:16.278" v="1789" actId="20577"/>
        <pc:sldMkLst>
          <pc:docMk/>
          <pc:sldMk cId="3982036518" sldId="369"/>
        </pc:sldMkLst>
        <pc:spChg chg="add">
          <ac:chgData name="Alec Wells" userId="527ade61401a42c1" providerId="LiveId" clId="{AD0DF8F6-AF04-4C85-9181-8ECC256CFED2}" dt="2024-03-08T01:10:46.427" v="1767"/>
          <ac:spMkLst>
            <pc:docMk/>
            <pc:sldMk cId="3982036518" sldId="369"/>
            <ac:spMk id="2" creationId="{E7C31C76-5233-FF57-A95E-C894524BC256}"/>
          </ac:spMkLst>
        </pc:spChg>
        <pc:spChg chg="mod">
          <ac:chgData name="Alec Wells" userId="527ade61401a42c1" providerId="LiveId" clId="{AD0DF8F6-AF04-4C85-9181-8ECC256CFED2}" dt="2024-03-08T01:10:39.757" v="1766" actId="20577"/>
          <ac:spMkLst>
            <pc:docMk/>
            <pc:sldMk cId="3982036518" sldId="369"/>
            <ac:spMk id="5122" creationId="{57AF4AD4-BC7B-DD4E-D35E-52BDF77B85E3}"/>
          </ac:spMkLst>
        </pc:spChg>
        <pc:spChg chg="mod">
          <ac:chgData name="Alec Wells" userId="527ade61401a42c1" providerId="LiveId" clId="{AD0DF8F6-AF04-4C85-9181-8ECC256CFED2}" dt="2024-03-08T01:11:16.278" v="1789" actId="20577"/>
          <ac:spMkLst>
            <pc:docMk/>
            <pc:sldMk cId="3982036518" sldId="369"/>
            <ac:spMk id="5123" creationId="{365B6720-18E1-F23B-07F7-0F262BFCBA87}"/>
          </ac:spMkLst>
        </pc:spChg>
      </pc:sldChg>
      <pc:sldChg chg="modSp add del mod">
        <pc:chgData name="Alec Wells" userId="527ade61401a42c1" providerId="LiveId" clId="{AD0DF8F6-AF04-4C85-9181-8ECC256CFED2}" dt="2024-03-09T01:13:00.600" v="3382" actId="2696"/>
        <pc:sldMkLst>
          <pc:docMk/>
          <pc:sldMk cId="1439159269" sldId="370"/>
        </pc:sldMkLst>
        <pc:spChg chg="mod">
          <ac:chgData name="Alec Wells" userId="527ade61401a42c1" providerId="LiveId" clId="{AD0DF8F6-AF04-4C85-9181-8ECC256CFED2}" dt="2024-03-08T01:13:31.249" v="1839" actId="20577"/>
          <ac:spMkLst>
            <pc:docMk/>
            <pc:sldMk cId="1439159269" sldId="370"/>
            <ac:spMk id="16386" creationId="{C04D9E68-69C9-7ED7-124D-C4171E4C4309}"/>
          </ac:spMkLst>
        </pc:spChg>
      </pc:sldChg>
      <pc:sldChg chg="add del">
        <pc:chgData name="Alec Wells" userId="527ade61401a42c1" providerId="LiveId" clId="{AD0DF8F6-AF04-4C85-9181-8ECC256CFED2}" dt="2024-03-08T01:13:16.882" v="1810" actId="2696"/>
        <pc:sldMkLst>
          <pc:docMk/>
          <pc:sldMk cId="4108759623" sldId="370"/>
        </pc:sldMkLst>
      </pc:sldChg>
      <pc:sldChg chg="modSp add mod ord">
        <pc:chgData name="Alec Wells" userId="527ade61401a42c1" providerId="LiveId" clId="{AD0DF8F6-AF04-4C85-9181-8ECC256CFED2}" dt="2024-03-09T16:42:04.095" v="4838" actId="20577"/>
        <pc:sldMkLst>
          <pc:docMk/>
          <pc:sldMk cId="83212731" sldId="371"/>
        </pc:sldMkLst>
        <pc:spChg chg="mod">
          <ac:chgData name="Alec Wells" userId="527ade61401a42c1" providerId="LiveId" clId="{AD0DF8F6-AF04-4C85-9181-8ECC256CFED2}" dt="2024-03-08T01:13:38.909" v="1854" actId="20577"/>
          <ac:spMkLst>
            <pc:docMk/>
            <pc:sldMk cId="83212731" sldId="371"/>
            <ac:spMk id="16386" creationId="{C04D9E68-69C9-7ED7-124D-C4171E4C4309}"/>
          </ac:spMkLst>
        </pc:spChg>
        <pc:spChg chg="mod">
          <ac:chgData name="Alec Wells" userId="527ade61401a42c1" providerId="LiveId" clId="{AD0DF8F6-AF04-4C85-9181-8ECC256CFED2}" dt="2024-03-09T16:42:04.095" v="4838" actId="20577"/>
          <ac:spMkLst>
            <pc:docMk/>
            <pc:sldMk cId="83212731" sldId="371"/>
            <ac:spMk id="16387" creationId="{08E0A061-609E-BD92-34BE-0F168694D455}"/>
          </ac:spMkLst>
        </pc:spChg>
      </pc:sldChg>
      <pc:sldChg chg="modSp add del mod">
        <pc:chgData name="Alec Wells" userId="527ade61401a42c1" providerId="LiveId" clId="{AD0DF8F6-AF04-4C85-9181-8ECC256CFED2}" dt="2024-03-09T01:28:18.196" v="3994" actId="2696"/>
        <pc:sldMkLst>
          <pc:docMk/>
          <pc:sldMk cId="1244599910" sldId="372"/>
        </pc:sldMkLst>
        <pc:spChg chg="mod">
          <ac:chgData name="Alec Wells" userId="527ade61401a42c1" providerId="LiveId" clId="{AD0DF8F6-AF04-4C85-9181-8ECC256CFED2}" dt="2024-03-08T01:13:46.739" v="1866" actId="20577"/>
          <ac:spMkLst>
            <pc:docMk/>
            <pc:sldMk cId="1244599910" sldId="372"/>
            <ac:spMk id="16386" creationId="{C04D9E68-69C9-7ED7-124D-C4171E4C4309}"/>
          </ac:spMkLst>
        </pc:spChg>
      </pc:sldChg>
      <pc:sldChg chg="addSp modSp add mod ord setBg">
        <pc:chgData name="Alec Wells" userId="527ade61401a42c1" providerId="LiveId" clId="{AD0DF8F6-AF04-4C85-9181-8ECC256CFED2}" dt="2024-03-09T17:18:01.704" v="6155" actId="20577"/>
        <pc:sldMkLst>
          <pc:docMk/>
          <pc:sldMk cId="3178569890" sldId="373"/>
        </pc:sldMkLst>
        <pc:spChg chg="add">
          <ac:chgData name="Alec Wells" userId="527ade61401a42c1" providerId="LiveId" clId="{AD0DF8F6-AF04-4C85-9181-8ECC256CFED2}" dt="2024-03-09T17:02:37.533" v="5676"/>
          <ac:spMkLst>
            <pc:docMk/>
            <pc:sldMk cId="3178569890" sldId="373"/>
            <ac:spMk id="2" creationId="{6FA6ACE3-E839-3E9D-1005-4974953CFAEE}"/>
          </ac:spMkLst>
        </pc:spChg>
        <pc:spChg chg="mod">
          <ac:chgData name="Alec Wells" userId="527ade61401a42c1" providerId="LiveId" clId="{AD0DF8F6-AF04-4C85-9181-8ECC256CFED2}" dt="2024-03-09T17:17:38.079" v="6143" actId="20577"/>
          <ac:spMkLst>
            <pc:docMk/>
            <pc:sldMk cId="3178569890" sldId="373"/>
            <ac:spMk id="16386" creationId="{C04D9E68-69C9-7ED7-124D-C4171E4C4309}"/>
          </ac:spMkLst>
        </pc:spChg>
        <pc:spChg chg="mod">
          <ac:chgData name="Alec Wells" userId="527ade61401a42c1" providerId="LiveId" clId="{AD0DF8F6-AF04-4C85-9181-8ECC256CFED2}" dt="2024-03-09T17:18:01.704" v="6155" actId="20577"/>
          <ac:spMkLst>
            <pc:docMk/>
            <pc:sldMk cId="3178569890" sldId="373"/>
            <ac:spMk id="16387" creationId="{08E0A061-609E-BD92-34BE-0F168694D455}"/>
          </ac:spMkLst>
        </pc:spChg>
      </pc:sldChg>
      <pc:sldChg chg="modSp add mod">
        <pc:chgData name="Alec Wells" userId="527ade61401a42c1" providerId="LiveId" clId="{AD0DF8F6-AF04-4C85-9181-8ECC256CFED2}" dt="2024-03-09T17:24:52.117" v="6867" actId="20577"/>
        <pc:sldMkLst>
          <pc:docMk/>
          <pc:sldMk cId="2600614731" sldId="374"/>
        </pc:sldMkLst>
        <pc:spChg chg="mod">
          <ac:chgData name="Alec Wells" userId="527ade61401a42c1" providerId="LiveId" clId="{AD0DF8F6-AF04-4C85-9181-8ECC256CFED2}" dt="2024-03-09T17:24:52.117" v="6867" actId="20577"/>
          <ac:spMkLst>
            <pc:docMk/>
            <pc:sldMk cId="2600614731" sldId="374"/>
            <ac:spMk id="16387" creationId="{08E0A061-609E-BD92-34BE-0F168694D455}"/>
          </ac:spMkLst>
        </pc:spChg>
      </pc:sldChg>
      <pc:sldChg chg="modSp add mod ord">
        <pc:chgData name="Alec Wells" userId="527ade61401a42c1" providerId="LiveId" clId="{AD0DF8F6-AF04-4C85-9181-8ECC256CFED2}" dt="2024-03-09T16:52:36.115" v="5148" actId="5793"/>
        <pc:sldMkLst>
          <pc:docMk/>
          <pc:sldMk cId="3493309931" sldId="375"/>
        </pc:sldMkLst>
        <pc:spChg chg="mod">
          <ac:chgData name="Alec Wells" userId="527ade61401a42c1" providerId="LiveId" clId="{AD0DF8F6-AF04-4C85-9181-8ECC256CFED2}" dt="2024-03-09T01:12:56.118" v="3381" actId="20577"/>
          <ac:spMkLst>
            <pc:docMk/>
            <pc:sldMk cId="3493309931" sldId="375"/>
            <ac:spMk id="16386" creationId="{C04D9E68-69C9-7ED7-124D-C4171E4C4309}"/>
          </ac:spMkLst>
        </pc:spChg>
        <pc:spChg chg="mod">
          <ac:chgData name="Alec Wells" userId="527ade61401a42c1" providerId="LiveId" clId="{AD0DF8F6-AF04-4C85-9181-8ECC256CFED2}" dt="2024-03-09T16:52:36.115" v="5148" actId="5793"/>
          <ac:spMkLst>
            <pc:docMk/>
            <pc:sldMk cId="3493309931" sldId="375"/>
            <ac:spMk id="16387" creationId="{08E0A061-609E-BD92-34BE-0F168694D455}"/>
          </ac:spMkLst>
        </pc:spChg>
      </pc:sldChg>
      <pc:sldChg chg="modSp add mod ord">
        <pc:chgData name="Alec Wells" userId="527ade61401a42c1" providerId="LiveId" clId="{AD0DF8F6-AF04-4C85-9181-8ECC256CFED2}" dt="2024-03-09T16:49:27.287" v="5055"/>
        <pc:sldMkLst>
          <pc:docMk/>
          <pc:sldMk cId="428630207" sldId="376"/>
        </pc:sldMkLst>
        <pc:spChg chg="mod">
          <ac:chgData name="Alec Wells" userId="527ade61401a42c1" providerId="LiveId" clId="{AD0DF8F6-AF04-4C85-9181-8ECC256CFED2}" dt="2024-03-09T01:18:38.728" v="3985" actId="20577"/>
          <ac:spMkLst>
            <pc:docMk/>
            <pc:sldMk cId="428630207" sldId="376"/>
            <ac:spMk id="16387" creationId="{08E0A061-609E-BD92-34BE-0F168694D455}"/>
          </ac:spMkLst>
        </pc:spChg>
      </pc:sldChg>
      <pc:sldChg chg="modSp add mod ord">
        <pc:chgData name="Alec Wells" userId="527ade61401a42c1" providerId="LiveId" clId="{AD0DF8F6-AF04-4C85-9181-8ECC256CFED2}" dt="2024-03-09T16:56:04.105" v="5154" actId="20577"/>
        <pc:sldMkLst>
          <pc:docMk/>
          <pc:sldMk cId="3095627477" sldId="377"/>
        </pc:sldMkLst>
        <pc:spChg chg="mod">
          <ac:chgData name="Alec Wells" userId="527ade61401a42c1" providerId="LiveId" clId="{AD0DF8F6-AF04-4C85-9181-8ECC256CFED2}" dt="2024-03-09T01:28:14.809" v="3993" actId="20577"/>
          <ac:spMkLst>
            <pc:docMk/>
            <pc:sldMk cId="3095627477" sldId="377"/>
            <ac:spMk id="16386" creationId="{C04D9E68-69C9-7ED7-124D-C4171E4C4309}"/>
          </ac:spMkLst>
        </pc:spChg>
        <pc:spChg chg="mod">
          <ac:chgData name="Alec Wells" userId="527ade61401a42c1" providerId="LiveId" clId="{AD0DF8F6-AF04-4C85-9181-8ECC256CFED2}" dt="2024-03-09T16:56:04.105" v="5154" actId="20577"/>
          <ac:spMkLst>
            <pc:docMk/>
            <pc:sldMk cId="3095627477" sldId="377"/>
            <ac:spMk id="16387" creationId="{08E0A061-609E-BD92-34BE-0F168694D455}"/>
          </ac:spMkLst>
        </pc:spChg>
      </pc:sldChg>
      <pc:sldChg chg="modSp add mod ord">
        <pc:chgData name="Alec Wells" userId="527ade61401a42c1" providerId="LiveId" clId="{AD0DF8F6-AF04-4C85-9181-8ECC256CFED2}" dt="2024-03-09T16:24:22.985" v="4238"/>
        <pc:sldMkLst>
          <pc:docMk/>
          <pc:sldMk cId="2774362858" sldId="378"/>
        </pc:sldMkLst>
        <pc:spChg chg="mod">
          <ac:chgData name="Alec Wells" userId="527ade61401a42c1" providerId="LiveId" clId="{AD0DF8F6-AF04-4C85-9181-8ECC256CFED2}" dt="2024-03-09T16:24:17.782" v="4234" actId="20577"/>
          <ac:spMkLst>
            <pc:docMk/>
            <pc:sldMk cId="2774362858" sldId="378"/>
            <ac:spMk id="5123" creationId="{365B6720-18E1-F23B-07F7-0F262BFCBA87}"/>
          </ac:spMkLst>
        </pc:spChg>
      </pc:sldChg>
      <pc:sldChg chg="modSp add mod">
        <pc:chgData name="Alec Wells" userId="527ade61401a42c1" providerId="LiveId" clId="{AD0DF8F6-AF04-4C85-9181-8ECC256CFED2}" dt="2024-03-09T16:54:48.097" v="5151" actId="20577"/>
        <pc:sldMkLst>
          <pc:docMk/>
          <pc:sldMk cId="1127671632" sldId="379"/>
        </pc:sldMkLst>
        <pc:spChg chg="mod">
          <ac:chgData name="Alec Wells" userId="527ade61401a42c1" providerId="LiveId" clId="{AD0DF8F6-AF04-4C85-9181-8ECC256CFED2}" dt="2024-03-09T16:48:18.440" v="5047" actId="20577"/>
          <ac:spMkLst>
            <pc:docMk/>
            <pc:sldMk cId="1127671632" sldId="379"/>
            <ac:spMk id="16386" creationId="{C04D9E68-69C9-7ED7-124D-C4171E4C4309}"/>
          </ac:spMkLst>
        </pc:spChg>
        <pc:spChg chg="mod">
          <ac:chgData name="Alec Wells" userId="527ade61401a42c1" providerId="LiveId" clId="{AD0DF8F6-AF04-4C85-9181-8ECC256CFED2}" dt="2024-03-09T16:54:48.097" v="5151" actId="20577"/>
          <ac:spMkLst>
            <pc:docMk/>
            <pc:sldMk cId="1127671632" sldId="379"/>
            <ac:spMk id="16387" creationId="{08E0A061-609E-BD92-34BE-0F168694D455}"/>
          </ac:spMkLst>
        </pc:spChg>
      </pc:sldChg>
      <pc:sldChg chg="modSp add mod">
        <pc:chgData name="Alec Wells" userId="527ade61401a42c1" providerId="LiveId" clId="{AD0DF8F6-AF04-4C85-9181-8ECC256CFED2}" dt="2024-03-09T16:48:24.905" v="5050" actId="20577"/>
        <pc:sldMkLst>
          <pc:docMk/>
          <pc:sldMk cId="4080425950" sldId="380"/>
        </pc:sldMkLst>
        <pc:spChg chg="mod">
          <ac:chgData name="Alec Wells" userId="527ade61401a42c1" providerId="LiveId" clId="{AD0DF8F6-AF04-4C85-9181-8ECC256CFED2}" dt="2024-03-09T16:48:14.759" v="5046" actId="20577"/>
          <ac:spMkLst>
            <pc:docMk/>
            <pc:sldMk cId="4080425950" sldId="380"/>
            <ac:spMk id="16386" creationId="{C04D9E68-69C9-7ED7-124D-C4171E4C4309}"/>
          </ac:spMkLst>
        </pc:spChg>
        <pc:spChg chg="mod">
          <ac:chgData name="Alec Wells" userId="527ade61401a42c1" providerId="LiveId" clId="{AD0DF8F6-AF04-4C85-9181-8ECC256CFED2}" dt="2024-03-09T16:48:24.905" v="5050" actId="20577"/>
          <ac:spMkLst>
            <pc:docMk/>
            <pc:sldMk cId="4080425950" sldId="380"/>
            <ac:spMk id="16387" creationId="{08E0A061-609E-BD92-34BE-0F168694D455}"/>
          </ac:spMkLst>
        </pc:spChg>
      </pc:sldChg>
      <pc:sldChg chg="addSp modSp add mod setBg">
        <pc:chgData name="Alec Wells" userId="527ade61401a42c1" providerId="LiveId" clId="{AD0DF8F6-AF04-4C85-9181-8ECC256CFED2}" dt="2024-03-09T17:10:26.012" v="5830" actId="20577"/>
        <pc:sldMkLst>
          <pc:docMk/>
          <pc:sldMk cId="2315007373" sldId="381"/>
        </pc:sldMkLst>
        <pc:spChg chg="add">
          <ac:chgData name="Alec Wells" userId="527ade61401a42c1" providerId="LiveId" clId="{AD0DF8F6-AF04-4C85-9181-8ECC256CFED2}" dt="2024-03-09T17:05:26.550" v="5737"/>
          <ac:spMkLst>
            <pc:docMk/>
            <pc:sldMk cId="2315007373" sldId="381"/>
            <ac:spMk id="2" creationId="{77C19DA2-38FB-9C76-BB5B-1D6C860C930C}"/>
          </ac:spMkLst>
        </pc:spChg>
        <pc:spChg chg="mod">
          <ac:chgData name="Alec Wells" userId="527ade61401a42c1" providerId="LiveId" clId="{AD0DF8F6-AF04-4C85-9181-8ECC256CFED2}" dt="2024-03-09T17:10:26.012" v="5830" actId="20577"/>
          <ac:spMkLst>
            <pc:docMk/>
            <pc:sldMk cId="2315007373" sldId="381"/>
            <ac:spMk id="16387" creationId="{08E0A061-609E-BD92-34BE-0F168694D455}"/>
          </ac:spMkLst>
        </pc:spChg>
      </pc:sldChg>
      <pc:sldChg chg="modSp add mod">
        <pc:chgData name="Alec Wells" userId="527ade61401a42c1" providerId="LiveId" clId="{AD0DF8F6-AF04-4C85-9181-8ECC256CFED2}" dt="2024-03-09T17:14:27.688" v="6094" actId="20577"/>
        <pc:sldMkLst>
          <pc:docMk/>
          <pc:sldMk cId="2125734906" sldId="382"/>
        </pc:sldMkLst>
        <pc:spChg chg="mod">
          <ac:chgData name="Alec Wells" userId="527ade61401a42c1" providerId="LiveId" clId="{AD0DF8F6-AF04-4C85-9181-8ECC256CFED2}" dt="2024-03-09T17:08:15.199" v="5755" actId="20577"/>
          <ac:spMkLst>
            <pc:docMk/>
            <pc:sldMk cId="2125734906" sldId="382"/>
            <ac:spMk id="16386" creationId="{C04D9E68-69C9-7ED7-124D-C4171E4C4309}"/>
          </ac:spMkLst>
        </pc:spChg>
        <pc:spChg chg="mod">
          <ac:chgData name="Alec Wells" userId="527ade61401a42c1" providerId="LiveId" clId="{AD0DF8F6-AF04-4C85-9181-8ECC256CFED2}" dt="2024-03-09T17:14:27.688" v="6094" actId="20577"/>
          <ac:spMkLst>
            <pc:docMk/>
            <pc:sldMk cId="2125734906" sldId="382"/>
            <ac:spMk id="16387" creationId="{08E0A061-609E-BD92-34BE-0F168694D455}"/>
          </ac:spMkLst>
        </pc:spChg>
      </pc:sldChg>
      <pc:sldChg chg="modSp add mod ord">
        <pc:chgData name="Alec Wells" userId="527ade61401a42c1" providerId="LiveId" clId="{AD0DF8F6-AF04-4C85-9181-8ECC256CFED2}" dt="2024-03-09T17:23:59.048" v="6815" actId="20577"/>
        <pc:sldMkLst>
          <pc:docMk/>
          <pc:sldMk cId="1568801087" sldId="383"/>
        </pc:sldMkLst>
        <pc:spChg chg="mod">
          <ac:chgData name="Alec Wells" userId="527ade61401a42c1" providerId="LiveId" clId="{AD0DF8F6-AF04-4C85-9181-8ECC256CFED2}" dt="2024-03-09T17:23:48.823" v="6808" actId="2711"/>
          <ac:spMkLst>
            <pc:docMk/>
            <pc:sldMk cId="1568801087" sldId="383"/>
            <ac:spMk id="16386" creationId="{C04D9E68-69C9-7ED7-124D-C4171E4C4309}"/>
          </ac:spMkLst>
        </pc:spChg>
        <pc:spChg chg="mod">
          <ac:chgData name="Alec Wells" userId="527ade61401a42c1" providerId="LiveId" clId="{AD0DF8F6-AF04-4C85-9181-8ECC256CFED2}" dt="2024-03-09T17:23:59.048" v="6815" actId="20577"/>
          <ac:spMkLst>
            <pc:docMk/>
            <pc:sldMk cId="1568801087" sldId="383"/>
            <ac:spMk id="16387" creationId="{08E0A061-609E-BD92-34BE-0F168694D4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C43917-5DA0-DECF-FF69-2A40A360DAC3}"/>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3" name="Date Placeholder 2">
            <a:extLst>
              <a:ext uri="{FF2B5EF4-FFF2-40B4-BE49-F238E27FC236}">
                <a16:creationId xmlns:a16="http://schemas.microsoft.com/office/drawing/2014/main" id="{F17651BE-CB62-1C46-2D82-5CE8C878F16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F8F6FD23-3D60-4451-A465-FCB20600655D}" type="datetimeFigureOut">
              <a:rPr lang="en-GB" altLang="en-US"/>
              <a:pPr>
                <a:defRPr/>
              </a:pPr>
              <a:t>17/04/2026</a:t>
            </a:fld>
            <a:endParaRPr lang="en-GB" altLang="en-US"/>
          </a:p>
        </p:txBody>
      </p:sp>
      <p:sp>
        <p:nvSpPr>
          <p:cNvPr id="4" name="Slide Image Placeholder 3">
            <a:extLst>
              <a:ext uri="{FF2B5EF4-FFF2-40B4-BE49-F238E27FC236}">
                <a16:creationId xmlns:a16="http://schemas.microsoft.com/office/drawing/2014/main" id="{6EB60F19-1FDC-AE14-9F7A-B626270BC29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DF6E3879-375D-FC9C-BF07-9901CCEEF48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endParaRPr lang="en-GB" altLang="en-US" noProof="0"/>
          </a:p>
        </p:txBody>
      </p:sp>
      <p:sp>
        <p:nvSpPr>
          <p:cNvPr id="6" name="Footer Placeholder 5">
            <a:extLst>
              <a:ext uri="{FF2B5EF4-FFF2-40B4-BE49-F238E27FC236}">
                <a16:creationId xmlns:a16="http://schemas.microsoft.com/office/drawing/2014/main" id="{1F2C8949-BF00-F811-963F-ECEB0B12FDB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7" name="Slide Number Placeholder 6">
            <a:extLst>
              <a:ext uri="{FF2B5EF4-FFF2-40B4-BE49-F238E27FC236}">
                <a16:creationId xmlns:a16="http://schemas.microsoft.com/office/drawing/2014/main" id="{FAA25848-9C49-2CA4-2EC3-282A591EAB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A21F885-8204-4DD9-BC7B-9FC74636C35C}"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8891E-DB40-50B8-E92D-5649597CA58B}"/>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676B7482-0CA7-9BEB-5728-FF32CAA575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F1A184ED-DAA5-76CF-88A6-46CD47B2E4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2B8D858E-E10C-27A4-48DB-B220E6FBB1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8</a:t>
            </a:fld>
            <a:endParaRPr lang="en-GB" altLang="en-US"/>
          </a:p>
        </p:txBody>
      </p:sp>
    </p:spTree>
    <p:extLst>
      <p:ext uri="{BB962C8B-B14F-4D97-AF65-F5344CB8AC3E}">
        <p14:creationId xmlns:p14="http://schemas.microsoft.com/office/powerpoint/2010/main" val="864625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1BBAFB-C6ED-4820-7CC8-4B2299CB328A}"/>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3D9B34F-007A-4505-C473-7A739958F29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1077DD2-9ABA-4339-C4A0-71FC7FAFE27B}"/>
              </a:ext>
            </a:extLst>
          </p:cNvPr>
          <p:cNvSpPr>
            <a:spLocks noGrp="1"/>
          </p:cNvSpPr>
          <p:nvPr>
            <p:ph type="sldNum" sz="quarter" idx="12"/>
          </p:nvPr>
        </p:nvSpPr>
        <p:spPr/>
        <p:txBody>
          <a:bodyPr/>
          <a:lstStyle>
            <a:lvl1pPr>
              <a:defRPr/>
            </a:lvl1pPr>
          </a:lstStyle>
          <a:p>
            <a:pPr>
              <a:defRPr/>
            </a:pPr>
            <a:fld id="{30BE0E50-4C41-4C5F-A6E6-AC7BF62D1857}" type="slidenum">
              <a:rPr lang="en-GB" altLang="en-US"/>
              <a:pPr>
                <a:defRPr/>
              </a:pPr>
              <a:t>‹#›</a:t>
            </a:fld>
            <a:endParaRPr lang="en-GB" altLang="en-US"/>
          </a:p>
        </p:txBody>
      </p:sp>
    </p:spTree>
    <p:extLst>
      <p:ext uri="{BB962C8B-B14F-4D97-AF65-F5344CB8AC3E}">
        <p14:creationId xmlns:p14="http://schemas.microsoft.com/office/powerpoint/2010/main" val="988784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DD4698-C369-2023-91B9-BF198125B4E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4A1741-3F88-8162-B004-697E368D38A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D36B3B1-73CB-EC00-EED5-0EEA39969896}"/>
              </a:ext>
            </a:extLst>
          </p:cNvPr>
          <p:cNvSpPr>
            <a:spLocks noGrp="1"/>
          </p:cNvSpPr>
          <p:nvPr>
            <p:ph type="sldNum" sz="quarter" idx="12"/>
          </p:nvPr>
        </p:nvSpPr>
        <p:spPr/>
        <p:txBody>
          <a:bodyPr/>
          <a:lstStyle>
            <a:lvl1pPr>
              <a:defRPr/>
            </a:lvl1pPr>
          </a:lstStyle>
          <a:p>
            <a:pPr>
              <a:defRPr/>
            </a:pPr>
            <a:fld id="{7C25BD3A-794A-4E96-98D9-29C2B056AD7D}" type="slidenum">
              <a:rPr lang="en-GB" altLang="en-US"/>
              <a:pPr>
                <a:defRPr/>
              </a:pPr>
              <a:t>‹#›</a:t>
            </a:fld>
            <a:endParaRPr lang="en-GB" altLang="en-US"/>
          </a:p>
        </p:txBody>
      </p:sp>
    </p:spTree>
    <p:extLst>
      <p:ext uri="{BB962C8B-B14F-4D97-AF65-F5344CB8AC3E}">
        <p14:creationId xmlns:p14="http://schemas.microsoft.com/office/powerpoint/2010/main" val="2626168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23E6FFD-939A-BD45-E1E8-529438FC79A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9543CDE-922C-2344-660F-03C06D117A4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74466662-5449-E588-4330-3A244FF5A028}"/>
              </a:ext>
            </a:extLst>
          </p:cNvPr>
          <p:cNvSpPr>
            <a:spLocks noGrp="1"/>
          </p:cNvSpPr>
          <p:nvPr>
            <p:ph type="sldNum" sz="quarter" idx="12"/>
          </p:nvPr>
        </p:nvSpPr>
        <p:spPr/>
        <p:txBody>
          <a:bodyPr/>
          <a:lstStyle>
            <a:lvl1pPr>
              <a:defRPr/>
            </a:lvl1pPr>
          </a:lstStyle>
          <a:p>
            <a:pPr>
              <a:defRPr/>
            </a:pPr>
            <a:fld id="{81108A3C-4472-4BAF-A76A-4F4F697D913A}" type="slidenum">
              <a:rPr lang="en-GB" altLang="en-US"/>
              <a:pPr>
                <a:defRPr/>
              </a:pPr>
              <a:t>‹#›</a:t>
            </a:fld>
            <a:endParaRPr lang="en-GB" altLang="en-US"/>
          </a:p>
        </p:txBody>
      </p:sp>
    </p:spTree>
    <p:extLst>
      <p:ext uri="{BB962C8B-B14F-4D97-AF65-F5344CB8AC3E}">
        <p14:creationId xmlns:p14="http://schemas.microsoft.com/office/powerpoint/2010/main" val="3700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3F96180A-360A-28AC-BC5B-A14C3263B81D}"/>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E1FAE49A-406E-6125-F6F8-1D8F79C8F15D}"/>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C1914FC4-FB85-D5D5-FABA-19F789F72D39}"/>
              </a:ext>
            </a:extLst>
          </p:cNvPr>
          <p:cNvSpPr>
            <a:spLocks noGrp="1"/>
          </p:cNvSpPr>
          <p:nvPr>
            <p:ph type="sldNum" sz="quarter" idx="12"/>
          </p:nvPr>
        </p:nvSpPr>
        <p:spPr/>
        <p:txBody>
          <a:bodyPr/>
          <a:lstStyle>
            <a:lvl1pPr>
              <a:defRPr/>
            </a:lvl1pPr>
          </a:lstStyle>
          <a:p>
            <a:pPr>
              <a:defRPr/>
            </a:pPr>
            <a:fld id="{B188C25F-8E11-4064-AE56-034BE9F0A5EF}" type="slidenum">
              <a:rPr lang="en-GB" altLang="en-US"/>
              <a:pPr>
                <a:defRPr/>
              </a:pPr>
              <a:t>‹#›</a:t>
            </a:fld>
            <a:endParaRPr lang="en-GB" altLang="en-US"/>
          </a:p>
        </p:txBody>
      </p:sp>
    </p:spTree>
    <p:extLst>
      <p:ext uri="{BB962C8B-B14F-4D97-AF65-F5344CB8AC3E}">
        <p14:creationId xmlns:p14="http://schemas.microsoft.com/office/powerpoint/2010/main" val="2378618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EC118F79-0C6B-8A0F-452A-293937782353}"/>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8DAC1512-3CFA-9ED4-6912-E83D46A6A0F5}"/>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9F6B54D7-BD1B-60A9-EE0C-E6240E295A93}"/>
              </a:ext>
            </a:extLst>
          </p:cNvPr>
          <p:cNvSpPr>
            <a:spLocks noGrp="1"/>
          </p:cNvSpPr>
          <p:nvPr>
            <p:ph type="sldNum" sz="quarter" idx="12"/>
          </p:nvPr>
        </p:nvSpPr>
        <p:spPr/>
        <p:txBody>
          <a:bodyPr/>
          <a:lstStyle>
            <a:lvl1pPr>
              <a:defRPr/>
            </a:lvl1pPr>
          </a:lstStyle>
          <a:p>
            <a:pPr>
              <a:defRPr/>
            </a:pPr>
            <a:fld id="{A05C60ED-42C1-4545-9468-EB382124E435}" type="slidenum">
              <a:rPr lang="en-GB" altLang="en-US"/>
              <a:pPr>
                <a:defRPr/>
              </a:pPr>
              <a:t>‹#›</a:t>
            </a:fld>
            <a:endParaRPr lang="en-GB" altLang="en-US"/>
          </a:p>
        </p:txBody>
      </p:sp>
    </p:spTree>
    <p:extLst>
      <p:ext uri="{BB962C8B-B14F-4D97-AF65-F5344CB8AC3E}">
        <p14:creationId xmlns:p14="http://schemas.microsoft.com/office/powerpoint/2010/main" val="294900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47A73B05-6FFC-20AB-88CD-C36C2814B604}"/>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7D173DA2-E0C4-C94C-1189-0B6927EA5F0E}"/>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F9F8BBCA-AB2F-A0B1-0591-4896EDB6C3E6}"/>
              </a:ext>
            </a:extLst>
          </p:cNvPr>
          <p:cNvSpPr>
            <a:spLocks noGrp="1"/>
          </p:cNvSpPr>
          <p:nvPr>
            <p:ph type="sldNum" sz="quarter" idx="12"/>
          </p:nvPr>
        </p:nvSpPr>
        <p:spPr/>
        <p:txBody>
          <a:bodyPr/>
          <a:lstStyle>
            <a:lvl1pPr>
              <a:defRPr/>
            </a:lvl1pPr>
          </a:lstStyle>
          <a:p>
            <a:pPr>
              <a:defRPr/>
            </a:pPr>
            <a:fld id="{D5A3FA38-719B-4553-BB70-BC9B5BFEE365}" type="slidenum">
              <a:rPr lang="en-GB" altLang="en-US"/>
              <a:pPr>
                <a:defRPr/>
              </a:pPr>
              <a:t>‹#›</a:t>
            </a:fld>
            <a:endParaRPr lang="en-GB" altLang="en-US"/>
          </a:p>
        </p:txBody>
      </p:sp>
    </p:spTree>
    <p:extLst>
      <p:ext uri="{BB962C8B-B14F-4D97-AF65-F5344CB8AC3E}">
        <p14:creationId xmlns:p14="http://schemas.microsoft.com/office/powerpoint/2010/main" val="128071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E38D44-9016-3653-11C1-D7EED8428C20}"/>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59221E15-45F9-4641-B1AD-217C36677594}"/>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080A2E8F-4061-8E93-340C-1D20852C28D5}"/>
              </a:ext>
            </a:extLst>
          </p:cNvPr>
          <p:cNvSpPr>
            <a:spLocks noGrp="1"/>
          </p:cNvSpPr>
          <p:nvPr>
            <p:ph type="sldNum" sz="quarter" idx="12"/>
          </p:nvPr>
        </p:nvSpPr>
        <p:spPr/>
        <p:txBody>
          <a:bodyPr/>
          <a:lstStyle>
            <a:lvl1pPr>
              <a:defRPr/>
            </a:lvl1pPr>
          </a:lstStyle>
          <a:p>
            <a:pPr>
              <a:defRPr/>
            </a:pPr>
            <a:fld id="{330F20B5-584E-4376-A04B-5421FA31DE32}" type="slidenum">
              <a:rPr lang="en-GB" altLang="en-US"/>
              <a:pPr>
                <a:defRPr/>
              </a:pPr>
              <a:t>‹#›</a:t>
            </a:fld>
            <a:endParaRPr lang="en-GB" altLang="en-US"/>
          </a:p>
        </p:txBody>
      </p:sp>
    </p:spTree>
    <p:extLst>
      <p:ext uri="{BB962C8B-B14F-4D97-AF65-F5344CB8AC3E}">
        <p14:creationId xmlns:p14="http://schemas.microsoft.com/office/powerpoint/2010/main" val="378946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308620D2-93DB-34AF-586C-192F933C1D7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690FA0B-7904-A676-6163-FD77398C1346}"/>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F1176326-CFAA-29F9-92E3-DCEB4670CBEE}"/>
              </a:ext>
            </a:extLst>
          </p:cNvPr>
          <p:cNvSpPr>
            <a:spLocks noGrp="1"/>
          </p:cNvSpPr>
          <p:nvPr>
            <p:ph type="sldNum" sz="quarter" idx="12"/>
          </p:nvPr>
        </p:nvSpPr>
        <p:spPr/>
        <p:txBody>
          <a:bodyPr/>
          <a:lstStyle>
            <a:lvl1pPr>
              <a:defRPr/>
            </a:lvl1pPr>
          </a:lstStyle>
          <a:p>
            <a:pPr>
              <a:defRPr/>
            </a:pPr>
            <a:fld id="{66C705C3-B364-4629-A107-E36FCF12B0FC}" type="slidenum">
              <a:rPr lang="en-GB" altLang="en-US"/>
              <a:pPr>
                <a:defRPr/>
              </a:pPr>
              <a:t>‹#›</a:t>
            </a:fld>
            <a:endParaRPr lang="en-GB" altLang="en-US"/>
          </a:p>
        </p:txBody>
      </p:sp>
    </p:spTree>
    <p:extLst>
      <p:ext uri="{BB962C8B-B14F-4D97-AF65-F5344CB8AC3E}">
        <p14:creationId xmlns:p14="http://schemas.microsoft.com/office/powerpoint/2010/main" val="426352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44D5AA8B-B01E-46F3-C62F-FCE7D9A569F1}"/>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08E1609F-5AA5-80F4-30D0-DBCE5236971F}"/>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2FA5CEA0-E675-CDA8-9359-23A3EAA6C721}"/>
              </a:ext>
            </a:extLst>
          </p:cNvPr>
          <p:cNvSpPr>
            <a:spLocks noGrp="1"/>
          </p:cNvSpPr>
          <p:nvPr>
            <p:ph type="sldNum" sz="quarter" idx="12"/>
          </p:nvPr>
        </p:nvSpPr>
        <p:spPr/>
        <p:txBody>
          <a:bodyPr/>
          <a:lstStyle>
            <a:lvl1pPr>
              <a:defRPr/>
            </a:lvl1pPr>
          </a:lstStyle>
          <a:p>
            <a:pPr>
              <a:defRPr/>
            </a:pPr>
            <a:fld id="{2D24EF56-4ACE-450F-A7DD-8E4C428E809A}" type="slidenum">
              <a:rPr lang="en-GB" altLang="en-US"/>
              <a:pPr>
                <a:defRPr/>
              </a:pPr>
              <a:t>‹#›</a:t>
            </a:fld>
            <a:endParaRPr lang="en-GB" altLang="en-US"/>
          </a:p>
        </p:txBody>
      </p:sp>
    </p:spTree>
    <p:extLst>
      <p:ext uri="{BB962C8B-B14F-4D97-AF65-F5344CB8AC3E}">
        <p14:creationId xmlns:p14="http://schemas.microsoft.com/office/powerpoint/2010/main" val="154020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82C65B-8123-09AD-C768-EFA9AA22FD9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5275FD1B-7CD8-996E-2C11-932D1F4DBF4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5440A63-02C6-C3BE-37F9-0CD17051AB2C}"/>
              </a:ext>
            </a:extLst>
          </p:cNvPr>
          <p:cNvSpPr>
            <a:spLocks noGrp="1"/>
          </p:cNvSpPr>
          <p:nvPr>
            <p:ph type="sldNum" sz="quarter" idx="12"/>
          </p:nvPr>
        </p:nvSpPr>
        <p:spPr/>
        <p:txBody>
          <a:bodyPr/>
          <a:lstStyle>
            <a:lvl1pPr>
              <a:defRPr/>
            </a:lvl1pPr>
          </a:lstStyle>
          <a:p>
            <a:pPr>
              <a:defRPr/>
            </a:pPr>
            <a:fld id="{960B4257-4EAD-4B33-9187-8B0607F59988}" type="slidenum">
              <a:rPr lang="en-GB" altLang="en-US"/>
              <a:pPr>
                <a:defRPr/>
              </a:pPr>
              <a:t>‹#›</a:t>
            </a:fld>
            <a:endParaRPr lang="en-GB" altLang="en-US"/>
          </a:p>
        </p:txBody>
      </p:sp>
    </p:spTree>
    <p:extLst>
      <p:ext uri="{BB962C8B-B14F-4D97-AF65-F5344CB8AC3E}">
        <p14:creationId xmlns:p14="http://schemas.microsoft.com/office/powerpoint/2010/main" val="30016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38E955-62F5-DD4E-EE52-7755BC98615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423F677-8E04-4AF5-7A8F-62E869B9A7D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F51409A-F1AF-841D-E371-7B283311DB8C}"/>
              </a:ext>
            </a:extLst>
          </p:cNvPr>
          <p:cNvSpPr>
            <a:spLocks noGrp="1"/>
          </p:cNvSpPr>
          <p:nvPr>
            <p:ph type="sldNum" sz="quarter" idx="12"/>
          </p:nvPr>
        </p:nvSpPr>
        <p:spPr/>
        <p:txBody>
          <a:bodyPr/>
          <a:lstStyle>
            <a:lvl1pPr>
              <a:defRPr/>
            </a:lvl1pPr>
          </a:lstStyle>
          <a:p>
            <a:pPr>
              <a:defRPr/>
            </a:pPr>
            <a:fld id="{23E30639-9610-4849-A845-B7AFDD53177D}" type="slidenum">
              <a:rPr lang="en-GB" altLang="en-US"/>
              <a:pPr>
                <a:defRPr/>
              </a:pPr>
              <a:t>‹#›</a:t>
            </a:fld>
            <a:endParaRPr lang="en-GB" altLang="en-US"/>
          </a:p>
        </p:txBody>
      </p:sp>
    </p:spTree>
    <p:extLst>
      <p:ext uri="{BB962C8B-B14F-4D97-AF65-F5344CB8AC3E}">
        <p14:creationId xmlns:p14="http://schemas.microsoft.com/office/powerpoint/2010/main" val="343728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A64DF63-3DD7-821E-54F3-A943D67D81F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D262D890-8658-5D37-F511-34DD99DB7A1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CEDFAD4-83EC-8E6C-126A-4165CC02B610}"/>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defRPr>
            </a:lvl1pPr>
          </a:lstStyle>
          <a:p>
            <a:pPr>
              <a:defRPr/>
            </a:pPr>
            <a:endParaRPr lang="en-US" altLang="en-US"/>
          </a:p>
        </p:txBody>
      </p:sp>
      <p:sp>
        <p:nvSpPr>
          <p:cNvPr id="5" name="Footer Placeholder 4">
            <a:extLst>
              <a:ext uri="{FF2B5EF4-FFF2-40B4-BE49-F238E27FC236}">
                <a16:creationId xmlns:a16="http://schemas.microsoft.com/office/drawing/2014/main" id="{3E18FCFC-4EA7-3C10-D20A-1EB4D26558EC}"/>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defRPr>
            </a:lvl1pPr>
          </a:lstStyle>
          <a:p>
            <a:pPr>
              <a:defRPr/>
            </a:pPr>
            <a:endParaRPr lang="en-US" altLang="en-US"/>
          </a:p>
        </p:txBody>
      </p:sp>
      <p:sp>
        <p:nvSpPr>
          <p:cNvPr id="6" name="Slide Number Placeholder 5">
            <a:extLst>
              <a:ext uri="{FF2B5EF4-FFF2-40B4-BE49-F238E27FC236}">
                <a16:creationId xmlns:a16="http://schemas.microsoft.com/office/drawing/2014/main" id="{DD2AD705-2A07-18FC-AAED-DB92C7D6C8A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49CF8B0-F3D1-4896-8BDE-4D5FE3D569F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kaspersky.com/resource-center/definitions/cookies"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D22B11-C1DB-B6A6-2EEE-0A845FB70593}"/>
              </a:ext>
            </a:extLst>
          </p:cNvPr>
          <p:cNvSpPr>
            <a:spLocks noGrp="1" noChangeArrowheads="1"/>
          </p:cNvSpPr>
          <p:nvPr>
            <p:ph type="ctrTitle"/>
          </p:nvPr>
        </p:nvSpPr>
        <p:spPr>
          <a:xfrm>
            <a:off x="647700" y="2133600"/>
            <a:ext cx="7848600" cy="1470025"/>
          </a:xfrm>
        </p:spPr>
        <p:txBody>
          <a:bodyPr rtlCol="0">
            <a:normAutofit/>
          </a:bodyPr>
          <a:lstStyle/>
          <a:p>
            <a:pPr eaLnBrk="1" fontAlgn="auto" hangingPunct="1">
              <a:spcAft>
                <a:spcPts val="0"/>
              </a:spcAft>
              <a:defRPr/>
            </a:pPr>
            <a:r>
              <a:rPr lang="en-GB" dirty="0">
                <a:ea typeface="+mj-ea"/>
                <a:cs typeface="+mj-cs"/>
              </a:rPr>
              <a:t>COM4012M – Cookies</a:t>
            </a:r>
          </a:p>
        </p:txBody>
      </p:sp>
      <p:sp>
        <p:nvSpPr>
          <p:cNvPr id="3075" name="Rectangle 3">
            <a:extLst>
              <a:ext uri="{FF2B5EF4-FFF2-40B4-BE49-F238E27FC236}">
                <a16:creationId xmlns:a16="http://schemas.microsoft.com/office/drawing/2014/main" id="{DA12F9B4-B776-2DD3-BE3B-4F6AF00DB9ED}"/>
              </a:ext>
            </a:extLst>
          </p:cNvPr>
          <p:cNvSpPr>
            <a:spLocks noGrp="1"/>
          </p:cNvSpPr>
          <p:nvPr>
            <p:ph type="subTitle" idx="1"/>
          </p:nvPr>
        </p:nvSpPr>
        <p:spPr/>
        <p:txBody>
          <a:bodyPr/>
          <a:lstStyle/>
          <a:p>
            <a:pPr eaLnBrk="1" hangingPunct="1">
              <a:buFont typeface="Wingdings" panose="05000000000000000000" pitchFamily="2" charset="2"/>
              <a:buNone/>
            </a:pPr>
            <a:r>
              <a:rPr lang="en-GB" altLang="en-US" dirty="0">
                <a:solidFill>
                  <a:srgbClr val="898989"/>
                </a:solidFill>
                <a:latin typeface="+mj-lt"/>
              </a:rPr>
              <a:t>Week 8 Lab Session 8</a:t>
            </a:r>
          </a:p>
          <a:p>
            <a:pPr eaLnBrk="1" hangingPunct="1">
              <a:buFont typeface="Wingdings" panose="05000000000000000000" pitchFamily="2" charset="2"/>
              <a:buNone/>
            </a:pPr>
            <a:endParaRPr lang="en-GB" altLang="en-US" dirty="0">
              <a:solidFill>
                <a:srgbClr val="898989"/>
              </a:solidFill>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CAUTION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Please take backup of your code</a:t>
            </a:r>
          </a:p>
          <a:p>
            <a:pPr eaLnBrk="1" hangingPunct="1"/>
            <a:endParaRPr lang="en-GB" altLang="en-US" sz="2400" dirty="0">
              <a:latin typeface="+mj-lt"/>
            </a:endParaRPr>
          </a:p>
          <a:p>
            <a:pPr eaLnBrk="1" hangingPunct="1"/>
            <a:r>
              <a:rPr lang="en-GB" altLang="en-US" sz="2400" dirty="0">
                <a:latin typeface="+mj-lt"/>
              </a:rPr>
              <a:t>Regularly take backup (using email)</a:t>
            </a:r>
          </a:p>
          <a:p>
            <a:pPr eaLnBrk="1" hangingPunct="1"/>
            <a:endParaRPr lang="en-GB" altLang="en-US" sz="2400" dirty="0">
              <a:latin typeface="+mj-lt"/>
            </a:endParaRPr>
          </a:p>
          <a:p>
            <a:pPr eaLnBrk="1" hangingPunct="1"/>
            <a:r>
              <a:rPr lang="en-GB" altLang="en-US" sz="2400" dirty="0">
                <a:latin typeface="+mj-lt"/>
              </a:rPr>
              <a:t>Please do not rely (only) on saving files on </a:t>
            </a:r>
            <a:r>
              <a:rPr lang="en-GB" altLang="en-US" sz="2400" i="1" dirty="0" err="1">
                <a:latin typeface="+mj-lt"/>
              </a:rPr>
              <a:t>Apporto</a:t>
            </a:r>
            <a:endParaRPr lang="en-GB" altLang="en-US" sz="2400" i="1" dirty="0">
              <a:latin typeface="+mj-lt"/>
            </a:endParaRPr>
          </a:p>
        </p:txBody>
      </p:sp>
    </p:spTree>
    <p:extLst>
      <p:ext uri="{BB962C8B-B14F-4D97-AF65-F5344CB8AC3E}">
        <p14:creationId xmlns:p14="http://schemas.microsoft.com/office/powerpoint/2010/main" val="2003818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A96854C-C7DC-6E34-BF9A-252BE750AA82}"/>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B0636CEA-55F9-CFBD-8857-5DF59A6C30EA}"/>
              </a:ext>
            </a:extLst>
          </p:cNvPr>
          <p:cNvSpPr>
            <a:spLocks noGrp="1"/>
          </p:cNvSpPr>
          <p:nvPr>
            <p:ph type="title"/>
          </p:nvPr>
        </p:nvSpPr>
        <p:spPr/>
        <p:txBody>
          <a:bodyPr/>
          <a:lstStyle/>
          <a:p>
            <a:pPr eaLnBrk="1" hangingPunct="1"/>
            <a:r>
              <a:rPr lang="en-GB" altLang="en-US" dirty="0">
                <a:latin typeface="+mn-lt"/>
              </a:rPr>
              <a:t>Cookies</a:t>
            </a:r>
          </a:p>
        </p:txBody>
      </p:sp>
      <p:sp>
        <p:nvSpPr>
          <p:cNvPr id="16387" name="Rectangle 3">
            <a:extLst>
              <a:ext uri="{FF2B5EF4-FFF2-40B4-BE49-F238E27FC236}">
                <a16:creationId xmlns:a16="http://schemas.microsoft.com/office/drawing/2014/main" id="{049E73E5-EE27-A6D2-FDDF-07B705D0A6A3}"/>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Cookies (often known as internet cookies) are text files with small pieces of data. They are used to identify your computer as you use a network.</a:t>
            </a:r>
          </a:p>
          <a:p>
            <a:pPr eaLnBrk="1" hangingPunct="1"/>
            <a:endParaRPr lang="en-GB" altLang="en-US" sz="2400" dirty="0">
              <a:latin typeface="+mj-lt"/>
            </a:endParaRPr>
          </a:p>
          <a:p>
            <a:pPr eaLnBrk="1" hangingPunct="1"/>
            <a:r>
              <a:rPr lang="en-GB" altLang="en-US" sz="2400" dirty="0">
                <a:latin typeface="+mj-lt"/>
              </a:rPr>
              <a:t>Data stored in a cookie is created by the server upon your connection. This data is labelled with an ID unique to you and your computer. When the cookie is exchanged between your computer and the network server, the server reads the ID and knows what information to specifically serve you.</a:t>
            </a:r>
          </a:p>
          <a:p>
            <a:pPr eaLnBrk="1" hangingPunct="1"/>
            <a:endParaRPr lang="en-GB" altLang="en-US" sz="2400" dirty="0">
              <a:latin typeface="+mj-lt"/>
            </a:endParaRPr>
          </a:p>
          <a:p>
            <a:pPr eaLnBrk="1" hangingPunct="1"/>
            <a:r>
              <a:rPr lang="en-GB" altLang="en-US" sz="2400" dirty="0">
                <a:latin typeface="+mj-lt"/>
              </a:rPr>
              <a:t>Due to most regulations and laws, websites are required to ask for permission to use certain cookies with your browser.</a:t>
            </a:r>
          </a:p>
        </p:txBody>
      </p:sp>
    </p:spTree>
    <p:extLst>
      <p:ext uri="{BB962C8B-B14F-4D97-AF65-F5344CB8AC3E}">
        <p14:creationId xmlns:p14="http://schemas.microsoft.com/office/powerpoint/2010/main" val="210490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Types of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Cookies usually come in two types: session cookies and persistent cookies.</a:t>
            </a:r>
          </a:p>
          <a:p>
            <a:pPr eaLnBrk="1" hangingPunct="1"/>
            <a:endParaRPr lang="en-GB" altLang="en-US" sz="2400" dirty="0">
              <a:latin typeface="+mj-lt"/>
            </a:endParaRPr>
          </a:p>
          <a:p>
            <a:pPr eaLnBrk="1" hangingPunct="1"/>
            <a:r>
              <a:rPr lang="en-GB" altLang="en-US" sz="2400" b="1" dirty="0">
                <a:latin typeface="+mj-lt"/>
              </a:rPr>
              <a:t>Session cookies </a:t>
            </a:r>
            <a:r>
              <a:rPr lang="en-GB" altLang="en-US" sz="2400" dirty="0">
                <a:latin typeface="+mj-lt"/>
              </a:rPr>
              <a:t>are used only while navigating a website. They are stored in random access memory and are never written on to the hard drive. When the session ends, session cookies are automatically deleted. They also help the "back" button work on your browser.</a:t>
            </a:r>
          </a:p>
          <a:p>
            <a:pPr eaLnBrk="1" hangingPunct="1"/>
            <a:endParaRPr lang="en-GB" altLang="en-US" sz="2400" dirty="0">
              <a:latin typeface="+mj-lt"/>
            </a:endParaRPr>
          </a:p>
          <a:p>
            <a:pPr eaLnBrk="1" hangingPunct="1"/>
            <a:r>
              <a:rPr lang="en-GB" altLang="en-US" sz="2400" b="1" dirty="0">
                <a:latin typeface="+mj-lt"/>
              </a:rPr>
              <a:t>Persistent cookies </a:t>
            </a:r>
            <a:r>
              <a:rPr lang="en-GB" altLang="en-US" sz="2400" dirty="0">
                <a:latin typeface="+mj-lt"/>
              </a:rPr>
              <a:t>remain on a computer indefinitely, though many include an expiration date and are automatically removed when that date is reached. Persistent cookies are used for two purposes: </a:t>
            </a:r>
            <a:r>
              <a:rPr lang="en-GB" altLang="en-US" sz="2400" b="1" dirty="0">
                <a:latin typeface="+mj-lt"/>
              </a:rPr>
              <a:t>authentication</a:t>
            </a:r>
            <a:r>
              <a:rPr lang="en-GB" altLang="en-US" sz="2400" dirty="0">
                <a:latin typeface="+mj-lt"/>
              </a:rPr>
              <a:t> and </a:t>
            </a:r>
            <a:r>
              <a:rPr lang="en-GB" altLang="en-US" sz="2400" b="1" dirty="0">
                <a:latin typeface="+mj-lt"/>
              </a:rPr>
              <a:t>tracking</a:t>
            </a:r>
            <a:r>
              <a:rPr lang="en-GB" altLang="en-US" sz="2400" dirty="0">
                <a:latin typeface="+mj-lt"/>
              </a:rPr>
              <a:t>.</a:t>
            </a:r>
          </a:p>
        </p:txBody>
      </p:sp>
    </p:spTree>
    <p:extLst>
      <p:ext uri="{BB962C8B-B14F-4D97-AF65-F5344CB8AC3E}">
        <p14:creationId xmlns:p14="http://schemas.microsoft.com/office/powerpoint/2010/main" val="3939555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Cookie Purposes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b="1" dirty="0">
                <a:latin typeface="+mj-lt"/>
              </a:rPr>
              <a:t>Authentication</a:t>
            </a:r>
            <a:r>
              <a:rPr lang="en-GB" altLang="en-US" sz="2400" dirty="0">
                <a:latin typeface="+mj-lt"/>
              </a:rPr>
              <a:t>. These cookies track whether a user is logged in and under what name. They also streamline login information, so users don't have to remember site passwords.</a:t>
            </a:r>
          </a:p>
          <a:p>
            <a:pPr eaLnBrk="1" hangingPunct="1"/>
            <a:endParaRPr lang="en-GB" altLang="en-US" sz="2400" dirty="0">
              <a:latin typeface="+mj-lt"/>
            </a:endParaRPr>
          </a:p>
          <a:p>
            <a:pPr eaLnBrk="1" hangingPunct="1"/>
            <a:r>
              <a:rPr lang="en-GB" altLang="en-US" sz="2400" b="1" dirty="0">
                <a:latin typeface="+mj-lt"/>
              </a:rPr>
              <a:t>Tracking</a:t>
            </a:r>
            <a:r>
              <a:rPr lang="en-GB" altLang="en-US" sz="2400" dirty="0">
                <a:latin typeface="+mj-lt"/>
              </a:rPr>
              <a:t>. These cookies track multiple visits to the same site over time. Some online merchants, for example, use cookies to track visits from particular users, including the pages and products viewed. The information they gain allows them to suggest other items that might interest visitors. Gradually, a profile is built based on a user's browsing history on that site.</a:t>
            </a:r>
          </a:p>
        </p:txBody>
      </p:sp>
    </p:spTree>
    <p:extLst>
      <p:ext uri="{BB962C8B-B14F-4D97-AF65-F5344CB8AC3E}">
        <p14:creationId xmlns:p14="http://schemas.microsoft.com/office/powerpoint/2010/main" val="519448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First-Party vs. Third-Party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b="1" dirty="0">
                <a:latin typeface="+mj-lt"/>
              </a:rPr>
              <a:t>First-party </a:t>
            </a:r>
            <a:r>
              <a:rPr lang="en-GB" altLang="en-US" sz="2400" dirty="0">
                <a:latin typeface="+mj-lt"/>
              </a:rPr>
              <a:t>cookies are directly created by the website you are using. These are generally safer, as long as you are browsing reputable websites or ones that have not been compromised by a recent data breach or cyberattack.</a:t>
            </a:r>
          </a:p>
          <a:p>
            <a:pPr eaLnBrk="1" hangingPunct="1"/>
            <a:endParaRPr lang="en-GB" altLang="en-US" sz="2400" b="1" dirty="0">
              <a:latin typeface="+mj-lt"/>
            </a:endParaRPr>
          </a:p>
          <a:p>
            <a:pPr eaLnBrk="1" hangingPunct="1"/>
            <a:r>
              <a:rPr lang="en-GB" altLang="en-US" sz="2400" b="1" dirty="0">
                <a:latin typeface="+mj-lt"/>
              </a:rPr>
              <a:t>Third-party </a:t>
            </a:r>
            <a:r>
              <a:rPr lang="en-GB" altLang="en-US" sz="2400" dirty="0">
                <a:latin typeface="+mj-lt"/>
              </a:rPr>
              <a:t>cookies are generated by websites that are different from the pages that the users are currently surfing, usually because they're linked to ads on that page. Third-party cookies let advertisers or analytics companies track an individual's browsing history across the web on any sites that contain their ads. As previously mentioned, most third-party ads require the user give permission due to regulation laws.</a:t>
            </a:r>
          </a:p>
        </p:txBody>
      </p:sp>
    </p:spTree>
    <p:extLst>
      <p:ext uri="{BB962C8B-B14F-4D97-AF65-F5344CB8AC3E}">
        <p14:creationId xmlns:p14="http://schemas.microsoft.com/office/powerpoint/2010/main" val="3327726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 &amp; PHP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Both JavaScript and PHP can be used to work with cookies and there is no difference between using PHP or JavaScript for cookies as the result is the same, so you can use whichever.</a:t>
            </a:r>
          </a:p>
          <a:p>
            <a:pPr eaLnBrk="1" hangingPunct="1"/>
            <a:endParaRPr lang="en-GB" altLang="en-US" sz="2400" dirty="0">
              <a:latin typeface="+mj-lt"/>
            </a:endParaRPr>
          </a:p>
          <a:p>
            <a:pPr eaLnBrk="1" hangingPunct="1"/>
            <a:r>
              <a:rPr lang="en-GB" altLang="en-US" sz="2400" dirty="0">
                <a:latin typeface="+mj-lt"/>
              </a:rPr>
              <a:t>JavaScript is typically used for client-side scripting, so it's often used to manipulate cookies on the user's browser. This can include setting, getting, and deleting cookies.</a:t>
            </a:r>
          </a:p>
          <a:p>
            <a:pPr eaLnBrk="1" hangingPunct="1"/>
            <a:endParaRPr lang="en-GB" altLang="en-US" sz="2400" dirty="0">
              <a:latin typeface="+mj-lt"/>
            </a:endParaRPr>
          </a:p>
          <a:p>
            <a:pPr eaLnBrk="1" hangingPunct="1"/>
            <a:r>
              <a:rPr lang="en-GB" altLang="en-US" sz="2400" dirty="0">
                <a:latin typeface="+mj-lt"/>
              </a:rPr>
              <a:t>PHP, on the other hand, is a server-side scripting language. It's often used to set and read cookies before a web page is sent to the user's browser.</a:t>
            </a:r>
          </a:p>
        </p:txBody>
      </p:sp>
    </p:spTree>
    <p:extLst>
      <p:ext uri="{BB962C8B-B14F-4D97-AF65-F5344CB8AC3E}">
        <p14:creationId xmlns:p14="http://schemas.microsoft.com/office/powerpoint/2010/main" val="1529837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1E2D7AB-F6B6-7EB6-6E30-9720B3FC7F5A}"/>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57AF4AD4-BC7B-DD4E-D35E-52BDF77B85E3}"/>
              </a:ext>
            </a:extLst>
          </p:cNvPr>
          <p:cNvSpPr>
            <a:spLocks noGrp="1"/>
          </p:cNvSpPr>
          <p:nvPr>
            <p:ph type="title"/>
          </p:nvPr>
        </p:nvSpPr>
        <p:spPr>
          <a:xfrm>
            <a:off x="533400" y="228600"/>
            <a:ext cx="8229600" cy="838200"/>
          </a:xfrm>
        </p:spPr>
        <p:txBody>
          <a:bodyPr/>
          <a:lstStyle/>
          <a:p>
            <a:pPr eaLnBrk="1" hangingPunct="1"/>
            <a:r>
              <a:rPr lang="en-GB" altLang="en-US" dirty="0">
                <a:latin typeface="+mn-lt"/>
              </a:rPr>
              <a:t>Example PHP</a:t>
            </a:r>
          </a:p>
        </p:txBody>
      </p:sp>
      <p:sp>
        <p:nvSpPr>
          <p:cNvPr id="5123" name="Rectangle 3">
            <a:extLst>
              <a:ext uri="{FF2B5EF4-FFF2-40B4-BE49-F238E27FC236}">
                <a16:creationId xmlns:a16="http://schemas.microsoft.com/office/drawing/2014/main" id="{365B6720-18E1-F23B-07F7-0F262BFCBA87}"/>
              </a:ext>
            </a:extLst>
          </p:cNvPr>
          <p:cNvSpPr>
            <a:spLocks noGrp="1"/>
          </p:cNvSpPr>
          <p:nvPr>
            <p:ph idx="1"/>
          </p:nvPr>
        </p:nvSpPr>
        <p:spPr>
          <a:xfrm>
            <a:off x="457200" y="1447800"/>
            <a:ext cx="8229600" cy="4724400"/>
          </a:xfrm>
        </p:spPr>
        <p:txBody>
          <a:bodyPr/>
          <a:lstStyle/>
          <a:p>
            <a:pPr marL="0" indent="0" eaLnBrk="1" hangingPunct="1">
              <a:lnSpc>
                <a:spcPct val="90000"/>
              </a:lnSpc>
              <a:buNone/>
            </a:pPr>
            <a:r>
              <a:rPr lang="en-GB" altLang="en-US" sz="2800" dirty="0"/>
              <a:t>&lt;!DOCTYPE html&gt;</a:t>
            </a:r>
          </a:p>
          <a:p>
            <a:pPr marL="0" indent="0" eaLnBrk="1" hangingPunct="1">
              <a:lnSpc>
                <a:spcPct val="90000"/>
              </a:lnSpc>
              <a:buNone/>
            </a:pPr>
            <a:r>
              <a:rPr lang="en-GB" altLang="en-US" sz="2800" dirty="0"/>
              <a:t>&lt;html&gt;</a:t>
            </a:r>
          </a:p>
          <a:p>
            <a:pPr marL="0" indent="0" eaLnBrk="1" hangingPunct="1">
              <a:lnSpc>
                <a:spcPct val="90000"/>
              </a:lnSpc>
              <a:buNone/>
            </a:pPr>
            <a:r>
              <a:rPr lang="en-GB" altLang="en-US" sz="2800" dirty="0"/>
              <a:t>&lt;body&gt;</a:t>
            </a:r>
          </a:p>
          <a:p>
            <a:pPr marL="0" indent="0" eaLnBrk="1" hangingPunct="1">
              <a:lnSpc>
                <a:spcPct val="90000"/>
              </a:lnSpc>
              <a:buNone/>
            </a:pPr>
            <a:r>
              <a:rPr lang="en-GB" altLang="en-US" sz="2800" dirty="0"/>
              <a:t>	&lt;h1&gt;My first PHP page&lt;/h1&gt;</a:t>
            </a:r>
          </a:p>
          <a:p>
            <a:pPr marL="0" indent="0" eaLnBrk="1" hangingPunct="1">
              <a:lnSpc>
                <a:spcPct val="90000"/>
              </a:lnSpc>
              <a:buNone/>
            </a:pPr>
            <a:r>
              <a:rPr lang="en-GB" altLang="en-US" sz="2800" dirty="0"/>
              <a:t>	&lt;?</a:t>
            </a:r>
            <a:r>
              <a:rPr lang="en-GB" altLang="en-US" sz="2800" dirty="0" err="1"/>
              <a:t>php</a:t>
            </a:r>
            <a:endParaRPr lang="en-GB" altLang="en-US" sz="2800" dirty="0"/>
          </a:p>
          <a:p>
            <a:pPr marL="0" indent="0" eaLnBrk="1" hangingPunct="1">
              <a:lnSpc>
                <a:spcPct val="90000"/>
              </a:lnSpc>
              <a:buNone/>
            </a:pPr>
            <a:r>
              <a:rPr lang="en-GB" altLang="en-US" sz="2800" dirty="0"/>
              <a:t>	echo "Hello World!";</a:t>
            </a:r>
          </a:p>
          <a:p>
            <a:pPr marL="0" indent="0" eaLnBrk="1" hangingPunct="1">
              <a:lnSpc>
                <a:spcPct val="90000"/>
              </a:lnSpc>
              <a:buNone/>
            </a:pPr>
            <a:r>
              <a:rPr lang="en-GB" altLang="en-US" sz="2800" dirty="0"/>
              <a:t>	?&gt;</a:t>
            </a:r>
          </a:p>
          <a:p>
            <a:pPr marL="0" indent="0" eaLnBrk="1" hangingPunct="1">
              <a:lnSpc>
                <a:spcPct val="90000"/>
              </a:lnSpc>
              <a:buNone/>
            </a:pPr>
            <a:r>
              <a:rPr lang="en-GB" altLang="en-US" sz="2800" dirty="0"/>
              <a:t>&lt;/body&gt;</a:t>
            </a:r>
          </a:p>
          <a:p>
            <a:pPr marL="0" indent="0" eaLnBrk="1" hangingPunct="1">
              <a:lnSpc>
                <a:spcPct val="90000"/>
              </a:lnSpc>
              <a:buNone/>
            </a:pPr>
            <a:r>
              <a:rPr lang="en-GB" altLang="en-US" sz="2800" dirty="0"/>
              <a:t>&lt;/html&gt;</a:t>
            </a: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marL="457200" lvl="1" indent="0" eaLnBrk="1" hangingPunct="1">
              <a:lnSpc>
                <a:spcPct val="90000"/>
              </a:lnSpc>
              <a:buNone/>
            </a:pPr>
            <a:endParaRPr lang="en-GB" altLang="en-US" sz="2000" dirty="0"/>
          </a:p>
        </p:txBody>
      </p:sp>
    </p:spTree>
    <p:extLst>
      <p:ext uri="{BB962C8B-B14F-4D97-AF65-F5344CB8AC3E}">
        <p14:creationId xmlns:p14="http://schemas.microsoft.com/office/powerpoint/2010/main" val="3982036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Creating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Cookies have to be written at the start of the page, before the content is sent.</a:t>
            </a:r>
          </a:p>
          <a:p>
            <a:pPr eaLnBrk="1" hangingPunct="1"/>
            <a:endParaRPr lang="en-GB" altLang="en-US" sz="2400" dirty="0">
              <a:latin typeface="+mj-lt"/>
            </a:endParaRPr>
          </a:p>
          <a:p>
            <a:pPr eaLnBrk="1" hangingPunct="1"/>
            <a:r>
              <a:rPr lang="en-GB" altLang="en-US" sz="2400" dirty="0">
                <a:latin typeface="+mj-lt"/>
              </a:rPr>
              <a:t>There is a limit on the number of cookies a machine can store and that a web site can add to a specific computer:</a:t>
            </a:r>
          </a:p>
          <a:p>
            <a:pPr eaLnBrk="1" hangingPunct="1"/>
            <a:endParaRPr lang="en-GB" altLang="en-US" sz="2400" dirty="0">
              <a:latin typeface="+mj-lt"/>
            </a:endParaRPr>
          </a:p>
          <a:p>
            <a:pPr lvl="1" eaLnBrk="1" hangingPunct="1"/>
            <a:r>
              <a:rPr lang="en-GB" altLang="en-US" sz="2400" dirty="0">
                <a:latin typeface="+mj-lt"/>
              </a:rPr>
              <a:t>A single computer can hold a maximum of 300 cookies.</a:t>
            </a:r>
          </a:p>
          <a:p>
            <a:pPr lvl="1" eaLnBrk="1" hangingPunct="1"/>
            <a:r>
              <a:rPr lang="en-GB" altLang="en-US" sz="2400" dirty="0">
                <a:latin typeface="+mj-lt"/>
              </a:rPr>
              <a:t>Each cookie can only be a maximum of 4KB in size.</a:t>
            </a:r>
          </a:p>
          <a:p>
            <a:pPr lvl="1" eaLnBrk="1" hangingPunct="1"/>
            <a:r>
              <a:rPr lang="en-GB" altLang="en-US" sz="2400" dirty="0">
                <a:latin typeface="+mj-lt"/>
              </a:rPr>
              <a:t>A web site can send a maximum of 20 cookies to a specific computer.</a:t>
            </a:r>
          </a:p>
        </p:txBody>
      </p:sp>
    </p:spTree>
    <p:extLst>
      <p:ext uri="{BB962C8B-B14F-4D97-AF65-F5344CB8AC3E}">
        <p14:creationId xmlns:p14="http://schemas.microsoft.com/office/powerpoint/2010/main" val="680387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PHP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A cookie is created with the </a:t>
            </a:r>
            <a:r>
              <a:rPr lang="en-GB" altLang="en-US" sz="2400" dirty="0" err="1">
                <a:latin typeface="+mj-lt"/>
              </a:rPr>
              <a:t>setcookie</a:t>
            </a:r>
            <a:r>
              <a:rPr lang="en-GB" altLang="en-US" sz="2400" dirty="0">
                <a:latin typeface="+mj-lt"/>
              </a:rPr>
              <a:t>() function:</a:t>
            </a:r>
          </a:p>
          <a:p>
            <a:pPr eaLnBrk="1" hangingPunct="1"/>
            <a:endParaRPr lang="en-GB" altLang="en-US" sz="2400" dirty="0">
              <a:latin typeface="+mj-lt"/>
            </a:endParaRPr>
          </a:p>
          <a:p>
            <a:pPr eaLnBrk="1" hangingPunct="1"/>
            <a:r>
              <a:rPr lang="en-GB" altLang="en-US" sz="2400" dirty="0">
                <a:latin typeface="+mj-lt"/>
              </a:rPr>
              <a:t>&lt;?</a:t>
            </a:r>
            <a:r>
              <a:rPr lang="en-GB" altLang="en-US" sz="2400" dirty="0" err="1">
                <a:latin typeface="+mj-lt"/>
              </a:rPr>
              <a:t>php</a:t>
            </a:r>
            <a:endParaRPr lang="en-GB" altLang="en-US" sz="2400" dirty="0">
              <a:latin typeface="+mj-lt"/>
            </a:endParaRPr>
          </a:p>
          <a:p>
            <a:pPr marL="0" indent="0" eaLnBrk="1" hangingPunct="1">
              <a:buNone/>
            </a:pPr>
            <a:r>
              <a:rPr lang="en-GB" altLang="en-US" sz="2400" dirty="0">
                <a:latin typeface="+mj-lt"/>
              </a:rPr>
              <a:t>	</a:t>
            </a:r>
            <a:r>
              <a:rPr lang="en-GB" altLang="en-US" sz="2400" dirty="0" err="1">
                <a:latin typeface="+mj-lt"/>
              </a:rPr>
              <a:t>setcookie</a:t>
            </a:r>
            <a:r>
              <a:rPr lang="en-GB" altLang="en-US" sz="2400" dirty="0">
                <a:latin typeface="+mj-lt"/>
              </a:rPr>
              <a:t>(name, value, expire, path, domain, secure, </a:t>
            </a:r>
            <a:r>
              <a:rPr lang="en-GB" altLang="en-US" sz="2400" dirty="0" err="1">
                <a:latin typeface="+mj-lt"/>
              </a:rPr>
              <a:t>httponly</a:t>
            </a:r>
            <a:r>
              <a:rPr lang="en-GB" altLang="en-US" sz="2400" dirty="0">
                <a:latin typeface="+mj-lt"/>
              </a:rPr>
              <a:t>);</a:t>
            </a:r>
          </a:p>
          <a:p>
            <a:pPr marL="0" indent="0" eaLnBrk="1" hangingPunct="1">
              <a:buNone/>
            </a:pPr>
            <a:r>
              <a:rPr lang="en-GB" altLang="en-US" sz="2400" dirty="0">
                <a:latin typeface="+mj-lt"/>
              </a:rPr>
              <a:t>	?&gt;</a:t>
            </a:r>
          </a:p>
          <a:p>
            <a:pPr eaLnBrk="1" hangingPunct="1"/>
            <a:endParaRPr lang="en-GB" altLang="en-US" sz="2400" dirty="0">
              <a:latin typeface="+mj-lt"/>
            </a:endParaRPr>
          </a:p>
          <a:p>
            <a:pPr eaLnBrk="1" hangingPunct="1"/>
            <a:r>
              <a:rPr lang="en-GB" altLang="en-US" sz="2400" dirty="0">
                <a:latin typeface="+mj-lt"/>
              </a:rPr>
              <a:t>Only the name parameter is required. All other parameters are optional.</a:t>
            </a:r>
          </a:p>
        </p:txBody>
      </p:sp>
    </p:spTree>
    <p:extLst>
      <p:ext uri="{BB962C8B-B14F-4D97-AF65-F5344CB8AC3E}">
        <p14:creationId xmlns:p14="http://schemas.microsoft.com/office/powerpoint/2010/main" val="1951583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PHP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000" dirty="0" err="1">
                <a:latin typeface="+mj-lt"/>
              </a:rPr>
              <a:t>setcookie</a:t>
            </a:r>
            <a:r>
              <a:rPr lang="en-GB" altLang="en-US" sz="2000" dirty="0">
                <a:latin typeface="+mj-lt"/>
              </a:rPr>
              <a:t>(name, value, expire, path, domain, secure, </a:t>
            </a:r>
            <a:r>
              <a:rPr lang="en-GB" altLang="en-US" sz="2000" dirty="0" err="1">
                <a:latin typeface="+mj-lt"/>
              </a:rPr>
              <a:t>httponly</a:t>
            </a:r>
            <a:r>
              <a:rPr lang="en-GB" altLang="en-US" sz="2000" dirty="0">
                <a:latin typeface="+mj-lt"/>
              </a:rPr>
              <a:t>);</a:t>
            </a:r>
          </a:p>
          <a:p>
            <a:pPr eaLnBrk="1" hangingPunct="1"/>
            <a:endParaRPr lang="en-GB" altLang="en-US" sz="2000" dirty="0">
              <a:latin typeface="+mj-lt"/>
            </a:endParaRPr>
          </a:p>
          <a:p>
            <a:pPr eaLnBrk="1" hangingPunct="1"/>
            <a:r>
              <a:rPr lang="en-GB" altLang="en-US" sz="2000" b="1" dirty="0">
                <a:latin typeface="+mj-lt"/>
              </a:rPr>
              <a:t>Name</a:t>
            </a:r>
            <a:r>
              <a:rPr lang="en-GB" altLang="en-US" sz="2000" dirty="0">
                <a:latin typeface="+mj-lt"/>
              </a:rPr>
              <a:t> 		-&gt; The name of the cookie.</a:t>
            </a:r>
          </a:p>
          <a:p>
            <a:pPr eaLnBrk="1" hangingPunct="1"/>
            <a:r>
              <a:rPr lang="en-GB" altLang="en-US" sz="2000" b="1" dirty="0">
                <a:latin typeface="+mj-lt"/>
              </a:rPr>
              <a:t>Value</a:t>
            </a:r>
            <a:r>
              <a:rPr lang="en-GB" altLang="en-US" sz="2000" dirty="0">
                <a:latin typeface="+mj-lt"/>
              </a:rPr>
              <a:t> 		-&gt; What is stored in the cookie.</a:t>
            </a:r>
          </a:p>
          <a:p>
            <a:pPr eaLnBrk="1" hangingPunct="1"/>
            <a:r>
              <a:rPr lang="en-GB" altLang="en-US" sz="2000" b="1" dirty="0">
                <a:latin typeface="+mj-lt"/>
              </a:rPr>
              <a:t>Expire</a:t>
            </a:r>
            <a:r>
              <a:rPr lang="en-GB" altLang="en-US" sz="2000" dirty="0">
                <a:latin typeface="+mj-lt"/>
              </a:rPr>
              <a:t> 		-&gt; The time when the cookie expires/is deleted.</a:t>
            </a:r>
          </a:p>
          <a:p>
            <a:pPr eaLnBrk="1" hangingPunct="1"/>
            <a:r>
              <a:rPr lang="en-GB" altLang="en-US" sz="2000" b="1" dirty="0">
                <a:latin typeface="+mj-lt"/>
              </a:rPr>
              <a:t>Path</a:t>
            </a:r>
            <a:r>
              <a:rPr lang="en-GB" altLang="en-US" sz="2000" dirty="0">
                <a:latin typeface="+mj-lt"/>
              </a:rPr>
              <a:t>			-&gt; The path on the server in which the cookie is available.</a:t>
            </a:r>
          </a:p>
          <a:p>
            <a:pPr eaLnBrk="1" hangingPunct="1"/>
            <a:r>
              <a:rPr lang="en-GB" altLang="en-US" sz="2000" b="1" dirty="0">
                <a:latin typeface="+mj-lt"/>
              </a:rPr>
              <a:t>Domain</a:t>
            </a:r>
            <a:r>
              <a:rPr lang="en-GB" altLang="en-US" sz="2000" dirty="0">
                <a:latin typeface="+mj-lt"/>
              </a:rPr>
              <a:t>		-&gt; The (sub)domain that the cookie is available to like www.example.com and w2.www.example.com</a:t>
            </a:r>
          </a:p>
          <a:p>
            <a:pPr eaLnBrk="1" hangingPunct="1"/>
            <a:r>
              <a:rPr lang="en-GB" altLang="en-US" sz="2000" b="1" dirty="0">
                <a:latin typeface="+mj-lt"/>
              </a:rPr>
              <a:t>Secure</a:t>
            </a:r>
            <a:r>
              <a:rPr lang="en-GB" altLang="en-US" sz="2000" dirty="0">
                <a:latin typeface="+mj-lt"/>
              </a:rPr>
              <a:t> 		-&gt; true/false the cookie should only be transmitted over a secure protocol.</a:t>
            </a:r>
          </a:p>
          <a:p>
            <a:pPr eaLnBrk="1" hangingPunct="1"/>
            <a:r>
              <a:rPr lang="en-GB" altLang="en-US" sz="2000" b="1" dirty="0" err="1">
                <a:latin typeface="+mj-lt"/>
              </a:rPr>
              <a:t>Httponly</a:t>
            </a:r>
            <a:r>
              <a:rPr lang="en-GB" altLang="en-US" sz="2000" dirty="0">
                <a:latin typeface="+mj-lt"/>
              </a:rPr>
              <a:t>		-&gt; true/false the cookie will only be available through the HTTP protocol.</a:t>
            </a:r>
          </a:p>
        </p:txBody>
      </p:sp>
    </p:spTree>
    <p:extLst>
      <p:ext uri="{BB962C8B-B14F-4D97-AF65-F5344CB8AC3E}">
        <p14:creationId xmlns:p14="http://schemas.microsoft.com/office/powerpoint/2010/main" val="3191501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PHP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&lt;?</a:t>
            </a:r>
            <a:r>
              <a:rPr lang="en-GB" altLang="en-US" sz="2400" dirty="0" err="1">
                <a:latin typeface="+mj-lt"/>
              </a:rPr>
              <a:t>php</a:t>
            </a:r>
            <a:endParaRPr lang="en-GB" altLang="en-US" sz="2400" dirty="0">
              <a:latin typeface="+mj-lt"/>
            </a:endParaRPr>
          </a:p>
          <a:p>
            <a:pPr marL="0" indent="0" eaLnBrk="1" hangingPunct="1">
              <a:buNone/>
            </a:pPr>
            <a:r>
              <a:rPr lang="en-GB" altLang="en-US" sz="2400" dirty="0">
                <a:latin typeface="+mj-lt"/>
              </a:rPr>
              <a:t>	$</a:t>
            </a:r>
            <a:r>
              <a:rPr lang="en-GB" altLang="en-US" sz="2400" dirty="0" err="1">
                <a:latin typeface="+mj-lt"/>
              </a:rPr>
              <a:t>cookie_name</a:t>
            </a:r>
            <a:r>
              <a:rPr lang="en-GB" altLang="en-US" sz="2400" dirty="0">
                <a:latin typeface="+mj-lt"/>
              </a:rPr>
              <a:t> = "user";</a:t>
            </a:r>
          </a:p>
          <a:p>
            <a:pPr marL="0" indent="0" eaLnBrk="1" hangingPunct="1">
              <a:buNone/>
            </a:pPr>
            <a:r>
              <a:rPr lang="en-GB" altLang="en-US" sz="2400" dirty="0">
                <a:latin typeface="+mj-lt"/>
              </a:rPr>
              <a:t>	$</a:t>
            </a:r>
            <a:r>
              <a:rPr lang="en-GB" altLang="en-US" sz="2400" dirty="0" err="1">
                <a:latin typeface="+mj-lt"/>
              </a:rPr>
              <a:t>cookie_value</a:t>
            </a:r>
            <a:r>
              <a:rPr lang="en-GB" altLang="en-US" sz="2400" dirty="0">
                <a:latin typeface="+mj-lt"/>
              </a:rPr>
              <a:t> = "Alex Porter";</a:t>
            </a:r>
          </a:p>
          <a:p>
            <a:pPr marL="0" indent="0" eaLnBrk="1" hangingPunct="1">
              <a:buNone/>
            </a:pPr>
            <a:r>
              <a:rPr lang="en-GB" altLang="en-US" sz="2400" dirty="0">
                <a:latin typeface="+mj-lt"/>
              </a:rPr>
              <a:t>	</a:t>
            </a:r>
            <a:r>
              <a:rPr lang="en-GB" altLang="en-US" sz="2400" dirty="0" err="1">
                <a:latin typeface="+mj-lt"/>
              </a:rPr>
              <a:t>setcookie</a:t>
            </a:r>
            <a:r>
              <a:rPr lang="en-GB" altLang="en-US" sz="2400" dirty="0">
                <a:latin typeface="+mj-lt"/>
              </a:rPr>
              <a:t>($</a:t>
            </a:r>
            <a:r>
              <a:rPr lang="en-GB" altLang="en-US" sz="2400" dirty="0" err="1">
                <a:latin typeface="+mj-lt"/>
              </a:rPr>
              <a:t>cookie_name</a:t>
            </a:r>
            <a:r>
              <a:rPr lang="en-GB" altLang="en-US" sz="2400" dirty="0">
                <a:latin typeface="+mj-lt"/>
              </a:rPr>
              <a:t>, $</a:t>
            </a:r>
            <a:r>
              <a:rPr lang="en-GB" altLang="en-US" sz="2400" dirty="0" err="1">
                <a:latin typeface="+mj-lt"/>
              </a:rPr>
              <a:t>cookie_value</a:t>
            </a:r>
            <a:r>
              <a:rPr lang="en-GB" altLang="en-US" sz="2400" dirty="0">
                <a:latin typeface="+mj-lt"/>
              </a:rPr>
              <a:t>, time() + (86400 * 30), 	"/");</a:t>
            </a:r>
          </a:p>
          <a:p>
            <a:pPr marL="0" indent="0" eaLnBrk="1" hangingPunct="1">
              <a:buNone/>
            </a:pPr>
            <a:r>
              <a:rPr lang="en-GB" altLang="en-US" sz="2400" dirty="0">
                <a:latin typeface="+mj-lt"/>
              </a:rPr>
              <a:t>	?&gt;</a:t>
            </a:r>
          </a:p>
          <a:p>
            <a:pPr marL="0" indent="0" eaLnBrk="1" hangingPunct="1">
              <a:buNone/>
            </a:pPr>
            <a:endParaRPr lang="en-GB" altLang="en-US" sz="2400" dirty="0">
              <a:latin typeface="+mj-lt"/>
            </a:endParaRPr>
          </a:p>
        </p:txBody>
      </p:sp>
    </p:spTree>
    <p:extLst>
      <p:ext uri="{BB962C8B-B14F-4D97-AF65-F5344CB8AC3E}">
        <p14:creationId xmlns:p14="http://schemas.microsoft.com/office/powerpoint/2010/main" val="4253991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Cookie Times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Cookie expiry time is set using seconds like so:</a:t>
            </a:r>
          </a:p>
          <a:p>
            <a:pPr lvl="1" eaLnBrk="1" hangingPunct="1"/>
            <a:r>
              <a:rPr lang="en-GB" altLang="en-US" sz="2000" dirty="0">
                <a:latin typeface="+mj-lt"/>
              </a:rPr>
              <a:t>One Minute: 60</a:t>
            </a:r>
          </a:p>
          <a:p>
            <a:pPr lvl="1" eaLnBrk="1" hangingPunct="1"/>
            <a:r>
              <a:rPr lang="en-GB" altLang="en-US" sz="2000" dirty="0">
                <a:latin typeface="+mj-lt"/>
              </a:rPr>
              <a:t>Ten Minutes: 600</a:t>
            </a:r>
          </a:p>
          <a:p>
            <a:pPr lvl="1" eaLnBrk="1" hangingPunct="1"/>
            <a:r>
              <a:rPr lang="en-GB" altLang="en-US" sz="2000" dirty="0">
                <a:latin typeface="+mj-lt"/>
              </a:rPr>
              <a:t>Half-an-Hour: 1800</a:t>
            </a:r>
          </a:p>
          <a:p>
            <a:pPr lvl="1" eaLnBrk="1" hangingPunct="1"/>
            <a:r>
              <a:rPr lang="en-GB" altLang="en-US" sz="2000" dirty="0">
                <a:latin typeface="+mj-lt"/>
              </a:rPr>
              <a:t>One Hour: 3600</a:t>
            </a:r>
          </a:p>
          <a:p>
            <a:pPr lvl="1" eaLnBrk="1" hangingPunct="1"/>
            <a:r>
              <a:rPr lang="en-GB" altLang="en-US" sz="2000" dirty="0">
                <a:latin typeface="+mj-lt"/>
              </a:rPr>
              <a:t>One Day: 86400</a:t>
            </a:r>
          </a:p>
          <a:p>
            <a:pPr lvl="1" eaLnBrk="1" hangingPunct="1"/>
            <a:r>
              <a:rPr lang="en-GB" altLang="en-US" sz="2000" dirty="0">
                <a:latin typeface="+mj-lt"/>
              </a:rPr>
              <a:t>One Week: 604800</a:t>
            </a:r>
          </a:p>
          <a:p>
            <a:pPr lvl="1" eaLnBrk="1" hangingPunct="1"/>
            <a:r>
              <a:rPr lang="en-GB" altLang="en-US" sz="2000" dirty="0">
                <a:latin typeface="+mj-lt"/>
              </a:rPr>
              <a:t>One Month (30 days): 2592000</a:t>
            </a:r>
          </a:p>
          <a:p>
            <a:pPr lvl="1" eaLnBrk="1" hangingPunct="1"/>
            <a:r>
              <a:rPr lang="en-GB" altLang="en-US" sz="2000" dirty="0">
                <a:latin typeface="+mj-lt"/>
              </a:rPr>
              <a:t>One Year (365 days): 31536000</a:t>
            </a:r>
          </a:p>
          <a:p>
            <a:pPr lvl="1" eaLnBrk="1" hangingPunct="1"/>
            <a:endParaRPr lang="en-GB" altLang="en-US" sz="2000" dirty="0">
              <a:latin typeface="+mj-lt"/>
            </a:endParaRPr>
          </a:p>
          <a:p>
            <a:pPr eaLnBrk="1" hangingPunct="1"/>
            <a:r>
              <a:rPr lang="en-GB" altLang="en-US" sz="2400" dirty="0">
                <a:latin typeface="+mj-lt"/>
              </a:rPr>
              <a:t>You can multiply these when you create the cookie in brackets to get the specific time you want (e.g. 86400 * 30).</a:t>
            </a:r>
          </a:p>
          <a:p>
            <a:pPr eaLnBrk="1" hangingPunct="1"/>
            <a:endParaRPr lang="en-GB" altLang="en-US" sz="2400" dirty="0">
              <a:latin typeface="+mj-lt"/>
            </a:endParaRPr>
          </a:p>
          <a:p>
            <a:pPr lvl="1" eaLnBrk="1" hangingPunct="1"/>
            <a:endParaRPr lang="en-GB" altLang="en-US" sz="2000" dirty="0">
              <a:latin typeface="+mj-lt"/>
            </a:endParaRPr>
          </a:p>
        </p:txBody>
      </p:sp>
    </p:spTree>
    <p:extLst>
      <p:ext uri="{BB962C8B-B14F-4D97-AF65-F5344CB8AC3E}">
        <p14:creationId xmlns:p14="http://schemas.microsoft.com/office/powerpoint/2010/main" val="2456234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Print Cookie Contents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&lt;body&gt;</a:t>
            </a:r>
          </a:p>
          <a:p>
            <a:pPr marL="0" indent="0" eaLnBrk="1" hangingPunct="1">
              <a:buNone/>
            </a:pPr>
            <a:r>
              <a:rPr lang="en-GB" altLang="en-US" sz="2400" dirty="0">
                <a:latin typeface="+mj-lt"/>
              </a:rPr>
              <a:t>	&lt;?</a:t>
            </a:r>
            <a:r>
              <a:rPr lang="en-GB" altLang="en-US" sz="2400" dirty="0" err="1">
                <a:latin typeface="+mj-lt"/>
              </a:rPr>
              <a:t>php</a:t>
            </a:r>
            <a:endParaRPr lang="en-GB" altLang="en-US" sz="2400" dirty="0">
              <a:latin typeface="+mj-lt"/>
            </a:endParaRPr>
          </a:p>
          <a:p>
            <a:pPr marL="0" indent="0" eaLnBrk="1" hangingPunct="1">
              <a:buNone/>
            </a:pPr>
            <a:r>
              <a:rPr lang="en-GB" altLang="en-US" sz="2400" dirty="0">
                <a:latin typeface="+mj-lt"/>
              </a:rPr>
              <a:t>	if(!</a:t>
            </a:r>
            <a:r>
              <a:rPr lang="en-GB" altLang="en-US" sz="2400" dirty="0" err="1">
                <a:latin typeface="+mj-lt"/>
              </a:rPr>
              <a:t>isset</a:t>
            </a:r>
            <a:r>
              <a:rPr lang="en-GB" altLang="en-US" sz="2400" dirty="0">
                <a:latin typeface="+mj-lt"/>
              </a:rPr>
              <a:t>($_COOKIE[$</a:t>
            </a:r>
            <a:r>
              <a:rPr lang="en-GB" altLang="en-US" sz="2400" dirty="0" err="1">
                <a:latin typeface="+mj-lt"/>
              </a:rPr>
              <a:t>cookie_name</a:t>
            </a:r>
            <a:r>
              <a:rPr lang="en-GB" altLang="en-US" sz="2400" dirty="0">
                <a:latin typeface="+mj-lt"/>
              </a:rPr>
              <a:t>])) {</a:t>
            </a:r>
          </a:p>
          <a:p>
            <a:pPr marL="0" indent="0" eaLnBrk="1" hangingPunct="1">
              <a:buNone/>
            </a:pPr>
            <a:r>
              <a:rPr lang="en-GB" altLang="en-US" sz="2400" dirty="0">
                <a:latin typeface="+mj-lt"/>
              </a:rPr>
              <a:t>		echo "Cookie named '" . $</a:t>
            </a:r>
            <a:r>
              <a:rPr lang="en-GB" altLang="en-US" sz="2400" dirty="0" err="1">
                <a:latin typeface="+mj-lt"/>
              </a:rPr>
              <a:t>cookie_name</a:t>
            </a:r>
            <a:r>
              <a:rPr lang="en-GB" altLang="en-US" sz="2400" dirty="0">
                <a:latin typeface="+mj-lt"/>
              </a:rPr>
              <a:t> . "' is not set!";</a:t>
            </a:r>
          </a:p>
          <a:p>
            <a:pPr marL="0" indent="0" eaLnBrk="1" hangingPunct="1">
              <a:buNone/>
            </a:pPr>
            <a:r>
              <a:rPr lang="en-GB" altLang="en-US" sz="2400" dirty="0">
                <a:latin typeface="+mj-lt"/>
              </a:rPr>
              <a:t>	} else {</a:t>
            </a:r>
          </a:p>
          <a:p>
            <a:pPr marL="0" indent="0" eaLnBrk="1" hangingPunct="1">
              <a:buNone/>
            </a:pPr>
            <a:r>
              <a:rPr lang="en-GB" altLang="en-US" sz="2400" dirty="0">
                <a:latin typeface="+mj-lt"/>
              </a:rPr>
              <a:t>		echo "Cookie '" . $</a:t>
            </a:r>
            <a:r>
              <a:rPr lang="en-GB" altLang="en-US" sz="2400" dirty="0" err="1">
                <a:latin typeface="+mj-lt"/>
              </a:rPr>
              <a:t>cookie_name</a:t>
            </a:r>
            <a:r>
              <a:rPr lang="en-GB" altLang="en-US" sz="2400" dirty="0">
                <a:latin typeface="+mj-lt"/>
              </a:rPr>
              <a:t> . "' is set!&lt;</a:t>
            </a:r>
            <a:r>
              <a:rPr lang="en-GB" altLang="en-US" sz="2400" dirty="0" err="1">
                <a:latin typeface="+mj-lt"/>
              </a:rPr>
              <a:t>br</a:t>
            </a:r>
            <a:r>
              <a:rPr lang="en-GB" altLang="en-US" sz="2400" dirty="0">
                <a:latin typeface="+mj-lt"/>
              </a:rPr>
              <a:t>&gt;";</a:t>
            </a:r>
          </a:p>
          <a:p>
            <a:pPr marL="0" indent="0" eaLnBrk="1" hangingPunct="1">
              <a:buNone/>
            </a:pPr>
            <a:r>
              <a:rPr lang="en-GB" altLang="en-US" sz="2400" dirty="0">
                <a:latin typeface="+mj-lt"/>
              </a:rPr>
              <a:t>		echo "Value is: " . $_COOKIE[$</a:t>
            </a:r>
            <a:r>
              <a:rPr lang="en-GB" altLang="en-US" sz="2400" dirty="0" err="1">
                <a:latin typeface="+mj-lt"/>
              </a:rPr>
              <a:t>cookie_name</a:t>
            </a:r>
            <a:r>
              <a:rPr lang="en-GB" altLang="en-US" sz="2400" dirty="0">
                <a:latin typeface="+mj-lt"/>
              </a:rPr>
              <a:t>];</a:t>
            </a:r>
          </a:p>
          <a:p>
            <a:pPr marL="0" indent="0" eaLnBrk="1" hangingPunct="1">
              <a:buNone/>
            </a:pPr>
            <a:r>
              <a:rPr lang="en-GB" altLang="en-US" sz="2400" dirty="0">
                <a:latin typeface="+mj-lt"/>
              </a:rPr>
              <a:t>	}</a:t>
            </a:r>
          </a:p>
          <a:p>
            <a:pPr marL="0" indent="0" eaLnBrk="1" hangingPunct="1">
              <a:buNone/>
            </a:pPr>
            <a:r>
              <a:rPr lang="en-GB" altLang="en-US" sz="2400" dirty="0">
                <a:latin typeface="+mj-lt"/>
              </a:rPr>
              <a:t>	?&gt;</a:t>
            </a:r>
          </a:p>
          <a:p>
            <a:pPr marL="0" indent="0" eaLnBrk="1" hangingPunct="1">
              <a:buNone/>
            </a:pPr>
            <a:r>
              <a:rPr lang="en-GB" altLang="en-US" sz="2400" dirty="0">
                <a:latin typeface="+mj-lt"/>
              </a:rPr>
              <a:t>&lt;/body&gt;</a:t>
            </a:r>
          </a:p>
        </p:txBody>
      </p:sp>
    </p:spTree>
    <p:extLst>
      <p:ext uri="{BB962C8B-B14F-4D97-AF65-F5344CB8AC3E}">
        <p14:creationId xmlns:p14="http://schemas.microsoft.com/office/powerpoint/2010/main" val="1148687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Delete Cookie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You can delete a cookie using the </a:t>
            </a:r>
            <a:r>
              <a:rPr lang="en-GB" altLang="en-US" sz="2400" dirty="0" err="1">
                <a:latin typeface="+mj-lt"/>
              </a:rPr>
              <a:t>setcookie</a:t>
            </a:r>
            <a:r>
              <a:rPr lang="en-GB" altLang="en-US" sz="2400" dirty="0">
                <a:latin typeface="+mj-lt"/>
              </a:rPr>
              <a:t>() function by having an expiration date in the past:</a:t>
            </a:r>
          </a:p>
          <a:p>
            <a:pPr eaLnBrk="1" hangingPunct="1"/>
            <a:endParaRPr lang="en-GB" altLang="en-US" sz="2400" dirty="0">
              <a:latin typeface="+mj-lt"/>
            </a:endParaRPr>
          </a:p>
          <a:p>
            <a:pPr eaLnBrk="1" hangingPunct="1"/>
            <a:r>
              <a:rPr lang="en-GB" altLang="en-US" sz="2400" dirty="0">
                <a:latin typeface="+mj-lt"/>
              </a:rPr>
              <a:t>&lt;?</a:t>
            </a:r>
            <a:r>
              <a:rPr lang="en-GB" altLang="en-US" sz="2400" dirty="0" err="1">
                <a:latin typeface="+mj-lt"/>
              </a:rPr>
              <a:t>php</a:t>
            </a:r>
            <a:endParaRPr lang="en-GB" altLang="en-US" sz="2400" dirty="0">
              <a:latin typeface="+mj-lt"/>
            </a:endParaRPr>
          </a:p>
          <a:p>
            <a:pPr marL="0" indent="0" eaLnBrk="1" hangingPunct="1">
              <a:buNone/>
            </a:pPr>
            <a:r>
              <a:rPr lang="en-GB" altLang="en-US" sz="2400" dirty="0">
                <a:latin typeface="+mj-lt"/>
              </a:rPr>
              <a:t>	// set the expiration date to one hour ago</a:t>
            </a:r>
          </a:p>
          <a:p>
            <a:pPr marL="0" indent="0" eaLnBrk="1" hangingPunct="1">
              <a:buNone/>
            </a:pPr>
            <a:r>
              <a:rPr lang="en-GB" altLang="en-US" sz="2400" dirty="0">
                <a:latin typeface="+mj-lt"/>
              </a:rPr>
              <a:t>	</a:t>
            </a:r>
            <a:r>
              <a:rPr lang="en-GB" altLang="en-US" sz="2400" dirty="0" err="1">
                <a:latin typeface="+mj-lt"/>
              </a:rPr>
              <a:t>setcookie</a:t>
            </a:r>
            <a:r>
              <a:rPr lang="en-GB" altLang="en-US" sz="2400" dirty="0">
                <a:latin typeface="+mj-lt"/>
              </a:rPr>
              <a:t>("user", "", time() - 3600);</a:t>
            </a:r>
          </a:p>
          <a:p>
            <a:pPr marL="0" indent="0" eaLnBrk="1" hangingPunct="1">
              <a:buNone/>
            </a:pPr>
            <a:r>
              <a:rPr lang="en-GB" altLang="en-US" sz="2400" dirty="0">
                <a:latin typeface="+mj-lt"/>
              </a:rPr>
              <a:t>	?&gt;</a:t>
            </a:r>
          </a:p>
          <a:p>
            <a:pPr marL="0" indent="0" eaLnBrk="1" hangingPunct="1">
              <a:buNone/>
            </a:pPr>
            <a:r>
              <a:rPr lang="en-GB" altLang="en-US" sz="2400" dirty="0">
                <a:latin typeface="+mj-lt"/>
              </a:rPr>
              <a:t>	&lt;html&gt;</a:t>
            </a:r>
          </a:p>
          <a:p>
            <a:pPr marL="0" indent="0" eaLnBrk="1" hangingPunct="1">
              <a:buNone/>
            </a:pPr>
            <a:r>
              <a:rPr lang="en-GB" altLang="en-US" sz="2400" dirty="0">
                <a:latin typeface="+mj-lt"/>
              </a:rPr>
              <a:t>	&lt;body&gt;</a:t>
            </a:r>
          </a:p>
          <a:p>
            <a:pPr marL="0" indent="0" eaLnBrk="1" hangingPunct="1">
              <a:buNone/>
            </a:pPr>
            <a:r>
              <a:rPr lang="en-GB" altLang="en-US" sz="2400" dirty="0">
                <a:latin typeface="+mj-lt"/>
              </a:rPr>
              <a:t>		&lt;?</a:t>
            </a:r>
            <a:r>
              <a:rPr lang="en-GB" altLang="en-US" sz="2400" dirty="0" err="1">
                <a:latin typeface="+mj-lt"/>
              </a:rPr>
              <a:t>php</a:t>
            </a:r>
            <a:endParaRPr lang="en-GB" altLang="en-US" sz="2400" dirty="0">
              <a:latin typeface="+mj-lt"/>
            </a:endParaRPr>
          </a:p>
          <a:p>
            <a:pPr marL="0" indent="0" eaLnBrk="1" hangingPunct="1">
              <a:buNone/>
            </a:pPr>
            <a:r>
              <a:rPr lang="en-GB" altLang="en-US" sz="2400" dirty="0">
                <a:latin typeface="+mj-lt"/>
              </a:rPr>
              <a:t>			echo "Cookie 'user' is deleted.";</a:t>
            </a:r>
          </a:p>
          <a:p>
            <a:pPr marL="0" indent="0" eaLnBrk="1" hangingPunct="1">
              <a:buNone/>
            </a:pPr>
            <a:r>
              <a:rPr lang="en-GB" altLang="en-US" sz="2400" dirty="0">
                <a:latin typeface="+mj-lt"/>
              </a:rPr>
              <a:t>		?&gt;</a:t>
            </a:r>
          </a:p>
        </p:txBody>
      </p:sp>
    </p:spTree>
    <p:extLst>
      <p:ext uri="{BB962C8B-B14F-4D97-AF65-F5344CB8AC3E}">
        <p14:creationId xmlns:p14="http://schemas.microsoft.com/office/powerpoint/2010/main" val="2936764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JavaScript can create, read, and delete cookies with the </a:t>
            </a:r>
            <a:r>
              <a:rPr lang="en-GB" altLang="en-US" sz="2400" dirty="0" err="1">
                <a:latin typeface="+mj-lt"/>
              </a:rPr>
              <a:t>document.cookie</a:t>
            </a:r>
            <a:r>
              <a:rPr lang="en-GB" altLang="en-US" sz="2400" dirty="0">
                <a:latin typeface="+mj-lt"/>
              </a:rPr>
              <a:t> property.</a:t>
            </a:r>
          </a:p>
          <a:p>
            <a:pPr eaLnBrk="1" hangingPunct="1"/>
            <a:endParaRPr lang="en-GB" altLang="en-US" sz="2400" dirty="0">
              <a:latin typeface="+mj-lt"/>
            </a:endParaRPr>
          </a:p>
          <a:p>
            <a:pPr eaLnBrk="1" hangingPunct="1"/>
            <a:r>
              <a:rPr lang="en-GB" altLang="en-US" sz="2400" dirty="0">
                <a:latin typeface="+mj-lt"/>
              </a:rPr>
              <a:t>Cookies are saved in name-value pairs like:</a:t>
            </a:r>
          </a:p>
          <a:p>
            <a:pPr eaLnBrk="1" hangingPunct="1"/>
            <a:endParaRPr lang="en-GB" altLang="en-US" sz="2400" dirty="0">
              <a:latin typeface="+mj-lt"/>
            </a:endParaRPr>
          </a:p>
          <a:p>
            <a:pPr eaLnBrk="1" hangingPunct="1"/>
            <a:r>
              <a:rPr lang="en-GB" altLang="en-US" sz="2400" dirty="0">
                <a:latin typeface="+mj-lt"/>
              </a:rPr>
              <a:t>username = John Doe</a:t>
            </a:r>
          </a:p>
          <a:p>
            <a:pPr eaLnBrk="1" hangingPunct="1"/>
            <a:endParaRPr lang="en-GB" altLang="en-US" sz="2400" dirty="0">
              <a:latin typeface="+mj-lt"/>
            </a:endParaRPr>
          </a:p>
          <a:p>
            <a:pPr eaLnBrk="1" hangingPunct="1"/>
            <a:r>
              <a:rPr lang="en-GB" altLang="en-US" sz="2400" dirty="0">
                <a:latin typeface="+mj-lt"/>
              </a:rPr>
              <a:t>JavaScript can create, read, and delete cookies with the </a:t>
            </a:r>
            <a:r>
              <a:rPr lang="en-GB" altLang="en-US" sz="2400" dirty="0" err="1">
                <a:latin typeface="+mj-lt"/>
              </a:rPr>
              <a:t>document.cookie</a:t>
            </a:r>
            <a:r>
              <a:rPr lang="en-GB" altLang="en-US" sz="2400" dirty="0">
                <a:latin typeface="+mj-lt"/>
              </a:rPr>
              <a:t> property, like so:</a:t>
            </a:r>
          </a:p>
          <a:p>
            <a:pPr eaLnBrk="1" hangingPunct="1"/>
            <a:endParaRPr lang="en-GB" altLang="en-US" sz="2400" dirty="0">
              <a:latin typeface="+mj-lt"/>
            </a:endParaRPr>
          </a:p>
          <a:p>
            <a:pPr eaLnBrk="1" hangingPunct="1"/>
            <a:r>
              <a:rPr lang="en-GB" altLang="en-US" sz="2400" dirty="0" err="1">
                <a:latin typeface="+mj-lt"/>
              </a:rPr>
              <a:t>document.cookie</a:t>
            </a:r>
            <a:r>
              <a:rPr lang="en-GB" altLang="en-US" sz="2400" dirty="0">
                <a:latin typeface="+mj-lt"/>
              </a:rPr>
              <a:t> = "username=John Doe";</a:t>
            </a:r>
          </a:p>
        </p:txBody>
      </p:sp>
    </p:spTree>
    <p:extLst>
      <p:ext uri="{BB962C8B-B14F-4D97-AF65-F5344CB8AC3E}">
        <p14:creationId xmlns:p14="http://schemas.microsoft.com/office/powerpoint/2010/main" val="3232160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By default, a JS cookie is deleted when the browser is closed.</a:t>
            </a:r>
          </a:p>
          <a:p>
            <a:pPr eaLnBrk="1" hangingPunct="1"/>
            <a:endParaRPr lang="en-GB" altLang="en-US" sz="2400" dirty="0">
              <a:latin typeface="+mj-lt"/>
            </a:endParaRPr>
          </a:p>
          <a:p>
            <a:pPr eaLnBrk="1" hangingPunct="1"/>
            <a:r>
              <a:rPr lang="en-GB" altLang="en-US" sz="2400" dirty="0">
                <a:latin typeface="+mj-lt"/>
              </a:rPr>
              <a:t>Like with PHP cookies you can give an expiry time, though with JS cookies you can write a specific time (in UTC time). </a:t>
            </a:r>
          </a:p>
          <a:p>
            <a:pPr eaLnBrk="1" hangingPunct="1"/>
            <a:endParaRPr lang="en-GB" altLang="en-US" sz="2400" dirty="0">
              <a:latin typeface="+mj-lt"/>
            </a:endParaRPr>
          </a:p>
          <a:p>
            <a:pPr eaLnBrk="1" hangingPunct="1"/>
            <a:r>
              <a:rPr lang="en-GB" altLang="en-US" sz="2400" dirty="0" err="1">
                <a:latin typeface="+mj-lt"/>
              </a:rPr>
              <a:t>document.cookie</a:t>
            </a:r>
            <a:r>
              <a:rPr lang="en-GB" altLang="en-US" sz="2400" dirty="0">
                <a:latin typeface="+mj-lt"/>
              </a:rPr>
              <a:t> = "username=John Doe; expires=Thu, 18 Dec 2013 12:00:00 UTC";</a:t>
            </a:r>
          </a:p>
          <a:p>
            <a:pPr eaLnBrk="1" hangingPunct="1"/>
            <a:endParaRPr lang="en-GB" altLang="en-US" sz="2400" dirty="0">
              <a:latin typeface="+mj-lt"/>
            </a:endParaRPr>
          </a:p>
          <a:p>
            <a:pPr eaLnBrk="1" hangingPunct="1"/>
            <a:endParaRPr lang="en-GB" altLang="en-US" sz="2400" dirty="0">
              <a:latin typeface="+mj-lt"/>
            </a:endParaRPr>
          </a:p>
        </p:txBody>
      </p:sp>
    </p:spTree>
    <p:extLst>
      <p:ext uri="{BB962C8B-B14F-4D97-AF65-F5344CB8AC3E}">
        <p14:creationId xmlns:p14="http://schemas.microsoft.com/office/powerpoint/2010/main" val="1589019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With a path parameter, you can tell the browser what path the cookie belongs to. By default, the cookie belongs to the current page.</a:t>
            </a:r>
          </a:p>
          <a:p>
            <a:pPr eaLnBrk="1" hangingPunct="1"/>
            <a:endParaRPr lang="en-GB" altLang="en-US" sz="2400" dirty="0">
              <a:latin typeface="+mj-lt"/>
            </a:endParaRPr>
          </a:p>
          <a:p>
            <a:pPr eaLnBrk="1" hangingPunct="1"/>
            <a:r>
              <a:rPr lang="en-GB" altLang="en-US" sz="2400" dirty="0" err="1">
                <a:latin typeface="+mj-lt"/>
              </a:rPr>
              <a:t>document.cookie</a:t>
            </a:r>
            <a:r>
              <a:rPr lang="en-GB" altLang="en-US" sz="2400" dirty="0">
                <a:latin typeface="+mj-lt"/>
              </a:rPr>
              <a:t> = "username=John Doe; expires=Thu, 18 Dec 2013 12:00:00 UTC; path=/";</a:t>
            </a:r>
          </a:p>
        </p:txBody>
      </p:sp>
    </p:spTree>
    <p:extLst>
      <p:ext uri="{BB962C8B-B14F-4D97-AF65-F5344CB8AC3E}">
        <p14:creationId xmlns:p14="http://schemas.microsoft.com/office/powerpoint/2010/main" val="1179073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 Cookies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You can edit a JS cookie in the same way you create it.</a:t>
            </a:r>
          </a:p>
          <a:p>
            <a:pPr eaLnBrk="1" hangingPunct="1"/>
            <a:endParaRPr lang="en-GB" altLang="en-US" sz="2400" dirty="0">
              <a:latin typeface="+mj-lt"/>
            </a:endParaRPr>
          </a:p>
          <a:p>
            <a:pPr eaLnBrk="1" hangingPunct="1"/>
            <a:r>
              <a:rPr lang="en-GB" altLang="en-US" sz="2400" dirty="0">
                <a:latin typeface="+mj-lt"/>
              </a:rPr>
              <a:t>You can delete JS cookies by setting to a past date:</a:t>
            </a:r>
          </a:p>
          <a:p>
            <a:pPr eaLnBrk="1" hangingPunct="1"/>
            <a:endParaRPr lang="en-GB" altLang="en-US" sz="2400" dirty="0">
              <a:latin typeface="+mj-lt"/>
            </a:endParaRPr>
          </a:p>
          <a:p>
            <a:pPr eaLnBrk="1" hangingPunct="1"/>
            <a:r>
              <a:rPr lang="en-GB" altLang="en-US" sz="2400" dirty="0" err="1">
                <a:latin typeface="+mj-lt"/>
              </a:rPr>
              <a:t>document.cookie</a:t>
            </a:r>
            <a:r>
              <a:rPr lang="en-GB" altLang="en-US" sz="2400" dirty="0">
                <a:latin typeface="+mj-lt"/>
              </a:rPr>
              <a:t> = "username=; expires=Thu, 01 Jan 1970 00:00:00 UTC; path=/;";</a:t>
            </a:r>
          </a:p>
          <a:p>
            <a:pPr marL="0" indent="0" eaLnBrk="1" hangingPunct="1">
              <a:buNone/>
            </a:pPr>
            <a:endParaRPr lang="en-GB" altLang="en-US" sz="2400" dirty="0">
              <a:latin typeface="+mj-lt"/>
            </a:endParaRPr>
          </a:p>
          <a:p>
            <a:pPr eaLnBrk="1" hangingPunct="1"/>
            <a:r>
              <a:rPr lang="en-GB" altLang="en-US" sz="2400" dirty="0">
                <a:latin typeface="+mj-lt"/>
              </a:rPr>
              <a:t>You can read JS cookies like so:</a:t>
            </a:r>
          </a:p>
          <a:p>
            <a:pPr eaLnBrk="1" hangingPunct="1"/>
            <a:endParaRPr lang="en-GB" altLang="en-US" sz="2400" dirty="0">
              <a:latin typeface="+mj-lt"/>
            </a:endParaRPr>
          </a:p>
          <a:p>
            <a:pPr eaLnBrk="1" hangingPunct="1"/>
            <a:r>
              <a:rPr lang="en-GB" altLang="en-US" sz="2400" dirty="0">
                <a:latin typeface="+mj-lt"/>
              </a:rPr>
              <a:t>let x = </a:t>
            </a:r>
            <a:r>
              <a:rPr lang="en-GB" altLang="en-US" sz="2400" dirty="0" err="1">
                <a:latin typeface="+mj-lt"/>
              </a:rPr>
              <a:t>document.cookie</a:t>
            </a:r>
            <a:r>
              <a:rPr lang="en-GB" altLang="en-US" sz="2400" dirty="0">
                <a:latin typeface="+mj-lt"/>
              </a:rPr>
              <a:t>;</a:t>
            </a:r>
          </a:p>
        </p:txBody>
      </p:sp>
    </p:spTree>
    <p:extLst>
      <p:ext uri="{BB962C8B-B14F-4D97-AF65-F5344CB8AC3E}">
        <p14:creationId xmlns:p14="http://schemas.microsoft.com/office/powerpoint/2010/main" val="1487207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A Function to Set a Cookie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2400" dirty="0">
                <a:latin typeface="+mj-lt"/>
              </a:rPr>
              <a:t>First, we create a function that stores the name of the visitor in a cookie variable:</a:t>
            </a:r>
          </a:p>
          <a:p>
            <a:pPr eaLnBrk="1" hangingPunct="1"/>
            <a:endParaRPr lang="en-GB" altLang="en-US" sz="2400" dirty="0">
              <a:latin typeface="+mj-lt"/>
            </a:endParaRPr>
          </a:p>
          <a:p>
            <a:pPr eaLnBrk="1" hangingPunct="1"/>
            <a:r>
              <a:rPr lang="en-GB" altLang="en-US" sz="2400" dirty="0">
                <a:latin typeface="+mj-lt"/>
              </a:rPr>
              <a:t>function </a:t>
            </a:r>
            <a:r>
              <a:rPr lang="en-GB" altLang="en-US" sz="2400" dirty="0" err="1">
                <a:latin typeface="+mj-lt"/>
              </a:rPr>
              <a:t>setCookie</a:t>
            </a:r>
            <a:r>
              <a:rPr lang="en-GB" altLang="en-US" sz="2400" dirty="0">
                <a:latin typeface="+mj-lt"/>
              </a:rPr>
              <a:t>(</a:t>
            </a:r>
            <a:r>
              <a:rPr lang="en-GB" altLang="en-US" sz="2400" dirty="0" err="1">
                <a:latin typeface="+mj-lt"/>
              </a:rPr>
              <a:t>cname</a:t>
            </a:r>
            <a:r>
              <a:rPr lang="en-GB" altLang="en-US" sz="2400" dirty="0">
                <a:latin typeface="+mj-lt"/>
              </a:rPr>
              <a:t>, </a:t>
            </a:r>
            <a:r>
              <a:rPr lang="en-GB" altLang="en-US" sz="2400" dirty="0" err="1">
                <a:latin typeface="+mj-lt"/>
              </a:rPr>
              <a:t>cvalue</a:t>
            </a:r>
            <a:r>
              <a:rPr lang="en-GB" altLang="en-US" sz="2400" dirty="0">
                <a:latin typeface="+mj-lt"/>
              </a:rPr>
              <a:t>, </a:t>
            </a:r>
            <a:r>
              <a:rPr lang="en-GB" altLang="en-US" sz="2400" dirty="0" err="1">
                <a:latin typeface="+mj-lt"/>
              </a:rPr>
              <a:t>exdays</a:t>
            </a:r>
            <a:r>
              <a:rPr lang="en-GB" altLang="en-US" sz="2400" dirty="0">
                <a:latin typeface="+mj-lt"/>
              </a:rPr>
              <a:t>) {</a:t>
            </a:r>
          </a:p>
          <a:p>
            <a:pPr marL="0" indent="0" eaLnBrk="1" hangingPunct="1">
              <a:buNone/>
            </a:pPr>
            <a:r>
              <a:rPr lang="en-GB" altLang="en-US" sz="2400" dirty="0">
                <a:latin typeface="+mj-lt"/>
              </a:rPr>
              <a:t>		</a:t>
            </a:r>
            <a:r>
              <a:rPr lang="en-GB" altLang="en-US" sz="2400" dirty="0" err="1">
                <a:latin typeface="+mj-lt"/>
              </a:rPr>
              <a:t>const</a:t>
            </a:r>
            <a:r>
              <a:rPr lang="en-GB" altLang="en-US" sz="2400" dirty="0">
                <a:latin typeface="+mj-lt"/>
              </a:rPr>
              <a:t> d = new Date();</a:t>
            </a:r>
          </a:p>
          <a:p>
            <a:pPr marL="0" indent="0" eaLnBrk="1" hangingPunct="1">
              <a:buNone/>
            </a:pPr>
            <a:r>
              <a:rPr lang="en-GB" altLang="en-US" sz="2400" dirty="0">
                <a:latin typeface="+mj-lt"/>
              </a:rPr>
              <a:t>		</a:t>
            </a:r>
            <a:r>
              <a:rPr lang="en-GB" altLang="en-US" sz="2400" dirty="0" err="1">
                <a:latin typeface="+mj-lt"/>
              </a:rPr>
              <a:t>d.setTime</a:t>
            </a:r>
            <a:r>
              <a:rPr lang="en-GB" altLang="en-US" sz="2400" dirty="0">
                <a:latin typeface="+mj-lt"/>
              </a:rPr>
              <a:t>(</a:t>
            </a:r>
            <a:r>
              <a:rPr lang="en-GB" altLang="en-US" sz="2400" dirty="0" err="1">
                <a:latin typeface="+mj-lt"/>
              </a:rPr>
              <a:t>d.getTime</a:t>
            </a:r>
            <a:r>
              <a:rPr lang="en-GB" altLang="en-US" sz="2400" dirty="0">
                <a:latin typeface="+mj-lt"/>
              </a:rPr>
              <a:t>() + (</a:t>
            </a:r>
            <a:r>
              <a:rPr lang="en-GB" altLang="en-US" sz="2400" dirty="0" err="1">
                <a:latin typeface="+mj-lt"/>
              </a:rPr>
              <a:t>exdays</a:t>
            </a:r>
            <a:r>
              <a:rPr lang="en-GB" altLang="en-US" sz="2400" dirty="0">
                <a:latin typeface="+mj-lt"/>
              </a:rPr>
              <a:t>*24*60*60*1000));</a:t>
            </a:r>
          </a:p>
          <a:p>
            <a:pPr marL="0" indent="0" eaLnBrk="1" hangingPunct="1">
              <a:buNone/>
            </a:pPr>
            <a:r>
              <a:rPr lang="en-GB" altLang="en-US" sz="2400" dirty="0">
                <a:latin typeface="+mj-lt"/>
              </a:rPr>
              <a:t>		let expires = "expires="+ </a:t>
            </a:r>
            <a:r>
              <a:rPr lang="en-GB" altLang="en-US" sz="2400" dirty="0" err="1">
                <a:latin typeface="+mj-lt"/>
              </a:rPr>
              <a:t>d.toUTCString</a:t>
            </a:r>
            <a:r>
              <a:rPr lang="en-GB" altLang="en-US" sz="2400" dirty="0">
                <a:latin typeface="+mj-lt"/>
              </a:rPr>
              <a:t>();</a:t>
            </a:r>
          </a:p>
          <a:p>
            <a:pPr marL="0" indent="0" eaLnBrk="1" hangingPunct="1">
              <a:buNone/>
            </a:pPr>
            <a:r>
              <a:rPr lang="en-GB" altLang="en-US" sz="2400" dirty="0">
                <a:latin typeface="+mj-lt"/>
              </a:rPr>
              <a:t>		</a:t>
            </a:r>
            <a:r>
              <a:rPr lang="en-GB" altLang="en-US" sz="2400" dirty="0" err="1">
                <a:latin typeface="+mj-lt"/>
              </a:rPr>
              <a:t>document.cookie</a:t>
            </a:r>
            <a:r>
              <a:rPr lang="en-GB" altLang="en-US" sz="2400" dirty="0">
                <a:latin typeface="+mj-lt"/>
              </a:rPr>
              <a:t> = </a:t>
            </a:r>
            <a:r>
              <a:rPr lang="en-GB" altLang="en-US" sz="2400" dirty="0" err="1">
                <a:latin typeface="+mj-lt"/>
              </a:rPr>
              <a:t>cname</a:t>
            </a:r>
            <a:r>
              <a:rPr lang="en-GB" altLang="en-US" sz="2400" dirty="0">
                <a:latin typeface="+mj-lt"/>
              </a:rPr>
              <a:t> + "=" + </a:t>
            </a:r>
            <a:r>
              <a:rPr lang="en-GB" altLang="en-US" sz="2400" dirty="0" err="1">
                <a:latin typeface="+mj-lt"/>
              </a:rPr>
              <a:t>cvalue</a:t>
            </a:r>
            <a:r>
              <a:rPr lang="en-GB" altLang="en-US" sz="2400" dirty="0">
                <a:latin typeface="+mj-lt"/>
              </a:rPr>
              <a:t> + ";" + expires + 			";path=/";</a:t>
            </a:r>
          </a:p>
          <a:p>
            <a:pPr marL="0" indent="0" eaLnBrk="1" hangingPunct="1">
              <a:buNone/>
            </a:pPr>
            <a:r>
              <a:rPr lang="en-GB" altLang="en-US" sz="2400" dirty="0">
                <a:latin typeface="+mj-lt"/>
              </a:rPr>
              <a:t>	}</a:t>
            </a:r>
          </a:p>
        </p:txBody>
      </p:sp>
    </p:spTree>
    <p:extLst>
      <p:ext uri="{BB962C8B-B14F-4D97-AF65-F5344CB8AC3E}">
        <p14:creationId xmlns:p14="http://schemas.microsoft.com/office/powerpoint/2010/main" val="4169782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A Function to Get a Cookie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1800" dirty="0">
                <a:latin typeface="+mj-lt"/>
              </a:rPr>
              <a:t>Then, we create a function that returns the value of a specified cookie:</a:t>
            </a:r>
          </a:p>
          <a:p>
            <a:pPr eaLnBrk="1" hangingPunct="1"/>
            <a:r>
              <a:rPr lang="en-GB" altLang="en-US" sz="1800" dirty="0">
                <a:latin typeface="+mj-lt"/>
              </a:rPr>
              <a:t>function </a:t>
            </a:r>
            <a:r>
              <a:rPr lang="en-GB" altLang="en-US" sz="1800" dirty="0" err="1">
                <a:latin typeface="+mj-lt"/>
              </a:rPr>
              <a:t>getCookie</a:t>
            </a:r>
            <a:r>
              <a:rPr lang="en-GB" altLang="en-US" sz="1800" dirty="0">
                <a:latin typeface="+mj-lt"/>
              </a:rPr>
              <a:t>(</a:t>
            </a:r>
            <a:r>
              <a:rPr lang="en-GB" altLang="en-US" sz="1800" dirty="0" err="1">
                <a:latin typeface="+mj-lt"/>
              </a:rPr>
              <a:t>cname</a:t>
            </a:r>
            <a:r>
              <a:rPr lang="en-GB" altLang="en-US" sz="1800" dirty="0">
                <a:latin typeface="+mj-lt"/>
              </a:rPr>
              <a:t>) {</a:t>
            </a:r>
          </a:p>
          <a:p>
            <a:pPr marL="0" indent="0" eaLnBrk="1" hangingPunct="1">
              <a:buNone/>
            </a:pPr>
            <a:r>
              <a:rPr lang="en-GB" altLang="en-US" sz="1800" dirty="0">
                <a:latin typeface="+mj-lt"/>
              </a:rPr>
              <a:t>		let name = </a:t>
            </a:r>
            <a:r>
              <a:rPr lang="en-GB" altLang="en-US" sz="1800" dirty="0" err="1">
                <a:latin typeface="+mj-lt"/>
              </a:rPr>
              <a:t>cname</a:t>
            </a:r>
            <a:r>
              <a:rPr lang="en-GB" altLang="en-US" sz="1800" dirty="0">
                <a:latin typeface="+mj-lt"/>
              </a:rPr>
              <a:t> + "=";</a:t>
            </a:r>
          </a:p>
          <a:p>
            <a:pPr marL="0" indent="0" eaLnBrk="1" hangingPunct="1">
              <a:buNone/>
            </a:pPr>
            <a:r>
              <a:rPr lang="en-GB" altLang="en-US" sz="1800" dirty="0">
                <a:latin typeface="+mj-lt"/>
              </a:rPr>
              <a:t>		let </a:t>
            </a:r>
            <a:r>
              <a:rPr lang="en-GB" altLang="en-US" sz="1800" dirty="0" err="1">
                <a:latin typeface="+mj-lt"/>
              </a:rPr>
              <a:t>decodedCookie</a:t>
            </a:r>
            <a:r>
              <a:rPr lang="en-GB" altLang="en-US" sz="1800" dirty="0">
                <a:latin typeface="+mj-lt"/>
              </a:rPr>
              <a:t> = </a:t>
            </a:r>
            <a:r>
              <a:rPr lang="en-GB" altLang="en-US" sz="1800" dirty="0" err="1">
                <a:latin typeface="+mj-lt"/>
              </a:rPr>
              <a:t>decodeURIComponent</a:t>
            </a:r>
            <a:r>
              <a:rPr lang="en-GB" altLang="en-US" sz="1800" dirty="0">
                <a:latin typeface="+mj-lt"/>
              </a:rPr>
              <a:t>(</a:t>
            </a:r>
            <a:r>
              <a:rPr lang="en-GB" altLang="en-US" sz="1800" dirty="0" err="1">
                <a:latin typeface="+mj-lt"/>
              </a:rPr>
              <a:t>document.cookie</a:t>
            </a:r>
            <a:r>
              <a:rPr lang="en-GB" altLang="en-US" sz="1800" dirty="0">
                <a:latin typeface="+mj-lt"/>
              </a:rPr>
              <a:t>);</a:t>
            </a:r>
          </a:p>
          <a:p>
            <a:pPr marL="0" indent="0" eaLnBrk="1" hangingPunct="1">
              <a:buNone/>
            </a:pPr>
            <a:r>
              <a:rPr lang="en-GB" altLang="en-US" sz="1800" dirty="0">
                <a:latin typeface="+mj-lt"/>
              </a:rPr>
              <a:t>		let ca = </a:t>
            </a:r>
            <a:r>
              <a:rPr lang="en-GB" altLang="en-US" sz="1800" dirty="0" err="1">
                <a:latin typeface="+mj-lt"/>
              </a:rPr>
              <a:t>decodedCookie.split</a:t>
            </a:r>
            <a:r>
              <a:rPr lang="en-GB" altLang="en-US" sz="1800" dirty="0">
                <a:latin typeface="+mj-lt"/>
              </a:rPr>
              <a:t>(';’);</a:t>
            </a:r>
          </a:p>
          <a:p>
            <a:pPr marL="0" indent="0" eaLnBrk="1" hangingPunct="1">
              <a:buNone/>
            </a:pPr>
            <a:r>
              <a:rPr lang="en-GB" altLang="en-US" sz="1800" dirty="0">
                <a:latin typeface="+mj-lt"/>
              </a:rPr>
              <a:t>		for(let </a:t>
            </a:r>
            <a:r>
              <a:rPr lang="en-GB" altLang="en-US" sz="1800" dirty="0" err="1">
                <a:latin typeface="+mj-lt"/>
              </a:rPr>
              <a:t>i</a:t>
            </a:r>
            <a:r>
              <a:rPr lang="en-GB" altLang="en-US" sz="1800" dirty="0">
                <a:latin typeface="+mj-lt"/>
              </a:rPr>
              <a:t> = 0; </a:t>
            </a:r>
            <a:r>
              <a:rPr lang="en-GB" altLang="en-US" sz="1800" dirty="0" err="1">
                <a:latin typeface="+mj-lt"/>
              </a:rPr>
              <a:t>i</a:t>
            </a:r>
            <a:r>
              <a:rPr lang="en-GB" altLang="en-US" sz="1800" dirty="0">
                <a:latin typeface="+mj-lt"/>
              </a:rPr>
              <a:t> &lt;</a:t>
            </a:r>
            <a:r>
              <a:rPr lang="en-GB" altLang="en-US" sz="1800" dirty="0" err="1">
                <a:latin typeface="+mj-lt"/>
              </a:rPr>
              <a:t>ca.length</a:t>
            </a:r>
            <a:r>
              <a:rPr lang="en-GB" altLang="en-US" sz="1800" dirty="0">
                <a:latin typeface="+mj-lt"/>
              </a:rPr>
              <a:t>; </a:t>
            </a:r>
            <a:r>
              <a:rPr lang="en-GB" altLang="en-US" sz="1800" dirty="0" err="1">
                <a:latin typeface="+mj-lt"/>
              </a:rPr>
              <a:t>i</a:t>
            </a:r>
            <a:r>
              <a:rPr lang="en-GB" altLang="en-US" sz="1800" dirty="0">
                <a:latin typeface="+mj-lt"/>
              </a:rPr>
              <a:t>++) {</a:t>
            </a:r>
          </a:p>
          <a:p>
            <a:pPr marL="0" indent="0" eaLnBrk="1" hangingPunct="1">
              <a:buNone/>
            </a:pPr>
            <a:r>
              <a:rPr lang="en-GB" altLang="en-US" sz="1800" dirty="0">
                <a:latin typeface="+mj-lt"/>
              </a:rPr>
              <a:t>			let c = ca[</a:t>
            </a:r>
            <a:r>
              <a:rPr lang="en-GB" altLang="en-US" sz="1800" dirty="0" err="1">
                <a:latin typeface="+mj-lt"/>
              </a:rPr>
              <a:t>i</a:t>
            </a:r>
            <a:r>
              <a:rPr lang="en-GB" altLang="en-US" sz="1800" dirty="0">
                <a:latin typeface="+mj-lt"/>
              </a:rPr>
              <a:t>];</a:t>
            </a:r>
          </a:p>
          <a:p>
            <a:pPr marL="0" indent="0" eaLnBrk="1" hangingPunct="1">
              <a:buNone/>
            </a:pPr>
            <a:r>
              <a:rPr lang="en-GB" altLang="en-US" sz="1800" dirty="0">
                <a:latin typeface="+mj-lt"/>
              </a:rPr>
              <a:t>			while (</a:t>
            </a:r>
            <a:r>
              <a:rPr lang="en-GB" altLang="en-US" sz="1800" dirty="0" err="1">
                <a:latin typeface="+mj-lt"/>
              </a:rPr>
              <a:t>c.charAt</a:t>
            </a:r>
            <a:r>
              <a:rPr lang="en-GB" altLang="en-US" sz="1800" dirty="0">
                <a:latin typeface="+mj-lt"/>
              </a:rPr>
              <a:t>(0) == ' ‘) {</a:t>
            </a:r>
          </a:p>
          <a:p>
            <a:pPr marL="0" indent="0" eaLnBrk="1" hangingPunct="1">
              <a:buNone/>
            </a:pPr>
            <a:r>
              <a:rPr lang="en-GB" altLang="en-US" sz="1800" dirty="0">
                <a:latin typeface="+mj-lt"/>
              </a:rPr>
              <a:t>				c = </a:t>
            </a:r>
            <a:r>
              <a:rPr lang="en-GB" altLang="en-US" sz="1800" dirty="0" err="1">
                <a:latin typeface="+mj-lt"/>
              </a:rPr>
              <a:t>c.substring</a:t>
            </a:r>
            <a:r>
              <a:rPr lang="en-GB" altLang="en-US" sz="1800" dirty="0">
                <a:latin typeface="+mj-lt"/>
              </a:rPr>
              <a:t>(1);</a:t>
            </a:r>
          </a:p>
          <a:p>
            <a:pPr marL="0" indent="0" eaLnBrk="1" hangingPunct="1">
              <a:buNone/>
            </a:pPr>
            <a:r>
              <a:rPr lang="en-GB" altLang="en-US" sz="1800" dirty="0">
                <a:latin typeface="+mj-lt"/>
              </a:rPr>
              <a:t>			}</a:t>
            </a:r>
          </a:p>
          <a:p>
            <a:pPr marL="0" indent="0" eaLnBrk="1" hangingPunct="1">
              <a:buNone/>
            </a:pPr>
            <a:r>
              <a:rPr lang="en-GB" altLang="en-US" sz="1800" dirty="0">
                <a:latin typeface="+mj-lt"/>
              </a:rPr>
              <a:t>			if (</a:t>
            </a:r>
            <a:r>
              <a:rPr lang="en-GB" altLang="en-US" sz="1800" dirty="0" err="1">
                <a:latin typeface="+mj-lt"/>
              </a:rPr>
              <a:t>c.indexOf</a:t>
            </a:r>
            <a:r>
              <a:rPr lang="en-GB" altLang="en-US" sz="1800" dirty="0">
                <a:latin typeface="+mj-lt"/>
              </a:rPr>
              <a:t>(name) == 0) {</a:t>
            </a:r>
          </a:p>
          <a:p>
            <a:pPr marL="0" indent="0" eaLnBrk="1" hangingPunct="1">
              <a:buNone/>
            </a:pPr>
            <a:r>
              <a:rPr lang="en-GB" altLang="en-US" sz="1800" dirty="0">
                <a:latin typeface="+mj-lt"/>
              </a:rPr>
              <a:t>				return </a:t>
            </a:r>
            <a:r>
              <a:rPr lang="en-GB" altLang="en-US" sz="1800" dirty="0" err="1">
                <a:latin typeface="+mj-lt"/>
              </a:rPr>
              <a:t>c.substring</a:t>
            </a:r>
            <a:r>
              <a:rPr lang="en-GB" altLang="en-US" sz="1800" dirty="0">
                <a:latin typeface="+mj-lt"/>
              </a:rPr>
              <a:t>(</a:t>
            </a:r>
            <a:r>
              <a:rPr lang="en-GB" altLang="en-US" sz="1800" dirty="0" err="1">
                <a:latin typeface="+mj-lt"/>
              </a:rPr>
              <a:t>name.length</a:t>
            </a:r>
            <a:r>
              <a:rPr lang="en-GB" altLang="en-US" sz="1800" dirty="0">
                <a:latin typeface="+mj-lt"/>
              </a:rPr>
              <a:t>, </a:t>
            </a:r>
            <a:r>
              <a:rPr lang="en-GB" altLang="en-US" sz="1800" dirty="0" err="1">
                <a:latin typeface="+mj-lt"/>
              </a:rPr>
              <a:t>c.length</a:t>
            </a:r>
            <a:r>
              <a:rPr lang="en-GB" altLang="en-US" sz="1800" dirty="0">
                <a:latin typeface="+mj-lt"/>
              </a:rPr>
              <a:t>);</a:t>
            </a:r>
          </a:p>
          <a:p>
            <a:pPr marL="0" indent="0" eaLnBrk="1" hangingPunct="1">
              <a:buNone/>
            </a:pPr>
            <a:r>
              <a:rPr lang="en-GB" altLang="en-US" sz="1800" dirty="0">
                <a:latin typeface="+mj-lt"/>
              </a:rPr>
              <a:t>			}</a:t>
            </a:r>
          </a:p>
          <a:p>
            <a:pPr marL="0" indent="0" eaLnBrk="1" hangingPunct="1">
              <a:buNone/>
            </a:pPr>
            <a:r>
              <a:rPr lang="en-GB" altLang="en-US" sz="1800" dirty="0">
                <a:latin typeface="+mj-lt"/>
              </a:rPr>
              <a:t>		}</a:t>
            </a:r>
          </a:p>
          <a:p>
            <a:pPr marL="0" indent="0" eaLnBrk="1" hangingPunct="1">
              <a:buNone/>
            </a:pPr>
            <a:r>
              <a:rPr lang="en-GB" altLang="en-US" sz="1800" dirty="0">
                <a:latin typeface="+mj-lt"/>
              </a:rPr>
              <a:t>	return "";</a:t>
            </a:r>
          </a:p>
          <a:p>
            <a:pPr marL="0" indent="0" eaLnBrk="1" hangingPunct="1">
              <a:buNone/>
            </a:pPr>
            <a:r>
              <a:rPr lang="en-GB" altLang="en-US" sz="1800" dirty="0">
                <a:latin typeface="+mj-lt"/>
              </a:rPr>
              <a:t>}</a:t>
            </a:r>
          </a:p>
        </p:txBody>
      </p:sp>
    </p:spTree>
    <p:extLst>
      <p:ext uri="{BB962C8B-B14F-4D97-AF65-F5344CB8AC3E}">
        <p14:creationId xmlns:p14="http://schemas.microsoft.com/office/powerpoint/2010/main" val="3691213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A Function to Check a Cookie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458200" cy="4983162"/>
          </a:xfrm>
        </p:spPr>
        <p:txBody>
          <a:bodyPr/>
          <a:lstStyle/>
          <a:p>
            <a:pPr eaLnBrk="1" hangingPunct="1"/>
            <a:r>
              <a:rPr lang="en-GB" altLang="en-US" sz="1800" dirty="0">
                <a:latin typeface="+mj-lt"/>
              </a:rPr>
              <a:t>If the cookie is set it will display a greeting.</a:t>
            </a:r>
          </a:p>
          <a:p>
            <a:pPr eaLnBrk="1" hangingPunct="1"/>
            <a:r>
              <a:rPr lang="en-GB" altLang="en-US" sz="1800" dirty="0">
                <a:latin typeface="+mj-lt"/>
              </a:rPr>
              <a:t>If the cookie is not set, it will display a prompt box, asking for the name of the user, and stores the username cookie for 365 days, by calling the </a:t>
            </a:r>
            <a:r>
              <a:rPr lang="en-GB" altLang="en-US" sz="1800" dirty="0" err="1">
                <a:latin typeface="+mj-lt"/>
              </a:rPr>
              <a:t>setCookie</a:t>
            </a:r>
            <a:r>
              <a:rPr lang="en-GB" altLang="en-US" sz="1800" dirty="0">
                <a:latin typeface="+mj-lt"/>
              </a:rPr>
              <a:t> function:</a:t>
            </a:r>
          </a:p>
          <a:p>
            <a:pPr eaLnBrk="1" hangingPunct="1"/>
            <a:endParaRPr lang="en-GB" altLang="en-US" sz="1800" dirty="0">
              <a:latin typeface="+mj-lt"/>
            </a:endParaRPr>
          </a:p>
          <a:p>
            <a:pPr eaLnBrk="1" hangingPunct="1"/>
            <a:r>
              <a:rPr lang="en-GB" altLang="en-US" sz="1800" dirty="0">
                <a:latin typeface="+mj-lt"/>
              </a:rPr>
              <a:t>function </a:t>
            </a:r>
            <a:r>
              <a:rPr lang="en-GB" altLang="en-US" sz="1800" dirty="0" err="1">
                <a:latin typeface="+mj-lt"/>
              </a:rPr>
              <a:t>checkCookie</a:t>
            </a:r>
            <a:r>
              <a:rPr lang="en-GB" altLang="en-US" sz="1800" dirty="0">
                <a:latin typeface="+mj-lt"/>
              </a:rPr>
              <a:t>() {</a:t>
            </a:r>
          </a:p>
          <a:p>
            <a:pPr marL="0" indent="0" eaLnBrk="1" hangingPunct="1">
              <a:buNone/>
            </a:pPr>
            <a:r>
              <a:rPr lang="en-GB" altLang="en-US" sz="1800" dirty="0">
                <a:latin typeface="+mj-lt"/>
              </a:rPr>
              <a:t>		let username = </a:t>
            </a:r>
            <a:r>
              <a:rPr lang="en-GB" altLang="en-US" sz="1800" dirty="0" err="1">
                <a:latin typeface="+mj-lt"/>
              </a:rPr>
              <a:t>getCookie</a:t>
            </a:r>
            <a:r>
              <a:rPr lang="en-GB" altLang="en-US" sz="1800" dirty="0">
                <a:latin typeface="+mj-lt"/>
              </a:rPr>
              <a:t>("username");</a:t>
            </a:r>
          </a:p>
          <a:p>
            <a:pPr marL="0" indent="0" eaLnBrk="1" hangingPunct="1">
              <a:buNone/>
            </a:pPr>
            <a:r>
              <a:rPr lang="en-GB" altLang="en-US" sz="1800" dirty="0">
                <a:latin typeface="+mj-lt"/>
              </a:rPr>
              <a:t>		if (username != "") {</a:t>
            </a:r>
          </a:p>
          <a:p>
            <a:pPr marL="0" indent="0" eaLnBrk="1" hangingPunct="1">
              <a:buNone/>
            </a:pPr>
            <a:r>
              <a:rPr lang="en-GB" altLang="en-US" sz="1800" dirty="0">
                <a:latin typeface="+mj-lt"/>
              </a:rPr>
              <a:t>			alert("Welcome again " + username);</a:t>
            </a:r>
          </a:p>
          <a:p>
            <a:pPr marL="0" indent="0" eaLnBrk="1" hangingPunct="1">
              <a:buNone/>
            </a:pPr>
            <a:r>
              <a:rPr lang="en-GB" altLang="en-US" sz="1800" dirty="0">
                <a:latin typeface="+mj-lt"/>
              </a:rPr>
              <a:t>		} else {</a:t>
            </a:r>
          </a:p>
          <a:p>
            <a:pPr marL="0" indent="0" eaLnBrk="1" hangingPunct="1">
              <a:buNone/>
            </a:pPr>
            <a:r>
              <a:rPr lang="en-GB" altLang="en-US" sz="1800" dirty="0">
                <a:latin typeface="+mj-lt"/>
              </a:rPr>
              <a:t>			username = prompt("Please enter your name:", "");</a:t>
            </a:r>
          </a:p>
          <a:p>
            <a:pPr marL="0" indent="0" eaLnBrk="1" hangingPunct="1">
              <a:buNone/>
            </a:pPr>
            <a:r>
              <a:rPr lang="en-GB" altLang="en-US" sz="1800" dirty="0">
                <a:latin typeface="+mj-lt"/>
              </a:rPr>
              <a:t>		if (username != "" &amp;&amp; username != null) {</a:t>
            </a:r>
          </a:p>
          <a:p>
            <a:pPr marL="0" indent="0" eaLnBrk="1" hangingPunct="1">
              <a:buNone/>
            </a:pPr>
            <a:r>
              <a:rPr lang="en-GB" altLang="en-US" sz="1800" dirty="0">
                <a:latin typeface="+mj-lt"/>
              </a:rPr>
              <a:t>			</a:t>
            </a:r>
            <a:r>
              <a:rPr lang="en-GB" altLang="en-US" sz="1800" dirty="0" err="1">
                <a:latin typeface="+mj-lt"/>
              </a:rPr>
              <a:t>setCookie</a:t>
            </a:r>
            <a:r>
              <a:rPr lang="en-GB" altLang="en-US" sz="1800" dirty="0">
                <a:latin typeface="+mj-lt"/>
              </a:rPr>
              <a:t>("username", username, 365);</a:t>
            </a:r>
          </a:p>
          <a:p>
            <a:pPr marL="0" indent="0" eaLnBrk="1" hangingPunct="1">
              <a:buNone/>
            </a:pPr>
            <a:r>
              <a:rPr lang="en-GB" altLang="en-US" sz="1800" dirty="0">
                <a:latin typeface="+mj-lt"/>
              </a:rPr>
              <a:t>		}</a:t>
            </a:r>
          </a:p>
          <a:p>
            <a:pPr marL="0" indent="0" eaLnBrk="1" hangingPunct="1">
              <a:buNone/>
            </a:pPr>
            <a:r>
              <a:rPr lang="en-GB" altLang="en-US" sz="1800" dirty="0">
                <a:latin typeface="+mj-lt"/>
              </a:rPr>
              <a:t>	}</a:t>
            </a:r>
          </a:p>
          <a:p>
            <a:pPr marL="0" indent="0" eaLnBrk="1" hangingPunct="1">
              <a:buNone/>
            </a:pPr>
            <a:r>
              <a:rPr lang="en-GB" altLang="en-US" sz="1800" dirty="0">
                <a:latin typeface="+mj-lt"/>
              </a:rPr>
              <a:t>}</a:t>
            </a:r>
          </a:p>
        </p:txBody>
      </p:sp>
    </p:spTree>
    <p:extLst>
      <p:ext uri="{BB962C8B-B14F-4D97-AF65-F5344CB8AC3E}">
        <p14:creationId xmlns:p14="http://schemas.microsoft.com/office/powerpoint/2010/main" val="612104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5A56DE6-4F93-1651-3797-3EB61F286E83}"/>
              </a:ext>
            </a:extLst>
          </p:cNvPr>
          <p:cNvSpPr>
            <a:spLocks noGrp="1"/>
          </p:cNvSpPr>
          <p:nvPr>
            <p:ph type="title"/>
          </p:nvPr>
        </p:nvSpPr>
        <p:spPr/>
        <p:txBody>
          <a:bodyPr/>
          <a:lstStyle/>
          <a:p>
            <a:pPr eaLnBrk="1" hangingPunct="1"/>
            <a:r>
              <a:rPr lang="en-GB" altLang="en-US" dirty="0">
                <a:latin typeface="Arial" panose="020B0604020202020204" pitchFamily="34" charset="0"/>
              </a:rPr>
              <a:t>Sourced</a:t>
            </a:r>
          </a:p>
        </p:txBody>
      </p:sp>
      <p:sp>
        <p:nvSpPr>
          <p:cNvPr id="28675" name="Rectangle 3">
            <a:extLst>
              <a:ext uri="{FF2B5EF4-FFF2-40B4-BE49-F238E27FC236}">
                <a16:creationId xmlns:a16="http://schemas.microsoft.com/office/drawing/2014/main" id="{59967F90-AC6E-E533-0567-1BC35A047667}"/>
              </a:ext>
            </a:extLst>
          </p:cNvPr>
          <p:cNvSpPr>
            <a:spLocks noGrp="1"/>
          </p:cNvSpPr>
          <p:nvPr>
            <p:ph idx="1"/>
          </p:nvPr>
        </p:nvSpPr>
        <p:spPr/>
        <p:txBody>
          <a:bodyPr/>
          <a:lstStyle/>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r>
              <a:rPr lang="en-GB" altLang="en-US" sz="2800" dirty="0">
                <a:latin typeface="Arial" panose="020B0604020202020204" pitchFamily="34" charset="0"/>
                <a:hlinkClick r:id="rId2"/>
              </a:rPr>
              <a:t>www.w3schools.com</a:t>
            </a:r>
            <a:endParaRPr lang="en-GB" altLang="en-US" sz="2800" dirty="0">
              <a:latin typeface="Arial" panose="020B0604020202020204" pitchFamily="34" charset="0"/>
            </a:endParaRPr>
          </a:p>
          <a:p>
            <a:pPr marL="0" indent="0" algn="ctr" eaLnBrk="1" hangingPunct="1">
              <a:buNone/>
            </a:pPr>
            <a:endParaRPr lang="en-GB" altLang="en-US" sz="2800" dirty="0">
              <a:latin typeface="Arial" panose="020B0604020202020204" pitchFamily="34" charset="0"/>
            </a:endParaRPr>
          </a:p>
          <a:p>
            <a:pPr marL="0" indent="0" algn="ctr" eaLnBrk="1" hangingPunct="1">
              <a:buNone/>
            </a:pPr>
            <a:r>
              <a:rPr lang="en-GB" altLang="en-US" sz="2800" dirty="0">
                <a:latin typeface="Arial" panose="020B0604020202020204" pitchFamily="34" charset="0"/>
                <a:hlinkClick r:id="rId3"/>
              </a:rPr>
              <a:t>https://www.kaspersky.com/resource-center/definitions/cookies</a:t>
            </a:r>
            <a:r>
              <a:rPr lang="en-GB" altLang="en-US" sz="2800" dirty="0">
                <a:latin typeface="Arial" panose="020B0604020202020204" pitchFamily="34" charset="0"/>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827</TotalTime>
  <Words>1786</Words>
  <Application>Microsoft Macintosh PowerPoint</Application>
  <PresentationFormat>On-screen Show (4:3)</PresentationFormat>
  <Paragraphs>194</Paragraphs>
  <Slides>23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Wingdings</vt:lpstr>
      <vt:lpstr>Office Theme</vt:lpstr>
      <vt:lpstr>COM4012M – Cookies</vt:lpstr>
      <vt:lpstr>CAUTION</vt:lpstr>
      <vt:lpstr>Cookies</vt:lpstr>
      <vt:lpstr>Types of Cookies</vt:lpstr>
      <vt:lpstr>Cookie Purposes</vt:lpstr>
      <vt:lpstr>First-Party vs. Third-Party Cookies</vt:lpstr>
      <vt:lpstr>JS &amp; PHP Cookies</vt:lpstr>
      <vt:lpstr>Example PHP</vt:lpstr>
      <vt:lpstr>Creating Cookies</vt:lpstr>
      <vt:lpstr>PHP Cookies</vt:lpstr>
      <vt:lpstr>PHP Cookies</vt:lpstr>
      <vt:lpstr>PHP Cookies</vt:lpstr>
      <vt:lpstr>Cookie Times</vt:lpstr>
      <vt:lpstr>Print Cookie Contents</vt:lpstr>
      <vt:lpstr>Delete Cookie</vt:lpstr>
      <vt:lpstr>JS Cookies</vt:lpstr>
      <vt:lpstr>JS Cookies</vt:lpstr>
      <vt:lpstr>JS Cookies</vt:lpstr>
      <vt:lpstr>JS Cookies</vt:lpstr>
      <vt:lpstr>A Function to Set a Cookie</vt:lpstr>
      <vt:lpstr>A Function to Get a Cookie</vt:lpstr>
      <vt:lpstr>A Function to Check a Cookie</vt:lpstr>
      <vt:lpstr>Sourced</vt:lpstr>
    </vt:vector>
  </TitlesOfParts>
  <Company>York St John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1IT060 Developing Hypermedia</dc:title>
  <dc:creator>adkins</dc:creator>
  <cp:lastModifiedBy>Soumya Banerjee</cp:lastModifiedBy>
  <cp:revision>87</cp:revision>
  <dcterms:created xsi:type="dcterms:W3CDTF">2004-02-03T17:25:57Z</dcterms:created>
  <dcterms:modified xsi:type="dcterms:W3CDTF">2026-04-17T11:29:48Z</dcterms:modified>
</cp:coreProperties>
</file>