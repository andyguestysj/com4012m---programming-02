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81" r:id="rId5"/>
    <p:sldId id="259" r:id="rId6"/>
    <p:sldId id="260" r:id="rId7"/>
    <p:sldId id="279" r:id="rId8"/>
    <p:sldId id="261" r:id="rId9"/>
    <p:sldId id="262" r:id="rId10"/>
    <p:sldId id="263" r:id="rId11"/>
    <p:sldId id="282" r:id="rId12"/>
    <p:sldId id="264" r:id="rId13"/>
    <p:sldId id="265" r:id="rId14"/>
    <p:sldId id="266" r:id="rId15"/>
    <p:sldId id="267" r:id="rId16"/>
    <p:sldId id="283" r:id="rId17"/>
    <p:sldId id="284" r:id="rId18"/>
    <p:sldId id="285" r:id="rId19"/>
    <p:sldId id="268" r:id="rId20"/>
    <p:sldId id="269" r:id="rId21"/>
    <p:sldId id="270" r:id="rId22"/>
    <p:sldId id="271" r:id="rId23"/>
    <p:sldId id="272" r:id="rId24"/>
    <p:sldId id="273" r:id="rId25"/>
    <p:sldId id="274" r:id="rId26"/>
    <p:sldId id="275" r:id="rId27"/>
    <p:sldId id="276" r:id="rId28"/>
    <p:sldId id="286" r:id="rId29"/>
    <p:sldId id="287" r:id="rId30"/>
    <p:sldId id="288" r:id="rId31"/>
    <p:sldId id="289" r:id="rId32"/>
    <p:sldId id="290" r:id="rId33"/>
    <p:sldId id="291" r:id="rId34"/>
    <p:sldId id="292" r:id="rId35"/>
    <p:sldId id="277" r:id="rId36"/>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A763D3-CC36-44D3-A949-024B47AFE67E}" v="21" dt="2024-03-10T23:51:07.76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73"/>
    <p:restoredTop sz="86441"/>
  </p:normalViewPr>
  <p:slideViewPr>
    <p:cSldViewPr>
      <p:cViewPr varScale="1">
        <p:scale>
          <a:sx n="90" d="100"/>
          <a:sy n="90" d="100"/>
        </p:scale>
        <p:origin x="192" y="224"/>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c Wells" userId="527ade61401a42c1" providerId="LiveId" clId="{4BA763D3-CC36-44D3-A949-024B47AFE67E}"/>
    <pc:docChg chg="undo redo custSel addSld delSld modSld sldOrd">
      <pc:chgData name="Alec Wells" userId="527ade61401a42c1" providerId="LiveId" clId="{4BA763D3-CC36-44D3-A949-024B47AFE67E}" dt="2024-03-11T00:18:58.424" v="6988" actId="20577"/>
      <pc:docMkLst>
        <pc:docMk/>
      </pc:docMkLst>
      <pc:sldChg chg="addSp delSp modSp mod ord">
        <pc:chgData name="Alec Wells" userId="527ade61401a42c1" providerId="LiveId" clId="{4BA763D3-CC36-44D3-A949-024B47AFE67E}" dt="2024-03-10T16:35:55.409" v="324"/>
        <pc:sldMkLst>
          <pc:docMk/>
          <pc:sldMk cId="0" sldId="256"/>
        </pc:sldMkLst>
        <pc:spChg chg="mod">
          <ac:chgData name="Alec Wells" userId="527ade61401a42c1" providerId="LiveId" clId="{4BA763D3-CC36-44D3-A949-024B47AFE67E}" dt="2024-03-10T16:34:40.496" v="298" actId="207"/>
          <ac:spMkLst>
            <pc:docMk/>
            <pc:sldMk cId="0" sldId="256"/>
            <ac:spMk id="3" creationId="{00000000-0000-0000-0000-000000000000}"/>
          </ac:spMkLst>
        </pc:spChg>
        <pc:spChg chg="mod">
          <ac:chgData name="Alec Wells" userId="527ade61401a42c1" providerId="LiveId" clId="{4BA763D3-CC36-44D3-A949-024B47AFE67E}" dt="2024-03-10T16:34:37.023" v="297" actId="208"/>
          <ac:spMkLst>
            <pc:docMk/>
            <pc:sldMk cId="0" sldId="256"/>
            <ac:spMk id="8" creationId="{00000000-0000-0000-0000-000000000000}"/>
          </ac:spMkLst>
        </pc:spChg>
        <pc:spChg chg="add mod">
          <ac:chgData name="Alec Wells" userId="527ade61401a42c1" providerId="LiveId" clId="{4BA763D3-CC36-44D3-A949-024B47AFE67E}" dt="2024-03-10T16:15:09.870" v="69" actId="1076"/>
          <ac:spMkLst>
            <pc:docMk/>
            <pc:sldMk cId="0" sldId="256"/>
            <ac:spMk id="9" creationId="{E825E7FF-7076-EBE0-E810-85BACEF81885}"/>
          </ac:spMkLst>
        </pc:spChg>
        <pc:grpChg chg="mod">
          <ac:chgData name="Alec Wells" userId="527ade61401a42c1" providerId="LiveId" clId="{4BA763D3-CC36-44D3-A949-024B47AFE67E}" dt="2024-03-10T16:14:47.871" v="67" actId="1076"/>
          <ac:grpSpMkLst>
            <pc:docMk/>
            <pc:sldMk cId="0" sldId="256"/>
            <ac:grpSpMk id="2" creationId="{00000000-0000-0000-0000-000000000000}"/>
          </ac:grpSpMkLst>
        </pc:grpChg>
        <pc:picChg chg="add del mod">
          <ac:chgData name="Alec Wells" userId="527ade61401a42c1" providerId="LiveId" clId="{4BA763D3-CC36-44D3-A949-024B47AFE67E}" dt="2024-03-10T16:14:11.981" v="8" actId="478"/>
          <ac:picMkLst>
            <pc:docMk/>
            <pc:sldMk cId="0" sldId="256"/>
            <ac:picMk id="6" creationId="{00000000-0000-0000-0000-000000000000}"/>
          </ac:picMkLst>
        </pc:picChg>
      </pc:sldChg>
      <pc:sldChg chg="delSp modSp mod">
        <pc:chgData name="Alec Wells" userId="527ade61401a42c1" providerId="LiveId" clId="{4BA763D3-CC36-44D3-A949-024B47AFE67E}" dt="2024-03-10T17:05:46.043" v="2484"/>
        <pc:sldMkLst>
          <pc:docMk/>
          <pc:sldMk cId="0" sldId="257"/>
        </pc:sldMkLst>
        <pc:spChg chg="del mod">
          <ac:chgData name="Alec Wells" userId="527ade61401a42c1" providerId="LiveId" clId="{4BA763D3-CC36-44D3-A949-024B47AFE67E}" dt="2024-03-10T17:05:46.043" v="2484"/>
          <ac:spMkLst>
            <pc:docMk/>
            <pc:sldMk cId="0" sldId="257"/>
            <ac:spMk id="9" creationId="{00000000-0000-0000-0000-000000000000}"/>
          </ac:spMkLst>
        </pc:spChg>
      </pc:sldChg>
      <pc:sldChg chg="delSp modSp mod">
        <pc:chgData name="Alec Wells" userId="527ade61401a42c1" providerId="LiveId" clId="{4BA763D3-CC36-44D3-A949-024B47AFE67E}" dt="2024-03-10T17:40:35.206" v="4852" actId="1076"/>
        <pc:sldMkLst>
          <pc:docMk/>
          <pc:sldMk cId="0" sldId="258"/>
        </pc:sldMkLst>
        <pc:spChg chg="mod">
          <ac:chgData name="Alec Wells" userId="527ade61401a42c1" providerId="LiveId" clId="{4BA763D3-CC36-44D3-A949-024B47AFE67E}" dt="2024-03-10T17:40:35.206" v="4852" actId="1076"/>
          <ac:spMkLst>
            <pc:docMk/>
            <pc:sldMk cId="0" sldId="258"/>
            <ac:spMk id="6" creationId="{00000000-0000-0000-0000-000000000000}"/>
          </ac:spMkLst>
        </pc:spChg>
        <pc:spChg chg="mod">
          <ac:chgData name="Alec Wells" userId="527ade61401a42c1" providerId="LiveId" clId="{4BA763D3-CC36-44D3-A949-024B47AFE67E}" dt="2024-03-10T17:02:23.638" v="2439" actId="1076"/>
          <ac:spMkLst>
            <pc:docMk/>
            <pc:sldMk cId="0" sldId="258"/>
            <ac:spMk id="10" creationId="{00000000-0000-0000-0000-000000000000}"/>
          </ac:spMkLst>
        </pc:spChg>
        <pc:spChg chg="mod">
          <ac:chgData name="Alec Wells" userId="527ade61401a42c1" providerId="LiveId" clId="{4BA763D3-CC36-44D3-A949-024B47AFE67E}" dt="2024-03-10T17:02:29.635" v="2441" actId="1076"/>
          <ac:spMkLst>
            <pc:docMk/>
            <pc:sldMk cId="0" sldId="258"/>
            <ac:spMk id="14" creationId="{00000000-0000-0000-0000-000000000000}"/>
          </ac:spMkLst>
        </pc:spChg>
        <pc:spChg chg="del">
          <ac:chgData name="Alec Wells" userId="527ade61401a42c1" providerId="LiveId" clId="{4BA763D3-CC36-44D3-A949-024B47AFE67E}" dt="2024-03-10T17:02:03.766" v="2436" actId="478"/>
          <ac:spMkLst>
            <pc:docMk/>
            <pc:sldMk cId="0" sldId="258"/>
            <ac:spMk id="18" creationId="{00000000-0000-0000-0000-000000000000}"/>
          </ac:spMkLst>
        </pc:spChg>
        <pc:spChg chg="del">
          <ac:chgData name="Alec Wells" userId="527ade61401a42c1" providerId="LiveId" clId="{4BA763D3-CC36-44D3-A949-024B47AFE67E}" dt="2024-03-10T17:05:34.190" v="2481" actId="478"/>
          <ac:spMkLst>
            <pc:docMk/>
            <pc:sldMk cId="0" sldId="258"/>
            <ac:spMk id="19" creationId="{00000000-0000-0000-0000-000000000000}"/>
          </ac:spMkLst>
        </pc:spChg>
        <pc:grpChg chg="mod">
          <ac:chgData name="Alec Wells" userId="527ade61401a42c1" providerId="LiveId" clId="{4BA763D3-CC36-44D3-A949-024B47AFE67E}" dt="2024-03-10T17:02:23.638" v="2439" actId="1076"/>
          <ac:grpSpMkLst>
            <pc:docMk/>
            <pc:sldMk cId="0" sldId="258"/>
            <ac:grpSpMk id="7" creationId="{00000000-0000-0000-0000-000000000000}"/>
          </ac:grpSpMkLst>
        </pc:grpChg>
        <pc:grpChg chg="mod">
          <ac:chgData name="Alec Wells" userId="527ade61401a42c1" providerId="LiveId" clId="{4BA763D3-CC36-44D3-A949-024B47AFE67E}" dt="2024-03-10T17:02:29.635" v="2441" actId="1076"/>
          <ac:grpSpMkLst>
            <pc:docMk/>
            <pc:sldMk cId="0" sldId="258"/>
            <ac:grpSpMk id="11" creationId="{00000000-0000-0000-0000-000000000000}"/>
          </ac:grpSpMkLst>
        </pc:grpChg>
        <pc:grpChg chg="del">
          <ac:chgData name="Alec Wells" userId="527ade61401a42c1" providerId="LiveId" clId="{4BA763D3-CC36-44D3-A949-024B47AFE67E}" dt="2024-03-10T17:02:04.291" v="2437" actId="478"/>
          <ac:grpSpMkLst>
            <pc:docMk/>
            <pc:sldMk cId="0" sldId="258"/>
            <ac:grpSpMk id="15" creationId="{00000000-0000-0000-0000-000000000000}"/>
          </ac:grpSpMkLst>
        </pc:grpChg>
      </pc:sldChg>
      <pc:sldChg chg="delSp modSp mod">
        <pc:chgData name="Alec Wells" userId="527ade61401a42c1" providerId="LiveId" clId="{4BA763D3-CC36-44D3-A949-024B47AFE67E}" dt="2024-03-10T23:59:00.275" v="6828" actId="20577"/>
        <pc:sldMkLst>
          <pc:docMk/>
          <pc:sldMk cId="0" sldId="259"/>
        </pc:sldMkLst>
        <pc:spChg chg="mod">
          <ac:chgData name="Alec Wells" userId="527ade61401a42c1" providerId="LiveId" clId="{4BA763D3-CC36-44D3-A949-024B47AFE67E}" dt="2024-03-10T17:40:25.009" v="4851" actId="1076"/>
          <ac:spMkLst>
            <pc:docMk/>
            <pc:sldMk cId="0" sldId="259"/>
            <ac:spMk id="2" creationId="{00000000-0000-0000-0000-000000000000}"/>
          </ac:spMkLst>
        </pc:spChg>
        <pc:spChg chg="mod">
          <ac:chgData name="Alec Wells" userId="527ade61401a42c1" providerId="LiveId" clId="{4BA763D3-CC36-44D3-A949-024B47AFE67E}" dt="2024-03-10T23:59:00.275" v="6828" actId="20577"/>
          <ac:spMkLst>
            <pc:docMk/>
            <pc:sldMk cId="0" sldId="259"/>
            <ac:spMk id="3" creationId="{00000000-0000-0000-0000-000000000000}"/>
          </ac:spMkLst>
        </pc:spChg>
        <pc:spChg chg="del">
          <ac:chgData name="Alec Wells" userId="527ade61401a42c1" providerId="LiveId" clId="{4BA763D3-CC36-44D3-A949-024B47AFE67E}" dt="2024-03-10T17:05:50.600" v="2485" actId="478"/>
          <ac:spMkLst>
            <pc:docMk/>
            <pc:sldMk cId="0" sldId="259"/>
            <ac:spMk id="4" creationId="{00000000-0000-0000-0000-000000000000}"/>
          </ac:spMkLst>
        </pc:spChg>
      </pc:sldChg>
      <pc:sldChg chg="delSp modSp mod">
        <pc:chgData name="Alec Wells" userId="527ade61401a42c1" providerId="LiveId" clId="{4BA763D3-CC36-44D3-A949-024B47AFE67E}" dt="2024-03-10T17:40:10.020" v="4849" actId="1035"/>
        <pc:sldMkLst>
          <pc:docMk/>
          <pc:sldMk cId="0" sldId="260"/>
        </pc:sldMkLst>
        <pc:spChg chg="mod">
          <ac:chgData name="Alec Wells" userId="527ade61401a42c1" providerId="LiveId" clId="{4BA763D3-CC36-44D3-A949-024B47AFE67E}" dt="2024-03-10T17:40:10.020" v="4849" actId="1035"/>
          <ac:spMkLst>
            <pc:docMk/>
            <pc:sldMk cId="0" sldId="260"/>
            <ac:spMk id="2" creationId="{00000000-0000-0000-0000-000000000000}"/>
          </ac:spMkLst>
        </pc:spChg>
        <pc:spChg chg="mod">
          <ac:chgData name="Alec Wells" userId="527ade61401a42c1" providerId="LiveId" clId="{4BA763D3-CC36-44D3-A949-024B47AFE67E}" dt="2024-03-10T16:29:44.633" v="228" actId="403"/>
          <ac:spMkLst>
            <pc:docMk/>
            <pc:sldMk cId="0" sldId="260"/>
            <ac:spMk id="3" creationId="{00000000-0000-0000-0000-000000000000}"/>
          </ac:spMkLst>
        </pc:spChg>
        <pc:spChg chg="del">
          <ac:chgData name="Alec Wells" userId="527ade61401a42c1" providerId="LiveId" clId="{4BA763D3-CC36-44D3-A949-024B47AFE67E}" dt="2024-03-10T17:05:54.981" v="2486" actId="478"/>
          <ac:spMkLst>
            <pc:docMk/>
            <pc:sldMk cId="0" sldId="260"/>
            <ac:spMk id="4" creationId="{00000000-0000-0000-0000-000000000000}"/>
          </ac:spMkLst>
        </pc:spChg>
      </pc:sldChg>
      <pc:sldChg chg="delSp modSp mod">
        <pc:chgData name="Alec Wells" userId="527ade61401a42c1" providerId="LiveId" clId="{4BA763D3-CC36-44D3-A949-024B47AFE67E}" dt="2024-03-11T00:00:31.204" v="6829" actId="20577"/>
        <pc:sldMkLst>
          <pc:docMk/>
          <pc:sldMk cId="0" sldId="261"/>
        </pc:sldMkLst>
        <pc:spChg chg="mod">
          <ac:chgData name="Alec Wells" userId="527ade61401a42c1" providerId="LiveId" clId="{4BA763D3-CC36-44D3-A949-024B47AFE67E}" dt="2024-03-10T17:39:53.943" v="4844" actId="1035"/>
          <ac:spMkLst>
            <pc:docMk/>
            <pc:sldMk cId="0" sldId="261"/>
            <ac:spMk id="2" creationId="{00000000-0000-0000-0000-000000000000}"/>
          </ac:spMkLst>
        </pc:spChg>
        <pc:spChg chg="mod">
          <ac:chgData name="Alec Wells" userId="527ade61401a42c1" providerId="LiveId" clId="{4BA763D3-CC36-44D3-A949-024B47AFE67E}" dt="2024-03-11T00:00:31.204" v="6829" actId="20577"/>
          <ac:spMkLst>
            <pc:docMk/>
            <pc:sldMk cId="0" sldId="261"/>
            <ac:spMk id="3" creationId="{00000000-0000-0000-0000-000000000000}"/>
          </ac:spMkLst>
        </pc:spChg>
        <pc:spChg chg="del">
          <ac:chgData name="Alec Wells" userId="527ade61401a42c1" providerId="LiveId" clId="{4BA763D3-CC36-44D3-A949-024B47AFE67E}" dt="2024-03-10T17:06:01.211" v="2488" actId="478"/>
          <ac:spMkLst>
            <pc:docMk/>
            <pc:sldMk cId="0" sldId="261"/>
            <ac:spMk id="4" creationId="{00000000-0000-0000-0000-000000000000}"/>
          </ac:spMkLst>
        </pc:spChg>
      </pc:sldChg>
      <pc:sldChg chg="delSp modSp mod">
        <pc:chgData name="Alec Wells" userId="527ade61401a42c1" providerId="LiveId" clId="{4BA763D3-CC36-44D3-A949-024B47AFE67E}" dt="2024-03-11T00:01:37.750" v="6831" actId="20577"/>
        <pc:sldMkLst>
          <pc:docMk/>
          <pc:sldMk cId="0" sldId="262"/>
        </pc:sldMkLst>
        <pc:spChg chg="mod">
          <ac:chgData name="Alec Wells" userId="527ade61401a42c1" providerId="LiveId" clId="{4BA763D3-CC36-44D3-A949-024B47AFE67E}" dt="2024-03-10T17:39:58.107" v="4845" actId="1035"/>
          <ac:spMkLst>
            <pc:docMk/>
            <pc:sldMk cId="0" sldId="262"/>
            <ac:spMk id="2" creationId="{00000000-0000-0000-0000-000000000000}"/>
          </ac:spMkLst>
        </pc:spChg>
        <pc:spChg chg="mod">
          <ac:chgData name="Alec Wells" userId="527ade61401a42c1" providerId="LiveId" clId="{4BA763D3-CC36-44D3-A949-024B47AFE67E}" dt="2024-03-11T00:01:37.750" v="6831" actId="20577"/>
          <ac:spMkLst>
            <pc:docMk/>
            <pc:sldMk cId="0" sldId="262"/>
            <ac:spMk id="3" creationId="{00000000-0000-0000-0000-000000000000}"/>
          </ac:spMkLst>
        </pc:spChg>
        <pc:spChg chg="del">
          <ac:chgData name="Alec Wells" userId="527ade61401a42c1" providerId="LiveId" clId="{4BA763D3-CC36-44D3-A949-024B47AFE67E}" dt="2024-03-10T17:06:04.535" v="2489" actId="478"/>
          <ac:spMkLst>
            <pc:docMk/>
            <pc:sldMk cId="0" sldId="262"/>
            <ac:spMk id="4" creationId="{00000000-0000-0000-0000-000000000000}"/>
          </ac:spMkLst>
        </pc:spChg>
      </pc:sldChg>
      <pc:sldChg chg="delSp modSp mod">
        <pc:chgData name="Alec Wells" userId="527ade61401a42c1" providerId="LiveId" clId="{4BA763D3-CC36-44D3-A949-024B47AFE67E}" dt="2024-03-10T17:05:29.943" v="2480" actId="478"/>
        <pc:sldMkLst>
          <pc:docMk/>
          <pc:sldMk cId="0" sldId="263"/>
        </pc:sldMkLst>
        <pc:spChg chg="mod">
          <ac:chgData name="Alec Wells" userId="527ade61401a42c1" providerId="LiveId" clId="{4BA763D3-CC36-44D3-A949-024B47AFE67E}" dt="2024-03-10T16:43:12.648" v="414" actId="1036"/>
          <ac:spMkLst>
            <pc:docMk/>
            <pc:sldMk cId="0" sldId="263"/>
            <ac:spMk id="2" creationId="{00000000-0000-0000-0000-000000000000}"/>
          </ac:spMkLst>
        </pc:spChg>
        <pc:spChg chg="mod">
          <ac:chgData name="Alec Wells" userId="527ade61401a42c1" providerId="LiveId" clId="{4BA763D3-CC36-44D3-A949-024B47AFE67E}" dt="2024-03-10T16:53:13.393" v="1651" actId="20577"/>
          <ac:spMkLst>
            <pc:docMk/>
            <pc:sldMk cId="0" sldId="263"/>
            <ac:spMk id="3" creationId="{00000000-0000-0000-0000-000000000000}"/>
          </ac:spMkLst>
        </pc:spChg>
        <pc:spChg chg="del mod">
          <ac:chgData name="Alec Wells" userId="527ade61401a42c1" providerId="LiveId" clId="{4BA763D3-CC36-44D3-A949-024B47AFE67E}" dt="2024-03-10T17:05:29.943" v="2480" actId="478"/>
          <ac:spMkLst>
            <pc:docMk/>
            <pc:sldMk cId="0" sldId="263"/>
            <ac:spMk id="4" creationId="{00000000-0000-0000-0000-000000000000}"/>
          </ac:spMkLst>
        </pc:spChg>
      </pc:sldChg>
      <pc:sldChg chg="delSp modSp mod">
        <pc:chgData name="Alec Wells" userId="527ade61401a42c1" providerId="LiveId" clId="{4BA763D3-CC36-44D3-A949-024B47AFE67E}" dt="2024-03-11T00:05:44.689" v="6836" actId="20577"/>
        <pc:sldMkLst>
          <pc:docMk/>
          <pc:sldMk cId="0" sldId="264"/>
        </pc:sldMkLst>
        <pc:spChg chg="mod">
          <ac:chgData name="Alec Wells" userId="527ade61401a42c1" providerId="LiveId" clId="{4BA763D3-CC36-44D3-A949-024B47AFE67E}" dt="2024-03-10T17:04:11.769" v="2471" actId="1076"/>
          <ac:spMkLst>
            <pc:docMk/>
            <pc:sldMk cId="0" sldId="264"/>
            <ac:spMk id="2" creationId="{00000000-0000-0000-0000-000000000000}"/>
          </ac:spMkLst>
        </pc:spChg>
        <pc:spChg chg="mod">
          <ac:chgData name="Alec Wells" userId="527ade61401a42c1" providerId="LiveId" clId="{4BA763D3-CC36-44D3-A949-024B47AFE67E}" dt="2024-03-11T00:05:44.689" v="6836" actId="20577"/>
          <ac:spMkLst>
            <pc:docMk/>
            <pc:sldMk cId="0" sldId="264"/>
            <ac:spMk id="3" creationId="{00000000-0000-0000-0000-000000000000}"/>
          </ac:spMkLst>
        </pc:spChg>
        <pc:spChg chg="del mod">
          <ac:chgData name="Alec Wells" userId="527ade61401a42c1" providerId="LiveId" clId="{4BA763D3-CC36-44D3-A949-024B47AFE67E}" dt="2024-03-10T17:05:18.053" v="2477" actId="478"/>
          <ac:spMkLst>
            <pc:docMk/>
            <pc:sldMk cId="0" sldId="264"/>
            <ac:spMk id="4" creationId="{00000000-0000-0000-0000-000000000000}"/>
          </ac:spMkLst>
        </pc:spChg>
      </pc:sldChg>
      <pc:sldChg chg="modSp mod">
        <pc:chgData name="Alec Wells" userId="527ade61401a42c1" providerId="LiveId" clId="{4BA763D3-CC36-44D3-A949-024B47AFE67E}" dt="2024-03-11T00:08:31.417" v="6852" actId="20577"/>
        <pc:sldMkLst>
          <pc:docMk/>
          <pc:sldMk cId="0" sldId="265"/>
        </pc:sldMkLst>
        <pc:spChg chg="mod">
          <ac:chgData name="Alec Wells" userId="527ade61401a42c1" providerId="LiveId" clId="{4BA763D3-CC36-44D3-A949-024B47AFE67E}" dt="2024-03-10T17:04:01.865" v="2468" actId="1076"/>
          <ac:spMkLst>
            <pc:docMk/>
            <pc:sldMk cId="0" sldId="265"/>
            <ac:spMk id="2" creationId="{00000000-0000-0000-0000-000000000000}"/>
          </ac:spMkLst>
        </pc:spChg>
        <pc:spChg chg="mod">
          <ac:chgData name="Alec Wells" userId="527ade61401a42c1" providerId="LiveId" clId="{4BA763D3-CC36-44D3-A949-024B47AFE67E}" dt="2024-03-11T00:08:31.417" v="6852" actId="20577"/>
          <ac:spMkLst>
            <pc:docMk/>
            <pc:sldMk cId="0" sldId="265"/>
            <ac:spMk id="3" creationId="{00000000-0000-0000-0000-000000000000}"/>
          </ac:spMkLst>
        </pc:spChg>
      </pc:sldChg>
      <pc:sldChg chg="modSp mod">
        <pc:chgData name="Alec Wells" userId="527ade61401a42c1" providerId="LiveId" clId="{4BA763D3-CC36-44D3-A949-024B47AFE67E}" dt="2024-03-10T17:08:52.957" v="2556" actId="5793"/>
        <pc:sldMkLst>
          <pc:docMk/>
          <pc:sldMk cId="0" sldId="266"/>
        </pc:sldMkLst>
        <pc:spChg chg="mod">
          <ac:chgData name="Alec Wells" userId="527ade61401a42c1" providerId="LiveId" clId="{4BA763D3-CC36-44D3-A949-024B47AFE67E}" dt="2024-03-10T17:06:54.689" v="2533" actId="1076"/>
          <ac:spMkLst>
            <pc:docMk/>
            <pc:sldMk cId="0" sldId="266"/>
            <ac:spMk id="2" creationId="{00000000-0000-0000-0000-000000000000}"/>
          </ac:spMkLst>
        </pc:spChg>
        <pc:spChg chg="mod">
          <ac:chgData name="Alec Wells" userId="527ade61401a42c1" providerId="LiveId" clId="{4BA763D3-CC36-44D3-A949-024B47AFE67E}" dt="2024-03-10T17:08:52.957" v="2556" actId="5793"/>
          <ac:spMkLst>
            <pc:docMk/>
            <pc:sldMk cId="0" sldId="266"/>
            <ac:spMk id="3" creationId="{00000000-0000-0000-0000-000000000000}"/>
          </ac:spMkLst>
        </pc:spChg>
        <pc:picChg chg="mod">
          <ac:chgData name="Alec Wells" userId="527ade61401a42c1" providerId="LiveId" clId="{4BA763D3-CC36-44D3-A949-024B47AFE67E}" dt="2024-03-10T17:08:47.902" v="2555" actId="1076"/>
          <ac:picMkLst>
            <pc:docMk/>
            <pc:sldMk cId="0" sldId="266"/>
            <ac:picMk id="4" creationId="{00000000-0000-0000-0000-000000000000}"/>
          </ac:picMkLst>
        </pc:picChg>
        <pc:picChg chg="mod">
          <ac:chgData name="Alec Wells" userId="527ade61401a42c1" providerId="LiveId" clId="{4BA763D3-CC36-44D3-A949-024B47AFE67E}" dt="2024-03-10T17:08:44.313" v="2554" actId="1076"/>
          <ac:picMkLst>
            <pc:docMk/>
            <pc:sldMk cId="0" sldId="266"/>
            <ac:picMk id="5" creationId="{00000000-0000-0000-0000-000000000000}"/>
          </ac:picMkLst>
        </pc:picChg>
        <pc:picChg chg="mod">
          <ac:chgData name="Alec Wells" userId="527ade61401a42c1" providerId="LiveId" clId="{4BA763D3-CC36-44D3-A949-024B47AFE67E}" dt="2024-03-10T17:08:39.295" v="2553" actId="1076"/>
          <ac:picMkLst>
            <pc:docMk/>
            <pc:sldMk cId="0" sldId="266"/>
            <ac:picMk id="6" creationId="{00000000-0000-0000-0000-000000000000}"/>
          </ac:picMkLst>
        </pc:picChg>
      </pc:sldChg>
      <pc:sldChg chg="modSp add del mod">
        <pc:chgData name="Alec Wells" userId="527ade61401a42c1" providerId="LiveId" clId="{4BA763D3-CC36-44D3-A949-024B47AFE67E}" dt="2024-03-10T17:25:36.557" v="4159" actId="1076"/>
        <pc:sldMkLst>
          <pc:docMk/>
          <pc:sldMk cId="0" sldId="267"/>
        </pc:sldMkLst>
        <pc:spChg chg="mod">
          <ac:chgData name="Alec Wells" userId="527ade61401a42c1" providerId="LiveId" clId="{4BA763D3-CC36-44D3-A949-024B47AFE67E}" dt="2024-03-10T17:09:39.225" v="2559" actId="1076"/>
          <ac:spMkLst>
            <pc:docMk/>
            <pc:sldMk cId="0" sldId="267"/>
            <ac:spMk id="2" creationId="{00000000-0000-0000-0000-000000000000}"/>
          </ac:spMkLst>
        </pc:spChg>
        <pc:spChg chg="mod">
          <ac:chgData name="Alec Wells" userId="527ade61401a42c1" providerId="LiveId" clId="{4BA763D3-CC36-44D3-A949-024B47AFE67E}" dt="2024-03-10T17:25:36.557" v="4159" actId="1076"/>
          <ac:spMkLst>
            <pc:docMk/>
            <pc:sldMk cId="0" sldId="267"/>
            <ac:spMk id="3" creationId="{00000000-0000-0000-0000-000000000000}"/>
          </ac:spMkLst>
        </pc:spChg>
      </pc:sldChg>
      <pc:sldChg chg="modSp mod">
        <pc:chgData name="Alec Wells" userId="527ade61401a42c1" providerId="LiveId" clId="{4BA763D3-CC36-44D3-A949-024B47AFE67E}" dt="2024-03-10T17:39:23.950" v="4842" actId="1035"/>
        <pc:sldMkLst>
          <pc:docMk/>
          <pc:sldMk cId="0" sldId="268"/>
        </pc:sldMkLst>
        <pc:spChg chg="mod">
          <ac:chgData name="Alec Wells" userId="527ade61401a42c1" providerId="LiveId" clId="{4BA763D3-CC36-44D3-A949-024B47AFE67E}" dt="2024-03-10T17:39:23.950" v="4842" actId="1035"/>
          <ac:spMkLst>
            <pc:docMk/>
            <pc:sldMk cId="0" sldId="268"/>
            <ac:spMk id="6" creationId="{00000000-0000-0000-0000-000000000000}"/>
          </ac:spMkLst>
        </pc:spChg>
      </pc:sldChg>
      <pc:sldChg chg="modSp mod">
        <pc:chgData name="Alec Wells" userId="527ade61401a42c1" providerId="LiveId" clId="{4BA763D3-CC36-44D3-A949-024B47AFE67E}" dt="2024-03-10T17:31:40.643" v="4715" actId="1076"/>
        <pc:sldMkLst>
          <pc:docMk/>
          <pc:sldMk cId="0" sldId="269"/>
        </pc:sldMkLst>
        <pc:spChg chg="mod">
          <ac:chgData name="Alec Wells" userId="527ade61401a42c1" providerId="LiveId" clId="{4BA763D3-CC36-44D3-A949-024B47AFE67E}" dt="2024-03-10T17:31:40.643" v="4715" actId="1076"/>
          <ac:spMkLst>
            <pc:docMk/>
            <pc:sldMk cId="0" sldId="269"/>
            <ac:spMk id="2" creationId="{00000000-0000-0000-0000-000000000000}"/>
          </ac:spMkLst>
        </pc:spChg>
        <pc:spChg chg="mod">
          <ac:chgData name="Alec Wells" userId="527ade61401a42c1" providerId="LiveId" clId="{4BA763D3-CC36-44D3-A949-024B47AFE67E}" dt="2024-03-10T17:31:18.400" v="4712" actId="20577"/>
          <ac:spMkLst>
            <pc:docMk/>
            <pc:sldMk cId="0" sldId="269"/>
            <ac:spMk id="3" creationId="{00000000-0000-0000-0000-000000000000}"/>
          </ac:spMkLst>
        </pc:spChg>
      </pc:sldChg>
      <pc:sldChg chg="modSp mod">
        <pc:chgData name="Alec Wells" userId="527ade61401a42c1" providerId="LiveId" clId="{4BA763D3-CC36-44D3-A949-024B47AFE67E}" dt="2024-03-10T17:38:58.798" v="4838" actId="1038"/>
        <pc:sldMkLst>
          <pc:docMk/>
          <pc:sldMk cId="0" sldId="270"/>
        </pc:sldMkLst>
        <pc:spChg chg="mod">
          <ac:chgData name="Alec Wells" userId="527ade61401a42c1" providerId="LiveId" clId="{4BA763D3-CC36-44D3-A949-024B47AFE67E}" dt="2024-03-10T17:38:58.798" v="4838" actId="1038"/>
          <ac:spMkLst>
            <pc:docMk/>
            <pc:sldMk cId="0" sldId="270"/>
            <ac:spMk id="2" creationId="{00000000-0000-0000-0000-000000000000}"/>
          </ac:spMkLst>
        </pc:spChg>
        <pc:spChg chg="mod">
          <ac:chgData name="Alec Wells" userId="527ade61401a42c1" providerId="LiveId" clId="{4BA763D3-CC36-44D3-A949-024B47AFE67E}" dt="2024-03-10T17:32:30.508" v="4750" actId="20577"/>
          <ac:spMkLst>
            <pc:docMk/>
            <pc:sldMk cId="0" sldId="270"/>
            <ac:spMk id="3" creationId="{00000000-0000-0000-0000-000000000000}"/>
          </ac:spMkLst>
        </pc:spChg>
      </pc:sldChg>
      <pc:sldChg chg="modSp mod">
        <pc:chgData name="Alec Wells" userId="527ade61401a42c1" providerId="LiveId" clId="{4BA763D3-CC36-44D3-A949-024B47AFE67E}" dt="2024-03-10T17:35:14.288" v="4790" actId="404"/>
        <pc:sldMkLst>
          <pc:docMk/>
          <pc:sldMk cId="0" sldId="271"/>
        </pc:sldMkLst>
        <pc:spChg chg="mod">
          <ac:chgData name="Alec Wells" userId="527ade61401a42c1" providerId="LiveId" clId="{4BA763D3-CC36-44D3-A949-024B47AFE67E}" dt="2024-03-10T17:32:54.939" v="4753" actId="1076"/>
          <ac:spMkLst>
            <pc:docMk/>
            <pc:sldMk cId="0" sldId="271"/>
            <ac:spMk id="2" creationId="{00000000-0000-0000-0000-000000000000}"/>
          </ac:spMkLst>
        </pc:spChg>
        <pc:spChg chg="mod">
          <ac:chgData name="Alec Wells" userId="527ade61401a42c1" providerId="LiveId" clId="{4BA763D3-CC36-44D3-A949-024B47AFE67E}" dt="2024-03-10T17:35:14.288" v="4790" actId="404"/>
          <ac:spMkLst>
            <pc:docMk/>
            <pc:sldMk cId="0" sldId="271"/>
            <ac:spMk id="3" creationId="{00000000-0000-0000-0000-000000000000}"/>
          </ac:spMkLst>
        </pc:spChg>
      </pc:sldChg>
      <pc:sldChg chg="modSp mod">
        <pc:chgData name="Alec Wells" userId="527ade61401a42c1" providerId="LiveId" clId="{4BA763D3-CC36-44D3-A949-024B47AFE67E}" dt="2024-03-10T17:36:38.350" v="4813" actId="20577"/>
        <pc:sldMkLst>
          <pc:docMk/>
          <pc:sldMk cId="0" sldId="272"/>
        </pc:sldMkLst>
        <pc:spChg chg="mod">
          <ac:chgData name="Alec Wells" userId="527ade61401a42c1" providerId="LiveId" clId="{4BA763D3-CC36-44D3-A949-024B47AFE67E}" dt="2024-03-10T17:33:17.685" v="4759" actId="1076"/>
          <ac:spMkLst>
            <pc:docMk/>
            <pc:sldMk cId="0" sldId="272"/>
            <ac:spMk id="2" creationId="{00000000-0000-0000-0000-000000000000}"/>
          </ac:spMkLst>
        </pc:spChg>
        <pc:spChg chg="mod">
          <ac:chgData name="Alec Wells" userId="527ade61401a42c1" providerId="LiveId" clId="{4BA763D3-CC36-44D3-A949-024B47AFE67E}" dt="2024-03-10T17:36:38.350" v="4813" actId="20577"/>
          <ac:spMkLst>
            <pc:docMk/>
            <pc:sldMk cId="0" sldId="272"/>
            <ac:spMk id="3" creationId="{00000000-0000-0000-0000-000000000000}"/>
          </ac:spMkLst>
        </pc:spChg>
      </pc:sldChg>
      <pc:sldChg chg="modSp mod">
        <pc:chgData name="Alec Wells" userId="527ade61401a42c1" providerId="LiveId" clId="{4BA763D3-CC36-44D3-A949-024B47AFE67E}" dt="2024-03-10T17:38:40.542" v="4836" actId="1076"/>
        <pc:sldMkLst>
          <pc:docMk/>
          <pc:sldMk cId="0" sldId="273"/>
        </pc:sldMkLst>
        <pc:spChg chg="mod">
          <ac:chgData name="Alec Wells" userId="527ade61401a42c1" providerId="LiveId" clId="{4BA763D3-CC36-44D3-A949-024B47AFE67E}" dt="2024-03-10T17:38:40.542" v="4836" actId="1076"/>
          <ac:spMkLst>
            <pc:docMk/>
            <pc:sldMk cId="0" sldId="273"/>
            <ac:spMk id="2" creationId="{00000000-0000-0000-0000-000000000000}"/>
          </ac:spMkLst>
        </pc:spChg>
        <pc:spChg chg="mod">
          <ac:chgData name="Alec Wells" userId="527ade61401a42c1" providerId="LiveId" clId="{4BA763D3-CC36-44D3-A949-024B47AFE67E}" dt="2024-03-10T17:34:21.633" v="4775" actId="404"/>
          <ac:spMkLst>
            <pc:docMk/>
            <pc:sldMk cId="0" sldId="273"/>
            <ac:spMk id="3" creationId="{00000000-0000-0000-0000-000000000000}"/>
          </ac:spMkLst>
        </pc:spChg>
      </pc:sldChg>
      <pc:sldChg chg="modSp mod">
        <pc:chgData name="Alec Wells" userId="527ade61401a42c1" providerId="LiveId" clId="{4BA763D3-CC36-44D3-A949-024B47AFE67E}" dt="2024-03-11T00:16:42.175" v="6855" actId="20577"/>
        <pc:sldMkLst>
          <pc:docMk/>
          <pc:sldMk cId="0" sldId="274"/>
        </pc:sldMkLst>
        <pc:spChg chg="mod">
          <ac:chgData name="Alec Wells" userId="527ade61401a42c1" providerId="LiveId" clId="{4BA763D3-CC36-44D3-A949-024B47AFE67E}" dt="2024-03-10T17:38:44.768" v="4837" actId="1076"/>
          <ac:spMkLst>
            <pc:docMk/>
            <pc:sldMk cId="0" sldId="274"/>
            <ac:spMk id="2" creationId="{00000000-0000-0000-0000-000000000000}"/>
          </ac:spMkLst>
        </pc:spChg>
        <pc:spChg chg="mod">
          <ac:chgData name="Alec Wells" userId="527ade61401a42c1" providerId="LiveId" clId="{4BA763D3-CC36-44D3-A949-024B47AFE67E}" dt="2024-03-11T00:16:42.175" v="6855" actId="20577"/>
          <ac:spMkLst>
            <pc:docMk/>
            <pc:sldMk cId="0" sldId="274"/>
            <ac:spMk id="3" creationId="{00000000-0000-0000-0000-000000000000}"/>
          </ac:spMkLst>
        </pc:spChg>
      </pc:sldChg>
      <pc:sldChg chg="modSp mod">
        <pc:chgData name="Alec Wells" userId="527ade61401a42c1" providerId="LiveId" clId="{4BA763D3-CC36-44D3-A949-024B47AFE67E}" dt="2024-03-11T00:17:19.833" v="6857" actId="20577"/>
        <pc:sldMkLst>
          <pc:docMk/>
          <pc:sldMk cId="0" sldId="275"/>
        </pc:sldMkLst>
        <pc:spChg chg="mod">
          <ac:chgData name="Alec Wells" userId="527ade61401a42c1" providerId="LiveId" clId="{4BA763D3-CC36-44D3-A949-024B47AFE67E}" dt="2024-03-10T17:38:02.842" v="4827" actId="1076"/>
          <ac:spMkLst>
            <pc:docMk/>
            <pc:sldMk cId="0" sldId="275"/>
            <ac:spMk id="2" creationId="{00000000-0000-0000-0000-000000000000}"/>
          </ac:spMkLst>
        </pc:spChg>
        <pc:spChg chg="mod">
          <ac:chgData name="Alec Wells" userId="527ade61401a42c1" providerId="LiveId" clId="{4BA763D3-CC36-44D3-A949-024B47AFE67E}" dt="2024-03-11T00:17:19.833" v="6857" actId="20577"/>
          <ac:spMkLst>
            <pc:docMk/>
            <pc:sldMk cId="0" sldId="275"/>
            <ac:spMk id="3" creationId="{00000000-0000-0000-0000-000000000000}"/>
          </ac:spMkLst>
        </pc:spChg>
      </pc:sldChg>
      <pc:sldChg chg="modSp mod">
        <pc:chgData name="Alec Wells" userId="527ade61401a42c1" providerId="LiveId" clId="{4BA763D3-CC36-44D3-A949-024B47AFE67E}" dt="2024-03-11T00:17:45.121" v="6865"/>
        <pc:sldMkLst>
          <pc:docMk/>
          <pc:sldMk cId="0" sldId="276"/>
        </pc:sldMkLst>
        <pc:spChg chg="mod">
          <ac:chgData name="Alec Wells" userId="527ade61401a42c1" providerId="LiveId" clId="{4BA763D3-CC36-44D3-A949-024B47AFE67E}" dt="2024-03-10T17:41:06.295" v="4857" actId="1037"/>
          <ac:spMkLst>
            <pc:docMk/>
            <pc:sldMk cId="0" sldId="276"/>
            <ac:spMk id="2" creationId="{00000000-0000-0000-0000-000000000000}"/>
          </ac:spMkLst>
        </pc:spChg>
        <pc:spChg chg="mod">
          <ac:chgData name="Alec Wells" userId="527ade61401a42c1" providerId="LiveId" clId="{4BA763D3-CC36-44D3-A949-024B47AFE67E}" dt="2024-03-11T00:17:45.121" v="6865"/>
          <ac:spMkLst>
            <pc:docMk/>
            <pc:sldMk cId="0" sldId="276"/>
            <ac:spMk id="3" creationId="{00000000-0000-0000-0000-000000000000}"/>
          </ac:spMkLst>
        </pc:spChg>
      </pc:sldChg>
      <pc:sldChg chg="delSp modSp mod">
        <pc:chgData name="Alec Wells" userId="527ade61401a42c1" providerId="LiveId" clId="{4BA763D3-CC36-44D3-A949-024B47AFE67E}" dt="2024-03-10T23:56:05.576" v="6826" actId="20577"/>
        <pc:sldMkLst>
          <pc:docMk/>
          <pc:sldMk cId="0" sldId="277"/>
        </pc:sldMkLst>
        <pc:spChg chg="mod">
          <ac:chgData name="Alec Wells" userId="527ade61401a42c1" providerId="LiveId" clId="{4BA763D3-CC36-44D3-A949-024B47AFE67E}" dt="2024-03-10T17:41:28.548" v="4861" actId="1037"/>
          <ac:spMkLst>
            <pc:docMk/>
            <pc:sldMk cId="0" sldId="277"/>
            <ac:spMk id="2" creationId="{00000000-0000-0000-0000-000000000000}"/>
          </ac:spMkLst>
        </pc:spChg>
        <pc:spChg chg="mod">
          <ac:chgData name="Alec Wells" userId="527ade61401a42c1" providerId="LiveId" clId="{4BA763D3-CC36-44D3-A949-024B47AFE67E}" dt="2024-03-10T23:56:05.576" v="6826" actId="20577"/>
          <ac:spMkLst>
            <pc:docMk/>
            <pc:sldMk cId="0" sldId="277"/>
            <ac:spMk id="3" creationId="{00000000-0000-0000-0000-000000000000}"/>
          </ac:spMkLst>
        </pc:spChg>
        <pc:spChg chg="del">
          <ac:chgData name="Alec Wells" userId="527ade61401a42c1" providerId="LiveId" clId="{4BA763D3-CC36-44D3-A949-024B47AFE67E}" dt="2024-03-10T23:50:38.280" v="6131" actId="478"/>
          <ac:spMkLst>
            <pc:docMk/>
            <pc:sldMk cId="0" sldId="277"/>
            <ac:spMk id="4" creationId="{00000000-0000-0000-0000-000000000000}"/>
          </ac:spMkLst>
        </pc:spChg>
        <pc:spChg chg="del mod">
          <ac:chgData name="Alec Wells" userId="527ade61401a42c1" providerId="LiveId" clId="{4BA763D3-CC36-44D3-A949-024B47AFE67E}" dt="2024-03-10T23:51:01.199" v="6145" actId="478"/>
          <ac:spMkLst>
            <pc:docMk/>
            <pc:sldMk cId="0" sldId="277"/>
            <ac:spMk id="5" creationId="{00000000-0000-0000-0000-000000000000}"/>
          </ac:spMkLst>
        </pc:spChg>
      </pc:sldChg>
      <pc:sldChg chg="del">
        <pc:chgData name="Alec Wells" userId="527ade61401a42c1" providerId="LiveId" clId="{4BA763D3-CC36-44D3-A949-024B47AFE67E}" dt="2024-03-10T17:29:49.621" v="4673" actId="2696"/>
        <pc:sldMkLst>
          <pc:docMk/>
          <pc:sldMk cId="0" sldId="278"/>
        </pc:sldMkLst>
      </pc:sldChg>
      <pc:sldChg chg="delSp modSp add mod">
        <pc:chgData name="Alec Wells" userId="527ade61401a42c1" providerId="LiveId" clId="{4BA763D3-CC36-44D3-A949-024B47AFE67E}" dt="2024-03-10T17:40:01.660" v="4847" actId="1036"/>
        <pc:sldMkLst>
          <pc:docMk/>
          <pc:sldMk cId="2101616034" sldId="279"/>
        </pc:sldMkLst>
        <pc:spChg chg="mod">
          <ac:chgData name="Alec Wells" userId="527ade61401a42c1" providerId="LiveId" clId="{4BA763D3-CC36-44D3-A949-024B47AFE67E}" dt="2024-03-10T17:40:01.660" v="4847" actId="1036"/>
          <ac:spMkLst>
            <pc:docMk/>
            <pc:sldMk cId="2101616034" sldId="279"/>
            <ac:spMk id="2" creationId="{00000000-0000-0000-0000-000000000000}"/>
          </ac:spMkLst>
        </pc:spChg>
        <pc:spChg chg="mod">
          <ac:chgData name="Alec Wells" userId="527ade61401a42c1" providerId="LiveId" clId="{4BA763D3-CC36-44D3-A949-024B47AFE67E}" dt="2024-03-10T16:32:58.859" v="293" actId="1076"/>
          <ac:spMkLst>
            <pc:docMk/>
            <pc:sldMk cId="2101616034" sldId="279"/>
            <ac:spMk id="3" creationId="{00000000-0000-0000-0000-000000000000}"/>
          </ac:spMkLst>
        </pc:spChg>
        <pc:spChg chg="del">
          <ac:chgData name="Alec Wells" userId="527ade61401a42c1" providerId="LiveId" clId="{4BA763D3-CC36-44D3-A949-024B47AFE67E}" dt="2024-03-10T17:05:56.846" v="2487" actId="478"/>
          <ac:spMkLst>
            <pc:docMk/>
            <pc:sldMk cId="2101616034" sldId="279"/>
            <ac:spMk id="4" creationId="{00000000-0000-0000-0000-000000000000}"/>
          </ac:spMkLst>
        </pc:spChg>
      </pc:sldChg>
      <pc:sldChg chg="new del">
        <pc:chgData name="Alec Wells" userId="527ade61401a42c1" providerId="LiveId" clId="{4BA763D3-CC36-44D3-A949-024B47AFE67E}" dt="2024-03-10T16:35:20.113" v="300" actId="680"/>
        <pc:sldMkLst>
          <pc:docMk/>
          <pc:sldMk cId="451715845" sldId="280"/>
        </pc:sldMkLst>
      </pc:sldChg>
      <pc:sldChg chg="delSp modSp new del mod">
        <pc:chgData name="Alec Wells" userId="527ade61401a42c1" providerId="LiveId" clId="{4BA763D3-CC36-44D3-A949-024B47AFE67E}" dt="2024-03-10T16:36:40.320" v="358" actId="2696"/>
        <pc:sldMkLst>
          <pc:docMk/>
          <pc:sldMk cId="2423292012" sldId="280"/>
        </pc:sldMkLst>
        <pc:spChg chg="mod">
          <ac:chgData name="Alec Wells" userId="527ade61401a42c1" providerId="LiveId" clId="{4BA763D3-CC36-44D3-A949-024B47AFE67E}" dt="2024-03-10T16:35:43.197" v="322" actId="1076"/>
          <ac:spMkLst>
            <pc:docMk/>
            <pc:sldMk cId="2423292012" sldId="280"/>
            <ac:spMk id="2" creationId="{01A1290B-1D4C-4F63-68DB-65C686C6F00F}"/>
          </ac:spMkLst>
        </pc:spChg>
        <pc:spChg chg="del">
          <ac:chgData name="Alec Wells" userId="527ade61401a42c1" providerId="LiveId" clId="{4BA763D3-CC36-44D3-A949-024B47AFE67E}" dt="2024-03-10T16:35:40.851" v="321" actId="478"/>
          <ac:spMkLst>
            <pc:docMk/>
            <pc:sldMk cId="2423292012" sldId="280"/>
            <ac:spMk id="3" creationId="{15E39B13-D184-3CDA-9EB6-A7728C642713}"/>
          </ac:spMkLst>
        </pc:spChg>
      </pc:sldChg>
      <pc:sldChg chg="delSp modSp add mod ord">
        <pc:chgData name="Alec Wells" userId="527ade61401a42c1" providerId="LiveId" clId="{4BA763D3-CC36-44D3-A949-024B47AFE67E}" dt="2024-03-10T16:36:36.390" v="357" actId="1076"/>
        <pc:sldMkLst>
          <pc:docMk/>
          <pc:sldMk cId="1595938497" sldId="281"/>
        </pc:sldMkLst>
        <pc:spChg chg="del">
          <ac:chgData name="Alec Wells" userId="527ade61401a42c1" providerId="LiveId" clId="{4BA763D3-CC36-44D3-A949-024B47AFE67E}" dt="2024-03-10T16:36:27.046" v="356" actId="478"/>
          <ac:spMkLst>
            <pc:docMk/>
            <pc:sldMk cId="1595938497" sldId="281"/>
            <ac:spMk id="7" creationId="{00000000-0000-0000-0000-000000000000}"/>
          </ac:spMkLst>
        </pc:spChg>
        <pc:spChg chg="mod">
          <ac:chgData name="Alec Wells" userId="527ade61401a42c1" providerId="LiveId" clId="{4BA763D3-CC36-44D3-A949-024B47AFE67E}" dt="2024-03-10T16:36:25.400" v="355" actId="1076"/>
          <ac:spMkLst>
            <pc:docMk/>
            <pc:sldMk cId="1595938497" sldId="281"/>
            <ac:spMk id="8" creationId="{00000000-0000-0000-0000-000000000000}"/>
          </ac:spMkLst>
        </pc:spChg>
        <pc:spChg chg="mod">
          <ac:chgData name="Alec Wells" userId="527ade61401a42c1" providerId="LiveId" clId="{4BA763D3-CC36-44D3-A949-024B47AFE67E}" dt="2024-03-10T16:36:36.390" v="357" actId="1076"/>
          <ac:spMkLst>
            <pc:docMk/>
            <pc:sldMk cId="1595938497" sldId="281"/>
            <ac:spMk id="9" creationId="{E825E7FF-7076-EBE0-E810-85BACEF81885}"/>
          </ac:spMkLst>
        </pc:spChg>
        <pc:grpChg chg="mod">
          <ac:chgData name="Alec Wells" userId="527ade61401a42c1" providerId="LiveId" clId="{4BA763D3-CC36-44D3-A949-024B47AFE67E}" dt="2024-03-10T16:36:05.692" v="330" actId="1076"/>
          <ac:grpSpMkLst>
            <pc:docMk/>
            <pc:sldMk cId="1595938497" sldId="281"/>
            <ac:grpSpMk id="2" creationId="{00000000-0000-0000-0000-000000000000}"/>
          </ac:grpSpMkLst>
        </pc:grpChg>
      </pc:sldChg>
      <pc:sldChg chg="addSp delSp modSp add mod ord">
        <pc:chgData name="Alec Wells" userId="527ade61401a42c1" providerId="LiveId" clId="{4BA763D3-CC36-44D3-A949-024B47AFE67E}" dt="2024-03-10T17:05:22.485" v="2478" actId="478"/>
        <pc:sldMkLst>
          <pc:docMk/>
          <pc:sldMk cId="2721600878" sldId="282"/>
        </pc:sldMkLst>
        <pc:spChg chg="mod">
          <ac:chgData name="Alec Wells" userId="527ade61401a42c1" providerId="LiveId" clId="{4BA763D3-CC36-44D3-A949-024B47AFE67E}" dt="2024-03-10T17:00:55.929" v="2435" actId="1076"/>
          <ac:spMkLst>
            <pc:docMk/>
            <pc:sldMk cId="2721600878" sldId="282"/>
            <ac:spMk id="3" creationId="{00000000-0000-0000-0000-000000000000}"/>
          </ac:spMkLst>
        </pc:spChg>
        <pc:spChg chg="del">
          <ac:chgData name="Alec Wells" userId="527ade61401a42c1" providerId="LiveId" clId="{4BA763D3-CC36-44D3-A949-024B47AFE67E}" dt="2024-03-10T17:05:22.485" v="2478" actId="478"/>
          <ac:spMkLst>
            <pc:docMk/>
            <pc:sldMk cId="2721600878" sldId="282"/>
            <ac:spMk id="4" creationId="{00000000-0000-0000-0000-000000000000}"/>
          </ac:spMkLst>
        </pc:spChg>
        <pc:spChg chg="add mod">
          <ac:chgData name="Alec Wells" userId="527ade61401a42c1" providerId="LiveId" clId="{4BA763D3-CC36-44D3-A949-024B47AFE67E}" dt="2024-03-10T17:00:49.382" v="2434" actId="1076"/>
          <ac:spMkLst>
            <pc:docMk/>
            <pc:sldMk cId="2721600878" sldId="282"/>
            <ac:spMk id="5" creationId="{2125046A-D546-1769-5F5C-D7E5E44FF961}"/>
          </ac:spMkLst>
        </pc:spChg>
        <pc:spChg chg="add mod">
          <ac:chgData name="Alec Wells" userId="527ade61401a42c1" providerId="LiveId" clId="{4BA763D3-CC36-44D3-A949-024B47AFE67E}" dt="2024-03-10T17:00:20.216" v="2428" actId="1076"/>
          <ac:spMkLst>
            <pc:docMk/>
            <pc:sldMk cId="2721600878" sldId="282"/>
            <ac:spMk id="6" creationId="{F90CD2E6-9DCE-F3D1-39D7-DD23D6875B49}"/>
          </ac:spMkLst>
        </pc:spChg>
      </pc:sldChg>
      <pc:sldChg chg="modSp add del mod">
        <pc:chgData name="Alec Wells" userId="527ade61401a42c1" providerId="LiveId" clId="{4BA763D3-CC36-44D3-A949-024B47AFE67E}" dt="2024-03-10T17:12:41.375" v="2678" actId="2890"/>
        <pc:sldMkLst>
          <pc:docMk/>
          <pc:sldMk cId="428394339" sldId="283"/>
        </pc:sldMkLst>
        <pc:spChg chg="mod">
          <ac:chgData name="Alec Wells" userId="527ade61401a42c1" providerId="LiveId" clId="{4BA763D3-CC36-44D3-A949-024B47AFE67E}" dt="2024-03-10T17:12:41.337" v="2677" actId="20577"/>
          <ac:spMkLst>
            <pc:docMk/>
            <pc:sldMk cId="428394339" sldId="283"/>
            <ac:spMk id="3" creationId="{00000000-0000-0000-0000-000000000000}"/>
          </ac:spMkLst>
        </pc:spChg>
      </pc:sldChg>
      <pc:sldChg chg="add del">
        <pc:chgData name="Alec Wells" userId="527ade61401a42c1" providerId="LiveId" clId="{4BA763D3-CC36-44D3-A949-024B47AFE67E}" dt="2024-03-10T17:11:40.137" v="2602" actId="2890"/>
        <pc:sldMkLst>
          <pc:docMk/>
          <pc:sldMk cId="1674269778" sldId="283"/>
        </pc:sldMkLst>
      </pc:sldChg>
      <pc:sldChg chg="modSp add mod">
        <pc:chgData name="Alec Wells" userId="527ade61401a42c1" providerId="LiveId" clId="{4BA763D3-CC36-44D3-A949-024B47AFE67E}" dt="2024-03-10T17:20:22.297" v="3559" actId="20577"/>
        <pc:sldMkLst>
          <pc:docMk/>
          <pc:sldMk cId="3092070863" sldId="283"/>
        </pc:sldMkLst>
        <pc:spChg chg="mod">
          <ac:chgData name="Alec Wells" userId="527ade61401a42c1" providerId="LiveId" clId="{4BA763D3-CC36-44D3-A949-024B47AFE67E}" dt="2024-03-10T17:20:22.297" v="3559" actId="20577"/>
          <ac:spMkLst>
            <pc:docMk/>
            <pc:sldMk cId="3092070863" sldId="283"/>
            <ac:spMk id="3" creationId="{00000000-0000-0000-0000-000000000000}"/>
          </ac:spMkLst>
        </pc:spChg>
      </pc:sldChg>
      <pc:sldChg chg="modSp add mod">
        <pc:chgData name="Alec Wells" userId="527ade61401a42c1" providerId="LiveId" clId="{4BA763D3-CC36-44D3-A949-024B47AFE67E}" dt="2024-03-11T00:15:06.963" v="6854" actId="33524"/>
        <pc:sldMkLst>
          <pc:docMk/>
          <pc:sldMk cId="3176475829" sldId="284"/>
        </pc:sldMkLst>
        <pc:spChg chg="mod">
          <ac:chgData name="Alec Wells" userId="527ade61401a42c1" providerId="LiveId" clId="{4BA763D3-CC36-44D3-A949-024B47AFE67E}" dt="2024-03-11T00:15:06.963" v="6854" actId="33524"/>
          <ac:spMkLst>
            <pc:docMk/>
            <pc:sldMk cId="3176475829" sldId="284"/>
            <ac:spMk id="3" creationId="{00000000-0000-0000-0000-000000000000}"/>
          </ac:spMkLst>
        </pc:spChg>
      </pc:sldChg>
      <pc:sldChg chg="modSp add mod ord">
        <pc:chgData name="Alec Wells" userId="527ade61401a42c1" providerId="LiveId" clId="{4BA763D3-CC36-44D3-A949-024B47AFE67E}" dt="2024-03-10T17:29:00.831" v="4670" actId="20577"/>
        <pc:sldMkLst>
          <pc:docMk/>
          <pc:sldMk cId="1926209883" sldId="285"/>
        </pc:sldMkLst>
        <pc:spChg chg="mod">
          <ac:chgData name="Alec Wells" userId="527ade61401a42c1" providerId="LiveId" clId="{4BA763D3-CC36-44D3-A949-024B47AFE67E}" dt="2024-03-10T17:29:00.831" v="4670" actId="20577"/>
          <ac:spMkLst>
            <pc:docMk/>
            <pc:sldMk cId="1926209883" sldId="285"/>
            <ac:spMk id="9" creationId="{E825E7FF-7076-EBE0-E810-85BACEF81885}"/>
          </ac:spMkLst>
        </pc:spChg>
      </pc:sldChg>
      <pc:sldChg chg="add del">
        <pc:chgData name="Alec Wells" userId="527ade61401a42c1" providerId="LiveId" clId="{4BA763D3-CC36-44D3-A949-024B47AFE67E}" dt="2024-03-10T17:29:48.118" v="4672" actId="2696"/>
        <pc:sldMkLst>
          <pc:docMk/>
          <pc:sldMk cId="687149540" sldId="286"/>
        </pc:sldMkLst>
      </pc:sldChg>
      <pc:sldChg chg="addSp modSp add mod">
        <pc:chgData name="Alec Wells" userId="527ade61401a42c1" providerId="LiveId" clId="{4BA763D3-CC36-44D3-A949-024B47AFE67E}" dt="2024-03-11T00:18:58.424" v="6988" actId="20577"/>
        <pc:sldMkLst>
          <pc:docMk/>
          <pc:sldMk cId="2030939983" sldId="286"/>
        </pc:sldMkLst>
        <pc:spChg chg="mod">
          <ac:chgData name="Alec Wells" userId="527ade61401a42c1" providerId="LiveId" clId="{4BA763D3-CC36-44D3-A949-024B47AFE67E}" dt="2024-03-11T00:18:58.424" v="6988" actId="20577"/>
          <ac:spMkLst>
            <pc:docMk/>
            <pc:sldMk cId="2030939983" sldId="286"/>
            <ac:spMk id="3" creationId="{00000000-0000-0000-0000-000000000000}"/>
          </ac:spMkLst>
        </pc:spChg>
        <pc:picChg chg="add mod">
          <ac:chgData name="Alec Wells" userId="527ade61401a42c1" providerId="LiveId" clId="{4BA763D3-CC36-44D3-A949-024B47AFE67E}" dt="2024-03-10T23:43:05.447" v="5422" actId="1036"/>
          <ac:picMkLst>
            <pc:docMk/>
            <pc:sldMk cId="2030939983" sldId="286"/>
            <ac:picMk id="4" creationId="{EB230A16-18B5-E38A-9309-17F5848B290E}"/>
          </ac:picMkLst>
        </pc:picChg>
      </pc:sldChg>
      <pc:sldChg chg="addSp delSp modSp add mod">
        <pc:chgData name="Alec Wells" userId="527ade61401a42c1" providerId="LiveId" clId="{4BA763D3-CC36-44D3-A949-024B47AFE67E}" dt="2024-03-10T23:46:26.157" v="5634" actId="115"/>
        <pc:sldMkLst>
          <pc:docMk/>
          <pc:sldMk cId="192824315" sldId="287"/>
        </pc:sldMkLst>
        <pc:spChg chg="mod">
          <ac:chgData name="Alec Wells" userId="527ade61401a42c1" providerId="LiveId" clId="{4BA763D3-CC36-44D3-A949-024B47AFE67E}" dt="2024-03-10T23:46:26.157" v="5634" actId="115"/>
          <ac:spMkLst>
            <pc:docMk/>
            <pc:sldMk cId="192824315" sldId="287"/>
            <ac:spMk id="3" creationId="{00000000-0000-0000-0000-000000000000}"/>
          </ac:spMkLst>
        </pc:spChg>
        <pc:picChg chg="add del">
          <ac:chgData name="Alec Wells" userId="527ade61401a42c1" providerId="LiveId" clId="{4BA763D3-CC36-44D3-A949-024B47AFE67E}" dt="2024-03-10T23:42:16.859" v="5405" actId="478"/>
          <ac:picMkLst>
            <pc:docMk/>
            <pc:sldMk cId="192824315" sldId="287"/>
            <ac:picMk id="4" creationId="{EB230A16-18B5-E38A-9309-17F5848B290E}"/>
          </ac:picMkLst>
        </pc:picChg>
        <pc:picChg chg="add mod">
          <ac:chgData name="Alec Wells" userId="527ade61401a42c1" providerId="LiveId" clId="{4BA763D3-CC36-44D3-A949-024B47AFE67E}" dt="2024-03-10T23:42:00.657" v="5398" actId="1076"/>
          <ac:picMkLst>
            <pc:docMk/>
            <pc:sldMk cId="192824315" sldId="287"/>
            <ac:picMk id="5" creationId="{62AFAE75-A980-C63E-A25D-9826003B0B6F}"/>
          </ac:picMkLst>
        </pc:picChg>
        <pc:picChg chg="add mod">
          <ac:chgData name="Alec Wells" userId="527ade61401a42c1" providerId="LiveId" clId="{4BA763D3-CC36-44D3-A949-024B47AFE67E}" dt="2024-03-10T23:43:02.422" v="5418" actId="1036"/>
          <ac:picMkLst>
            <pc:docMk/>
            <pc:sldMk cId="192824315" sldId="287"/>
            <ac:picMk id="6" creationId="{B3A4596D-093A-3275-595C-FA90A1619068}"/>
          </ac:picMkLst>
        </pc:picChg>
      </pc:sldChg>
      <pc:sldChg chg="addSp delSp modSp add mod">
        <pc:chgData name="Alec Wells" userId="527ade61401a42c1" providerId="LiveId" clId="{4BA763D3-CC36-44D3-A949-024B47AFE67E}" dt="2024-03-10T23:46:30.726" v="5635" actId="115"/>
        <pc:sldMkLst>
          <pc:docMk/>
          <pc:sldMk cId="1684093600" sldId="288"/>
        </pc:sldMkLst>
        <pc:spChg chg="mod">
          <ac:chgData name="Alec Wells" userId="527ade61401a42c1" providerId="LiveId" clId="{4BA763D3-CC36-44D3-A949-024B47AFE67E}" dt="2024-03-10T23:46:30.726" v="5635" actId="115"/>
          <ac:spMkLst>
            <pc:docMk/>
            <pc:sldMk cId="1684093600" sldId="288"/>
            <ac:spMk id="3" creationId="{00000000-0000-0000-0000-000000000000}"/>
          </ac:spMkLst>
        </pc:spChg>
        <pc:picChg chg="add mod">
          <ac:chgData name="Alec Wells" userId="527ade61401a42c1" providerId="LiveId" clId="{4BA763D3-CC36-44D3-A949-024B47AFE67E}" dt="2024-03-10T23:43:32.680" v="5448" actId="1035"/>
          <ac:picMkLst>
            <pc:docMk/>
            <pc:sldMk cId="1684093600" sldId="288"/>
            <ac:picMk id="4" creationId="{C2B4D0F1-1DC3-8C90-5627-16DDB7E113FB}"/>
          </ac:picMkLst>
        </pc:picChg>
        <pc:picChg chg="del">
          <ac:chgData name="Alec Wells" userId="527ade61401a42c1" providerId="LiveId" clId="{4BA763D3-CC36-44D3-A949-024B47AFE67E}" dt="2024-03-10T23:43:31.598" v="5446" actId="478"/>
          <ac:picMkLst>
            <pc:docMk/>
            <pc:sldMk cId="1684093600" sldId="288"/>
            <ac:picMk id="6" creationId="{B3A4596D-093A-3275-595C-FA90A1619068}"/>
          </ac:picMkLst>
        </pc:picChg>
      </pc:sldChg>
      <pc:sldChg chg="addSp delSp modSp add mod">
        <pc:chgData name="Alec Wells" userId="527ade61401a42c1" providerId="LiveId" clId="{4BA763D3-CC36-44D3-A949-024B47AFE67E}" dt="2024-03-10T23:46:34.178" v="5636" actId="115"/>
        <pc:sldMkLst>
          <pc:docMk/>
          <pc:sldMk cId="1613105958" sldId="289"/>
        </pc:sldMkLst>
        <pc:spChg chg="mod">
          <ac:chgData name="Alec Wells" userId="527ade61401a42c1" providerId="LiveId" clId="{4BA763D3-CC36-44D3-A949-024B47AFE67E}" dt="2024-03-10T23:46:34.178" v="5636" actId="115"/>
          <ac:spMkLst>
            <pc:docMk/>
            <pc:sldMk cId="1613105958" sldId="289"/>
            <ac:spMk id="3" creationId="{00000000-0000-0000-0000-000000000000}"/>
          </ac:spMkLst>
        </pc:spChg>
        <pc:picChg chg="del">
          <ac:chgData name="Alec Wells" userId="527ade61401a42c1" providerId="LiveId" clId="{4BA763D3-CC36-44D3-A949-024B47AFE67E}" dt="2024-03-10T23:44:04.376" v="5475" actId="478"/>
          <ac:picMkLst>
            <pc:docMk/>
            <pc:sldMk cId="1613105958" sldId="289"/>
            <ac:picMk id="4" creationId="{C2B4D0F1-1DC3-8C90-5627-16DDB7E113FB}"/>
          </ac:picMkLst>
        </pc:picChg>
        <pc:picChg chg="add mod">
          <ac:chgData name="Alec Wells" userId="527ade61401a42c1" providerId="LiveId" clId="{4BA763D3-CC36-44D3-A949-024B47AFE67E}" dt="2024-03-10T23:44:05.239" v="5477" actId="1035"/>
          <ac:picMkLst>
            <pc:docMk/>
            <pc:sldMk cId="1613105958" sldId="289"/>
            <ac:picMk id="5" creationId="{F414E4E3-95D8-835E-AEE8-24C86D8C51F7}"/>
          </ac:picMkLst>
        </pc:picChg>
      </pc:sldChg>
      <pc:sldChg chg="addSp delSp modSp add mod">
        <pc:chgData name="Alec Wells" userId="527ade61401a42c1" providerId="LiveId" clId="{4BA763D3-CC36-44D3-A949-024B47AFE67E}" dt="2024-03-10T23:48:29.972" v="6075" actId="20577"/>
        <pc:sldMkLst>
          <pc:docMk/>
          <pc:sldMk cId="335176395" sldId="290"/>
        </pc:sldMkLst>
        <pc:spChg chg="mod">
          <ac:chgData name="Alec Wells" userId="527ade61401a42c1" providerId="LiveId" clId="{4BA763D3-CC36-44D3-A949-024B47AFE67E}" dt="2024-03-10T23:48:29.972" v="6075" actId="20577"/>
          <ac:spMkLst>
            <pc:docMk/>
            <pc:sldMk cId="335176395" sldId="290"/>
            <ac:spMk id="3" creationId="{00000000-0000-0000-0000-000000000000}"/>
          </ac:spMkLst>
        </pc:spChg>
        <pc:picChg chg="add mod">
          <ac:chgData name="Alec Wells" userId="527ade61401a42c1" providerId="LiveId" clId="{4BA763D3-CC36-44D3-A949-024B47AFE67E}" dt="2024-03-10T23:46:56.063" v="5661" actId="1035"/>
          <ac:picMkLst>
            <pc:docMk/>
            <pc:sldMk cId="335176395" sldId="290"/>
            <ac:picMk id="4" creationId="{EABF9BE4-97EF-E053-1F7A-8C0322F78DDE}"/>
          </ac:picMkLst>
        </pc:picChg>
        <pc:picChg chg="del">
          <ac:chgData name="Alec Wells" userId="527ade61401a42c1" providerId="LiveId" clId="{4BA763D3-CC36-44D3-A949-024B47AFE67E}" dt="2024-03-10T23:46:55.161" v="5659" actId="478"/>
          <ac:picMkLst>
            <pc:docMk/>
            <pc:sldMk cId="335176395" sldId="290"/>
            <ac:picMk id="5" creationId="{F414E4E3-95D8-835E-AEE8-24C86D8C51F7}"/>
          </ac:picMkLst>
        </pc:picChg>
      </pc:sldChg>
      <pc:sldChg chg="addSp delSp modSp add mod">
        <pc:chgData name="Alec Wells" userId="527ade61401a42c1" providerId="LiveId" clId="{4BA763D3-CC36-44D3-A949-024B47AFE67E}" dt="2024-03-10T23:49:24.965" v="6116" actId="20577"/>
        <pc:sldMkLst>
          <pc:docMk/>
          <pc:sldMk cId="4268570426" sldId="291"/>
        </pc:sldMkLst>
        <pc:spChg chg="mod">
          <ac:chgData name="Alec Wells" userId="527ade61401a42c1" providerId="LiveId" clId="{4BA763D3-CC36-44D3-A949-024B47AFE67E}" dt="2024-03-10T23:49:24.965" v="6116" actId="20577"/>
          <ac:spMkLst>
            <pc:docMk/>
            <pc:sldMk cId="4268570426" sldId="291"/>
            <ac:spMk id="3" creationId="{00000000-0000-0000-0000-000000000000}"/>
          </ac:spMkLst>
        </pc:spChg>
        <pc:picChg chg="del">
          <ac:chgData name="Alec Wells" userId="527ade61401a42c1" providerId="LiveId" clId="{4BA763D3-CC36-44D3-A949-024B47AFE67E}" dt="2024-03-10T23:48:47.374" v="6094" actId="478"/>
          <ac:picMkLst>
            <pc:docMk/>
            <pc:sldMk cId="4268570426" sldId="291"/>
            <ac:picMk id="4" creationId="{EABF9BE4-97EF-E053-1F7A-8C0322F78DDE}"/>
          </ac:picMkLst>
        </pc:picChg>
        <pc:picChg chg="add mod">
          <ac:chgData name="Alec Wells" userId="527ade61401a42c1" providerId="LiveId" clId="{4BA763D3-CC36-44D3-A949-024B47AFE67E}" dt="2024-03-10T23:48:48.162" v="6096" actId="1035"/>
          <ac:picMkLst>
            <pc:docMk/>
            <pc:sldMk cId="4268570426" sldId="291"/>
            <ac:picMk id="5" creationId="{2842822A-6DA4-20F4-4E0C-989D233FCECA}"/>
          </ac:picMkLst>
        </pc:picChg>
      </pc:sldChg>
      <pc:sldChg chg="addSp delSp modSp add mod">
        <pc:chgData name="Alec Wells" userId="527ade61401a42c1" providerId="LiveId" clId="{4BA763D3-CC36-44D3-A949-024B47AFE67E}" dt="2024-03-10T23:50:06.226" v="6125" actId="313"/>
        <pc:sldMkLst>
          <pc:docMk/>
          <pc:sldMk cId="3087122998" sldId="292"/>
        </pc:sldMkLst>
        <pc:spChg chg="mod">
          <ac:chgData name="Alec Wells" userId="527ade61401a42c1" providerId="LiveId" clId="{4BA763D3-CC36-44D3-A949-024B47AFE67E}" dt="2024-03-10T23:50:06.226" v="6125" actId="313"/>
          <ac:spMkLst>
            <pc:docMk/>
            <pc:sldMk cId="3087122998" sldId="292"/>
            <ac:spMk id="3" creationId="{00000000-0000-0000-0000-000000000000}"/>
          </ac:spMkLst>
        </pc:spChg>
        <pc:picChg chg="add mod">
          <ac:chgData name="Alec Wells" userId="527ade61401a42c1" providerId="LiveId" clId="{4BA763D3-CC36-44D3-A949-024B47AFE67E}" dt="2024-03-10T23:49:55.625" v="6123" actId="1035"/>
          <ac:picMkLst>
            <pc:docMk/>
            <pc:sldMk cId="3087122998" sldId="292"/>
            <ac:picMk id="4" creationId="{7E09ACEB-DFAF-A063-FA97-BA9F96BF52FE}"/>
          </ac:picMkLst>
        </pc:picChg>
        <pc:picChg chg="del">
          <ac:chgData name="Alec Wells" userId="527ade61401a42c1" providerId="LiveId" clId="{4BA763D3-CC36-44D3-A949-024B47AFE67E}" dt="2024-03-10T23:49:54.787" v="6121" actId="478"/>
          <ac:picMkLst>
            <pc:docMk/>
            <pc:sldMk cId="3087122998" sldId="292"/>
            <ac:picMk id="5" creationId="{2842822A-6DA4-20F4-4E0C-989D233FCEC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4/2/25</a:t>
            </a:fld>
            <a:endParaRPr lang="en-US"/>
          </a:p>
        </p:txBody>
      </p:sp>
      <p:sp>
        <p:nvSpPr>
          <p:cNvPr id="6" name="Holder 6"/>
          <p:cNvSpPr>
            <a:spLocks noGrp="1"/>
          </p:cNvSpPr>
          <p:nvPr>
            <p:ph type="sldNum" sz="quarter" idx="7"/>
          </p:nvPr>
        </p:nvSpPr>
        <p:spPr/>
        <p:txBody>
          <a:bodyPr lIns="0" tIns="0" rIns="0" bIns="0"/>
          <a:lstStyle>
            <a:lvl1pPr>
              <a:defRPr sz="1000" b="0" i="0">
                <a:solidFill>
                  <a:srgbClr val="7F7F7F"/>
                </a:solidFill>
                <a:latin typeface="Arial MT"/>
                <a:cs typeface="Arial MT"/>
              </a:defRPr>
            </a:lvl1pPr>
          </a:lstStyle>
          <a:p>
            <a:pPr marL="39370">
              <a:lnSpc>
                <a:spcPct val="100000"/>
              </a:lnSpc>
              <a:spcBef>
                <a:spcPts val="30"/>
              </a:spcBef>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chemeClr val="bg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4/2/25</a:t>
            </a:fld>
            <a:endParaRPr lang="en-US"/>
          </a:p>
        </p:txBody>
      </p:sp>
      <p:sp>
        <p:nvSpPr>
          <p:cNvPr id="6" name="Holder 6"/>
          <p:cNvSpPr>
            <a:spLocks noGrp="1"/>
          </p:cNvSpPr>
          <p:nvPr>
            <p:ph type="sldNum" sz="quarter" idx="7"/>
          </p:nvPr>
        </p:nvSpPr>
        <p:spPr/>
        <p:txBody>
          <a:bodyPr lIns="0" tIns="0" rIns="0" bIns="0"/>
          <a:lstStyle>
            <a:lvl1pPr>
              <a:defRPr sz="1000" b="0" i="0">
                <a:solidFill>
                  <a:srgbClr val="7F7F7F"/>
                </a:solidFill>
                <a:latin typeface="Arial MT"/>
                <a:cs typeface="Arial MT"/>
              </a:defRPr>
            </a:lvl1pPr>
          </a:lstStyle>
          <a:p>
            <a:pPr marL="39370">
              <a:lnSpc>
                <a:spcPct val="100000"/>
              </a:lnSpc>
              <a:spcBef>
                <a:spcPts val="30"/>
              </a:spcBef>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chemeClr val="bg1"/>
                </a:solidFill>
                <a:latin typeface="Arial MT"/>
                <a:cs typeface="Arial MT"/>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4/2/25</a:t>
            </a:fld>
            <a:endParaRPr lang="en-US"/>
          </a:p>
        </p:txBody>
      </p:sp>
      <p:sp>
        <p:nvSpPr>
          <p:cNvPr id="7" name="Holder 7"/>
          <p:cNvSpPr>
            <a:spLocks noGrp="1"/>
          </p:cNvSpPr>
          <p:nvPr>
            <p:ph type="sldNum" sz="quarter" idx="7"/>
          </p:nvPr>
        </p:nvSpPr>
        <p:spPr/>
        <p:txBody>
          <a:bodyPr lIns="0" tIns="0" rIns="0" bIns="0"/>
          <a:lstStyle>
            <a:lvl1pPr>
              <a:defRPr sz="1000" b="0" i="0">
                <a:solidFill>
                  <a:srgbClr val="7F7F7F"/>
                </a:solidFill>
                <a:latin typeface="Arial MT"/>
                <a:cs typeface="Arial MT"/>
              </a:defRPr>
            </a:lvl1pPr>
          </a:lstStyle>
          <a:p>
            <a:pPr marL="39370">
              <a:lnSpc>
                <a:spcPct val="100000"/>
              </a:lnSpc>
              <a:spcBef>
                <a:spcPts val="30"/>
              </a:spcBef>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chemeClr val="bg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4/2/25</a:t>
            </a:fld>
            <a:endParaRPr lang="en-US"/>
          </a:p>
        </p:txBody>
      </p:sp>
      <p:sp>
        <p:nvSpPr>
          <p:cNvPr id="5" name="Holder 5"/>
          <p:cNvSpPr>
            <a:spLocks noGrp="1"/>
          </p:cNvSpPr>
          <p:nvPr>
            <p:ph type="sldNum" sz="quarter" idx="7"/>
          </p:nvPr>
        </p:nvSpPr>
        <p:spPr/>
        <p:txBody>
          <a:bodyPr lIns="0" tIns="0" rIns="0" bIns="0"/>
          <a:lstStyle>
            <a:lvl1pPr>
              <a:defRPr sz="1000" b="0" i="0">
                <a:solidFill>
                  <a:srgbClr val="7F7F7F"/>
                </a:solidFill>
                <a:latin typeface="Arial MT"/>
                <a:cs typeface="Arial MT"/>
              </a:defRPr>
            </a:lvl1pPr>
          </a:lstStyle>
          <a:p>
            <a:pPr marL="39370">
              <a:lnSpc>
                <a:spcPct val="100000"/>
              </a:lnSpc>
              <a:spcBef>
                <a:spcPts val="30"/>
              </a:spcBef>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4/2/25</a:t>
            </a:fld>
            <a:endParaRPr lang="en-US"/>
          </a:p>
        </p:txBody>
      </p:sp>
      <p:sp>
        <p:nvSpPr>
          <p:cNvPr id="4" name="Holder 4"/>
          <p:cNvSpPr>
            <a:spLocks noGrp="1"/>
          </p:cNvSpPr>
          <p:nvPr>
            <p:ph type="sldNum" sz="quarter" idx="7"/>
          </p:nvPr>
        </p:nvSpPr>
        <p:spPr/>
        <p:txBody>
          <a:bodyPr lIns="0" tIns="0" rIns="0" bIns="0"/>
          <a:lstStyle>
            <a:lvl1pPr>
              <a:defRPr sz="1000" b="0" i="0">
                <a:solidFill>
                  <a:srgbClr val="7F7F7F"/>
                </a:solidFill>
                <a:latin typeface="Arial MT"/>
                <a:cs typeface="Arial MT"/>
              </a:defRPr>
            </a:lvl1pPr>
          </a:lstStyle>
          <a:p>
            <a:pPr marL="39370">
              <a:lnSpc>
                <a:spcPct val="100000"/>
              </a:lnSpc>
              <a:spcBef>
                <a:spcPts val="30"/>
              </a:spcBef>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1591055"/>
          </a:xfrm>
          <a:prstGeom prst="rect">
            <a:avLst/>
          </a:prstGeom>
        </p:spPr>
      </p:pic>
      <p:pic>
        <p:nvPicPr>
          <p:cNvPr id="17" name="bg object 17"/>
          <p:cNvPicPr/>
          <p:nvPr/>
        </p:nvPicPr>
        <p:blipFill>
          <a:blip r:embed="rId8" cstate="print"/>
          <a:stretch>
            <a:fillRect/>
          </a:stretch>
        </p:blipFill>
        <p:spPr>
          <a:xfrm>
            <a:off x="344424" y="0"/>
            <a:ext cx="8799576" cy="1600200"/>
          </a:xfrm>
          <a:prstGeom prst="rect">
            <a:avLst/>
          </a:prstGeom>
        </p:spPr>
      </p:pic>
      <p:sp>
        <p:nvSpPr>
          <p:cNvPr id="2" name="Holder 2"/>
          <p:cNvSpPr>
            <a:spLocks noGrp="1"/>
          </p:cNvSpPr>
          <p:nvPr>
            <p:ph type="title"/>
          </p:nvPr>
        </p:nvSpPr>
        <p:spPr>
          <a:xfrm>
            <a:off x="1107438" y="493776"/>
            <a:ext cx="6929122" cy="558800"/>
          </a:xfrm>
          <a:prstGeom prst="rect">
            <a:avLst/>
          </a:prstGeom>
        </p:spPr>
        <p:txBody>
          <a:bodyPr wrap="square" lIns="0" tIns="0" rIns="0" bIns="0">
            <a:spAutoFit/>
          </a:bodyPr>
          <a:lstStyle>
            <a:lvl1pPr>
              <a:defRPr sz="3500" b="0" i="0">
                <a:solidFill>
                  <a:schemeClr val="bg1"/>
                </a:solidFill>
                <a:latin typeface="Arial MT"/>
                <a:cs typeface="Arial MT"/>
              </a:defRPr>
            </a:lvl1pPr>
          </a:lstStyle>
          <a:p>
            <a:endParaRPr/>
          </a:p>
        </p:txBody>
      </p:sp>
      <p:sp>
        <p:nvSpPr>
          <p:cNvPr id="3" name="Holder 3"/>
          <p:cNvSpPr>
            <a:spLocks noGrp="1"/>
          </p:cNvSpPr>
          <p:nvPr>
            <p:ph type="body" idx="1"/>
          </p:nvPr>
        </p:nvSpPr>
        <p:spPr>
          <a:xfrm>
            <a:off x="922656" y="2385059"/>
            <a:ext cx="7298687" cy="3479165"/>
          </a:xfrm>
          <a:prstGeom prst="rect">
            <a:avLst/>
          </a:prstGeom>
        </p:spPr>
        <p:txBody>
          <a:bodyPr wrap="square" lIns="0" tIns="0" rIns="0" bIns="0">
            <a:spAutoFit/>
          </a:bodyPr>
          <a:lstStyle>
            <a:lvl1pPr>
              <a:defRPr sz="24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4/2/25</a:t>
            </a:fld>
            <a:endParaRPr lang="en-US"/>
          </a:p>
        </p:txBody>
      </p:sp>
      <p:sp>
        <p:nvSpPr>
          <p:cNvPr id="6" name="Holder 6"/>
          <p:cNvSpPr>
            <a:spLocks noGrp="1"/>
          </p:cNvSpPr>
          <p:nvPr>
            <p:ph type="sldNum" sz="quarter" idx="7"/>
          </p:nvPr>
        </p:nvSpPr>
        <p:spPr>
          <a:xfrm>
            <a:off x="8842692" y="6559642"/>
            <a:ext cx="217804" cy="170815"/>
          </a:xfrm>
          <a:prstGeom prst="rect">
            <a:avLst/>
          </a:prstGeom>
        </p:spPr>
        <p:txBody>
          <a:bodyPr wrap="square" lIns="0" tIns="0" rIns="0" bIns="0">
            <a:spAutoFit/>
          </a:bodyPr>
          <a:lstStyle>
            <a:lvl1pPr>
              <a:defRPr sz="1000" b="0" i="0">
                <a:solidFill>
                  <a:srgbClr val="7F7F7F"/>
                </a:solidFill>
                <a:latin typeface="Arial MT"/>
                <a:cs typeface="Arial MT"/>
              </a:defRPr>
            </a:lvl1pPr>
          </a:lstStyle>
          <a:p>
            <a:pPr marL="39370">
              <a:lnSpc>
                <a:spcPct val="100000"/>
              </a:lnSpc>
              <a:spcBef>
                <a:spcPts val="30"/>
              </a:spcBef>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www.nngroup.com/articles/ten-usability-heuristic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bokardo.com/principles-of-user-interface-design/"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optimalworkshop.com/treejack" TargetMode="External"/><Relationship Id="rId2" Type="http://schemas.openxmlformats.org/officeDocument/2006/relationships/hyperlink" Target="http://www.userzoom.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a:extLst>
              <a:ext uri="{C183D7F6-B498-43B3-948B-1728B52AA6E4}">
                <adec:decorative xmlns:adec="http://schemas.microsoft.com/office/drawing/2017/decorative" val="1"/>
              </a:ext>
            </a:extLst>
          </p:cNvPr>
          <p:cNvGrpSpPr/>
          <p:nvPr/>
        </p:nvGrpSpPr>
        <p:grpSpPr>
          <a:xfrm>
            <a:off x="0" y="2"/>
            <a:ext cx="9144000" cy="5437628"/>
            <a:chOff x="0" y="2"/>
            <a:chExt cx="9144000" cy="5437628"/>
          </a:xfrm>
        </p:grpSpPr>
        <p:sp>
          <p:nvSpPr>
            <p:cNvPr id="3" name="object 3"/>
            <p:cNvSpPr/>
            <p:nvPr/>
          </p:nvSpPr>
          <p:spPr>
            <a:xfrm>
              <a:off x="0" y="2"/>
              <a:ext cx="9144000" cy="4412615"/>
            </a:xfrm>
            <a:custGeom>
              <a:avLst/>
              <a:gdLst/>
              <a:ahLst/>
              <a:cxnLst/>
              <a:rect l="l" t="t" r="r" b="b"/>
              <a:pathLst>
                <a:path w="9144000" h="4412615">
                  <a:moveTo>
                    <a:pt x="9144000" y="0"/>
                  </a:moveTo>
                  <a:lnTo>
                    <a:pt x="0" y="0"/>
                  </a:lnTo>
                  <a:lnTo>
                    <a:pt x="0" y="4412581"/>
                  </a:lnTo>
                  <a:lnTo>
                    <a:pt x="9144000" y="4412581"/>
                  </a:lnTo>
                  <a:lnTo>
                    <a:pt x="9144000" y="0"/>
                  </a:lnTo>
                  <a:close/>
                </a:path>
              </a:pathLst>
            </a:custGeom>
            <a:solidFill>
              <a:schemeClr val="tx2"/>
            </a:solidFill>
          </p:spPr>
          <p:txBody>
            <a:bodyPr wrap="square" lIns="0" tIns="0" rIns="0" bIns="0" rtlCol="0"/>
            <a:lstStyle/>
            <a:p>
              <a:endParaRPr dirty="0"/>
            </a:p>
          </p:txBody>
        </p:sp>
        <p:pic>
          <p:nvPicPr>
            <p:cNvPr id="4" name="object 4"/>
            <p:cNvPicPr/>
            <p:nvPr/>
          </p:nvPicPr>
          <p:blipFill>
            <a:blip r:embed="rId2" cstate="print"/>
            <a:stretch>
              <a:fillRect/>
            </a:stretch>
          </p:blipFill>
          <p:spPr>
            <a:xfrm>
              <a:off x="304800" y="536447"/>
              <a:ext cx="8534400" cy="4901183"/>
            </a:xfrm>
            <a:prstGeom prst="rect">
              <a:avLst/>
            </a:prstGeom>
          </p:spPr>
        </p:pic>
        <p:sp>
          <p:nvSpPr>
            <p:cNvPr id="5" name="object 5"/>
            <p:cNvSpPr/>
            <p:nvPr/>
          </p:nvSpPr>
          <p:spPr>
            <a:xfrm>
              <a:off x="447347" y="551962"/>
              <a:ext cx="8249920" cy="4618990"/>
            </a:xfrm>
            <a:custGeom>
              <a:avLst/>
              <a:gdLst/>
              <a:ahLst/>
              <a:cxnLst/>
              <a:rect l="l" t="t" r="r" b="b"/>
              <a:pathLst>
                <a:path w="8249920" h="4618990">
                  <a:moveTo>
                    <a:pt x="8249303" y="0"/>
                  </a:moveTo>
                  <a:lnTo>
                    <a:pt x="0" y="0"/>
                  </a:lnTo>
                  <a:lnTo>
                    <a:pt x="0" y="4618548"/>
                  </a:lnTo>
                  <a:lnTo>
                    <a:pt x="8249303" y="4618548"/>
                  </a:lnTo>
                  <a:lnTo>
                    <a:pt x="8249303" y="0"/>
                  </a:lnTo>
                  <a:close/>
                </a:path>
              </a:pathLst>
            </a:custGeom>
            <a:solidFill>
              <a:srgbClr val="FFFFFF"/>
            </a:solidFill>
          </p:spPr>
          <p:txBody>
            <a:bodyPr wrap="square" lIns="0" tIns="0" rIns="0" bIns="0" rtlCol="0"/>
            <a:lstStyle/>
            <a:p>
              <a:endParaRPr/>
            </a:p>
          </p:txBody>
        </p:sp>
      </p:grpSp>
      <p:sp>
        <p:nvSpPr>
          <p:cNvPr id="7" name="object 7"/>
          <p:cNvSpPr txBox="1"/>
          <p:nvPr/>
        </p:nvSpPr>
        <p:spPr>
          <a:xfrm>
            <a:off x="5071109" y="5584444"/>
            <a:ext cx="2831465" cy="452120"/>
          </a:xfrm>
          <a:prstGeom prst="rect">
            <a:avLst/>
          </a:prstGeom>
        </p:spPr>
        <p:txBody>
          <a:bodyPr vert="horz" wrap="square" lIns="0" tIns="12700" rIns="0" bIns="0" rtlCol="0">
            <a:spAutoFit/>
          </a:bodyPr>
          <a:lstStyle/>
          <a:p>
            <a:pPr marL="12700">
              <a:lnSpc>
                <a:spcPct val="100000"/>
              </a:lnSpc>
              <a:spcBef>
                <a:spcPts val="100"/>
              </a:spcBef>
            </a:pPr>
            <a:r>
              <a:rPr sz="2800" b="1" spc="-5" dirty="0">
                <a:solidFill>
                  <a:srgbClr val="1F497D"/>
                </a:solidFill>
                <a:latin typeface="Arial"/>
                <a:cs typeface="Arial"/>
              </a:rPr>
              <a:t>Programming</a:t>
            </a:r>
            <a:r>
              <a:rPr sz="2800" b="1" spc="-65" dirty="0">
                <a:solidFill>
                  <a:srgbClr val="1F497D"/>
                </a:solidFill>
                <a:latin typeface="Arial"/>
                <a:cs typeface="Arial"/>
              </a:rPr>
              <a:t> </a:t>
            </a:r>
            <a:r>
              <a:rPr sz="2800" b="1" dirty="0">
                <a:solidFill>
                  <a:srgbClr val="1F497D"/>
                </a:solidFill>
                <a:latin typeface="Arial"/>
                <a:cs typeface="Arial"/>
              </a:rPr>
              <a:t>02</a:t>
            </a:r>
            <a:endParaRPr sz="2800" dirty="0">
              <a:latin typeface="Arial"/>
              <a:cs typeface="Arial"/>
            </a:endParaRPr>
          </a:p>
        </p:txBody>
      </p:sp>
      <p:sp>
        <p:nvSpPr>
          <p:cNvPr id="8" name="object 8">
            <a:extLst>
              <a:ext uri="{C183D7F6-B498-43B3-948B-1728B52AA6E4}">
                <adec:decorative xmlns:adec="http://schemas.microsoft.com/office/drawing/2017/decorative" val="1"/>
              </a:ext>
            </a:extLst>
          </p:cNvPr>
          <p:cNvSpPr/>
          <p:nvPr/>
        </p:nvSpPr>
        <p:spPr>
          <a:xfrm>
            <a:off x="447348" y="6354707"/>
            <a:ext cx="8250555" cy="0"/>
          </a:xfrm>
          <a:custGeom>
            <a:avLst/>
            <a:gdLst/>
            <a:ahLst/>
            <a:cxnLst/>
            <a:rect l="l" t="t" r="r" b="b"/>
            <a:pathLst>
              <a:path w="8250555">
                <a:moveTo>
                  <a:pt x="8250174" y="0"/>
                </a:moveTo>
                <a:lnTo>
                  <a:pt x="0" y="1"/>
                </a:lnTo>
              </a:path>
            </a:pathLst>
          </a:custGeom>
          <a:ln w="101600">
            <a:solidFill>
              <a:schemeClr val="tx2"/>
            </a:solidFill>
          </a:ln>
        </p:spPr>
        <p:txBody>
          <a:bodyPr wrap="square" lIns="0" tIns="0" rIns="0" bIns="0" rtlCol="0"/>
          <a:lstStyle/>
          <a:p>
            <a:endParaRPr/>
          </a:p>
        </p:txBody>
      </p:sp>
      <p:sp>
        <p:nvSpPr>
          <p:cNvPr id="9" name="object 7">
            <a:extLst>
              <a:ext uri="{FF2B5EF4-FFF2-40B4-BE49-F238E27FC236}">
                <a16:creationId xmlns:a16="http://schemas.microsoft.com/office/drawing/2014/main" id="{E825E7FF-7076-EBE0-E810-85BACEF81885}"/>
              </a:ext>
            </a:extLst>
          </p:cNvPr>
          <p:cNvSpPr txBox="1">
            <a:spLocks noGrp="1"/>
          </p:cNvSpPr>
          <p:nvPr>
            <p:ph type="title" idx="4294967295"/>
          </p:nvPr>
        </p:nvSpPr>
        <p:spPr>
          <a:xfrm>
            <a:off x="4572000" y="2167815"/>
            <a:ext cx="3967633" cy="2228815"/>
          </a:xfrm>
          <a:prstGeom prst="rect">
            <a:avLst/>
          </a:prstGeom>
          <a:noFill/>
          <a:ln>
            <a:noFill/>
            <a:prstDash/>
          </a:ln>
          <a:effectLst/>
        </p:spPr>
        <p:txBody>
          <a:bodyPr rot="0" spcFirstLastPara="0" vertOverflow="overflow" horzOverflow="overflow" vert="horz" wrap="square" lIns="0" tIns="12700" rIns="0" bIns="0" numCol="1" spcCol="0" rtlCol="0" fromWordArt="0" anchor="t" anchorCtr="0" forceAA="0" compatLnSpc="1">
            <a:prstTxWarp prst="textNoShape">
              <a:avLst/>
            </a:prstTxWarp>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GB" sz="7200" b="1" i="0" u="none" strike="noStrike" kern="1200" cap="none" spc="-65" normalizeH="0" baseline="0" noProof="0" dirty="0">
                <a:ln>
                  <a:noFill/>
                </a:ln>
                <a:solidFill>
                  <a:srgbClr val="1F497D"/>
                </a:solidFill>
                <a:effectLst/>
                <a:uLnTx/>
                <a:uFillTx/>
                <a:latin typeface="Arial"/>
                <a:ea typeface="+mn-ea"/>
                <a:cs typeface="Arial"/>
              </a:rPr>
              <a:t>Week 6 - Skeleton</a:t>
            </a:r>
            <a:endParaRPr kumimoji="0" lang="en-GB" sz="7200" b="0" i="0" u="none" strike="noStrike" kern="1200" cap="none" spc="0" normalizeH="0" baseline="0" noProof="0" dirty="0">
              <a:ln>
                <a:noFill/>
              </a:ln>
              <a:solidFill>
                <a:schemeClr val="tx1"/>
              </a:solidFill>
              <a:effectLst/>
              <a:uLnTx/>
              <a:uFillTx/>
              <a:latin typeface="Arial"/>
              <a:ea typeface="+mn-ea"/>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222065" y="473963"/>
            <a:ext cx="4699000" cy="695960"/>
          </a:xfrm>
          <a:prstGeom prst="rect">
            <a:avLst/>
          </a:prstGeom>
        </p:spPr>
        <p:txBody>
          <a:bodyPr vert="horz" wrap="square" lIns="0" tIns="12700" rIns="0" bIns="0" rtlCol="0">
            <a:spAutoFit/>
          </a:bodyPr>
          <a:lstStyle/>
          <a:p>
            <a:pPr marL="12700">
              <a:lnSpc>
                <a:spcPct val="100000"/>
              </a:lnSpc>
              <a:spcBef>
                <a:spcPts val="100"/>
              </a:spcBef>
            </a:pPr>
            <a:r>
              <a:rPr sz="4400" dirty="0">
                <a:solidFill>
                  <a:srgbClr val="000000"/>
                </a:solidFill>
                <a:latin typeface="Calibri"/>
                <a:cs typeface="Calibri"/>
              </a:rPr>
              <a:t>UX</a:t>
            </a:r>
            <a:r>
              <a:rPr sz="4400" spc="-20" dirty="0">
                <a:solidFill>
                  <a:srgbClr val="000000"/>
                </a:solidFill>
                <a:latin typeface="Calibri"/>
                <a:cs typeface="Calibri"/>
              </a:rPr>
              <a:t> </a:t>
            </a:r>
            <a:r>
              <a:rPr sz="4400" dirty="0">
                <a:solidFill>
                  <a:srgbClr val="000000"/>
                </a:solidFill>
                <a:latin typeface="Calibri"/>
                <a:cs typeface="Calibri"/>
              </a:rPr>
              <a:t>Design</a:t>
            </a:r>
            <a:r>
              <a:rPr sz="4400" spc="-30" dirty="0">
                <a:solidFill>
                  <a:srgbClr val="000000"/>
                </a:solidFill>
                <a:latin typeface="Calibri"/>
                <a:cs typeface="Calibri"/>
              </a:rPr>
              <a:t> </a:t>
            </a:r>
            <a:r>
              <a:rPr sz="4400" dirty="0">
                <a:solidFill>
                  <a:srgbClr val="000000"/>
                </a:solidFill>
                <a:latin typeface="Calibri"/>
                <a:cs typeface="Calibri"/>
              </a:rPr>
              <a:t>-</a:t>
            </a:r>
            <a:r>
              <a:rPr sz="4400" spc="-25" dirty="0">
                <a:solidFill>
                  <a:srgbClr val="000000"/>
                </a:solidFill>
                <a:latin typeface="Calibri"/>
                <a:cs typeface="Calibri"/>
              </a:rPr>
              <a:t> </a:t>
            </a:r>
            <a:r>
              <a:rPr sz="4400" spc="-30" dirty="0">
                <a:solidFill>
                  <a:srgbClr val="000000"/>
                </a:solidFill>
                <a:latin typeface="Calibri"/>
                <a:cs typeface="Calibri"/>
              </a:rPr>
              <a:t>Skeleton</a:t>
            </a:r>
            <a:endParaRPr sz="4400">
              <a:latin typeface="Calibri"/>
              <a:cs typeface="Calibri"/>
            </a:endParaRPr>
          </a:p>
        </p:txBody>
      </p:sp>
      <p:grpSp>
        <p:nvGrpSpPr>
          <p:cNvPr id="4" name="object 4" descr="UXD"/>
          <p:cNvGrpSpPr/>
          <p:nvPr/>
        </p:nvGrpSpPr>
        <p:grpSpPr>
          <a:xfrm>
            <a:off x="1102860" y="1341360"/>
            <a:ext cx="5509260" cy="5218430"/>
            <a:chOff x="1102860" y="1341360"/>
            <a:chExt cx="5509260" cy="5218430"/>
          </a:xfrm>
        </p:grpSpPr>
        <p:pic>
          <p:nvPicPr>
            <p:cNvPr id="5" name="object 5"/>
            <p:cNvPicPr/>
            <p:nvPr/>
          </p:nvPicPr>
          <p:blipFill>
            <a:blip r:embed="rId2" cstate="print"/>
            <a:stretch>
              <a:fillRect/>
            </a:stretch>
          </p:blipFill>
          <p:spPr>
            <a:xfrm>
              <a:off x="2340000" y="1341360"/>
              <a:ext cx="4271759" cy="5217839"/>
            </a:xfrm>
            <a:prstGeom prst="rect">
              <a:avLst/>
            </a:prstGeom>
          </p:spPr>
        </p:pic>
        <p:sp>
          <p:nvSpPr>
            <p:cNvPr id="6" name="object 6"/>
            <p:cNvSpPr/>
            <p:nvPr/>
          </p:nvSpPr>
          <p:spPr>
            <a:xfrm>
              <a:off x="1115640" y="3068999"/>
              <a:ext cx="1431925" cy="542290"/>
            </a:xfrm>
            <a:custGeom>
              <a:avLst/>
              <a:gdLst/>
              <a:ahLst/>
              <a:cxnLst/>
              <a:rect l="l" t="t" r="r" b="b"/>
              <a:pathLst>
                <a:path w="1431925" h="542289">
                  <a:moveTo>
                    <a:pt x="1160461" y="0"/>
                  </a:moveTo>
                  <a:lnTo>
                    <a:pt x="1160461" y="135450"/>
                  </a:lnTo>
                  <a:lnTo>
                    <a:pt x="0" y="135450"/>
                  </a:lnTo>
                  <a:lnTo>
                    <a:pt x="0" y="406350"/>
                  </a:lnTo>
                  <a:lnTo>
                    <a:pt x="1160461" y="406350"/>
                  </a:lnTo>
                  <a:lnTo>
                    <a:pt x="1160461" y="541801"/>
                  </a:lnTo>
                  <a:lnTo>
                    <a:pt x="1431360" y="270901"/>
                  </a:lnTo>
                  <a:lnTo>
                    <a:pt x="1160461" y="0"/>
                  </a:lnTo>
                  <a:close/>
                </a:path>
              </a:pathLst>
            </a:custGeom>
            <a:solidFill>
              <a:srgbClr val="4F81BD"/>
            </a:solidFill>
          </p:spPr>
          <p:txBody>
            <a:bodyPr wrap="square" lIns="0" tIns="0" rIns="0" bIns="0" rtlCol="0"/>
            <a:lstStyle/>
            <a:p>
              <a:endParaRPr/>
            </a:p>
          </p:txBody>
        </p:sp>
        <p:sp>
          <p:nvSpPr>
            <p:cNvPr id="7" name="object 7"/>
            <p:cNvSpPr/>
            <p:nvPr/>
          </p:nvSpPr>
          <p:spPr>
            <a:xfrm>
              <a:off x="1115640" y="3068999"/>
              <a:ext cx="1431925" cy="542290"/>
            </a:xfrm>
            <a:custGeom>
              <a:avLst/>
              <a:gdLst/>
              <a:ahLst/>
              <a:cxnLst/>
              <a:rect l="l" t="t" r="r" b="b"/>
              <a:pathLst>
                <a:path w="1431925" h="542289">
                  <a:moveTo>
                    <a:pt x="0" y="135450"/>
                  </a:moveTo>
                  <a:lnTo>
                    <a:pt x="1160461" y="135450"/>
                  </a:lnTo>
                  <a:lnTo>
                    <a:pt x="1160461" y="0"/>
                  </a:lnTo>
                  <a:lnTo>
                    <a:pt x="1431360" y="270900"/>
                  </a:lnTo>
                  <a:lnTo>
                    <a:pt x="1160461" y="541800"/>
                  </a:lnTo>
                  <a:lnTo>
                    <a:pt x="1160461" y="406349"/>
                  </a:lnTo>
                  <a:lnTo>
                    <a:pt x="0" y="406349"/>
                  </a:lnTo>
                  <a:lnTo>
                    <a:pt x="0" y="135450"/>
                  </a:lnTo>
                  <a:close/>
                </a:path>
              </a:pathLst>
            </a:custGeom>
            <a:ln w="25560">
              <a:solidFill>
                <a:srgbClr val="3A5F8B"/>
              </a:solidFill>
            </a:ln>
          </p:spPr>
          <p:txBody>
            <a:bodyPr wrap="square" lIns="0" tIns="0" rIns="0" bIns="0" rtlCol="0"/>
            <a:lstStyle/>
            <a:p>
              <a:endParaRPr/>
            </a:p>
          </p:txBody>
        </p:sp>
      </p:grpSp>
      <p:sp>
        <p:nvSpPr>
          <p:cNvPr id="8" name="object 8"/>
          <p:cNvSpPr txBox="1"/>
          <p:nvPr/>
        </p:nvSpPr>
        <p:spPr>
          <a:xfrm>
            <a:off x="140847" y="6510019"/>
            <a:ext cx="2018664"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Source:</a:t>
            </a:r>
            <a:r>
              <a:rPr sz="1800" spc="-35" dirty="0">
                <a:latin typeface="Calibri"/>
                <a:cs typeface="Calibri"/>
              </a:rPr>
              <a:t> </a:t>
            </a:r>
            <a:r>
              <a:rPr sz="1800" spc="-10" dirty="0">
                <a:latin typeface="Calibri"/>
                <a:cs typeface="Calibri"/>
              </a:rPr>
              <a:t>Garrett,</a:t>
            </a:r>
            <a:r>
              <a:rPr sz="1800" spc="-40" dirty="0">
                <a:latin typeface="Calibri"/>
                <a:cs typeface="Calibri"/>
              </a:rPr>
              <a:t> </a:t>
            </a:r>
            <a:r>
              <a:rPr sz="1800" dirty="0">
                <a:latin typeface="Calibri"/>
                <a:cs typeface="Calibri"/>
              </a:rPr>
              <a:t>2002</a:t>
            </a:r>
            <a:endParaRPr sz="18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a:extLst>
              <a:ext uri="{C183D7F6-B498-43B3-948B-1728B52AA6E4}">
                <adec:decorative xmlns:adec="http://schemas.microsoft.com/office/drawing/2017/decorative" val="1"/>
              </a:ext>
            </a:extLst>
          </p:cNvPr>
          <p:cNvGrpSpPr/>
          <p:nvPr/>
        </p:nvGrpSpPr>
        <p:grpSpPr>
          <a:xfrm>
            <a:off x="0" y="0"/>
            <a:ext cx="9144000" cy="1579245"/>
            <a:chOff x="0" y="0"/>
            <a:chExt cx="9144000" cy="1579245"/>
          </a:xfrm>
        </p:grpSpPr>
        <p:pic>
          <p:nvPicPr>
            <p:cNvPr id="3" name="object 3"/>
            <p:cNvPicPr/>
            <p:nvPr/>
          </p:nvPicPr>
          <p:blipFill>
            <a:blip r:embed="rId2" cstate="print"/>
            <a:stretch>
              <a:fillRect/>
            </a:stretch>
          </p:blipFill>
          <p:spPr>
            <a:xfrm>
              <a:off x="0" y="0"/>
              <a:ext cx="9144000" cy="1578864"/>
            </a:xfrm>
            <a:prstGeom prst="rect">
              <a:avLst/>
            </a:prstGeom>
          </p:spPr>
        </p:pic>
        <p:pic>
          <p:nvPicPr>
            <p:cNvPr id="4" name="object 4"/>
            <p:cNvPicPr/>
            <p:nvPr/>
          </p:nvPicPr>
          <p:blipFill>
            <a:blip r:embed="rId3" cstate="print"/>
            <a:stretch>
              <a:fillRect/>
            </a:stretch>
          </p:blipFill>
          <p:spPr>
            <a:xfrm>
              <a:off x="6096000" y="0"/>
              <a:ext cx="3048000" cy="1578864"/>
            </a:xfrm>
            <a:prstGeom prst="rect">
              <a:avLst/>
            </a:prstGeom>
          </p:spPr>
        </p:pic>
        <p:pic>
          <p:nvPicPr>
            <p:cNvPr id="5" name="object 5"/>
            <p:cNvPicPr/>
            <p:nvPr/>
          </p:nvPicPr>
          <p:blipFill>
            <a:blip r:embed="rId4" cstate="print"/>
            <a:stretch>
              <a:fillRect/>
            </a:stretch>
          </p:blipFill>
          <p:spPr>
            <a:xfrm>
              <a:off x="0" y="0"/>
              <a:ext cx="9144000" cy="1578864"/>
            </a:xfrm>
            <a:prstGeom prst="rect">
              <a:avLst/>
            </a:prstGeom>
          </p:spPr>
        </p:pic>
      </p:grpSp>
      <p:sp>
        <p:nvSpPr>
          <p:cNvPr id="6" name="object 6"/>
          <p:cNvSpPr txBox="1">
            <a:spLocks noGrp="1"/>
          </p:cNvSpPr>
          <p:nvPr>
            <p:ph type="title"/>
          </p:nvPr>
        </p:nvSpPr>
        <p:spPr>
          <a:xfrm>
            <a:off x="533400" y="461557"/>
            <a:ext cx="1807210" cy="558800"/>
          </a:xfrm>
          <a:prstGeom prst="rect">
            <a:avLst/>
          </a:prstGeom>
        </p:spPr>
        <p:txBody>
          <a:bodyPr vert="horz" wrap="square" lIns="0" tIns="12700" rIns="0" bIns="0" rtlCol="0">
            <a:spAutoFit/>
          </a:bodyPr>
          <a:lstStyle/>
          <a:p>
            <a:pPr marL="12700">
              <a:lnSpc>
                <a:spcPct val="100000"/>
              </a:lnSpc>
              <a:spcBef>
                <a:spcPts val="100"/>
              </a:spcBef>
            </a:pPr>
            <a:r>
              <a:rPr spc="-5" dirty="0"/>
              <a:t>Contents</a:t>
            </a:r>
          </a:p>
        </p:txBody>
      </p:sp>
      <p:grpSp>
        <p:nvGrpSpPr>
          <p:cNvPr id="7" name="object 7">
            <a:extLst>
              <a:ext uri="{C183D7F6-B498-43B3-948B-1728B52AA6E4}">
                <adec:decorative xmlns:adec="http://schemas.microsoft.com/office/drawing/2017/decorative" val="1"/>
              </a:ext>
            </a:extLst>
          </p:cNvPr>
          <p:cNvGrpSpPr/>
          <p:nvPr/>
        </p:nvGrpSpPr>
        <p:grpSpPr>
          <a:xfrm>
            <a:off x="1915248" y="2924212"/>
            <a:ext cx="1475740" cy="1475740"/>
            <a:chOff x="1001226" y="2881481"/>
            <a:chExt cx="1475740" cy="1475740"/>
          </a:xfrm>
        </p:grpSpPr>
        <p:sp>
          <p:nvSpPr>
            <p:cNvPr id="8" name="object 8"/>
            <p:cNvSpPr/>
            <p:nvPr/>
          </p:nvSpPr>
          <p:spPr>
            <a:xfrm>
              <a:off x="1001226" y="2881481"/>
              <a:ext cx="1475740" cy="1475740"/>
            </a:xfrm>
            <a:custGeom>
              <a:avLst/>
              <a:gdLst/>
              <a:ahLst/>
              <a:cxnLst/>
              <a:rect l="l" t="t" r="r" b="b"/>
              <a:pathLst>
                <a:path w="1475739" h="1475739">
                  <a:moveTo>
                    <a:pt x="737717" y="0"/>
                  </a:moveTo>
                  <a:lnTo>
                    <a:pt x="689212" y="1569"/>
                  </a:lnTo>
                  <a:lnTo>
                    <a:pt x="641545" y="6211"/>
                  </a:lnTo>
                  <a:lnTo>
                    <a:pt x="594813" y="13830"/>
                  </a:lnTo>
                  <a:lnTo>
                    <a:pt x="549112" y="24329"/>
                  </a:lnTo>
                  <a:lnTo>
                    <a:pt x="504542" y="37609"/>
                  </a:lnTo>
                  <a:lnTo>
                    <a:pt x="461198" y="53574"/>
                  </a:lnTo>
                  <a:lnTo>
                    <a:pt x="419177" y="72126"/>
                  </a:lnTo>
                  <a:lnTo>
                    <a:pt x="378578" y="93169"/>
                  </a:lnTo>
                  <a:lnTo>
                    <a:pt x="339497" y="116605"/>
                  </a:lnTo>
                  <a:lnTo>
                    <a:pt x="302031" y="142336"/>
                  </a:lnTo>
                  <a:lnTo>
                    <a:pt x="266278" y="170267"/>
                  </a:lnTo>
                  <a:lnTo>
                    <a:pt x="232335" y="200298"/>
                  </a:lnTo>
                  <a:lnTo>
                    <a:pt x="200299" y="232335"/>
                  </a:lnTo>
                  <a:lnTo>
                    <a:pt x="170267" y="266278"/>
                  </a:lnTo>
                  <a:lnTo>
                    <a:pt x="142336" y="302031"/>
                  </a:lnTo>
                  <a:lnTo>
                    <a:pt x="116605" y="339496"/>
                  </a:lnTo>
                  <a:lnTo>
                    <a:pt x="93169" y="378578"/>
                  </a:lnTo>
                  <a:lnTo>
                    <a:pt x="72126" y="419177"/>
                  </a:lnTo>
                  <a:lnTo>
                    <a:pt x="53574" y="461197"/>
                  </a:lnTo>
                  <a:lnTo>
                    <a:pt x="37609" y="504541"/>
                  </a:lnTo>
                  <a:lnTo>
                    <a:pt x="24329" y="549112"/>
                  </a:lnTo>
                  <a:lnTo>
                    <a:pt x="13831" y="594812"/>
                  </a:lnTo>
                  <a:lnTo>
                    <a:pt x="6211" y="641545"/>
                  </a:lnTo>
                  <a:lnTo>
                    <a:pt x="1569" y="689212"/>
                  </a:lnTo>
                  <a:lnTo>
                    <a:pt x="0" y="737717"/>
                  </a:lnTo>
                  <a:lnTo>
                    <a:pt x="1569" y="786222"/>
                  </a:lnTo>
                  <a:lnTo>
                    <a:pt x="6211" y="833890"/>
                  </a:lnTo>
                  <a:lnTo>
                    <a:pt x="13831" y="880622"/>
                  </a:lnTo>
                  <a:lnTo>
                    <a:pt x="24329" y="926323"/>
                  </a:lnTo>
                  <a:lnTo>
                    <a:pt x="37609" y="970893"/>
                  </a:lnTo>
                  <a:lnTo>
                    <a:pt x="53574" y="1014238"/>
                  </a:lnTo>
                  <a:lnTo>
                    <a:pt x="72126" y="1056258"/>
                  </a:lnTo>
                  <a:lnTo>
                    <a:pt x="93169" y="1096858"/>
                  </a:lnTo>
                  <a:lnTo>
                    <a:pt x="116605" y="1135939"/>
                  </a:lnTo>
                  <a:lnTo>
                    <a:pt x="142336" y="1173404"/>
                  </a:lnTo>
                  <a:lnTo>
                    <a:pt x="170267" y="1209158"/>
                  </a:lnTo>
                  <a:lnTo>
                    <a:pt x="200299" y="1243101"/>
                  </a:lnTo>
                  <a:lnTo>
                    <a:pt x="232335" y="1275137"/>
                  </a:lnTo>
                  <a:lnTo>
                    <a:pt x="266278" y="1305169"/>
                  </a:lnTo>
                  <a:lnTo>
                    <a:pt x="302031" y="1333099"/>
                  </a:lnTo>
                  <a:lnTo>
                    <a:pt x="339497" y="1358831"/>
                  </a:lnTo>
                  <a:lnTo>
                    <a:pt x="378578" y="1382267"/>
                  </a:lnTo>
                  <a:lnTo>
                    <a:pt x="419177" y="1403309"/>
                  </a:lnTo>
                  <a:lnTo>
                    <a:pt x="461198" y="1421862"/>
                  </a:lnTo>
                  <a:lnTo>
                    <a:pt x="504542" y="1437827"/>
                  </a:lnTo>
                  <a:lnTo>
                    <a:pt x="549112" y="1451107"/>
                  </a:lnTo>
                  <a:lnTo>
                    <a:pt x="594813" y="1461605"/>
                  </a:lnTo>
                  <a:lnTo>
                    <a:pt x="641545" y="1469224"/>
                  </a:lnTo>
                  <a:lnTo>
                    <a:pt x="689212" y="1473867"/>
                  </a:lnTo>
                  <a:lnTo>
                    <a:pt x="737717" y="1475436"/>
                  </a:lnTo>
                  <a:lnTo>
                    <a:pt x="786223" y="1473867"/>
                  </a:lnTo>
                  <a:lnTo>
                    <a:pt x="833890" y="1469224"/>
                  </a:lnTo>
                  <a:lnTo>
                    <a:pt x="880623" y="1461605"/>
                  </a:lnTo>
                  <a:lnTo>
                    <a:pt x="926323" y="1451107"/>
                  </a:lnTo>
                  <a:lnTo>
                    <a:pt x="970894" y="1437827"/>
                  </a:lnTo>
                  <a:lnTo>
                    <a:pt x="1014238" y="1421862"/>
                  </a:lnTo>
                  <a:lnTo>
                    <a:pt x="1056259" y="1403309"/>
                  </a:lnTo>
                  <a:lnTo>
                    <a:pt x="1096858" y="1382267"/>
                  </a:lnTo>
                  <a:lnTo>
                    <a:pt x="1135939" y="1358831"/>
                  </a:lnTo>
                  <a:lnTo>
                    <a:pt x="1173405" y="1333099"/>
                  </a:lnTo>
                  <a:lnTo>
                    <a:pt x="1209158" y="1305169"/>
                  </a:lnTo>
                  <a:lnTo>
                    <a:pt x="1243101" y="1275137"/>
                  </a:lnTo>
                  <a:lnTo>
                    <a:pt x="1275137" y="1243101"/>
                  </a:lnTo>
                  <a:lnTo>
                    <a:pt x="1305169" y="1209158"/>
                  </a:lnTo>
                  <a:lnTo>
                    <a:pt x="1333100" y="1173404"/>
                  </a:lnTo>
                  <a:lnTo>
                    <a:pt x="1358831" y="1135939"/>
                  </a:lnTo>
                  <a:lnTo>
                    <a:pt x="1382267" y="1096858"/>
                  </a:lnTo>
                  <a:lnTo>
                    <a:pt x="1403310" y="1056258"/>
                  </a:lnTo>
                  <a:lnTo>
                    <a:pt x="1421862" y="1014238"/>
                  </a:lnTo>
                  <a:lnTo>
                    <a:pt x="1437827" y="970893"/>
                  </a:lnTo>
                  <a:lnTo>
                    <a:pt x="1451107" y="926323"/>
                  </a:lnTo>
                  <a:lnTo>
                    <a:pt x="1461605" y="880622"/>
                  </a:lnTo>
                  <a:lnTo>
                    <a:pt x="1469224" y="833890"/>
                  </a:lnTo>
                  <a:lnTo>
                    <a:pt x="1473867" y="786222"/>
                  </a:lnTo>
                  <a:lnTo>
                    <a:pt x="1475436" y="737717"/>
                  </a:lnTo>
                  <a:lnTo>
                    <a:pt x="1473867" y="689212"/>
                  </a:lnTo>
                  <a:lnTo>
                    <a:pt x="1469224" y="641545"/>
                  </a:lnTo>
                  <a:lnTo>
                    <a:pt x="1461605" y="594812"/>
                  </a:lnTo>
                  <a:lnTo>
                    <a:pt x="1451107" y="549112"/>
                  </a:lnTo>
                  <a:lnTo>
                    <a:pt x="1437827" y="504541"/>
                  </a:lnTo>
                  <a:lnTo>
                    <a:pt x="1421862" y="461197"/>
                  </a:lnTo>
                  <a:lnTo>
                    <a:pt x="1403310" y="419177"/>
                  </a:lnTo>
                  <a:lnTo>
                    <a:pt x="1382267" y="378578"/>
                  </a:lnTo>
                  <a:lnTo>
                    <a:pt x="1358831" y="339496"/>
                  </a:lnTo>
                  <a:lnTo>
                    <a:pt x="1333100" y="302031"/>
                  </a:lnTo>
                  <a:lnTo>
                    <a:pt x="1305169" y="266278"/>
                  </a:lnTo>
                  <a:lnTo>
                    <a:pt x="1275137" y="232335"/>
                  </a:lnTo>
                  <a:lnTo>
                    <a:pt x="1243101" y="200298"/>
                  </a:lnTo>
                  <a:lnTo>
                    <a:pt x="1209158" y="170267"/>
                  </a:lnTo>
                  <a:lnTo>
                    <a:pt x="1173405" y="142336"/>
                  </a:lnTo>
                  <a:lnTo>
                    <a:pt x="1135939" y="116605"/>
                  </a:lnTo>
                  <a:lnTo>
                    <a:pt x="1096858" y="93169"/>
                  </a:lnTo>
                  <a:lnTo>
                    <a:pt x="1056259" y="72126"/>
                  </a:lnTo>
                  <a:lnTo>
                    <a:pt x="1014238" y="53574"/>
                  </a:lnTo>
                  <a:lnTo>
                    <a:pt x="970894" y="37609"/>
                  </a:lnTo>
                  <a:lnTo>
                    <a:pt x="926323" y="24329"/>
                  </a:lnTo>
                  <a:lnTo>
                    <a:pt x="880623" y="13830"/>
                  </a:lnTo>
                  <a:lnTo>
                    <a:pt x="833890" y="6211"/>
                  </a:lnTo>
                  <a:lnTo>
                    <a:pt x="786223" y="1569"/>
                  </a:lnTo>
                  <a:lnTo>
                    <a:pt x="737717" y="0"/>
                  </a:lnTo>
                  <a:close/>
                </a:path>
              </a:pathLst>
            </a:custGeom>
            <a:solidFill>
              <a:srgbClr val="C0504D"/>
            </a:solidFill>
          </p:spPr>
          <p:txBody>
            <a:bodyPr wrap="square" lIns="0" tIns="0" rIns="0" bIns="0" rtlCol="0"/>
            <a:lstStyle/>
            <a:p>
              <a:endParaRPr/>
            </a:p>
          </p:txBody>
        </p:sp>
        <p:pic>
          <p:nvPicPr>
            <p:cNvPr id="9" name="object 9"/>
            <p:cNvPicPr/>
            <p:nvPr/>
          </p:nvPicPr>
          <p:blipFill>
            <a:blip r:embed="rId5" cstate="print"/>
            <a:stretch>
              <a:fillRect/>
            </a:stretch>
          </p:blipFill>
          <p:spPr>
            <a:xfrm>
              <a:off x="1313687" y="3194304"/>
              <a:ext cx="850391" cy="850392"/>
            </a:xfrm>
            <a:prstGeom prst="rect">
              <a:avLst/>
            </a:prstGeom>
          </p:spPr>
        </p:pic>
      </p:grpSp>
      <p:sp>
        <p:nvSpPr>
          <p:cNvPr id="10" name="object 10"/>
          <p:cNvSpPr txBox="1"/>
          <p:nvPr/>
        </p:nvSpPr>
        <p:spPr>
          <a:xfrm>
            <a:off x="1678052" y="4783386"/>
            <a:ext cx="1950085" cy="793750"/>
          </a:xfrm>
          <a:prstGeom prst="rect">
            <a:avLst/>
          </a:prstGeom>
        </p:spPr>
        <p:txBody>
          <a:bodyPr vert="horz" wrap="square" lIns="0" tIns="69850" rIns="0" bIns="0" rtlCol="0">
            <a:spAutoFit/>
          </a:bodyPr>
          <a:lstStyle/>
          <a:p>
            <a:pPr marL="317500" marR="5080" indent="-305435">
              <a:lnSpc>
                <a:spcPts val="2810"/>
              </a:lnSpc>
              <a:spcBef>
                <a:spcPts val="550"/>
              </a:spcBef>
            </a:pPr>
            <a:r>
              <a:rPr sz="2700" spc="-5" dirty="0">
                <a:latin typeface="Arial MT"/>
                <a:cs typeface="Arial MT"/>
              </a:rPr>
              <a:t>I</a:t>
            </a:r>
            <a:r>
              <a:rPr sz="2700" dirty="0">
                <a:latin typeface="Arial MT"/>
                <a:cs typeface="Arial MT"/>
              </a:rPr>
              <a:t>NTER</a:t>
            </a:r>
            <a:r>
              <a:rPr sz="2700" spc="-150" dirty="0">
                <a:latin typeface="Arial MT"/>
                <a:cs typeface="Arial MT"/>
              </a:rPr>
              <a:t>F</a:t>
            </a:r>
            <a:r>
              <a:rPr sz="2700" dirty="0">
                <a:latin typeface="Arial MT"/>
                <a:cs typeface="Arial MT"/>
              </a:rPr>
              <a:t>ACE  </a:t>
            </a:r>
            <a:r>
              <a:rPr sz="2700" spc="-5" dirty="0">
                <a:latin typeface="Arial MT"/>
                <a:cs typeface="Arial MT"/>
              </a:rPr>
              <a:t>DESIGN</a:t>
            </a:r>
            <a:endParaRPr sz="2700" dirty="0">
              <a:latin typeface="Arial MT"/>
              <a:cs typeface="Arial MT"/>
            </a:endParaRPr>
          </a:p>
        </p:txBody>
      </p:sp>
      <p:grpSp>
        <p:nvGrpSpPr>
          <p:cNvPr id="11" name="object 11">
            <a:extLst>
              <a:ext uri="{C183D7F6-B498-43B3-948B-1728B52AA6E4}">
                <adec:decorative xmlns:adec="http://schemas.microsoft.com/office/drawing/2017/decorative" val="1"/>
              </a:ext>
            </a:extLst>
          </p:cNvPr>
          <p:cNvGrpSpPr/>
          <p:nvPr/>
        </p:nvGrpSpPr>
        <p:grpSpPr>
          <a:xfrm>
            <a:off x="5753012" y="2924212"/>
            <a:ext cx="1475740" cy="1475740"/>
            <a:chOff x="3843257" y="2881481"/>
            <a:chExt cx="1475740" cy="1475740"/>
          </a:xfrm>
        </p:grpSpPr>
        <p:sp>
          <p:nvSpPr>
            <p:cNvPr id="12" name="object 12"/>
            <p:cNvSpPr/>
            <p:nvPr/>
          </p:nvSpPr>
          <p:spPr>
            <a:xfrm>
              <a:off x="3843257" y="2881481"/>
              <a:ext cx="1475740" cy="1475740"/>
            </a:xfrm>
            <a:custGeom>
              <a:avLst/>
              <a:gdLst/>
              <a:ahLst/>
              <a:cxnLst/>
              <a:rect l="l" t="t" r="r" b="b"/>
              <a:pathLst>
                <a:path w="1475739" h="1475739">
                  <a:moveTo>
                    <a:pt x="737718" y="0"/>
                  </a:moveTo>
                  <a:lnTo>
                    <a:pt x="689213" y="1569"/>
                  </a:lnTo>
                  <a:lnTo>
                    <a:pt x="641546" y="6211"/>
                  </a:lnTo>
                  <a:lnTo>
                    <a:pt x="594813" y="13830"/>
                  </a:lnTo>
                  <a:lnTo>
                    <a:pt x="549113" y="24329"/>
                  </a:lnTo>
                  <a:lnTo>
                    <a:pt x="504542" y="37609"/>
                  </a:lnTo>
                  <a:lnTo>
                    <a:pt x="461198" y="53574"/>
                  </a:lnTo>
                  <a:lnTo>
                    <a:pt x="419177" y="72126"/>
                  </a:lnTo>
                  <a:lnTo>
                    <a:pt x="378578" y="93169"/>
                  </a:lnTo>
                  <a:lnTo>
                    <a:pt x="339497" y="116605"/>
                  </a:lnTo>
                  <a:lnTo>
                    <a:pt x="302031" y="142336"/>
                  </a:lnTo>
                  <a:lnTo>
                    <a:pt x="266278" y="170267"/>
                  </a:lnTo>
                  <a:lnTo>
                    <a:pt x="232335" y="200298"/>
                  </a:lnTo>
                  <a:lnTo>
                    <a:pt x="200299" y="232335"/>
                  </a:lnTo>
                  <a:lnTo>
                    <a:pt x="170267" y="266278"/>
                  </a:lnTo>
                  <a:lnTo>
                    <a:pt x="142336" y="302031"/>
                  </a:lnTo>
                  <a:lnTo>
                    <a:pt x="116605" y="339496"/>
                  </a:lnTo>
                  <a:lnTo>
                    <a:pt x="93169" y="378578"/>
                  </a:lnTo>
                  <a:lnTo>
                    <a:pt x="72126" y="419177"/>
                  </a:lnTo>
                  <a:lnTo>
                    <a:pt x="53574" y="461197"/>
                  </a:lnTo>
                  <a:lnTo>
                    <a:pt x="37609" y="504541"/>
                  </a:lnTo>
                  <a:lnTo>
                    <a:pt x="24329" y="549112"/>
                  </a:lnTo>
                  <a:lnTo>
                    <a:pt x="13830" y="594812"/>
                  </a:lnTo>
                  <a:lnTo>
                    <a:pt x="6211" y="641545"/>
                  </a:lnTo>
                  <a:lnTo>
                    <a:pt x="1569" y="689212"/>
                  </a:lnTo>
                  <a:lnTo>
                    <a:pt x="0" y="737717"/>
                  </a:lnTo>
                  <a:lnTo>
                    <a:pt x="1569" y="786222"/>
                  </a:lnTo>
                  <a:lnTo>
                    <a:pt x="6211" y="833890"/>
                  </a:lnTo>
                  <a:lnTo>
                    <a:pt x="13830" y="880622"/>
                  </a:lnTo>
                  <a:lnTo>
                    <a:pt x="24329" y="926323"/>
                  </a:lnTo>
                  <a:lnTo>
                    <a:pt x="37609" y="970893"/>
                  </a:lnTo>
                  <a:lnTo>
                    <a:pt x="53574" y="1014238"/>
                  </a:lnTo>
                  <a:lnTo>
                    <a:pt x="72126" y="1056258"/>
                  </a:lnTo>
                  <a:lnTo>
                    <a:pt x="93169" y="1096858"/>
                  </a:lnTo>
                  <a:lnTo>
                    <a:pt x="116605" y="1135939"/>
                  </a:lnTo>
                  <a:lnTo>
                    <a:pt x="142336" y="1173404"/>
                  </a:lnTo>
                  <a:lnTo>
                    <a:pt x="170267" y="1209158"/>
                  </a:lnTo>
                  <a:lnTo>
                    <a:pt x="200299" y="1243101"/>
                  </a:lnTo>
                  <a:lnTo>
                    <a:pt x="232335" y="1275137"/>
                  </a:lnTo>
                  <a:lnTo>
                    <a:pt x="266278" y="1305169"/>
                  </a:lnTo>
                  <a:lnTo>
                    <a:pt x="302031" y="1333099"/>
                  </a:lnTo>
                  <a:lnTo>
                    <a:pt x="339497" y="1358831"/>
                  </a:lnTo>
                  <a:lnTo>
                    <a:pt x="378578" y="1382267"/>
                  </a:lnTo>
                  <a:lnTo>
                    <a:pt x="419177" y="1403309"/>
                  </a:lnTo>
                  <a:lnTo>
                    <a:pt x="461198" y="1421862"/>
                  </a:lnTo>
                  <a:lnTo>
                    <a:pt x="504542" y="1437827"/>
                  </a:lnTo>
                  <a:lnTo>
                    <a:pt x="549113" y="1451107"/>
                  </a:lnTo>
                  <a:lnTo>
                    <a:pt x="594813" y="1461605"/>
                  </a:lnTo>
                  <a:lnTo>
                    <a:pt x="641546" y="1469224"/>
                  </a:lnTo>
                  <a:lnTo>
                    <a:pt x="689213" y="1473867"/>
                  </a:lnTo>
                  <a:lnTo>
                    <a:pt x="737718" y="1475436"/>
                  </a:lnTo>
                  <a:lnTo>
                    <a:pt x="786223" y="1473867"/>
                  </a:lnTo>
                  <a:lnTo>
                    <a:pt x="833891" y="1469224"/>
                  </a:lnTo>
                  <a:lnTo>
                    <a:pt x="880623" y="1461605"/>
                  </a:lnTo>
                  <a:lnTo>
                    <a:pt x="926323" y="1451107"/>
                  </a:lnTo>
                  <a:lnTo>
                    <a:pt x="970894" y="1437827"/>
                  </a:lnTo>
                  <a:lnTo>
                    <a:pt x="1014238" y="1421862"/>
                  </a:lnTo>
                  <a:lnTo>
                    <a:pt x="1056259" y="1403309"/>
                  </a:lnTo>
                  <a:lnTo>
                    <a:pt x="1096858" y="1382267"/>
                  </a:lnTo>
                  <a:lnTo>
                    <a:pt x="1135939" y="1358831"/>
                  </a:lnTo>
                  <a:lnTo>
                    <a:pt x="1173405" y="1333099"/>
                  </a:lnTo>
                  <a:lnTo>
                    <a:pt x="1209158" y="1305169"/>
                  </a:lnTo>
                  <a:lnTo>
                    <a:pt x="1243101" y="1275137"/>
                  </a:lnTo>
                  <a:lnTo>
                    <a:pt x="1275138" y="1243101"/>
                  </a:lnTo>
                  <a:lnTo>
                    <a:pt x="1305170" y="1209158"/>
                  </a:lnTo>
                  <a:lnTo>
                    <a:pt x="1333100" y="1173404"/>
                  </a:lnTo>
                  <a:lnTo>
                    <a:pt x="1358832" y="1135939"/>
                  </a:lnTo>
                  <a:lnTo>
                    <a:pt x="1382268" y="1096858"/>
                  </a:lnTo>
                  <a:lnTo>
                    <a:pt x="1403310" y="1056258"/>
                  </a:lnTo>
                  <a:lnTo>
                    <a:pt x="1421863" y="1014238"/>
                  </a:lnTo>
                  <a:lnTo>
                    <a:pt x="1437828" y="970893"/>
                  </a:lnTo>
                  <a:lnTo>
                    <a:pt x="1451108" y="926323"/>
                  </a:lnTo>
                  <a:lnTo>
                    <a:pt x="1461606" y="880622"/>
                  </a:lnTo>
                  <a:lnTo>
                    <a:pt x="1469225" y="833890"/>
                  </a:lnTo>
                  <a:lnTo>
                    <a:pt x="1473868" y="786222"/>
                  </a:lnTo>
                  <a:lnTo>
                    <a:pt x="1475437" y="737717"/>
                  </a:lnTo>
                  <a:lnTo>
                    <a:pt x="1473868" y="689212"/>
                  </a:lnTo>
                  <a:lnTo>
                    <a:pt x="1469225" y="641545"/>
                  </a:lnTo>
                  <a:lnTo>
                    <a:pt x="1461606" y="594812"/>
                  </a:lnTo>
                  <a:lnTo>
                    <a:pt x="1451108" y="549112"/>
                  </a:lnTo>
                  <a:lnTo>
                    <a:pt x="1437828" y="504541"/>
                  </a:lnTo>
                  <a:lnTo>
                    <a:pt x="1421863" y="461197"/>
                  </a:lnTo>
                  <a:lnTo>
                    <a:pt x="1403310" y="419177"/>
                  </a:lnTo>
                  <a:lnTo>
                    <a:pt x="1382268" y="378578"/>
                  </a:lnTo>
                  <a:lnTo>
                    <a:pt x="1358832" y="339496"/>
                  </a:lnTo>
                  <a:lnTo>
                    <a:pt x="1333100" y="302031"/>
                  </a:lnTo>
                  <a:lnTo>
                    <a:pt x="1305170" y="266278"/>
                  </a:lnTo>
                  <a:lnTo>
                    <a:pt x="1275138" y="232335"/>
                  </a:lnTo>
                  <a:lnTo>
                    <a:pt x="1243101" y="200298"/>
                  </a:lnTo>
                  <a:lnTo>
                    <a:pt x="1209158" y="170267"/>
                  </a:lnTo>
                  <a:lnTo>
                    <a:pt x="1173405" y="142336"/>
                  </a:lnTo>
                  <a:lnTo>
                    <a:pt x="1135939" y="116605"/>
                  </a:lnTo>
                  <a:lnTo>
                    <a:pt x="1096858" y="93169"/>
                  </a:lnTo>
                  <a:lnTo>
                    <a:pt x="1056259" y="72126"/>
                  </a:lnTo>
                  <a:lnTo>
                    <a:pt x="1014238" y="53574"/>
                  </a:lnTo>
                  <a:lnTo>
                    <a:pt x="970894" y="37609"/>
                  </a:lnTo>
                  <a:lnTo>
                    <a:pt x="926323" y="24329"/>
                  </a:lnTo>
                  <a:lnTo>
                    <a:pt x="880623" y="13830"/>
                  </a:lnTo>
                  <a:lnTo>
                    <a:pt x="833891" y="6211"/>
                  </a:lnTo>
                  <a:lnTo>
                    <a:pt x="786223" y="1569"/>
                  </a:lnTo>
                  <a:lnTo>
                    <a:pt x="737718" y="0"/>
                  </a:lnTo>
                  <a:close/>
                </a:path>
              </a:pathLst>
            </a:custGeom>
            <a:solidFill>
              <a:srgbClr val="9BBB59"/>
            </a:solidFill>
          </p:spPr>
          <p:txBody>
            <a:bodyPr wrap="square" lIns="0" tIns="0" rIns="0" bIns="0" rtlCol="0"/>
            <a:lstStyle/>
            <a:p>
              <a:endParaRPr/>
            </a:p>
          </p:txBody>
        </p:sp>
        <p:pic>
          <p:nvPicPr>
            <p:cNvPr id="13" name="object 13"/>
            <p:cNvPicPr/>
            <p:nvPr/>
          </p:nvPicPr>
          <p:blipFill>
            <a:blip r:embed="rId6" cstate="print"/>
            <a:stretch>
              <a:fillRect/>
            </a:stretch>
          </p:blipFill>
          <p:spPr>
            <a:xfrm>
              <a:off x="4157472" y="3194304"/>
              <a:ext cx="847344" cy="850392"/>
            </a:xfrm>
            <a:prstGeom prst="rect">
              <a:avLst/>
            </a:prstGeom>
          </p:spPr>
        </p:pic>
      </p:grpSp>
      <p:sp>
        <p:nvSpPr>
          <p:cNvPr id="14" name="object 14"/>
          <p:cNvSpPr txBox="1"/>
          <p:nvPr/>
        </p:nvSpPr>
        <p:spPr>
          <a:xfrm>
            <a:off x="5446061" y="4783386"/>
            <a:ext cx="2089785" cy="793750"/>
          </a:xfrm>
          <a:prstGeom prst="rect">
            <a:avLst/>
          </a:prstGeom>
        </p:spPr>
        <p:txBody>
          <a:bodyPr vert="horz" wrap="square" lIns="0" tIns="69850" rIns="0" bIns="0" rtlCol="0">
            <a:spAutoFit/>
          </a:bodyPr>
          <a:lstStyle/>
          <a:p>
            <a:pPr marL="386715" marR="5080" indent="-374650">
              <a:lnSpc>
                <a:spcPts val="2810"/>
              </a:lnSpc>
              <a:spcBef>
                <a:spcPts val="550"/>
              </a:spcBef>
            </a:pPr>
            <a:r>
              <a:rPr sz="2700" dirty="0">
                <a:latin typeface="Arial MT"/>
                <a:cs typeface="Arial MT"/>
              </a:rPr>
              <a:t>N</a:t>
            </a:r>
            <a:r>
              <a:rPr sz="2700" spc="-204" dirty="0">
                <a:latin typeface="Arial MT"/>
                <a:cs typeface="Arial MT"/>
              </a:rPr>
              <a:t>A</a:t>
            </a:r>
            <a:r>
              <a:rPr sz="2700" dirty="0">
                <a:latin typeface="Arial MT"/>
                <a:cs typeface="Arial MT"/>
              </a:rPr>
              <a:t>V</a:t>
            </a:r>
            <a:r>
              <a:rPr sz="2700" spc="-5" dirty="0">
                <a:latin typeface="Arial MT"/>
                <a:cs typeface="Arial MT"/>
              </a:rPr>
              <a:t>IG</a:t>
            </a:r>
            <a:r>
              <a:rPr sz="2700" spc="-204" dirty="0">
                <a:latin typeface="Arial MT"/>
                <a:cs typeface="Arial MT"/>
              </a:rPr>
              <a:t>A</a:t>
            </a:r>
            <a:r>
              <a:rPr sz="2700" dirty="0">
                <a:latin typeface="Arial MT"/>
                <a:cs typeface="Arial MT"/>
              </a:rPr>
              <a:t>T</a:t>
            </a:r>
            <a:r>
              <a:rPr sz="2700" spc="-5" dirty="0">
                <a:latin typeface="Arial MT"/>
                <a:cs typeface="Arial MT"/>
              </a:rPr>
              <a:t>IO</a:t>
            </a:r>
            <a:r>
              <a:rPr sz="2700" dirty="0">
                <a:latin typeface="Arial MT"/>
                <a:cs typeface="Arial MT"/>
              </a:rPr>
              <a:t>N  </a:t>
            </a:r>
            <a:r>
              <a:rPr sz="2700" spc="-5" dirty="0">
                <a:latin typeface="Arial MT"/>
                <a:cs typeface="Arial MT"/>
              </a:rPr>
              <a:t>DESIGN</a:t>
            </a:r>
            <a:endParaRPr sz="2700" dirty="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a:extLst>
              <a:ext uri="{C183D7F6-B498-43B3-948B-1728B52AA6E4}">
                <adec:decorative xmlns:adec="http://schemas.microsoft.com/office/drawing/2017/decorative" val="1"/>
              </a:ext>
            </a:extLst>
          </p:cNvPr>
          <p:cNvGrpSpPr/>
          <p:nvPr/>
        </p:nvGrpSpPr>
        <p:grpSpPr>
          <a:xfrm>
            <a:off x="0" y="2"/>
            <a:ext cx="9144000" cy="5437628"/>
            <a:chOff x="0" y="2"/>
            <a:chExt cx="9144000" cy="5437628"/>
          </a:xfrm>
        </p:grpSpPr>
        <p:sp>
          <p:nvSpPr>
            <p:cNvPr id="3" name="object 3"/>
            <p:cNvSpPr/>
            <p:nvPr/>
          </p:nvSpPr>
          <p:spPr>
            <a:xfrm>
              <a:off x="0" y="2"/>
              <a:ext cx="9144000" cy="4412615"/>
            </a:xfrm>
            <a:custGeom>
              <a:avLst/>
              <a:gdLst/>
              <a:ahLst/>
              <a:cxnLst/>
              <a:rect l="l" t="t" r="r" b="b"/>
              <a:pathLst>
                <a:path w="9144000" h="4412615">
                  <a:moveTo>
                    <a:pt x="9144000" y="0"/>
                  </a:moveTo>
                  <a:lnTo>
                    <a:pt x="0" y="0"/>
                  </a:lnTo>
                  <a:lnTo>
                    <a:pt x="0" y="4412581"/>
                  </a:lnTo>
                  <a:lnTo>
                    <a:pt x="9144000" y="4412581"/>
                  </a:lnTo>
                  <a:lnTo>
                    <a:pt x="9144000" y="0"/>
                  </a:lnTo>
                  <a:close/>
                </a:path>
              </a:pathLst>
            </a:custGeom>
            <a:solidFill>
              <a:schemeClr val="tx2"/>
            </a:solidFill>
          </p:spPr>
          <p:txBody>
            <a:bodyPr wrap="square" lIns="0" tIns="0" rIns="0" bIns="0" rtlCol="0"/>
            <a:lstStyle/>
            <a:p>
              <a:endParaRPr dirty="0"/>
            </a:p>
          </p:txBody>
        </p:sp>
        <p:pic>
          <p:nvPicPr>
            <p:cNvPr id="4" name="object 4"/>
            <p:cNvPicPr/>
            <p:nvPr/>
          </p:nvPicPr>
          <p:blipFill>
            <a:blip r:embed="rId2" cstate="print"/>
            <a:stretch>
              <a:fillRect/>
            </a:stretch>
          </p:blipFill>
          <p:spPr>
            <a:xfrm>
              <a:off x="304800" y="536447"/>
              <a:ext cx="8534400" cy="4901183"/>
            </a:xfrm>
            <a:prstGeom prst="rect">
              <a:avLst/>
            </a:prstGeom>
          </p:spPr>
        </p:pic>
        <p:sp>
          <p:nvSpPr>
            <p:cNvPr id="5" name="object 5">
              <a:extLst>
                <a:ext uri="{C183D7F6-B498-43B3-948B-1728B52AA6E4}">
                  <adec:decorative xmlns:adec="http://schemas.microsoft.com/office/drawing/2017/decorative" val="1"/>
                </a:ext>
              </a:extLst>
            </p:cNvPr>
            <p:cNvSpPr/>
            <p:nvPr/>
          </p:nvSpPr>
          <p:spPr>
            <a:xfrm>
              <a:off x="447347" y="551962"/>
              <a:ext cx="8249920" cy="4618990"/>
            </a:xfrm>
            <a:custGeom>
              <a:avLst/>
              <a:gdLst/>
              <a:ahLst/>
              <a:cxnLst/>
              <a:rect l="l" t="t" r="r" b="b"/>
              <a:pathLst>
                <a:path w="8249920" h="4618990">
                  <a:moveTo>
                    <a:pt x="8249303" y="0"/>
                  </a:moveTo>
                  <a:lnTo>
                    <a:pt x="0" y="0"/>
                  </a:lnTo>
                  <a:lnTo>
                    <a:pt x="0" y="4618548"/>
                  </a:lnTo>
                  <a:lnTo>
                    <a:pt x="8249303" y="4618548"/>
                  </a:lnTo>
                  <a:lnTo>
                    <a:pt x="8249303" y="0"/>
                  </a:lnTo>
                  <a:close/>
                </a:path>
              </a:pathLst>
            </a:custGeom>
            <a:solidFill>
              <a:srgbClr val="FFFFFF"/>
            </a:solidFill>
          </p:spPr>
          <p:txBody>
            <a:bodyPr wrap="square" lIns="0" tIns="0" rIns="0" bIns="0" rtlCol="0"/>
            <a:lstStyle/>
            <a:p>
              <a:endParaRPr/>
            </a:p>
          </p:txBody>
        </p:sp>
      </p:grpSp>
      <p:sp>
        <p:nvSpPr>
          <p:cNvPr id="8" name="object 8">
            <a:extLst>
              <a:ext uri="{C183D7F6-B498-43B3-948B-1728B52AA6E4}">
                <adec:decorative xmlns:adec="http://schemas.microsoft.com/office/drawing/2017/decorative" val="1"/>
              </a:ext>
            </a:extLst>
          </p:cNvPr>
          <p:cNvSpPr/>
          <p:nvPr/>
        </p:nvSpPr>
        <p:spPr>
          <a:xfrm>
            <a:off x="446712" y="5160370"/>
            <a:ext cx="8250555" cy="0"/>
          </a:xfrm>
          <a:custGeom>
            <a:avLst/>
            <a:gdLst/>
            <a:ahLst/>
            <a:cxnLst/>
            <a:rect l="l" t="t" r="r" b="b"/>
            <a:pathLst>
              <a:path w="8250555">
                <a:moveTo>
                  <a:pt x="8250174" y="0"/>
                </a:moveTo>
                <a:lnTo>
                  <a:pt x="0" y="1"/>
                </a:lnTo>
              </a:path>
            </a:pathLst>
          </a:custGeom>
          <a:ln w="101600">
            <a:solidFill>
              <a:schemeClr val="tx2"/>
            </a:solidFill>
          </a:ln>
        </p:spPr>
        <p:txBody>
          <a:bodyPr wrap="square" lIns="0" tIns="0" rIns="0" bIns="0" rtlCol="0"/>
          <a:lstStyle/>
          <a:p>
            <a:endParaRPr/>
          </a:p>
        </p:txBody>
      </p:sp>
      <p:sp>
        <p:nvSpPr>
          <p:cNvPr id="9" name="object 7">
            <a:extLst>
              <a:ext uri="{FF2B5EF4-FFF2-40B4-BE49-F238E27FC236}">
                <a16:creationId xmlns:a16="http://schemas.microsoft.com/office/drawing/2014/main" id="{E825E7FF-7076-EBE0-E810-85BACEF81885}"/>
              </a:ext>
            </a:extLst>
          </p:cNvPr>
          <p:cNvSpPr txBox="1">
            <a:spLocks noGrp="1"/>
          </p:cNvSpPr>
          <p:nvPr>
            <p:ph type="title" idx="4294967295"/>
          </p:nvPr>
        </p:nvSpPr>
        <p:spPr>
          <a:xfrm>
            <a:off x="759372" y="2406925"/>
            <a:ext cx="7625233" cy="2044149"/>
          </a:xfrm>
          <a:prstGeom prst="rect">
            <a:avLst/>
          </a:prstGeom>
          <a:noFill/>
          <a:ln>
            <a:noFill/>
            <a:prstDash/>
          </a:ln>
          <a:effectLst/>
        </p:spPr>
        <p:txBody>
          <a:bodyPr rot="0" spcFirstLastPara="0" vertOverflow="overflow" horzOverflow="overflow" vert="horz" wrap="square" lIns="0" tIns="12700" rIns="0" bIns="0" numCol="1" spcCol="0" rtlCol="0" fromWordArt="0" anchor="t" anchorCtr="0" forceAA="0" compatLnSpc="1">
            <a:prstTxWarp prst="textNoShape">
              <a:avLst/>
            </a:prstTxWarp>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GB" sz="6600" b="0" i="0" u="none" strike="noStrike" kern="1200" cap="none" spc="0" normalizeH="0" baseline="0" noProof="0" dirty="0">
                <a:ln>
                  <a:noFill/>
                </a:ln>
                <a:solidFill>
                  <a:schemeClr val="tx2"/>
                </a:solidFill>
                <a:effectLst/>
                <a:uLnTx/>
                <a:uFillTx/>
                <a:latin typeface="Arial"/>
                <a:ea typeface="+mn-ea"/>
                <a:cs typeface="Arial"/>
              </a:rPr>
              <a:t>INTERFACE DESIGN</a:t>
            </a:r>
          </a:p>
        </p:txBody>
      </p:sp>
    </p:spTree>
    <p:extLst>
      <p:ext uri="{BB962C8B-B14F-4D97-AF65-F5344CB8AC3E}">
        <p14:creationId xmlns:p14="http://schemas.microsoft.com/office/powerpoint/2010/main" val="1595938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457200"/>
            <a:ext cx="3265170" cy="558800"/>
          </a:xfrm>
          <a:prstGeom prst="rect">
            <a:avLst/>
          </a:prstGeom>
        </p:spPr>
        <p:txBody>
          <a:bodyPr vert="horz" wrap="square" lIns="0" tIns="12700" rIns="0" bIns="0" rtlCol="0">
            <a:spAutoFit/>
          </a:bodyPr>
          <a:lstStyle/>
          <a:p>
            <a:pPr marL="12700">
              <a:lnSpc>
                <a:spcPct val="100000"/>
              </a:lnSpc>
              <a:spcBef>
                <a:spcPts val="100"/>
              </a:spcBef>
            </a:pPr>
            <a:r>
              <a:rPr spc="-5" dirty="0"/>
              <a:t>Interface</a:t>
            </a:r>
            <a:r>
              <a:rPr spc="-35" dirty="0"/>
              <a:t> </a:t>
            </a:r>
            <a:r>
              <a:rPr spc="-5" dirty="0"/>
              <a:t>Design</a:t>
            </a:r>
          </a:p>
        </p:txBody>
      </p:sp>
      <p:sp>
        <p:nvSpPr>
          <p:cNvPr id="3" name="object 3"/>
          <p:cNvSpPr txBox="1"/>
          <p:nvPr/>
        </p:nvSpPr>
        <p:spPr>
          <a:xfrm>
            <a:off x="533400" y="1752599"/>
            <a:ext cx="8527732" cy="4903522"/>
          </a:xfrm>
          <a:prstGeom prst="rect">
            <a:avLst/>
          </a:prstGeom>
        </p:spPr>
        <p:txBody>
          <a:bodyPr vert="horz" wrap="square" lIns="0" tIns="64135" rIns="0" bIns="0" rtlCol="0">
            <a:spAutoFit/>
          </a:bodyPr>
          <a:lstStyle/>
          <a:p>
            <a:pPr marL="241300" indent="-228600">
              <a:lnSpc>
                <a:spcPct val="100000"/>
              </a:lnSpc>
              <a:spcBef>
                <a:spcPts val="505"/>
              </a:spcBef>
              <a:buChar char="•"/>
              <a:tabLst>
                <a:tab pos="240665" algn="l"/>
                <a:tab pos="241300" algn="l"/>
              </a:tabLst>
            </a:pPr>
            <a:r>
              <a:rPr sz="2400" dirty="0">
                <a:latin typeface="Arial MT"/>
                <a:cs typeface="Arial MT"/>
              </a:rPr>
              <a:t>How</a:t>
            </a:r>
            <a:r>
              <a:rPr sz="2400" spc="-15" dirty="0">
                <a:latin typeface="Arial MT"/>
                <a:cs typeface="Arial MT"/>
              </a:rPr>
              <a:t> </a:t>
            </a:r>
            <a:r>
              <a:rPr sz="2400" spc="-5" dirty="0">
                <a:latin typeface="Arial MT"/>
                <a:cs typeface="Arial MT"/>
              </a:rPr>
              <a:t>the</a:t>
            </a:r>
            <a:r>
              <a:rPr sz="2400" spc="-15" dirty="0">
                <a:latin typeface="Arial MT"/>
                <a:cs typeface="Arial MT"/>
              </a:rPr>
              <a:t> </a:t>
            </a:r>
            <a:r>
              <a:rPr sz="2400" b="1" i="1" dirty="0">
                <a:latin typeface="Arial"/>
                <a:cs typeface="Arial"/>
              </a:rPr>
              <a:t>user</a:t>
            </a:r>
            <a:r>
              <a:rPr sz="2400" b="1" i="1" spc="-15" dirty="0">
                <a:latin typeface="Arial"/>
                <a:cs typeface="Arial"/>
              </a:rPr>
              <a:t> </a:t>
            </a:r>
            <a:r>
              <a:rPr sz="2400" b="1" i="1" spc="-5" dirty="0">
                <a:latin typeface="Arial"/>
                <a:cs typeface="Arial"/>
              </a:rPr>
              <a:t>interacts</a:t>
            </a:r>
            <a:r>
              <a:rPr sz="2400" b="1" i="1" spc="-20" dirty="0">
                <a:latin typeface="Arial"/>
                <a:cs typeface="Arial"/>
              </a:rPr>
              <a:t> </a:t>
            </a:r>
            <a:r>
              <a:rPr sz="2400" dirty="0">
                <a:latin typeface="Arial MT"/>
                <a:cs typeface="Arial MT"/>
              </a:rPr>
              <a:t>with</a:t>
            </a:r>
            <a:r>
              <a:rPr sz="2400" spc="-15" dirty="0">
                <a:latin typeface="Arial MT"/>
                <a:cs typeface="Arial MT"/>
              </a:rPr>
              <a:t> </a:t>
            </a:r>
            <a:r>
              <a:rPr sz="2400" spc="-5" dirty="0">
                <a:latin typeface="Arial MT"/>
                <a:cs typeface="Arial MT"/>
              </a:rPr>
              <a:t>the</a:t>
            </a:r>
            <a:r>
              <a:rPr sz="2400" spc="-20" dirty="0">
                <a:latin typeface="Arial MT"/>
                <a:cs typeface="Arial MT"/>
              </a:rPr>
              <a:t> </a:t>
            </a:r>
            <a:r>
              <a:rPr sz="2400" spc="-5" dirty="0">
                <a:latin typeface="Arial MT"/>
                <a:cs typeface="Arial MT"/>
              </a:rPr>
              <a:t>site.</a:t>
            </a:r>
            <a:endParaRPr lang="en-GB" sz="2400" spc="-5" dirty="0">
              <a:latin typeface="Arial MT"/>
              <a:cs typeface="Arial MT"/>
            </a:endParaRPr>
          </a:p>
          <a:p>
            <a:pPr marL="241300" indent="-228600">
              <a:lnSpc>
                <a:spcPct val="100000"/>
              </a:lnSpc>
              <a:spcBef>
                <a:spcPts val="505"/>
              </a:spcBef>
              <a:buChar char="•"/>
              <a:tabLst>
                <a:tab pos="240665" algn="l"/>
                <a:tab pos="241300" algn="l"/>
              </a:tabLst>
            </a:pPr>
            <a:endParaRPr sz="2400" dirty="0">
              <a:latin typeface="Arial MT"/>
              <a:cs typeface="Arial MT"/>
            </a:endParaRPr>
          </a:p>
          <a:p>
            <a:pPr marL="241300" indent="-228600">
              <a:lnSpc>
                <a:spcPct val="100000"/>
              </a:lnSpc>
              <a:spcBef>
                <a:spcPts val="409"/>
              </a:spcBef>
              <a:buChar char="•"/>
              <a:tabLst>
                <a:tab pos="240665" algn="l"/>
                <a:tab pos="241300" algn="l"/>
              </a:tabLst>
            </a:pPr>
            <a:r>
              <a:rPr sz="2400" u="sng" spc="-5" dirty="0">
                <a:uFill>
                  <a:solidFill>
                    <a:srgbClr val="000000"/>
                  </a:solidFill>
                </a:uFill>
                <a:latin typeface="Arial MT"/>
                <a:cs typeface="Arial MT"/>
              </a:rPr>
              <a:t>Must</a:t>
            </a:r>
            <a:r>
              <a:rPr sz="2400" u="sng" spc="-20" dirty="0">
                <a:uFill>
                  <a:solidFill>
                    <a:srgbClr val="000000"/>
                  </a:solidFill>
                </a:uFill>
                <a:latin typeface="Arial MT"/>
                <a:cs typeface="Arial MT"/>
              </a:rPr>
              <a:t> </a:t>
            </a:r>
            <a:r>
              <a:rPr sz="2400" u="sng" dirty="0">
                <a:uFill>
                  <a:solidFill>
                    <a:srgbClr val="000000"/>
                  </a:solidFill>
                </a:uFill>
                <a:latin typeface="Arial MT"/>
                <a:cs typeface="Arial MT"/>
              </a:rPr>
              <a:t>be</a:t>
            </a:r>
            <a:r>
              <a:rPr sz="2400" u="sng" spc="-10" dirty="0">
                <a:uFill>
                  <a:solidFill>
                    <a:srgbClr val="000000"/>
                  </a:solidFill>
                </a:uFill>
                <a:latin typeface="Arial MT"/>
                <a:cs typeface="Arial MT"/>
              </a:rPr>
              <a:t> </a:t>
            </a:r>
            <a:r>
              <a:rPr sz="2400" u="sng" dirty="0">
                <a:uFill>
                  <a:solidFill>
                    <a:srgbClr val="000000"/>
                  </a:solidFill>
                </a:uFill>
                <a:latin typeface="Arial MT"/>
                <a:cs typeface="Arial MT"/>
              </a:rPr>
              <a:t>based</a:t>
            </a:r>
            <a:r>
              <a:rPr sz="2400" u="sng" spc="-10" dirty="0">
                <a:uFill>
                  <a:solidFill>
                    <a:srgbClr val="000000"/>
                  </a:solidFill>
                </a:uFill>
                <a:latin typeface="Arial MT"/>
                <a:cs typeface="Arial MT"/>
              </a:rPr>
              <a:t> </a:t>
            </a:r>
            <a:r>
              <a:rPr sz="2400" u="sng" dirty="0">
                <a:uFill>
                  <a:solidFill>
                    <a:srgbClr val="000000"/>
                  </a:solidFill>
                </a:uFill>
                <a:latin typeface="Arial MT"/>
                <a:cs typeface="Arial MT"/>
              </a:rPr>
              <a:t>on</a:t>
            </a:r>
            <a:r>
              <a:rPr sz="2400" u="sng" spc="-10" dirty="0">
                <a:uFill>
                  <a:solidFill>
                    <a:srgbClr val="000000"/>
                  </a:solidFill>
                </a:uFill>
                <a:latin typeface="Arial MT"/>
                <a:cs typeface="Arial MT"/>
              </a:rPr>
              <a:t> </a:t>
            </a:r>
            <a:r>
              <a:rPr sz="2400" u="sng" spc="-5" dirty="0">
                <a:uFill>
                  <a:solidFill>
                    <a:srgbClr val="000000"/>
                  </a:solidFill>
                </a:uFill>
                <a:latin typeface="Arial MT"/>
                <a:cs typeface="Arial MT"/>
              </a:rPr>
              <a:t>the</a:t>
            </a:r>
            <a:r>
              <a:rPr sz="2400" u="sng" spc="-10" dirty="0">
                <a:uFill>
                  <a:solidFill>
                    <a:srgbClr val="000000"/>
                  </a:solidFill>
                </a:uFill>
                <a:latin typeface="Arial MT"/>
                <a:cs typeface="Arial MT"/>
              </a:rPr>
              <a:t> </a:t>
            </a:r>
            <a:r>
              <a:rPr sz="2400" u="sng" spc="-5" dirty="0">
                <a:uFill>
                  <a:solidFill>
                    <a:srgbClr val="000000"/>
                  </a:solidFill>
                </a:uFill>
                <a:latin typeface="Arial MT"/>
                <a:cs typeface="Arial MT"/>
              </a:rPr>
              <a:t>Interaction</a:t>
            </a:r>
            <a:r>
              <a:rPr sz="2400" u="sng" spc="-15" dirty="0">
                <a:uFill>
                  <a:solidFill>
                    <a:srgbClr val="000000"/>
                  </a:solidFill>
                </a:uFill>
                <a:latin typeface="Arial MT"/>
                <a:cs typeface="Arial MT"/>
              </a:rPr>
              <a:t> </a:t>
            </a:r>
            <a:r>
              <a:rPr sz="2400" u="sng" dirty="0">
                <a:uFill>
                  <a:solidFill>
                    <a:srgbClr val="000000"/>
                  </a:solidFill>
                </a:uFill>
                <a:latin typeface="Arial MT"/>
                <a:cs typeface="Arial MT"/>
              </a:rPr>
              <a:t>Design</a:t>
            </a:r>
            <a:r>
              <a:rPr sz="2400" u="sng" spc="-10" dirty="0">
                <a:uFill>
                  <a:solidFill>
                    <a:srgbClr val="000000"/>
                  </a:solidFill>
                </a:uFill>
                <a:latin typeface="Arial MT"/>
                <a:cs typeface="Arial MT"/>
              </a:rPr>
              <a:t> </a:t>
            </a:r>
            <a:r>
              <a:rPr sz="2400" u="sng" spc="-5" dirty="0">
                <a:uFill>
                  <a:solidFill>
                    <a:srgbClr val="000000"/>
                  </a:solidFill>
                </a:uFill>
                <a:latin typeface="Arial MT"/>
                <a:cs typeface="Arial MT"/>
              </a:rPr>
              <a:t>(IxD)</a:t>
            </a:r>
            <a:r>
              <a:rPr sz="2400" u="sng" spc="-10" dirty="0">
                <a:uFill>
                  <a:solidFill>
                    <a:srgbClr val="000000"/>
                  </a:solidFill>
                </a:uFill>
                <a:latin typeface="Arial MT"/>
                <a:cs typeface="Arial MT"/>
              </a:rPr>
              <a:t> </a:t>
            </a:r>
            <a:r>
              <a:rPr sz="2400" u="sng" dirty="0">
                <a:uFill>
                  <a:solidFill>
                    <a:srgbClr val="000000"/>
                  </a:solidFill>
                </a:uFill>
                <a:latin typeface="Arial MT"/>
                <a:cs typeface="Arial MT"/>
              </a:rPr>
              <a:t>of</a:t>
            </a:r>
            <a:r>
              <a:rPr sz="2400" u="sng" spc="-15" dirty="0">
                <a:uFill>
                  <a:solidFill>
                    <a:srgbClr val="000000"/>
                  </a:solidFill>
                </a:uFill>
                <a:latin typeface="Arial MT"/>
                <a:cs typeface="Arial MT"/>
              </a:rPr>
              <a:t> </a:t>
            </a:r>
            <a:r>
              <a:rPr sz="2400" u="sng" spc="-5" dirty="0">
                <a:uFill>
                  <a:solidFill>
                    <a:srgbClr val="000000"/>
                  </a:solidFill>
                </a:uFill>
                <a:latin typeface="Arial MT"/>
                <a:cs typeface="Arial MT"/>
              </a:rPr>
              <a:t>the</a:t>
            </a:r>
            <a:r>
              <a:rPr sz="2400" u="sng" spc="-10" dirty="0">
                <a:uFill>
                  <a:solidFill>
                    <a:srgbClr val="000000"/>
                  </a:solidFill>
                </a:uFill>
                <a:latin typeface="Arial MT"/>
                <a:cs typeface="Arial MT"/>
              </a:rPr>
              <a:t> </a:t>
            </a:r>
            <a:r>
              <a:rPr sz="2400" u="sng" spc="-5" dirty="0">
                <a:uFill>
                  <a:solidFill>
                    <a:srgbClr val="000000"/>
                  </a:solidFill>
                </a:uFill>
                <a:latin typeface="Arial MT"/>
                <a:cs typeface="Arial MT"/>
              </a:rPr>
              <a:t>site</a:t>
            </a:r>
            <a:r>
              <a:rPr sz="2400" spc="-5" dirty="0">
                <a:latin typeface="Arial MT"/>
                <a:cs typeface="Arial MT"/>
              </a:rPr>
              <a:t>.</a:t>
            </a:r>
            <a:endParaRPr lang="en-GB" sz="2400" spc="-5" dirty="0">
              <a:latin typeface="Arial MT"/>
              <a:cs typeface="Arial MT"/>
            </a:endParaRPr>
          </a:p>
          <a:p>
            <a:pPr marL="241300" indent="-228600">
              <a:lnSpc>
                <a:spcPct val="100000"/>
              </a:lnSpc>
              <a:spcBef>
                <a:spcPts val="409"/>
              </a:spcBef>
              <a:buChar char="•"/>
              <a:tabLst>
                <a:tab pos="240665" algn="l"/>
                <a:tab pos="241300" algn="l"/>
              </a:tabLst>
            </a:pPr>
            <a:endParaRPr sz="2400" dirty="0">
              <a:latin typeface="Arial MT"/>
              <a:cs typeface="Arial MT"/>
            </a:endParaRPr>
          </a:p>
          <a:p>
            <a:pPr marL="241300" marR="65405" indent="-228600">
              <a:lnSpc>
                <a:spcPct val="90300"/>
              </a:lnSpc>
              <a:spcBef>
                <a:spcPts val="520"/>
              </a:spcBef>
              <a:buChar char="•"/>
              <a:tabLst>
                <a:tab pos="240665" algn="l"/>
                <a:tab pos="241300" algn="l"/>
              </a:tabLst>
            </a:pPr>
            <a:r>
              <a:rPr sz="2400" spc="-5" dirty="0">
                <a:latin typeface="Arial MT"/>
                <a:cs typeface="Arial MT"/>
              </a:rPr>
              <a:t>Successful interfaces are those </a:t>
            </a:r>
            <a:r>
              <a:rPr sz="2400" dirty="0">
                <a:latin typeface="Arial MT"/>
                <a:cs typeface="Arial MT"/>
              </a:rPr>
              <a:t>in which </a:t>
            </a:r>
            <a:r>
              <a:rPr sz="2400" b="1" i="1" spc="-5" dirty="0">
                <a:latin typeface="Arial"/>
                <a:cs typeface="Arial"/>
              </a:rPr>
              <a:t>users </a:t>
            </a:r>
            <a:r>
              <a:rPr sz="2400" b="1" i="1" dirty="0">
                <a:latin typeface="Arial"/>
                <a:cs typeface="Arial"/>
              </a:rPr>
              <a:t> </a:t>
            </a:r>
            <a:r>
              <a:rPr sz="2400" b="1" i="1" spc="-5" dirty="0">
                <a:latin typeface="Arial"/>
                <a:cs typeface="Arial"/>
              </a:rPr>
              <a:t>immediately notice the important </a:t>
            </a:r>
            <a:r>
              <a:rPr sz="2400" b="1" i="1" spc="-15" dirty="0">
                <a:latin typeface="Arial"/>
                <a:cs typeface="Arial"/>
              </a:rPr>
              <a:t>stuff</a:t>
            </a:r>
            <a:r>
              <a:rPr sz="2400" spc="-15" dirty="0">
                <a:latin typeface="Arial MT"/>
                <a:cs typeface="Arial MT"/>
              </a:rPr>
              <a:t>. </a:t>
            </a:r>
            <a:r>
              <a:rPr sz="2400" spc="-5" dirty="0">
                <a:latin typeface="Arial MT"/>
                <a:cs typeface="Arial MT"/>
              </a:rPr>
              <a:t>Unimportant </a:t>
            </a:r>
            <a:r>
              <a:rPr sz="2400" spc="-15" dirty="0">
                <a:latin typeface="Arial MT"/>
                <a:cs typeface="Arial MT"/>
              </a:rPr>
              <a:t>stuff, </a:t>
            </a:r>
            <a:r>
              <a:rPr sz="2400" dirty="0">
                <a:latin typeface="Arial MT"/>
                <a:cs typeface="Arial MT"/>
              </a:rPr>
              <a:t>on </a:t>
            </a:r>
            <a:r>
              <a:rPr sz="2400" spc="-5" dirty="0">
                <a:latin typeface="Arial MT"/>
                <a:cs typeface="Arial MT"/>
              </a:rPr>
              <a:t>the other </a:t>
            </a:r>
            <a:r>
              <a:rPr sz="2400" dirty="0">
                <a:latin typeface="Arial MT"/>
                <a:cs typeface="Arial MT"/>
              </a:rPr>
              <a:t>hand, doesn’t get </a:t>
            </a:r>
            <a:r>
              <a:rPr sz="2400" spc="-5" dirty="0">
                <a:latin typeface="Arial MT"/>
                <a:cs typeface="Arial MT"/>
              </a:rPr>
              <a:t>noticed</a:t>
            </a:r>
            <a:r>
              <a:rPr lang="en-GB" sz="2400" spc="-5" dirty="0">
                <a:latin typeface="Arial MT"/>
                <a:cs typeface="Arial MT"/>
              </a:rPr>
              <a:t> </a:t>
            </a:r>
            <a:r>
              <a:rPr sz="2400" spc="-5" dirty="0">
                <a:latin typeface="Arial MT"/>
                <a:cs typeface="Arial MT"/>
              </a:rPr>
              <a:t>—</a:t>
            </a:r>
            <a:r>
              <a:rPr lang="en-GB" sz="2400" spc="-5" dirty="0">
                <a:latin typeface="Arial MT"/>
                <a:cs typeface="Arial MT"/>
              </a:rPr>
              <a:t> </a:t>
            </a:r>
            <a:r>
              <a:rPr sz="2400" spc="-5" dirty="0">
                <a:latin typeface="Arial MT"/>
                <a:cs typeface="Arial MT"/>
              </a:rPr>
              <a:t>sometimes </a:t>
            </a:r>
            <a:r>
              <a:rPr sz="2400" spc="-545" dirty="0">
                <a:latin typeface="Arial MT"/>
                <a:cs typeface="Arial MT"/>
              </a:rPr>
              <a:t> </a:t>
            </a:r>
            <a:r>
              <a:rPr sz="2400" dirty="0">
                <a:latin typeface="Arial MT"/>
                <a:cs typeface="Arial MT"/>
              </a:rPr>
              <a:t>because</a:t>
            </a:r>
            <a:r>
              <a:rPr sz="2400" spc="-15" dirty="0">
                <a:latin typeface="Arial MT"/>
                <a:cs typeface="Arial MT"/>
              </a:rPr>
              <a:t> </a:t>
            </a:r>
            <a:r>
              <a:rPr sz="2400" spc="-10" dirty="0">
                <a:latin typeface="Arial MT"/>
                <a:cs typeface="Arial MT"/>
              </a:rPr>
              <a:t>it’s </a:t>
            </a:r>
            <a:r>
              <a:rPr sz="2400" dirty="0">
                <a:latin typeface="Arial MT"/>
                <a:cs typeface="Arial MT"/>
              </a:rPr>
              <a:t>not</a:t>
            </a:r>
            <a:r>
              <a:rPr sz="2400" spc="-15" dirty="0">
                <a:latin typeface="Arial MT"/>
                <a:cs typeface="Arial MT"/>
              </a:rPr>
              <a:t> </a:t>
            </a:r>
            <a:r>
              <a:rPr sz="2400" spc="-5" dirty="0">
                <a:latin typeface="Arial MT"/>
                <a:cs typeface="Arial MT"/>
              </a:rPr>
              <a:t>there</a:t>
            </a:r>
            <a:r>
              <a:rPr sz="2400" spc="-15" dirty="0">
                <a:latin typeface="Arial MT"/>
                <a:cs typeface="Arial MT"/>
              </a:rPr>
              <a:t> </a:t>
            </a:r>
            <a:r>
              <a:rPr sz="2400" dirty="0">
                <a:latin typeface="Arial MT"/>
                <a:cs typeface="Arial MT"/>
              </a:rPr>
              <a:t>at</a:t>
            </a:r>
            <a:r>
              <a:rPr sz="2400" spc="-15" dirty="0">
                <a:latin typeface="Arial MT"/>
                <a:cs typeface="Arial MT"/>
              </a:rPr>
              <a:t> </a:t>
            </a:r>
            <a:r>
              <a:rPr sz="2400" dirty="0">
                <a:latin typeface="Arial MT"/>
                <a:cs typeface="Arial MT"/>
              </a:rPr>
              <a:t>all.</a:t>
            </a:r>
            <a:endParaRPr lang="en-GB" sz="2400" dirty="0">
              <a:latin typeface="Arial MT"/>
              <a:cs typeface="Arial MT"/>
            </a:endParaRPr>
          </a:p>
          <a:p>
            <a:pPr marL="241300" marR="65405" indent="-228600">
              <a:lnSpc>
                <a:spcPct val="90300"/>
              </a:lnSpc>
              <a:spcBef>
                <a:spcPts val="520"/>
              </a:spcBef>
              <a:buChar char="•"/>
              <a:tabLst>
                <a:tab pos="240665" algn="l"/>
                <a:tab pos="241300" algn="l"/>
              </a:tabLst>
            </a:pPr>
            <a:endParaRPr sz="2400" dirty="0">
              <a:latin typeface="Arial MT"/>
              <a:cs typeface="Arial MT"/>
            </a:endParaRPr>
          </a:p>
          <a:p>
            <a:pPr marL="241300" marR="84455" indent="-228600">
              <a:lnSpc>
                <a:spcPct val="88700"/>
              </a:lnSpc>
              <a:spcBef>
                <a:spcPts val="680"/>
              </a:spcBef>
              <a:buChar char="•"/>
              <a:tabLst>
                <a:tab pos="240665" algn="l"/>
                <a:tab pos="241300" algn="l"/>
              </a:tabLst>
            </a:pPr>
            <a:r>
              <a:rPr sz="2400" spc="-5" dirty="0">
                <a:latin typeface="Arial MT"/>
                <a:cs typeface="Arial MT"/>
              </a:rPr>
              <a:t>One</a:t>
            </a:r>
            <a:r>
              <a:rPr sz="2400" spc="-15" dirty="0">
                <a:latin typeface="Arial MT"/>
                <a:cs typeface="Arial MT"/>
              </a:rPr>
              <a:t> </a:t>
            </a:r>
            <a:r>
              <a:rPr sz="2400" dirty="0">
                <a:latin typeface="Arial MT"/>
                <a:cs typeface="Arial MT"/>
              </a:rPr>
              <a:t>of</a:t>
            </a:r>
            <a:r>
              <a:rPr sz="2400" spc="-20" dirty="0">
                <a:latin typeface="Arial MT"/>
                <a:cs typeface="Arial MT"/>
              </a:rPr>
              <a:t> </a:t>
            </a:r>
            <a:r>
              <a:rPr sz="2400" spc="-5" dirty="0">
                <a:latin typeface="Arial MT"/>
                <a:cs typeface="Arial MT"/>
              </a:rPr>
              <a:t>the</a:t>
            </a:r>
            <a:r>
              <a:rPr sz="2400" spc="-15" dirty="0">
                <a:latin typeface="Arial MT"/>
                <a:cs typeface="Arial MT"/>
              </a:rPr>
              <a:t> </a:t>
            </a:r>
            <a:r>
              <a:rPr sz="2400" dirty="0">
                <a:latin typeface="Arial MT"/>
                <a:cs typeface="Arial MT"/>
              </a:rPr>
              <a:t>biggest</a:t>
            </a:r>
            <a:r>
              <a:rPr sz="2400" spc="-15" dirty="0">
                <a:latin typeface="Arial MT"/>
                <a:cs typeface="Arial MT"/>
              </a:rPr>
              <a:t> </a:t>
            </a:r>
            <a:r>
              <a:rPr sz="2400" dirty="0">
                <a:latin typeface="Arial MT"/>
                <a:cs typeface="Arial MT"/>
              </a:rPr>
              <a:t>challenges</a:t>
            </a:r>
            <a:r>
              <a:rPr sz="2400" spc="-15" dirty="0">
                <a:latin typeface="Arial MT"/>
                <a:cs typeface="Arial MT"/>
              </a:rPr>
              <a:t> </a:t>
            </a:r>
            <a:r>
              <a:rPr sz="2400" dirty="0">
                <a:latin typeface="Arial MT"/>
                <a:cs typeface="Arial MT"/>
              </a:rPr>
              <a:t>of</a:t>
            </a:r>
            <a:r>
              <a:rPr sz="2400" spc="-20" dirty="0">
                <a:latin typeface="Arial MT"/>
                <a:cs typeface="Arial MT"/>
              </a:rPr>
              <a:t> </a:t>
            </a:r>
            <a:r>
              <a:rPr sz="2400" dirty="0">
                <a:latin typeface="Arial MT"/>
                <a:cs typeface="Arial MT"/>
              </a:rPr>
              <a:t>designing</a:t>
            </a:r>
            <a:r>
              <a:rPr sz="2400" spc="-15" dirty="0">
                <a:latin typeface="Arial MT"/>
                <a:cs typeface="Arial MT"/>
              </a:rPr>
              <a:t> </a:t>
            </a:r>
            <a:r>
              <a:rPr sz="2400" spc="-5" dirty="0">
                <a:latin typeface="Arial MT"/>
                <a:cs typeface="Arial MT"/>
              </a:rPr>
              <a:t>interfaces</a:t>
            </a:r>
            <a:r>
              <a:rPr sz="2400" spc="-10" dirty="0">
                <a:latin typeface="Arial MT"/>
                <a:cs typeface="Arial MT"/>
              </a:rPr>
              <a:t> </a:t>
            </a:r>
            <a:r>
              <a:rPr sz="2400" spc="-5" dirty="0">
                <a:latin typeface="Arial MT"/>
                <a:cs typeface="Arial MT"/>
              </a:rPr>
              <a:t>for </a:t>
            </a:r>
            <a:r>
              <a:rPr sz="2400" spc="-545" dirty="0">
                <a:latin typeface="Arial MT"/>
                <a:cs typeface="Arial MT"/>
              </a:rPr>
              <a:t> </a:t>
            </a:r>
            <a:r>
              <a:rPr sz="2400" dirty="0">
                <a:latin typeface="Arial MT"/>
                <a:cs typeface="Arial MT"/>
              </a:rPr>
              <a:t>complex </a:t>
            </a:r>
            <a:r>
              <a:rPr sz="2400" spc="-5" dirty="0">
                <a:latin typeface="Arial MT"/>
                <a:cs typeface="Arial MT"/>
              </a:rPr>
              <a:t>systems </a:t>
            </a:r>
            <a:r>
              <a:rPr sz="2400" dirty="0">
                <a:latin typeface="Arial MT"/>
                <a:cs typeface="Arial MT"/>
              </a:rPr>
              <a:t>is </a:t>
            </a:r>
            <a:r>
              <a:rPr sz="2400" b="1" i="1" spc="-5" dirty="0">
                <a:latin typeface="Arial"/>
                <a:cs typeface="Arial"/>
              </a:rPr>
              <a:t>figuring </a:t>
            </a:r>
            <a:r>
              <a:rPr sz="2400" b="1" i="1" dirty="0">
                <a:latin typeface="Arial"/>
                <a:cs typeface="Arial"/>
              </a:rPr>
              <a:t>out </a:t>
            </a:r>
            <a:r>
              <a:rPr sz="2400" b="1" i="1" spc="-5" dirty="0">
                <a:latin typeface="Arial"/>
                <a:cs typeface="Arial"/>
              </a:rPr>
              <a:t>which aspects the users </a:t>
            </a:r>
            <a:r>
              <a:rPr sz="2400" b="1" i="1" spc="5" dirty="0">
                <a:latin typeface="Arial"/>
                <a:cs typeface="Arial"/>
              </a:rPr>
              <a:t>don’t </a:t>
            </a:r>
            <a:r>
              <a:rPr sz="2400" b="1" i="1" dirty="0">
                <a:latin typeface="Arial"/>
                <a:cs typeface="Arial"/>
              </a:rPr>
              <a:t>need </a:t>
            </a:r>
            <a:r>
              <a:rPr sz="2400" b="1" i="1" spc="-5" dirty="0">
                <a:latin typeface="Arial"/>
                <a:cs typeface="Arial"/>
              </a:rPr>
              <a:t>to </a:t>
            </a:r>
            <a:r>
              <a:rPr sz="2400" b="1" i="1" dirty="0">
                <a:latin typeface="Arial"/>
                <a:cs typeface="Arial"/>
              </a:rPr>
              <a:t>deal </a:t>
            </a:r>
            <a:r>
              <a:rPr sz="2400" b="1" i="1" spc="-10" dirty="0">
                <a:latin typeface="Arial"/>
                <a:cs typeface="Arial"/>
              </a:rPr>
              <a:t>with </a:t>
            </a:r>
            <a:r>
              <a:rPr sz="2400" b="1" i="1" dirty="0">
                <a:latin typeface="Arial"/>
                <a:cs typeface="Arial"/>
              </a:rPr>
              <a:t>and </a:t>
            </a:r>
            <a:r>
              <a:rPr sz="2400" b="1" i="1" spc="-5" dirty="0">
                <a:latin typeface="Arial"/>
                <a:cs typeface="Arial"/>
              </a:rPr>
              <a:t>reducing their </a:t>
            </a:r>
            <a:r>
              <a:rPr sz="2400" b="1" i="1" spc="-10" dirty="0">
                <a:latin typeface="Arial"/>
                <a:cs typeface="Arial"/>
              </a:rPr>
              <a:t>visibility </a:t>
            </a:r>
            <a:r>
              <a:rPr sz="2400" spc="-5" dirty="0">
                <a:latin typeface="Arial MT"/>
                <a:cs typeface="Arial MT"/>
              </a:rPr>
              <a:t>(or</a:t>
            </a:r>
            <a:r>
              <a:rPr sz="2400" spc="-10" dirty="0">
                <a:latin typeface="Arial MT"/>
                <a:cs typeface="Arial MT"/>
              </a:rPr>
              <a:t> </a:t>
            </a:r>
            <a:r>
              <a:rPr sz="2400" dirty="0">
                <a:latin typeface="Arial MT"/>
                <a:cs typeface="Arial MT"/>
              </a:rPr>
              <a:t>leaving</a:t>
            </a:r>
            <a:r>
              <a:rPr sz="2400" spc="-10" dirty="0">
                <a:latin typeface="Arial MT"/>
                <a:cs typeface="Arial MT"/>
              </a:rPr>
              <a:t> </a:t>
            </a:r>
            <a:r>
              <a:rPr sz="2400" spc="-5" dirty="0">
                <a:latin typeface="Arial MT"/>
                <a:cs typeface="Arial MT"/>
              </a:rPr>
              <a:t>them</a:t>
            </a:r>
            <a:r>
              <a:rPr sz="2400" spc="-10" dirty="0">
                <a:latin typeface="Arial MT"/>
                <a:cs typeface="Arial MT"/>
              </a:rPr>
              <a:t> </a:t>
            </a:r>
            <a:r>
              <a:rPr sz="2400" dirty="0">
                <a:latin typeface="Arial MT"/>
                <a:cs typeface="Arial MT"/>
              </a:rPr>
              <a:t>out</a:t>
            </a:r>
            <a:r>
              <a:rPr sz="2400" spc="-15" dirty="0">
                <a:latin typeface="Arial MT"/>
                <a:cs typeface="Arial MT"/>
              </a:rPr>
              <a:t> </a:t>
            </a:r>
            <a:r>
              <a:rPr sz="2400" spc="-5" dirty="0">
                <a:latin typeface="Arial MT"/>
                <a:cs typeface="Arial MT"/>
              </a:rPr>
              <a:t>altogether).</a:t>
            </a:r>
            <a:endParaRPr sz="2400" dirty="0">
              <a:latin typeface="Arial MT"/>
              <a:cs typeface="Arial M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457200"/>
            <a:ext cx="6817362" cy="558800"/>
          </a:xfrm>
          <a:prstGeom prst="rect">
            <a:avLst/>
          </a:prstGeom>
        </p:spPr>
        <p:txBody>
          <a:bodyPr vert="horz" wrap="square" lIns="0" tIns="12700" rIns="0" bIns="0" rtlCol="0">
            <a:spAutoFit/>
          </a:bodyPr>
          <a:lstStyle/>
          <a:p>
            <a:pPr marL="12700">
              <a:lnSpc>
                <a:spcPct val="100000"/>
              </a:lnSpc>
              <a:spcBef>
                <a:spcPts val="100"/>
              </a:spcBef>
            </a:pPr>
            <a:r>
              <a:rPr spc="-5" dirty="0"/>
              <a:t>Interface</a:t>
            </a:r>
            <a:r>
              <a:rPr spc="-35" dirty="0"/>
              <a:t> </a:t>
            </a:r>
            <a:r>
              <a:rPr spc="-5" dirty="0"/>
              <a:t>Design</a:t>
            </a:r>
            <a:r>
              <a:rPr lang="en-GB" spc="-5" dirty="0"/>
              <a:t> Principles</a:t>
            </a:r>
            <a:endParaRPr spc="-5" dirty="0"/>
          </a:p>
        </p:txBody>
      </p:sp>
      <p:sp>
        <p:nvSpPr>
          <p:cNvPr id="3" name="object 3"/>
          <p:cNvSpPr txBox="1"/>
          <p:nvPr/>
        </p:nvSpPr>
        <p:spPr>
          <a:xfrm>
            <a:off x="438127" y="2133600"/>
            <a:ext cx="8267746" cy="4691028"/>
          </a:xfrm>
          <a:prstGeom prst="rect">
            <a:avLst/>
          </a:prstGeom>
        </p:spPr>
        <p:txBody>
          <a:bodyPr vert="horz" wrap="square" lIns="0" tIns="12700" rIns="0" bIns="0" rtlCol="0">
            <a:spAutoFit/>
          </a:bodyPr>
          <a:lstStyle/>
          <a:p>
            <a:pPr marL="127000">
              <a:lnSpc>
                <a:spcPct val="100000"/>
              </a:lnSpc>
              <a:spcBef>
                <a:spcPts val="100"/>
              </a:spcBef>
            </a:pPr>
            <a:r>
              <a:rPr sz="2800" b="1" dirty="0">
                <a:latin typeface="Arial"/>
                <a:cs typeface="Arial"/>
              </a:rPr>
              <a:t>6</a:t>
            </a:r>
            <a:r>
              <a:rPr sz="2800" b="1" spc="10" dirty="0">
                <a:latin typeface="Arial"/>
                <a:cs typeface="Arial"/>
              </a:rPr>
              <a:t> </a:t>
            </a:r>
            <a:r>
              <a:rPr sz="2800" b="1" spc="-5" dirty="0">
                <a:latin typeface="Arial"/>
                <a:cs typeface="Arial"/>
              </a:rPr>
              <a:t>major</a:t>
            </a:r>
            <a:r>
              <a:rPr sz="2800" b="1" spc="5" dirty="0">
                <a:latin typeface="Arial"/>
                <a:cs typeface="Arial"/>
              </a:rPr>
              <a:t> </a:t>
            </a:r>
            <a:r>
              <a:rPr sz="2800" b="1" spc="-5" dirty="0">
                <a:latin typeface="Arial"/>
                <a:cs typeface="Arial"/>
              </a:rPr>
              <a:t>principles</a:t>
            </a:r>
            <a:r>
              <a:rPr sz="2800" b="1" spc="10" dirty="0">
                <a:latin typeface="Arial"/>
                <a:cs typeface="Arial"/>
              </a:rPr>
              <a:t> </a:t>
            </a:r>
            <a:r>
              <a:rPr sz="2800" b="1" spc="-5" dirty="0">
                <a:latin typeface="Arial"/>
                <a:cs typeface="Arial"/>
              </a:rPr>
              <a:t>of</a:t>
            </a:r>
            <a:r>
              <a:rPr sz="2800" b="1" dirty="0">
                <a:latin typeface="Arial"/>
                <a:cs typeface="Arial"/>
              </a:rPr>
              <a:t> </a:t>
            </a:r>
            <a:r>
              <a:rPr sz="2800" b="1" spc="-5" dirty="0">
                <a:latin typeface="Arial"/>
                <a:cs typeface="Arial"/>
              </a:rPr>
              <a:t>Interface</a:t>
            </a:r>
            <a:r>
              <a:rPr sz="2800" b="1" spc="10" dirty="0">
                <a:latin typeface="Arial"/>
                <a:cs typeface="Arial"/>
              </a:rPr>
              <a:t> </a:t>
            </a:r>
            <a:r>
              <a:rPr sz="2800" b="1" spc="-5" dirty="0">
                <a:latin typeface="Arial"/>
                <a:cs typeface="Arial"/>
              </a:rPr>
              <a:t>Design</a:t>
            </a:r>
            <a:r>
              <a:rPr sz="2800" b="1" spc="10" dirty="0">
                <a:latin typeface="Arial"/>
                <a:cs typeface="Arial"/>
              </a:rPr>
              <a:t> </a:t>
            </a:r>
            <a:r>
              <a:rPr sz="2800" b="1" spc="-5" dirty="0">
                <a:latin typeface="Arial"/>
                <a:cs typeface="Arial"/>
              </a:rPr>
              <a:t>(Constantine</a:t>
            </a:r>
            <a:r>
              <a:rPr sz="2800" b="1" spc="10" dirty="0">
                <a:latin typeface="Arial"/>
                <a:cs typeface="Arial"/>
              </a:rPr>
              <a:t> </a:t>
            </a:r>
            <a:r>
              <a:rPr sz="2800" b="1" spc="-5" dirty="0">
                <a:latin typeface="Arial"/>
                <a:cs typeface="Arial"/>
              </a:rPr>
              <a:t>and</a:t>
            </a:r>
            <a:r>
              <a:rPr sz="2800" b="1" spc="5" dirty="0">
                <a:latin typeface="Arial"/>
                <a:cs typeface="Arial"/>
              </a:rPr>
              <a:t> </a:t>
            </a:r>
            <a:r>
              <a:rPr sz="2800" b="1" spc="-5" dirty="0">
                <a:latin typeface="Arial"/>
                <a:cs typeface="Arial"/>
              </a:rPr>
              <a:t>Lockwood,</a:t>
            </a:r>
            <a:r>
              <a:rPr sz="2800" b="1" spc="10" dirty="0">
                <a:latin typeface="Arial"/>
                <a:cs typeface="Arial"/>
              </a:rPr>
              <a:t> </a:t>
            </a:r>
            <a:r>
              <a:rPr sz="2800" b="1" dirty="0">
                <a:latin typeface="Arial"/>
                <a:cs typeface="Arial"/>
              </a:rPr>
              <a:t>1999)</a:t>
            </a:r>
            <a:endParaRPr sz="2800" dirty="0">
              <a:latin typeface="Arial"/>
              <a:cs typeface="Arial"/>
            </a:endParaRPr>
          </a:p>
          <a:p>
            <a:pPr marL="514350" indent="-514350">
              <a:lnSpc>
                <a:spcPct val="100000"/>
              </a:lnSpc>
              <a:spcBef>
                <a:spcPts val="5"/>
              </a:spcBef>
              <a:buFont typeface="+mj-lt"/>
              <a:buAutoNum type="arabicPeriod"/>
            </a:pPr>
            <a:endParaRPr sz="4000" dirty="0">
              <a:latin typeface="Arial" panose="020B0604020202020204" pitchFamily="34" charset="0"/>
              <a:cs typeface="Arial" panose="020B0604020202020204" pitchFamily="34" charset="0"/>
            </a:endParaRPr>
          </a:p>
          <a:p>
            <a:pPr marL="927100" lvl="1" indent="-457200">
              <a:buFont typeface="+mj-lt"/>
              <a:buAutoNum type="arabicPeriod"/>
              <a:tabLst>
                <a:tab pos="240665" algn="l"/>
                <a:tab pos="241300" algn="l"/>
              </a:tabLst>
            </a:pPr>
            <a:r>
              <a:rPr lang="en-GB" sz="2800" spc="-5" dirty="0">
                <a:latin typeface="Arial" panose="020B0604020202020204" pitchFamily="34" charset="0"/>
                <a:cs typeface="Arial" panose="020B0604020202020204" pitchFamily="34" charset="0"/>
              </a:rPr>
              <a:t>S</a:t>
            </a:r>
            <a:r>
              <a:rPr sz="2800" spc="-5" dirty="0" err="1">
                <a:latin typeface="Arial" panose="020B0604020202020204" pitchFamily="34" charset="0"/>
                <a:cs typeface="Arial" panose="020B0604020202020204" pitchFamily="34" charset="0"/>
              </a:rPr>
              <a:t>tructure</a:t>
            </a:r>
            <a:r>
              <a:rPr sz="2800" spc="-5" dirty="0">
                <a:latin typeface="Arial" panose="020B0604020202020204" pitchFamily="34" charset="0"/>
                <a:cs typeface="Arial" panose="020B0604020202020204" pitchFamily="34" charset="0"/>
              </a:rPr>
              <a:t> </a:t>
            </a:r>
            <a:endParaRPr lang="en-GB" sz="2800" spc="-5" dirty="0">
              <a:latin typeface="Arial" panose="020B0604020202020204" pitchFamily="34" charset="0"/>
              <a:cs typeface="Arial" panose="020B0604020202020204" pitchFamily="34" charset="0"/>
            </a:endParaRPr>
          </a:p>
          <a:p>
            <a:pPr marL="927100" lvl="1" indent="-457200">
              <a:buFont typeface="+mj-lt"/>
              <a:buAutoNum type="arabicPeriod"/>
              <a:tabLst>
                <a:tab pos="240665" algn="l"/>
                <a:tab pos="241300" algn="l"/>
              </a:tabLst>
            </a:pPr>
            <a:r>
              <a:rPr lang="en-GB" sz="2800" spc="-5" dirty="0">
                <a:latin typeface="Arial" panose="020B0604020202020204" pitchFamily="34" charset="0"/>
                <a:cs typeface="Arial" panose="020B0604020202020204" pitchFamily="34" charset="0"/>
              </a:rPr>
              <a:t>Simplicity </a:t>
            </a:r>
          </a:p>
          <a:p>
            <a:pPr marL="927100" lvl="1" indent="-457200">
              <a:buFont typeface="+mj-lt"/>
              <a:buAutoNum type="arabicPeriod"/>
              <a:tabLst>
                <a:tab pos="240665" algn="l"/>
                <a:tab pos="241300" algn="l"/>
              </a:tabLst>
            </a:pPr>
            <a:r>
              <a:rPr lang="en-GB" sz="2800" spc="-5" dirty="0">
                <a:latin typeface="Arial" panose="020B0604020202020204" pitchFamily="34" charset="0"/>
                <a:cs typeface="Arial" panose="020B0604020202020204" pitchFamily="34" charset="0"/>
              </a:rPr>
              <a:t>Visibility</a:t>
            </a:r>
          </a:p>
          <a:p>
            <a:pPr marL="927100" lvl="1" indent="-457200">
              <a:buFont typeface="+mj-lt"/>
              <a:buAutoNum type="arabicPeriod"/>
              <a:tabLst>
                <a:tab pos="240665" algn="l"/>
                <a:tab pos="241300" algn="l"/>
              </a:tabLst>
            </a:pPr>
            <a:r>
              <a:rPr lang="en-GB" sz="2800" spc="-5" dirty="0">
                <a:latin typeface="Arial" panose="020B0604020202020204" pitchFamily="34" charset="0"/>
                <a:cs typeface="Arial" panose="020B0604020202020204" pitchFamily="34" charset="0"/>
              </a:rPr>
              <a:t>Feedback</a:t>
            </a:r>
          </a:p>
          <a:p>
            <a:pPr marL="927100" lvl="1" indent="-457200">
              <a:buFont typeface="+mj-lt"/>
              <a:buAutoNum type="arabicPeriod"/>
              <a:tabLst>
                <a:tab pos="240665" algn="l"/>
                <a:tab pos="241300" algn="l"/>
              </a:tabLst>
            </a:pPr>
            <a:r>
              <a:rPr lang="en-GB" sz="2800" spc="-5" dirty="0">
                <a:latin typeface="Arial" panose="020B0604020202020204" pitchFamily="34" charset="0"/>
                <a:cs typeface="Arial" panose="020B0604020202020204" pitchFamily="34" charset="0"/>
              </a:rPr>
              <a:t>Tolerance</a:t>
            </a:r>
          </a:p>
          <a:p>
            <a:pPr marL="927100" lvl="1" indent="-457200">
              <a:buFont typeface="+mj-lt"/>
              <a:buAutoNum type="arabicPeriod"/>
              <a:tabLst>
                <a:tab pos="240665" algn="l"/>
                <a:tab pos="241300" algn="l"/>
              </a:tabLst>
            </a:pPr>
            <a:r>
              <a:rPr lang="en-GB" sz="2800" spc="-5" dirty="0">
                <a:latin typeface="Arial" panose="020B0604020202020204" pitchFamily="34" charset="0"/>
                <a:cs typeface="Arial" panose="020B0604020202020204" pitchFamily="34" charset="0"/>
              </a:rPr>
              <a:t>Reuse</a:t>
            </a:r>
          </a:p>
          <a:p>
            <a:pPr marL="241300" indent="-228600">
              <a:lnSpc>
                <a:spcPct val="100000"/>
              </a:lnSpc>
              <a:buFont typeface="Arial MT"/>
              <a:buChar char="•"/>
              <a:tabLst>
                <a:tab pos="240665" algn="l"/>
                <a:tab pos="241300" algn="l"/>
              </a:tabLst>
            </a:pPr>
            <a:endParaRPr lang="en-GB" sz="2000" spc="-5" dirty="0">
              <a:latin typeface="Arial MT"/>
              <a:cs typeface="Arial MT"/>
            </a:endParaRPr>
          </a:p>
          <a:p>
            <a:pPr marL="241300" indent="-228600">
              <a:lnSpc>
                <a:spcPct val="100000"/>
              </a:lnSpc>
              <a:buFont typeface="Arial MT"/>
              <a:buChar char="•"/>
              <a:tabLst>
                <a:tab pos="240665" algn="l"/>
                <a:tab pos="241300" algn="l"/>
              </a:tabLst>
            </a:pPr>
            <a:endParaRPr sz="2000" dirty="0">
              <a:latin typeface="Arial MT"/>
              <a:cs typeface="Arial M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515367"/>
            <a:ext cx="5826762" cy="551433"/>
          </a:xfrm>
          <a:prstGeom prst="rect">
            <a:avLst/>
          </a:prstGeom>
        </p:spPr>
        <p:txBody>
          <a:bodyPr vert="horz" wrap="square" lIns="0" tIns="12700" rIns="0" bIns="0" rtlCol="0">
            <a:spAutoFit/>
          </a:bodyPr>
          <a:lstStyle/>
          <a:p>
            <a:pPr marL="12700">
              <a:lnSpc>
                <a:spcPct val="100000"/>
              </a:lnSpc>
              <a:spcBef>
                <a:spcPts val="100"/>
              </a:spcBef>
            </a:pPr>
            <a:r>
              <a:rPr spc="-5" dirty="0"/>
              <a:t>Interface</a:t>
            </a:r>
            <a:r>
              <a:rPr spc="-35" dirty="0"/>
              <a:t> </a:t>
            </a:r>
            <a:r>
              <a:rPr spc="-5" dirty="0"/>
              <a:t>Design</a:t>
            </a:r>
            <a:r>
              <a:rPr lang="en-GB" spc="-5" dirty="0"/>
              <a:t> Principles</a:t>
            </a:r>
            <a:endParaRPr spc="-5" dirty="0"/>
          </a:p>
        </p:txBody>
      </p:sp>
      <p:sp>
        <p:nvSpPr>
          <p:cNvPr id="3" name="object 3"/>
          <p:cNvSpPr txBox="1"/>
          <p:nvPr/>
        </p:nvSpPr>
        <p:spPr>
          <a:xfrm>
            <a:off x="438127" y="1828800"/>
            <a:ext cx="8267746" cy="5288627"/>
          </a:xfrm>
          <a:prstGeom prst="rect">
            <a:avLst/>
          </a:prstGeom>
        </p:spPr>
        <p:txBody>
          <a:bodyPr vert="horz" wrap="square" lIns="0" tIns="12700" rIns="0" bIns="0" rtlCol="0">
            <a:spAutoFit/>
          </a:bodyPr>
          <a:lstStyle/>
          <a:p>
            <a:pPr marL="12700">
              <a:tabLst>
                <a:tab pos="240665" algn="l"/>
                <a:tab pos="241300" algn="l"/>
              </a:tabLst>
            </a:pPr>
            <a:r>
              <a:rPr b="1" spc="-5" dirty="0">
                <a:latin typeface="Arial" panose="020B0604020202020204" pitchFamily="34" charset="0"/>
                <a:cs typeface="Arial" panose="020B0604020202020204" pitchFamily="34" charset="0"/>
              </a:rPr>
              <a:t>The structure principle</a:t>
            </a:r>
            <a:endParaRPr dirty="0">
              <a:latin typeface="Arial" panose="020B0604020202020204" pitchFamily="34" charset="0"/>
              <a:cs typeface="Arial" panose="020B0604020202020204" pitchFamily="34" charset="0"/>
            </a:endParaRPr>
          </a:p>
          <a:p>
            <a:pPr marL="469900" marR="5080" lvl="1" indent="-342900">
              <a:spcBef>
                <a:spcPts val="715"/>
              </a:spcBef>
              <a:buFont typeface="Arial" panose="020B0604020202020204" pitchFamily="34" charset="0"/>
              <a:buChar char="•"/>
              <a:tabLst>
                <a:tab pos="354965" algn="l"/>
                <a:tab pos="355600" algn="l"/>
              </a:tabLst>
            </a:pPr>
            <a:r>
              <a:rPr spc="-40" dirty="0">
                <a:latin typeface="Arial" panose="020B0604020202020204" pitchFamily="34" charset="0"/>
                <a:cs typeface="Arial" panose="020B0604020202020204" pitchFamily="34" charset="0"/>
              </a:rPr>
              <a:t>Your</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design</a:t>
            </a:r>
            <a:r>
              <a:rPr spc="1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should</a:t>
            </a:r>
            <a:r>
              <a:rPr spc="1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organize</a:t>
            </a:r>
            <a:r>
              <a:rPr spc="10"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the</a:t>
            </a:r>
            <a:r>
              <a:rPr spc="1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user</a:t>
            </a:r>
            <a:r>
              <a:rPr spc="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interface</a:t>
            </a:r>
            <a:r>
              <a:rPr spc="15" dirty="0">
                <a:latin typeface="Arial" panose="020B0604020202020204" pitchFamily="34" charset="0"/>
                <a:cs typeface="Arial" panose="020B0604020202020204" pitchFamily="34" charset="0"/>
              </a:rPr>
              <a:t> </a:t>
            </a:r>
            <a:r>
              <a:rPr spc="-15" dirty="0">
                <a:latin typeface="Arial" panose="020B0604020202020204" pitchFamily="34" charset="0"/>
                <a:cs typeface="Arial" panose="020B0604020202020204" pitchFamily="34" charset="0"/>
              </a:rPr>
              <a:t>purposefully,</a:t>
            </a:r>
            <a:r>
              <a:rPr spc="10"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in</a:t>
            </a:r>
            <a:r>
              <a:rPr spc="1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meaningful </a:t>
            </a:r>
            <a:r>
              <a:rPr dirty="0">
                <a:latin typeface="Arial" panose="020B0604020202020204" pitchFamily="34" charset="0"/>
                <a:cs typeface="Arial" panose="020B0604020202020204" pitchFamily="34" charset="0"/>
              </a:rPr>
              <a:t> and</a:t>
            </a:r>
            <a:r>
              <a:rPr spc="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useful </a:t>
            </a:r>
            <a:r>
              <a:rPr spc="-5" dirty="0">
                <a:latin typeface="Arial" panose="020B0604020202020204" pitchFamily="34" charset="0"/>
                <a:cs typeface="Arial" panose="020B0604020202020204" pitchFamily="34" charset="0"/>
              </a:rPr>
              <a:t>ways</a:t>
            </a:r>
            <a:r>
              <a:rPr dirty="0">
                <a:latin typeface="Arial" panose="020B0604020202020204" pitchFamily="34" charset="0"/>
                <a:cs typeface="Arial" panose="020B0604020202020204" pitchFamily="34" charset="0"/>
              </a:rPr>
              <a:t> based</a:t>
            </a:r>
            <a:r>
              <a:rPr spc="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on</a:t>
            </a:r>
            <a:r>
              <a:rPr spc="5" dirty="0">
                <a:latin typeface="Arial" panose="020B0604020202020204" pitchFamily="34" charset="0"/>
                <a:cs typeface="Arial" panose="020B0604020202020204" pitchFamily="34" charset="0"/>
              </a:rPr>
              <a:t> </a:t>
            </a:r>
            <a:r>
              <a:rPr b="1" i="1" dirty="0">
                <a:latin typeface="Arial" panose="020B0604020202020204" pitchFamily="34" charset="0"/>
                <a:cs typeface="Arial" panose="020B0604020202020204" pitchFamily="34" charset="0"/>
              </a:rPr>
              <a:t>clear</a:t>
            </a:r>
            <a:r>
              <a:rPr b="1" dirty="0">
                <a:latin typeface="Arial" panose="020B0604020202020204" pitchFamily="34" charset="0"/>
                <a:cs typeface="Arial" panose="020B0604020202020204" pitchFamily="34" charset="0"/>
              </a:rPr>
              <a:t>,</a:t>
            </a:r>
            <a:r>
              <a:rPr b="1" spc="10" dirty="0">
                <a:latin typeface="Arial" panose="020B0604020202020204" pitchFamily="34" charset="0"/>
                <a:cs typeface="Arial" panose="020B0604020202020204" pitchFamily="34" charset="0"/>
              </a:rPr>
              <a:t> </a:t>
            </a:r>
            <a:r>
              <a:rPr b="1" i="1" spc="-5" dirty="0">
                <a:latin typeface="Arial" panose="020B0604020202020204" pitchFamily="34" charset="0"/>
                <a:cs typeface="Arial" panose="020B0604020202020204" pitchFamily="34" charset="0"/>
              </a:rPr>
              <a:t>consistent models</a:t>
            </a:r>
            <a:r>
              <a:rPr b="1" i="1" spc="10"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that</a:t>
            </a:r>
            <a:r>
              <a:rPr spc="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are</a:t>
            </a:r>
            <a:r>
              <a:rPr spc="5" dirty="0">
                <a:latin typeface="Arial" panose="020B0604020202020204" pitchFamily="34" charset="0"/>
                <a:cs typeface="Arial" panose="020B0604020202020204" pitchFamily="34" charset="0"/>
              </a:rPr>
              <a:t> </a:t>
            </a:r>
            <a:r>
              <a:rPr b="1" i="1" spc="-5" dirty="0">
                <a:latin typeface="Arial" panose="020B0604020202020204" pitchFamily="34" charset="0"/>
                <a:cs typeface="Arial" panose="020B0604020202020204" pitchFamily="34" charset="0"/>
              </a:rPr>
              <a:t>apparent and </a:t>
            </a:r>
            <a:r>
              <a:rPr b="1" i="1" spc="-455" dirty="0">
                <a:latin typeface="Arial" panose="020B0604020202020204" pitchFamily="34" charset="0"/>
                <a:cs typeface="Arial" panose="020B0604020202020204" pitchFamily="34" charset="0"/>
              </a:rPr>
              <a:t> </a:t>
            </a:r>
            <a:r>
              <a:rPr b="1" i="1" spc="-5" dirty="0">
                <a:latin typeface="Arial" panose="020B0604020202020204" pitchFamily="34" charset="0"/>
                <a:cs typeface="Arial" panose="020B0604020202020204" pitchFamily="34" charset="0"/>
              </a:rPr>
              <a:t>recognizable</a:t>
            </a:r>
            <a:r>
              <a:rPr b="1" i="1"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to</a:t>
            </a:r>
            <a:r>
              <a:rPr spc="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users.</a:t>
            </a:r>
            <a:endParaRPr dirty="0">
              <a:latin typeface="Arial" panose="020B0604020202020204" pitchFamily="34" charset="0"/>
              <a:cs typeface="Arial" panose="020B0604020202020204" pitchFamily="34" charset="0"/>
            </a:endParaRPr>
          </a:p>
          <a:p>
            <a:pPr marL="469900" marR="266065" lvl="1" indent="-342900">
              <a:spcBef>
                <a:spcPts val="695"/>
              </a:spcBef>
              <a:buFont typeface="Arial" panose="020B0604020202020204" pitchFamily="34" charset="0"/>
              <a:buChar char="•"/>
              <a:tabLst>
                <a:tab pos="354965" algn="l"/>
                <a:tab pos="355600" algn="l"/>
              </a:tabLst>
            </a:pPr>
            <a:r>
              <a:rPr dirty="0">
                <a:latin typeface="Arial" panose="020B0604020202020204" pitchFamily="34" charset="0"/>
                <a:cs typeface="Arial" panose="020B0604020202020204" pitchFamily="34" charset="0"/>
              </a:rPr>
              <a:t>Put</a:t>
            </a:r>
            <a:r>
              <a:rPr spc="5" dirty="0">
                <a:latin typeface="Arial" panose="020B0604020202020204" pitchFamily="34" charset="0"/>
                <a:cs typeface="Arial" panose="020B0604020202020204" pitchFamily="34" charset="0"/>
              </a:rPr>
              <a:t> </a:t>
            </a:r>
            <a:r>
              <a:rPr b="1" i="1" spc="-5" dirty="0">
                <a:latin typeface="Arial" panose="020B0604020202020204" pitchFamily="34" charset="0"/>
                <a:cs typeface="Arial" panose="020B0604020202020204" pitchFamily="34" charset="0"/>
              </a:rPr>
              <a:t>related</a:t>
            </a:r>
            <a:r>
              <a:rPr b="1" i="1" spc="10" dirty="0">
                <a:latin typeface="Arial" panose="020B0604020202020204" pitchFamily="34" charset="0"/>
                <a:cs typeface="Arial" panose="020B0604020202020204" pitchFamily="34" charset="0"/>
              </a:rPr>
              <a:t> </a:t>
            </a:r>
            <a:r>
              <a:rPr b="1" i="1" spc="-5" dirty="0">
                <a:latin typeface="Arial" panose="020B0604020202020204" pitchFamily="34" charset="0"/>
                <a:cs typeface="Arial" panose="020B0604020202020204" pitchFamily="34" charset="0"/>
              </a:rPr>
              <a:t>things</a:t>
            </a:r>
            <a:r>
              <a:rPr b="1" i="1" spc="15" dirty="0">
                <a:latin typeface="Arial" panose="020B0604020202020204" pitchFamily="34" charset="0"/>
                <a:cs typeface="Arial" panose="020B0604020202020204" pitchFamily="34" charset="0"/>
              </a:rPr>
              <a:t> </a:t>
            </a:r>
            <a:r>
              <a:rPr b="1" i="1" spc="-5" dirty="0">
                <a:latin typeface="Arial" panose="020B0604020202020204" pitchFamily="34" charset="0"/>
                <a:cs typeface="Arial" panose="020B0604020202020204" pitchFamily="34" charset="0"/>
              </a:rPr>
              <a:t>together</a:t>
            </a:r>
            <a:r>
              <a:rPr b="1" i="1" spc="10" dirty="0">
                <a:latin typeface="Arial" panose="020B0604020202020204" pitchFamily="34" charset="0"/>
                <a:cs typeface="Arial" panose="020B0604020202020204" pitchFamily="34" charset="0"/>
              </a:rPr>
              <a:t> </a:t>
            </a:r>
            <a:r>
              <a:rPr b="1" i="1" spc="-5" dirty="0">
                <a:latin typeface="Arial" panose="020B0604020202020204" pitchFamily="34" charset="0"/>
                <a:cs typeface="Arial" panose="020B0604020202020204" pitchFamily="34" charset="0"/>
              </a:rPr>
              <a:t>and</a:t>
            </a:r>
            <a:r>
              <a:rPr b="1" i="1" spc="10" dirty="0">
                <a:latin typeface="Arial" panose="020B0604020202020204" pitchFamily="34" charset="0"/>
                <a:cs typeface="Arial" panose="020B0604020202020204" pitchFamily="34" charset="0"/>
              </a:rPr>
              <a:t> </a:t>
            </a:r>
            <a:r>
              <a:rPr b="1" i="1" spc="-5" dirty="0">
                <a:latin typeface="Arial" panose="020B0604020202020204" pitchFamily="34" charset="0"/>
                <a:cs typeface="Arial" panose="020B0604020202020204" pitchFamily="34" charset="0"/>
              </a:rPr>
              <a:t>separate</a:t>
            </a:r>
            <a:r>
              <a:rPr b="1" i="1" spc="15" dirty="0">
                <a:latin typeface="Arial" panose="020B0604020202020204" pitchFamily="34" charset="0"/>
                <a:cs typeface="Arial" panose="020B0604020202020204" pitchFamily="34" charset="0"/>
              </a:rPr>
              <a:t> </a:t>
            </a:r>
            <a:r>
              <a:rPr b="1" i="1" spc="-5" dirty="0">
                <a:latin typeface="Arial" panose="020B0604020202020204" pitchFamily="34" charset="0"/>
                <a:cs typeface="Arial" panose="020B0604020202020204" pitchFamily="34" charset="0"/>
              </a:rPr>
              <a:t>unrelated</a:t>
            </a:r>
            <a:r>
              <a:rPr b="1" i="1"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things,</a:t>
            </a:r>
            <a:r>
              <a:rPr spc="1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differentiate </a:t>
            </a:r>
            <a:r>
              <a:rPr spc="-459"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dissimilar things</a:t>
            </a:r>
            <a:r>
              <a:rPr dirty="0">
                <a:latin typeface="Arial" panose="020B0604020202020204" pitchFamily="34" charset="0"/>
                <a:cs typeface="Arial" panose="020B0604020202020204" pitchFamily="34" charset="0"/>
              </a:rPr>
              <a:t> and</a:t>
            </a:r>
            <a:r>
              <a:rPr spc="10"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make</a:t>
            </a:r>
            <a:r>
              <a:rPr spc="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similar</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things</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resemble</a:t>
            </a:r>
            <a:r>
              <a:rPr spc="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one</a:t>
            </a:r>
            <a:r>
              <a:rPr spc="10" dirty="0">
                <a:latin typeface="Arial" panose="020B0604020202020204" pitchFamily="34" charset="0"/>
                <a:cs typeface="Arial" panose="020B0604020202020204" pitchFamily="34" charset="0"/>
              </a:rPr>
              <a:t> </a:t>
            </a:r>
            <a:r>
              <a:rPr spc="-15" dirty="0">
                <a:latin typeface="Arial" panose="020B0604020202020204" pitchFamily="34" charset="0"/>
                <a:cs typeface="Arial" panose="020B0604020202020204" pitchFamily="34" charset="0"/>
              </a:rPr>
              <a:t>another.</a:t>
            </a:r>
            <a:endParaRPr dirty="0">
              <a:latin typeface="Arial" panose="020B0604020202020204" pitchFamily="34" charset="0"/>
              <a:cs typeface="Arial" panose="020B0604020202020204" pitchFamily="34" charset="0"/>
            </a:endParaRPr>
          </a:p>
          <a:p>
            <a:pPr marL="469900" marR="887730" lvl="1" indent="-342900">
              <a:spcBef>
                <a:spcPts val="520"/>
              </a:spcBef>
              <a:buFont typeface="Arial" panose="020B0604020202020204" pitchFamily="34" charset="0"/>
              <a:buChar char="•"/>
              <a:tabLst>
                <a:tab pos="354965" algn="l"/>
                <a:tab pos="355600" algn="l"/>
              </a:tabLst>
            </a:pPr>
            <a:r>
              <a:rPr spc="-5" dirty="0">
                <a:latin typeface="Arial" panose="020B0604020202020204" pitchFamily="34" charset="0"/>
                <a:cs typeface="Arial" panose="020B0604020202020204" pitchFamily="34" charset="0"/>
              </a:rPr>
              <a:t>The</a:t>
            </a:r>
            <a:r>
              <a:rPr spc="10"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structure</a:t>
            </a:r>
            <a:r>
              <a:rPr spc="1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principle</a:t>
            </a:r>
            <a:r>
              <a:rPr spc="1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is</a:t>
            </a:r>
            <a:r>
              <a:rPr spc="10"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concerned</a:t>
            </a:r>
            <a:r>
              <a:rPr spc="1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with</a:t>
            </a:r>
            <a:r>
              <a:rPr spc="10"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your</a:t>
            </a:r>
            <a:r>
              <a:rPr spc="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overall</a:t>
            </a:r>
            <a:r>
              <a:rPr spc="10"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user</a:t>
            </a:r>
            <a:r>
              <a:rPr spc="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interface </a:t>
            </a:r>
            <a:r>
              <a:rPr spc="-459"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architecture.</a:t>
            </a:r>
            <a:endParaRPr lang="en-GB" spc="-5" dirty="0">
              <a:latin typeface="Arial" panose="020B0604020202020204" pitchFamily="34" charset="0"/>
              <a:cs typeface="Arial" panose="020B0604020202020204" pitchFamily="34" charset="0"/>
            </a:endParaRPr>
          </a:p>
          <a:p>
            <a:pPr marL="355600" marR="887730" lvl="1" indent="-228600">
              <a:spcBef>
                <a:spcPts val="520"/>
              </a:spcBef>
              <a:buChar char="•"/>
              <a:tabLst>
                <a:tab pos="354965" algn="l"/>
                <a:tab pos="355600" algn="l"/>
              </a:tabLst>
            </a:pPr>
            <a:endParaRPr lang="en-GB" spc="-5" dirty="0">
              <a:latin typeface="Arial" panose="020B0604020202020204" pitchFamily="34" charset="0"/>
              <a:cs typeface="Arial" panose="020B0604020202020204" pitchFamily="34" charset="0"/>
            </a:endParaRPr>
          </a:p>
          <a:p>
            <a:pPr marL="12700">
              <a:spcBef>
                <a:spcPts val="580"/>
              </a:spcBef>
              <a:tabLst>
                <a:tab pos="240665" algn="l"/>
                <a:tab pos="241300" algn="l"/>
              </a:tabLst>
            </a:pPr>
            <a:r>
              <a:rPr lang="en-GB" b="1" spc="-5" dirty="0">
                <a:latin typeface="Arial" panose="020B0604020202020204" pitchFamily="34" charset="0"/>
                <a:cs typeface="Arial" panose="020B0604020202020204" pitchFamily="34" charset="0"/>
              </a:rPr>
              <a:t>The</a:t>
            </a:r>
            <a:r>
              <a:rPr lang="en-GB" b="1" spc="-15" dirty="0">
                <a:latin typeface="Arial" panose="020B0604020202020204" pitchFamily="34" charset="0"/>
                <a:cs typeface="Arial" panose="020B0604020202020204" pitchFamily="34" charset="0"/>
              </a:rPr>
              <a:t> </a:t>
            </a:r>
            <a:r>
              <a:rPr lang="en-GB" b="1" dirty="0">
                <a:latin typeface="Arial" panose="020B0604020202020204" pitchFamily="34" charset="0"/>
                <a:cs typeface="Arial" panose="020B0604020202020204" pitchFamily="34" charset="0"/>
              </a:rPr>
              <a:t>simplicity</a:t>
            </a:r>
            <a:r>
              <a:rPr lang="en-GB" b="1" spc="-10" dirty="0">
                <a:latin typeface="Arial" panose="020B0604020202020204" pitchFamily="34" charset="0"/>
                <a:cs typeface="Arial" panose="020B0604020202020204" pitchFamily="34" charset="0"/>
              </a:rPr>
              <a:t> </a:t>
            </a:r>
            <a:r>
              <a:rPr lang="en-GB" b="1" spc="-5" dirty="0">
                <a:latin typeface="Arial" panose="020B0604020202020204" pitchFamily="34" charset="0"/>
                <a:cs typeface="Arial" panose="020B0604020202020204" pitchFamily="34" charset="0"/>
              </a:rPr>
              <a:t>principle</a:t>
            </a:r>
            <a:endParaRPr lang="en-GB" dirty="0">
              <a:latin typeface="Arial" panose="020B0604020202020204" pitchFamily="34" charset="0"/>
              <a:cs typeface="Arial" panose="020B0604020202020204" pitchFamily="34" charset="0"/>
            </a:endParaRPr>
          </a:p>
          <a:p>
            <a:pPr marL="355600" marR="809625" indent="-342900">
              <a:spcBef>
                <a:spcPts val="685"/>
              </a:spcBef>
              <a:buFont typeface="Arial" panose="020B0604020202020204" pitchFamily="34" charset="0"/>
              <a:buChar char="•"/>
              <a:tabLst>
                <a:tab pos="240665" algn="l"/>
                <a:tab pos="241300" algn="l"/>
              </a:tabLst>
            </a:pPr>
            <a:r>
              <a:rPr lang="en-GB" spc="-40" dirty="0">
                <a:latin typeface="Arial" panose="020B0604020202020204" pitchFamily="34" charset="0"/>
                <a:cs typeface="Arial" panose="020B0604020202020204" pitchFamily="34" charset="0"/>
              </a:rPr>
              <a:t>Your</a:t>
            </a:r>
            <a:r>
              <a:rPr lang="en-GB" spc="-5" dirty="0">
                <a:latin typeface="Arial" panose="020B0604020202020204" pitchFamily="34" charset="0"/>
                <a:cs typeface="Arial" panose="020B0604020202020204" pitchFamily="34" charset="0"/>
              </a:rPr>
              <a:t> design</a:t>
            </a:r>
            <a:r>
              <a:rPr lang="en-GB" spc="10"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should</a:t>
            </a:r>
            <a:r>
              <a:rPr lang="en-GB" spc="10"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make</a:t>
            </a:r>
            <a:r>
              <a:rPr lang="en-GB" spc="10" dirty="0">
                <a:latin typeface="Arial" panose="020B0604020202020204" pitchFamily="34" charset="0"/>
                <a:cs typeface="Arial" panose="020B0604020202020204" pitchFamily="34" charset="0"/>
              </a:rPr>
              <a:t> </a:t>
            </a:r>
            <a:r>
              <a:rPr lang="en-GB" b="1" i="1" spc="-5" dirty="0">
                <a:latin typeface="Arial" panose="020B0604020202020204" pitchFamily="34" charset="0"/>
                <a:cs typeface="Arial" panose="020B0604020202020204" pitchFamily="34" charset="0"/>
              </a:rPr>
              <a:t>simple,</a:t>
            </a:r>
            <a:r>
              <a:rPr lang="en-GB" b="1" i="1" spc="10" dirty="0">
                <a:latin typeface="Arial" panose="020B0604020202020204" pitchFamily="34" charset="0"/>
                <a:cs typeface="Arial" panose="020B0604020202020204" pitchFamily="34" charset="0"/>
              </a:rPr>
              <a:t> </a:t>
            </a:r>
            <a:r>
              <a:rPr lang="en-GB" b="1" i="1" spc="-5" dirty="0">
                <a:latin typeface="Arial" panose="020B0604020202020204" pitchFamily="34" charset="0"/>
                <a:cs typeface="Arial" panose="020B0604020202020204" pitchFamily="34" charset="0"/>
              </a:rPr>
              <a:t>common</a:t>
            </a:r>
            <a:r>
              <a:rPr lang="en-GB" b="1" i="1" spc="5" dirty="0">
                <a:latin typeface="Arial" panose="020B0604020202020204" pitchFamily="34" charset="0"/>
                <a:cs typeface="Arial" panose="020B0604020202020204" pitchFamily="34" charset="0"/>
              </a:rPr>
              <a:t> </a:t>
            </a:r>
            <a:r>
              <a:rPr lang="en-GB" b="1" i="1" spc="-5" dirty="0">
                <a:latin typeface="Arial" panose="020B0604020202020204" pitchFamily="34" charset="0"/>
                <a:cs typeface="Arial" panose="020B0604020202020204" pitchFamily="34" charset="0"/>
              </a:rPr>
              <a:t>tasks</a:t>
            </a:r>
            <a:r>
              <a:rPr lang="en-GB" b="1" i="1" spc="10" dirty="0">
                <a:latin typeface="Arial" panose="020B0604020202020204" pitchFamily="34" charset="0"/>
                <a:cs typeface="Arial" panose="020B0604020202020204" pitchFamily="34" charset="0"/>
              </a:rPr>
              <a:t> </a:t>
            </a:r>
            <a:r>
              <a:rPr lang="en-GB" b="1" i="1" dirty="0">
                <a:latin typeface="Arial" panose="020B0604020202020204" pitchFamily="34" charset="0"/>
                <a:cs typeface="Arial" panose="020B0604020202020204" pitchFamily="34" charset="0"/>
              </a:rPr>
              <a:t>easy</a:t>
            </a:r>
            <a:r>
              <a:rPr lang="en-GB" b="1" i="1" spc="10" dirty="0">
                <a:latin typeface="Arial" panose="020B0604020202020204" pitchFamily="34" charset="0"/>
                <a:cs typeface="Arial" panose="020B0604020202020204" pitchFamily="34" charset="0"/>
              </a:rPr>
              <a:t> </a:t>
            </a:r>
            <a:r>
              <a:rPr lang="en-GB" b="1" i="1" spc="-5" dirty="0">
                <a:latin typeface="Arial" panose="020B0604020202020204" pitchFamily="34" charset="0"/>
                <a:cs typeface="Arial" panose="020B0604020202020204" pitchFamily="34" charset="0"/>
              </a:rPr>
              <a:t>to</a:t>
            </a:r>
            <a:r>
              <a:rPr lang="en-GB" b="1" i="1" spc="5" dirty="0">
                <a:latin typeface="Arial" panose="020B0604020202020204" pitchFamily="34" charset="0"/>
                <a:cs typeface="Arial" panose="020B0604020202020204" pitchFamily="34" charset="0"/>
              </a:rPr>
              <a:t> </a:t>
            </a:r>
            <a:r>
              <a:rPr lang="en-GB" b="1" i="1" spc="-5" dirty="0">
                <a:latin typeface="Arial" panose="020B0604020202020204" pitchFamily="34" charset="0"/>
                <a:cs typeface="Arial" panose="020B0604020202020204" pitchFamily="34" charset="0"/>
              </a:rPr>
              <a:t>do</a:t>
            </a:r>
            <a:r>
              <a:rPr lang="en-GB" b="1" i="1" spc="10" dirty="0">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 </a:t>
            </a:r>
            <a:r>
              <a:rPr lang="en-GB" spc="-455"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communicating</a:t>
            </a:r>
            <a:r>
              <a:rPr lang="en-GB" spc="10"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clearly</a:t>
            </a:r>
            <a:r>
              <a:rPr lang="en-GB" spc="5" dirty="0">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and</a:t>
            </a:r>
            <a:r>
              <a:rPr lang="en-GB" spc="10"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simply</a:t>
            </a:r>
            <a:r>
              <a:rPr lang="en-GB" spc="5"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in</a:t>
            </a:r>
            <a:r>
              <a:rPr lang="en-GB" spc="10" dirty="0">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the</a:t>
            </a:r>
            <a:r>
              <a:rPr lang="en-GB" spc="10" dirty="0">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user’s</a:t>
            </a:r>
            <a:r>
              <a:rPr lang="en-GB" spc="5"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own</a:t>
            </a:r>
            <a:r>
              <a:rPr lang="en-GB" spc="10"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language</a:t>
            </a:r>
            <a:r>
              <a:rPr lang="en-GB" spc="10" dirty="0">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and </a:t>
            </a:r>
            <a:r>
              <a:rPr lang="en-GB" spc="-455"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providing</a:t>
            </a:r>
            <a:r>
              <a:rPr lang="en-GB" spc="10" dirty="0">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good</a:t>
            </a:r>
            <a:r>
              <a:rPr lang="en-GB" spc="10"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shortcuts</a:t>
            </a:r>
            <a:r>
              <a:rPr lang="en-GB" spc="5" dirty="0">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that</a:t>
            </a:r>
            <a:r>
              <a:rPr lang="en-GB" spc="10"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are</a:t>
            </a:r>
            <a:r>
              <a:rPr lang="en-GB" spc="10"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meaningfully</a:t>
            </a:r>
            <a:r>
              <a:rPr lang="en-GB" spc="5"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related</a:t>
            </a:r>
            <a:r>
              <a:rPr lang="en-GB" spc="10" dirty="0">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to</a:t>
            </a:r>
            <a:r>
              <a:rPr lang="en-GB" spc="15"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longer </a:t>
            </a:r>
            <a:r>
              <a:rPr lang="en-GB"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procedures.</a:t>
            </a:r>
            <a:endParaRPr lang="en-GB" dirty="0">
              <a:latin typeface="Arial" panose="020B0604020202020204" pitchFamily="34" charset="0"/>
              <a:cs typeface="Arial" panose="020B0604020202020204" pitchFamily="34" charset="0"/>
            </a:endParaRPr>
          </a:p>
          <a:p>
            <a:pPr marL="355600" marR="887730" lvl="1" indent="-228600">
              <a:lnSpc>
                <a:spcPts val="1900"/>
              </a:lnSpc>
              <a:spcBef>
                <a:spcPts val="520"/>
              </a:spcBef>
              <a:buChar char="•"/>
              <a:tabLst>
                <a:tab pos="354965" algn="l"/>
                <a:tab pos="355600" algn="l"/>
              </a:tabLst>
            </a:pPr>
            <a:endParaRPr lang="en-GB" spc="-5" dirty="0">
              <a:latin typeface="Arial" panose="020B0604020202020204" pitchFamily="34" charset="0"/>
              <a:cs typeface="Arial" panose="020B0604020202020204" pitchFamily="34" charset="0"/>
            </a:endParaRPr>
          </a:p>
          <a:p>
            <a:pPr marL="355600" marR="887730" lvl="1" indent="-228600">
              <a:lnSpc>
                <a:spcPts val="1900"/>
              </a:lnSpc>
              <a:spcBef>
                <a:spcPts val="520"/>
              </a:spcBef>
              <a:buChar char="•"/>
              <a:tabLst>
                <a:tab pos="354965" algn="l"/>
                <a:tab pos="355600" algn="l"/>
              </a:tabLst>
            </a:pPr>
            <a:endParaRPr lang="en-GB" spc="-5" dirty="0">
              <a:latin typeface="Arial" panose="020B0604020202020204" pitchFamily="34" charset="0"/>
              <a:cs typeface="Arial" panose="020B0604020202020204" pitchFamily="34" charset="0"/>
            </a:endParaRPr>
          </a:p>
          <a:p>
            <a:pPr marL="355600" marR="887730" lvl="1" indent="-228600">
              <a:lnSpc>
                <a:spcPts val="1900"/>
              </a:lnSpc>
              <a:spcBef>
                <a:spcPts val="520"/>
              </a:spcBef>
              <a:buChar char="•"/>
              <a:tabLst>
                <a:tab pos="354965" algn="l"/>
                <a:tab pos="355600" algn="l"/>
              </a:tabLst>
            </a:pPr>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1616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457200"/>
            <a:ext cx="5521962" cy="551433"/>
          </a:xfrm>
          <a:prstGeom prst="rect">
            <a:avLst/>
          </a:prstGeom>
        </p:spPr>
        <p:txBody>
          <a:bodyPr vert="horz" wrap="square" lIns="0" tIns="12700" rIns="0" bIns="0" rtlCol="0">
            <a:spAutoFit/>
          </a:bodyPr>
          <a:lstStyle/>
          <a:p>
            <a:pPr marL="12700">
              <a:lnSpc>
                <a:spcPct val="100000"/>
              </a:lnSpc>
              <a:spcBef>
                <a:spcPts val="100"/>
              </a:spcBef>
            </a:pPr>
            <a:r>
              <a:rPr spc="-5" dirty="0"/>
              <a:t>Interface</a:t>
            </a:r>
            <a:r>
              <a:rPr spc="-35" dirty="0"/>
              <a:t> </a:t>
            </a:r>
            <a:r>
              <a:rPr spc="-5" dirty="0"/>
              <a:t>Design</a:t>
            </a:r>
            <a:r>
              <a:rPr lang="en-GB" spc="-5" dirty="0"/>
              <a:t> Principles</a:t>
            </a:r>
            <a:endParaRPr spc="-5" dirty="0"/>
          </a:p>
        </p:txBody>
      </p:sp>
      <p:sp>
        <p:nvSpPr>
          <p:cNvPr id="3" name="object 3"/>
          <p:cNvSpPr txBox="1"/>
          <p:nvPr/>
        </p:nvSpPr>
        <p:spPr>
          <a:xfrm>
            <a:off x="381000" y="1828800"/>
            <a:ext cx="8305800" cy="4785413"/>
          </a:xfrm>
          <a:prstGeom prst="rect">
            <a:avLst/>
          </a:prstGeom>
        </p:spPr>
        <p:txBody>
          <a:bodyPr vert="horz" wrap="square" lIns="0" tIns="73660" rIns="0" bIns="0" rtlCol="0">
            <a:spAutoFit/>
          </a:bodyPr>
          <a:lstStyle/>
          <a:p>
            <a:pPr marL="12700">
              <a:spcBef>
                <a:spcPts val="360"/>
              </a:spcBef>
              <a:tabLst>
                <a:tab pos="240665" algn="l"/>
                <a:tab pos="241300" algn="l"/>
              </a:tabLst>
            </a:pPr>
            <a:r>
              <a:rPr sz="2000" b="1" spc="-5" dirty="0">
                <a:latin typeface="Arial"/>
                <a:cs typeface="Arial"/>
              </a:rPr>
              <a:t>The</a:t>
            </a:r>
            <a:r>
              <a:rPr sz="2000" b="1" spc="-15" dirty="0">
                <a:latin typeface="Arial"/>
                <a:cs typeface="Arial"/>
              </a:rPr>
              <a:t> </a:t>
            </a:r>
            <a:r>
              <a:rPr sz="2000" b="1" dirty="0">
                <a:latin typeface="Arial"/>
                <a:cs typeface="Arial"/>
              </a:rPr>
              <a:t>visibility</a:t>
            </a:r>
            <a:r>
              <a:rPr sz="2000" b="1" spc="-10" dirty="0">
                <a:latin typeface="Arial"/>
                <a:cs typeface="Arial"/>
              </a:rPr>
              <a:t> </a:t>
            </a:r>
            <a:r>
              <a:rPr sz="2000" b="1" spc="-5" dirty="0">
                <a:latin typeface="Arial"/>
                <a:cs typeface="Arial"/>
              </a:rPr>
              <a:t>principle</a:t>
            </a:r>
            <a:r>
              <a:rPr sz="2000" spc="-5" dirty="0">
                <a:latin typeface="Arial MT"/>
                <a:cs typeface="Arial MT"/>
              </a:rPr>
              <a:t>.</a:t>
            </a:r>
            <a:endParaRPr sz="2000" dirty="0">
              <a:latin typeface="Arial MT"/>
              <a:cs typeface="Arial MT"/>
            </a:endParaRPr>
          </a:p>
          <a:p>
            <a:pPr marL="298450" marR="5080" indent="-285750">
              <a:spcBef>
                <a:spcPts val="665"/>
              </a:spcBef>
              <a:buFont typeface="Arial" panose="020B0604020202020204" pitchFamily="34" charset="0"/>
              <a:buChar char="•"/>
              <a:tabLst>
                <a:tab pos="240665" algn="l"/>
                <a:tab pos="241300" algn="l"/>
              </a:tabLst>
            </a:pPr>
            <a:r>
              <a:rPr sz="2000" spc="-40" dirty="0">
                <a:latin typeface="Arial MT"/>
                <a:cs typeface="Arial MT"/>
              </a:rPr>
              <a:t>Your</a:t>
            </a:r>
            <a:r>
              <a:rPr sz="2000" spc="25" dirty="0">
                <a:latin typeface="Arial MT"/>
                <a:cs typeface="Arial MT"/>
              </a:rPr>
              <a:t> </a:t>
            </a:r>
            <a:r>
              <a:rPr sz="2000" spc="-5" dirty="0">
                <a:latin typeface="Arial MT"/>
                <a:cs typeface="Arial MT"/>
              </a:rPr>
              <a:t>design</a:t>
            </a:r>
            <a:r>
              <a:rPr sz="2000" spc="35" dirty="0">
                <a:latin typeface="Arial MT"/>
                <a:cs typeface="Arial MT"/>
              </a:rPr>
              <a:t> </a:t>
            </a:r>
            <a:r>
              <a:rPr sz="2000" spc="-5" dirty="0">
                <a:latin typeface="Arial MT"/>
                <a:cs typeface="Arial MT"/>
              </a:rPr>
              <a:t>should</a:t>
            </a:r>
            <a:r>
              <a:rPr sz="2000" spc="35" dirty="0">
                <a:latin typeface="Arial MT"/>
                <a:cs typeface="Arial MT"/>
              </a:rPr>
              <a:t> </a:t>
            </a:r>
            <a:r>
              <a:rPr sz="2000" dirty="0">
                <a:latin typeface="Arial MT"/>
                <a:cs typeface="Arial MT"/>
              </a:rPr>
              <a:t>keep</a:t>
            </a:r>
            <a:r>
              <a:rPr sz="2000" spc="40" dirty="0">
                <a:latin typeface="Arial MT"/>
                <a:cs typeface="Arial MT"/>
              </a:rPr>
              <a:t> </a:t>
            </a:r>
            <a:r>
              <a:rPr sz="2000" b="1" i="1" dirty="0">
                <a:latin typeface="Arial"/>
                <a:cs typeface="Arial"/>
              </a:rPr>
              <a:t>all</a:t>
            </a:r>
            <a:r>
              <a:rPr sz="2000" b="1" i="1" spc="35" dirty="0">
                <a:latin typeface="Arial"/>
                <a:cs typeface="Arial"/>
              </a:rPr>
              <a:t> </a:t>
            </a:r>
            <a:r>
              <a:rPr sz="2000" b="1" i="1" spc="-5" dirty="0">
                <a:latin typeface="Arial"/>
                <a:cs typeface="Arial"/>
              </a:rPr>
              <a:t>needed</a:t>
            </a:r>
            <a:r>
              <a:rPr sz="2000" b="1" i="1" spc="30" dirty="0">
                <a:latin typeface="Arial"/>
                <a:cs typeface="Arial"/>
              </a:rPr>
              <a:t> </a:t>
            </a:r>
            <a:r>
              <a:rPr sz="2000" b="1" i="1" spc="-5" dirty="0">
                <a:latin typeface="Arial"/>
                <a:cs typeface="Arial"/>
              </a:rPr>
              <a:t>options</a:t>
            </a:r>
            <a:r>
              <a:rPr sz="2000" b="1" i="1" spc="40" dirty="0">
                <a:latin typeface="Arial"/>
                <a:cs typeface="Arial"/>
              </a:rPr>
              <a:t> </a:t>
            </a:r>
            <a:r>
              <a:rPr sz="2000" b="1" i="1" spc="-5" dirty="0">
                <a:latin typeface="Arial"/>
                <a:cs typeface="Arial"/>
              </a:rPr>
              <a:t>and</a:t>
            </a:r>
            <a:r>
              <a:rPr sz="2000" b="1" i="1" spc="30" dirty="0">
                <a:latin typeface="Arial"/>
                <a:cs typeface="Arial"/>
              </a:rPr>
              <a:t> </a:t>
            </a:r>
            <a:r>
              <a:rPr sz="2000" b="1" i="1" spc="-5" dirty="0">
                <a:latin typeface="Arial"/>
                <a:cs typeface="Arial"/>
              </a:rPr>
              <a:t>materials</a:t>
            </a:r>
            <a:r>
              <a:rPr sz="2000" b="1" i="1" spc="35" dirty="0">
                <a:latin typeface="Arial"/>
                <a:cs typeface="Arial"/>
              </a:rPr>
              <a:t> </a:t>
            </a:r>
            <a:r>
              <a:rPr sz="2000" b="1" i="1" spc="-5" dirty="0">
                <a:latin typeface="Arial"/>
                <a:cs typeface="Arial"/>
              </a:rPr>
              <a:t>for</a:t>
            </a:r>
            <a:r>
              <a:rPr sz="2000" b="1" i="1" spc="35" dirty="0">
                <a:latin typeface="Arial"/>
                <a:cs typeface="Arial"/>
              </a:rPr>
              <a:t> </a:t>
            </a:r>
            <a:r>
              <a:rPr sz="2000" b="1" i="1" dirty="0">
                <a:latin typeface="Arial"/>
                <a:cs typeface="Arial"/>
              </a:rPr>
              <a:t>a </a:t>
            </a:r>
            <a:r>
              <a:rPr sz="2000" b="1" i="1" spc="5" dirty="0">
                <a:latin typeface="Arial"/>
                <a:cs typeface="Arial"/>
              </a:rPr>
              <a:t> </a:t>
            </a:r>
            <a:r>
              <a:rPr sz="2000" b="1" i="1" dirty="0">
                <a:latin typeface="Arial"/>
                <a:cs typeface="Arial"/>
              </a:rPr>
              <a:t>given</a:t>
            </a:r>
            <a:r>
              <a:rPr sz="2000" b="1" i="1" spc="5" dirty="0">
                <a:latin typeface="Arial"/>
                <a:cs typeface="Arial"/>
              </a:rPr>
              <a:t> </a:t>
            </a:r>
            <a:r>
              <a:rPr sz="2000" b="1" i="1" dirty="0">
                <a:latin typeface="Arial"/>
                <a:cs typeface="Arial"/>
              </a:rPr>
              <a:t>task</a:t>
            </a:r>
            <a:r>
              <a:rPr sz="2000" b="1" i="1" spc="10" dirty="0">
                <a:latin typeface="Arial"/>
                <a:cs typeface="Arial"/>
              </a:rPr>
              <a:t> </a:t>
            </a:r>
            <a:r>
              <a:rPr sz="2000" b="1" i="1" dirty="0">
                <a:latin typeface="Arial"/>
                <a:cs typeface="Arial"/>
              </a:rPr>
              <a:t>visible</a:t>
            </a:r>
            <a:r>
              <a:rPr sz="2000" b="1" i="1" spc="10" dirty="0">
                <a:latin typeface="Arial"/>
                <a:cs typeface="Arial"/>
              </a:rPr>
              <a:t> </a:t>
            </a:r>
            <a:r>
              <a:rPr sz="2000" spc="-5" dirty="0">
                <a:latin typeface="Arial MT"/>
                <a:cs typeface="Arial MT"/>
              </a:rPr>
              <a:t>without</a:t>
            </a:r>
            <a:r>
              <a:rPr sz="2000" spc="10" dirty="0">
                <a:latin typeface="Arial MT"/>
                <a:cs typeface="Arial MT"/>
              </a:rPr>
              <a:t> </a:t>
            </a:r>
            <a:r>
              <a:rPr sz="2000" spc="-5" dirty="0">
                <a:latin typeface="Arial MT"/>
                <a:cs typeface="Arial MT"/>
              </a:rPr>
              <a:t>distracting</a:t>
            </a:r>
            <a:r>
              <a:rPr sz="2000" spc="15" dirty="0">
                <a:latin typeface="Arial MT"/>
                <a:cs typeface="Arial MT"/>
              </a:rPr>
              <a:t> </a:t>
            </a:r>
            <a:r>
              <a:rPr sz="2000" dirty="0">
                <a:latin typeface="Arial MT"/>
                <a:cs typeface="Arial MT"/>
              </a:rPr>
              <a:t>the</a:t>
            </a:r>
            <a:r>
              <a:rPr sz="2000" spc="10" dirty="0">
                <a:latin typeface="Arial MT"/>
                <a:cs typeface="Arial MT"/>
              </a:rPr>
              <a:t> </a:t>
            </a:r>
            <a:r>
              <a:rPr sz="2000" dirty="0">
                <a:latin typeface="Arial MT"/>
                <a:cs typeface="Arial MT"/>
              </a:rPr>
              <a:t>user</a:t>
            </a:r>
            <a:r>
              <a:rPr sz="2000" spc="5" dirty="0">
                <a:latin typeface="Arial MT"/>
                <a:cs typeface="Arial MT"/>
              </a:rPr>
              <a:t> </a:t>
            </a:r>
            <a:r>
              <a:rPr sz="2000" spc="-5" dirty="0">
                <a:latin typeface="Arial MT"/>
                <a:cs typeface="Arial MT"/>
              </a:rPr>
              <a:t>with</a:t>
            </a:r>
            <a:r>
              <a:rPr sz="2000" spc="10" dirty="0">
                <a:latin typeface="Arial MT"/>
                <a:cs typeface="Arial MT"/>
              </a:rPr>
              <a:t> </a:t>
            </a:r>
            <a:r>
              <a:rPr sz="2000" spc="-5" dirty="0">
                <a:latin typeface="Arial MT"/>
                <a:cs typeface="Arial MT"/>
              </a:rPr>
              <a:t>redundant</a:t>
            </a:r>
            <a:r>
              <a:rPr sz="2000" spc="15" dirty="0">
                <a:latin typeface="Arial MT"/>
                <a:cs typeface="Arial MT"/>
              </a:rPr>
              <a:t> </a:t>
            </a:r>
            <a:r>
              <a:rPr sz="2000" spc="-5" dirty="0">
                <a:latin typeface="Arial MT"/>
                <a:cs typeface="Arial MT"/>
              </a:rPr>
              <a:t>information. </a:t>
            </a:r>
            <a:r>
              <a:rPr sz="2000" spc="-459" dirty="0">
                <a:latin typeface="Arial MT"/>
                <a:cs typeface="Arial MT"/>
              </a:rPr>
              <a:t> </a:t>
            </a:r>
            <a:r>
              <a:rPr sz="2000" dirty="0">
                <a:latin typeface="Arial MT"/>
                <a:cs typeface="Arial MT"/>
              </a:rPr>
              <a:t>Good</a:t>
            </a:r>
            <a:r>
              <a:rPr sz="2000" spc="15" dirty="0">
                <a:latin typeface="Arial MT"/>
                <a:cs typeface="Arial MT"/>
              </a:rPr>
              <a:t> </a:t>
            </a:r>
            <a:r>
              <a:rPr sz="2000" spc="-5" dirty="0">
                <a:latin typeface="Arial MT"/>
                <a:cs typeface="Arial MT"/>
              </a:rPr>
              <a:t>designs</a:t>
            </a:r>
            <a:r>
              <a:rPr sz="2000" spc="10" dirty="0">
                <a:latin typeface="Arial MT"/>
                <a:cs typeface="Arial MT"/>
              </a:rPr>
              <a:t> </a:t>
            </a:r>
            <a:r>
              <a:rPr sz="2000" spc="-5" dirty="0">
                <a:latin typeface="Arial MT"/>
                <a:cs typeface="Arial MT"/>
              </a:rPr>
              <a:t>don’t</a:t>
            </a:r>
            <a:r>
              <a:rPr sz="2000" spc="15" dirty="0">
                <a:latin typeface="Arial MT"/>
                <a:cs typeface="Arial MT"/>
              </a:rPr>
              <a:t> </a:t>
            </a:r>
            <a:r>
              <a:rPr sz="2000" spc="-5" dirty="0">
                <a:latin typeface="Arial MT"/>
                <a:cs typeface="Arial MT"/>
              </a:rPr>
              <a:t>overwhelm</a:t>
            </a:r>
            <a:r>
              <a:rPr sz="2000" spc="5" dirty="0">
                <a:latin typeface="Arial MT"/>
                <a:cs typeface="Arial MT"/>
              </a:rPr>
              <a:t> </a:t>
            </a:r>
            <a:r>
              <a:rPr sz="2000" spc="-5" dirty="0">
                <a:latin typeface="Arial MT"/>
                <a:cs typeface="Arial MT"/>
              </a:rPr>
              <a:t>users</a:t>
            </a:r>
            <a:r>
              <a:rPr sz="2000" spc="15" dirty="0">
                <a:latin typeface="Arial MT"/>
                <a:cs typeface="Arial MT"/>
              </a:rPr>
              <a:t> </a:t>
            </a:r>
            <a:r>
              <a:rPr sz="2000" spc="-5" dirty="0">
                <a:latin typeface="Arial MT"/>
                <a:cs typeface="Arial MT"/>
              </a:rPr>
              <a:t>with</a:t>
            </a:r>
            <a:r>
              <a:rPr sz="2000" spc="15" dirty="0">
                <a:latin typeface="Arial MT"/>
                <a:cs typeface="Arial MT"/>
              </a:rPr>
              <a:t> </a:t>
            </a:r>
            <a:r>
              <a:rPr sz="2000" dirty="0">
                <a:latin typeface="Arial MT"/>
                <a:cs typeface="Arial MT"/>
              </a:rPr>
              <a:t>too</a:t>
            </a:r>
            <a:r>
              <a:rPr sz="2000" spc="15" dirty="0">
                <a:latin typeface="Arial MT"/>
                <a:cs typeface="Arial MT"/>
              </a:rPr>
              <a:t> </a:t>
            </a:r>
            <a:r>
              <a:rPr sz="2000" spc="-5" dirty="0">
                <a:latin typeface="Arial MT"/>
                <a:cs typeface="Arial MT"/>
              </a:rPr>
              <a:t>many</a:t>
            </a:r>
            <a:r>
              <a:rPr sz="2000" spc="10" dirty="0">
                <a:latin typeface="Arial MT"/>
                <a:cs typeface="Arial MT"/>
              </a:rPr>
              <a:t> </a:t>
            </a:r>
            <a:r>
              <a:rPr sz="2000" spc="-5" dirty="0">
                <a:latin typeface="Arial MT"/>
                <a:cs typeface="Arial MT"/>
              </a:rPr>
              <a:t>alternatives</a:t>
            </a:r>
            <a:r>
              <a:rPr sz="2000" spc="15" dirty="0">
                <a:latin typeface="Arial MT"/>
                <a:cs typeface="Arial MT"/>
              </a:rPr>
              <a:t> </a:t>
            </a:r>
            <a:r>
              <a:rPr sz="2000" dirty="0">
                <a:latin typeface="Arial MT"/>
                <a:cs typeface="Arial MT"/>
              </a:rPr>
              <a:t>or confuse them</a:t>
            </a:r>
            <a:r>
              <a:rPr sz="2000" spc="-5" dirty="0">
                <a:latin typeface="Arial MT"/>
                <a:cs typeface="Arial MT"/>
              </a:rPr>
              <a:t> with</a:t>
            </a:r>
            <a:r>
              <a:rPr sz="2000" spc="5" dirty="0">
                <a:latin typeface="Arial MT"/>
                <a:cs typeface="Arial MT"/>
              </a:rPr>
              <a:t> </a:t>
            </a:r>
            <a:r>
              <a:rPr sz="2000" dirty="0">
                <a:latin typeface="Arial MT"/>
                <a:cs typeface="Arial MT"/>
              </a:rPr>
              <a:t>unneeded</a:t>
            </a:r>
            <a:r>
              <a:rPr sz="2000" spc="5" dirty="0">
                <a:latin typeface="Arial MT"/>
                <a:cs typeface="Arial MT"/>
              </a:rPr>
              <a:t> </a:t>
            </a:r>
            <a:r>
              <a:rPr sz="2000" spc="-5" dirty="0">
                <a:latin typeface="Arial MT"/>
                <a:cs typeface="Arial MT"/>
              </a:rPr>
              <a:t>information.</a:t>
            </a:r>
            <a:endParaRPr lang="en-GB" sz="2000" spc="-5" dirty="0">
              <a:latin typeface="Arial MT"/>
              <a:cs typeface="Arial MT"/>
            </a:endParaRPr>
          </a:p>
          <a:p>
            <a:pPr marL="12700" marR="5080">
              <a:spcBef>
                <a:spcPts val="665"/>
              </a:spcBef>
              <a:buChar char="•"/>
              <a:tabLst>
                <a:tab pos="240665" algn="l"/>
                <a:tab pos="241300" algn="l"/>
              </a:tabLst>
            </a:pPr>
            <a:endParaRPr lang="en-GB" sz="2000" spc="-5" dirty="0">
              <a:latin typeface="Arial MT"/>
              <a:cs typeface="Arial MT"/>
            </a:endParaRPr>
          </a:p>
          <a:p>
            <a:pPr marL="12700">
              <a:spcBef>
                <a:spcPts val="409"/>
              </a:spcBef>
              <a:tabLst>
                <a:tab pos="240665" algn="l"/>
                <a:tab pos="241300" algn="l"/>
              </a:tabLst>
            </a:pPr>
            <a:r>
              <a:rPr lang="en-GB" sz="2000" b="1" spc="-10" dirty="0">
                <a:latin typeface="Arial"/>
                <a:cs typeface="Arial"/>
              </a:rPr>
              <a:t>The</a:t>
            </a:r>
            <a:r>
              <a:rPr lang="en-GB" sz="2000" b="1" spc="-20" dirty="0">
                <a:latin typeface="Arial"/>
                <a:cs typeface="Arial"/>
              </a:rPr>
              <a:t> </a:t>
            </a:r>
            <a:r>
              <a:rPr lang="en-GB" sz="2000" b="1" spc="-5" dirty="0">
                <a:latin typeface="Arial"/>
                <a:cs typeface="Arial"/>
              </a:rPr>
              <a:t>feedback</a:t>
            </a:r>
            <a:r>
              <a:rPr lang="en-GB" sz="2000" b="1" spc="-20" dirty="0">
                <a:latin typeface="Arial"/>
                <a:cs typeface="Arial"/>
              </a:rPr>
              <a:t> </a:t>
            </a:r>
            <a:r>
              <a:rPr lang="en-GB" sz="2000" b="1" spc="-10" dirty="0">
                <a:latin typeface="Arial"/>
                <a:cs typeface="Arial"/>
              </a:rPr>
              <a:t>principle</a:t>
            </a:r>
            <a:r>
              <a:rPr lang="en-GB" sz="2000" spc="-10" dirty="0">
                <a:latin typeface="Arial MT"/>
                <a:cs typeface="Arial MT"/>
              </a:rPr>
              <a:t>.</a:t>
            </a:r>
            <a:endParaRPr lang="en-GB" sz="2000" dirty="0">
              <a:latin typeface="Arial MT"/>
              <a:cs typeface="Arial MT"/>
            </a:endParaRPr>
          </a:p>
          <a:p>
            <a:pPr marL="298450" marR="5080" indent="-285750">
              <a:spcBef>
                <a:spcPts val="635"/>
              </a:spcBef>
              <a:buFont typeface="Arial" panose="020B0604020202020204" pitchFamily="34" charset="0"/>
              <a:buChar char="•"/>
              <a:tabLst>
                <a:tab pos="240665" algn="l"/>
                <a:tab pos="241300" algn="l"/>
              </a:tabLst>
            </a:pPr>
            <a:r>
              <a:rPr lang="en-GB" sz="2000" spc="-5" dirty="0">
                <a:latin typeface="Arial MT"/>
                <a:cs typeface="Arial MT"/>
              </a:rPr>
              <a:t>Every user action </a:t>
            </a:r>
            <a:r>
              <a:rPr lang="en-GB" sz="2000" dirty="0">
                <a:latin typeface="Arial MT"/>
                <a:cs typeface="Arial MT"/>
              </a:rPr>
              <a:t>in </a:t>
            </a:r>
            <a:r>
              <a:rPr lang="en-GB" sz="2000" spc="-5" dirty="0">
                <a:latin typeface="Arial MT"/>
                <a:cs typeface="Arial MT"/>
              </a:rPr>
              <a:t>the interface should give </a:t>
            </a:r>
            <a:r>
              <a:rPr lang="en-GB" sz="2000" dirty="0">
                <a:latin typeface="Arial MT"/>
                <a:cs typeface="Arial MT"/>
              </a:rPr>
              <a:t>a </a:t>
            </a:r>
            <a:r>
              <a:rPr lang="en-GB" sz="2000" spc="-5" dirty="0">
                <a:latin typeface="Arial MT"/>
                <a:cs typeface="Arial MT"/>
              </a:rPr>
              <a:t>reaction. This </a:t>
            </a:r>
            <a:r>
              <a:rPr lang="en-GB" sz="2000" dirty="0">
                <a:latin typeface="Arial MT"/>
                <a:cs typeface="Arial MT"/>
              </a:rPr>
              <a:t>is </a:t>
            </a:r>
            <a:r>
              <a:rPr lang="en-GB" sz="2000" spc="-5" dirty="0">
                <a:latin typeface="Arial MT"/>
                <a:cs typeface="Arial MT"/>
              </a:rPr>
              <a:t>to make sure that the action has been performed </a:t>
            </a:r>
            <a:r>
              <a:rPr lang="en-GB" sz="2000" spc="-10" dirty="0">
                <a:latin typeface="Arial MT"/>
                <a:cs typeface="Arial MT"/>
              </a:rPr>
              <a:t>successfully. </a:t>
            </a:r>
            <a:r>
              <a:rPr lang="en-GB" sz="2000" spc="-5" dirty="0">
                <a:latin typeface="Arial MT"/>
                <a:cs typeface="Arial MT"/>
              </a:rPr>
              <a:t>It brings </a:t>
            </a:r>
            <a:r>
              <a:rPr lang="en-GB" sz="2000" b="1" spc="-5" dirty="0">
                <a:latin typeface="Arial"/>
                <a:cs typeface="Arial"/>
              </a:rPr>
              <a:t>certainty </a:t>
            </a:r>
            <a:r>
              <a:rPr lang="en-GB" sz="2000" spc="-5" dirty="0">
                <a:latin typeface="Arial MT"/>
                <a:cs typeface="Arial MT"/>
              </a:rPr>
              <a:t>to the user that the action has </a:t>
            </a:r>
            <a:r>
              <a:rPr lang="en-GB" sz="2000" spc="-375" dirty="0">
                <a:latin typeface="Arial MT"/>
                <a:cs typeface="Arial MT"/>
              </a:rPr>
              <a:t> </a:t>
            </a:r>
            <a:r>
              <a:rPr lang="en-GB" sz="2000" spc="-5" dirty="0">
                <a:latin typeface="Arial MT"/>
                <a:cs typeface="Arial MT"/>
              </a:rPr>
              <a:t>been</a:t>
            </a:r>
            <a:r>
              <a:rPr lang="en-GB" sz="2000" spc="-15" dirty="0">
                <a:latin typeface="Arial MT"/>
                <a:cs typeface="Arial MT"/>
              </a:rPr>
              <a:t> </a:t>
            </a:r>
            <a:r>
              <a:rPr lang="en-GB" sz="2000" spc="-5" dirty="0">
                <a:latin typeface="Arial MT"/>
                <a:cs typeface="Arial MT"/>
              </a:rPr>
              <a:t>performed.</a:t>
            </a:r>
            <a:endParaRPr lang="en-GB" sz="2000" dirty="0">
              <a:latin typeface="Arial MT"/>
              <a:cs typeface="Arial MT"/>
            </a:endParaRPr>
          </a:p>
          <a:p>
            <a:pPr marL="298450" marR="494665" indent="-285750">
              <a:spcBef>
                <a:spcPts val="600"/>
              </a:spcBef>
              <a:buFont typeface="Arial" panose="020B0604020202020204" pitchFamily="34" charset="0"/>
              <a:buChar char="•"/>
              <a:tabLst>
                <a:tab pos="240665" algn="l"/>
                <a:tab pos="241300" algn="l"/>
              </a:tabLst>
            </a:pPr>
            <a:r>
              <a:rPr lang="en-GB" sz="2000" spc="-5" dirty="0">
                <a:latin typeface="Arial MT"/>
                <a:cs typeface="Arial MT"/>
              </a:rPr>
              <a:t>Even </a:t>
            </a:r>
            <a:r>
              <a:rPr lang="en-GB" sz="2000" dirty="0">
                <a:latin typeface="Arial MT"/>
                <a:cs typeface="Arial MT"/>
              </a:rPr>
              <a:t>if </a:t>
            </a:r>
            <a:r>
              <a:rPr lang="en-GB" sz="2000" spc="-5" dirty="0">
                <a:latin typeface="Arial MT"/>
                <a:cs typeface="Arial MT"/>
              </a:rPr>
              <a:t>an </a:t>
            </a:r>
            <a:r>
              <a:rPr lang="en-GB" sz="2000" b="1" spc="-5" dirty="0">
                <a:latin typeface="Arial"/>
                <a:cs typeface="Arial"/>
              </a:rPr>
              <a:t>action is </a:t>
            </a:r>
            <a:r>
              <a:rPr lang="en-GB" sz="2000" b="1" spc="-10" dirty="0">
                <a:latin typeface="Arial"/>
                <a:cs typeface="Arial"/>
              </a:rPr>
              <a:t>unsuccessful</a:t>
            </a:r>
            <a:r>
              <a:rPr lang="en-GB" sz="2000" spc="-10" dirty="0">
                <a:latin typeface="Arial MT"/>
                <a:cs typeface="Arial MT"/>
              </a:rPr>
              <a:t>,</a:t>
            </a:r>
            <a:r>
              <a:rPr lang="en-GB" sz="2000" dirty="0">
                <a:latin typeface="Arial MT"/>
                <a:cs typeface="Arial MT"/>
              </a:rPr>
              <a:t> </a:t>
            </a:r>
            <a:r>
              <a:rPr lang="en-GB" sz="2000" spc="-5" dirty="0">
                <a:latin typeface="Arial MT"/>
                <a:cs typeface="Arial MT"/>
              </a:rPr>
              <a:t>the</a:t>
            </a:r>
            <a:r>
              <a:rPr lang="en-GB" sz="2000" dirty="0">
                <a:latin typeface="Arial MT"/>
                <a:cs typeface="Arial MT"/>
              </a:rPr>
              <a:t> </a:t>
            </a:r>
            <a:r>
              <a:rPr lang="en-GB" sz="2000" spc="-5" dirty="0">
                <a:latin typeface="Arial MT"/>
                <a:cs typeface="Arial MT"/>
              </a:rPr>
              <a:t>user should</a:t>
            </a:r>
            <a:r>
              <a:rPr lang="en-GB" sz="2000" dirty="0">
                <a:latin typeface="Arial MT"/>
                <a:cs typeface="Arial MT"/>
              </a:rPr>
              <a:t> </a:t>
            </a:r>
            <a:r>
              <a:rPr lang="en-GB" sz="2000" spc="-5" dirty="0">
                <a:latin typeface="Arial MT"/>
                <a:cs typeface="Arial MT"/>
              </a:rPr>
              <a:t>be informed</a:t>
            </a:r>
            <a:r>
              <a:rPr lang="en-GB" sz="2000" dirty="0">
                <a:latin typeface="Arial MT"/>
                <a:cs typeface="Arial MT"/>
              </a:rPr>
              <a:t> </a:t>
            </a:r>
            <a:r>
              <a:rPr lang="en-GB" sz="2000" spc="-5" dirty="0">
                <a:latin typeface="Arial MT"/>
                <a:cs typeface="Arial MT"/>
              </a:rPr>
              <a:t>about</a:t>
            </a:r>
            <a:r>
              <a:rPr lang="en-GB" sz="2000" dirty="0">
                <a:latin typeface="Arial MT"/>
                <a:cs typeface="Arial MT"/>
              </a:rPr>
              <a:t> </a:t>
            </a:r>
            <a:r>
              <a:rPr lang="en-GB" sz="2000" spc="-5" dirty="0">
                <a:latin typeface="Arial MT"/>
                <a:cs typeface="Arial MT"/>
              </a:rPr>
              <a:t>it. </a:t>
            </a:r>
            <a:r>
              <a:rPr lang="en-GB" sz="2000" spc="-375" dirty="0">
                <a:latin typeface="Arial MT"/>
                <a:cs typeface="Arial MT"/>
              </a:rPr>
              <a:t> </a:t>
            </a:r>
            <a:r>
              <a:rPr lang="en-GB" sz="2000" spc="-15" dirty="0">
                <a:latin typeface="Arial MT"/>
                <a:cs typeface="Arial MT"/>
              </a:rPr>
              <a:t>Moreover,</a:t>
            </a:r>
            <a:r>
              <a:rPr lang="en-GB" sz="2000" spc="-5" dirty="0">
                <a:latin typeface="Arial MT"/>
                <a:cs typeface="Arial MT"/>
              </a:rPr>
              <a:t> the</a:t>
            </a:r>
            <a:r>
              <a:rPr lang="en-GB" sz="2000" dirty="0">
                <a:latin typeface="Arial MT"/>
                <a:cs typeface="Arial MT"/>
              </a:rPr>
              <a:t> </a:t>
            </a:r>
            <a:r>
              <a:rPr lang="en-GB" sz="2000" spc="-5" dirty="0">
                <a:latin typeface="Arial MT"/>
                <a:cs typeface="Arial MT"/>
              </a:rPr>
              <a:t>interface</a:t>
            </a:r>
            <a:r>
              <a:rPr lang="en-GB" sz="2000" dirty="0">
                <a:latin typeface="Arial MT"/>
                <a:cs typeface="Arial MT"/>
              </a:rPr>
              <a:t> </a:t>
            </a:r>
            <a:r>
              <a:rPr lang="en-GB" sz="2000" spc="-5" dirty="0">
                <a:latin typeface="Arial MT"/>
                <a:cs typeface="Arial MT"/>
              </a:rPr>
              <a:t>should provide</a:t>
            </a:r>
            <a:r>
              <a:rPr lang="en-GB" sz="2000" dirty="0">
                <a:latin typeface="Arial MT"/>
                <a:cs typeface="Arial MT"/>
              </a:rPr>
              <a:t> </a:t>
            </a:r>
            <a:r>
              <a:rPr lang="en-GB" sz="2000" spc="-5" dirty="0">
                <a:latin typeface="Arial MT"/>
                <a:cs typeface="Arial MT"/>
              </a:rPr>
              <a:t>guidance</a:t>
            </a:r>
            <a:r>
              <a:rPr lang="en-GB" sz="2000" dirty="0">
                <a:latin typeface="Arial MT"/>
                <a:cs typeface="Arial MT"/>
              </a:rPr>
              <a:t> </a:t>
            </a:r>
            <a:r>
              <a:rPr lang="en-GB" sz="2000" spc="-5" dirty="0">
                <a:latin typeface="Arial MT"/>
                <a:cs typeface="Arial MT"/>
              </a:rPr>
              <a:t>on what</a:t>
            </a:r>
            <a:r>
              <a:rPr lang="en-GB" sz="2000" dirty="0">
                <a:latin typeface="Arial MT"/>
                <a:cs typeface="Arial MT"/>
              </a:rPr>
              <a:t> </a:t>
            </a:r>
            <a:r>
              <a:rPr lang="en-GB" sz="2000" spc="-5" dirty="0">
                <a:latin typeface="Arial MT"/>
                <a:cs typeface="Arial MT"/>
              </a:rPr>
              <a:t>they</a:t>
            </a:r>
            <a:r>
              <a:rPr lang="en-GB" sz="2000" dirty="0">
                <a:latin typeface="Arial MT"/>
                <a:cs typeface="Arial MT"/>
              </a:rPr>
              <a:t> </a:t>
            </a:r>
            <a:r>
              <a:rPr lang="en-GB" sz="2000" spc="-5" dirty="0">
                <a:latin typeface="Arial MT"/>
                <a:cs typeface="Arial MT"/>
              </a:rPr>
              <a:t>can do</a:t>
            </a:r>
            <a:r>
              <a:rPr lang="en-GB" sz="2000" dirty="0">
                <a:latin typeface="Arial MT"/>
                <a:cs typeface="Arial MT"/>
              </a:rPr>
              <a:t> </a:t>
            </a:r>
            <a:r>
              <a:rPr lang="en-GB" sz="2000" spc="-5" dirty="0">
                <a:latin typeface="Arial MT"/>
                <a:cs typeface="Arial MT"/>
              </a:rPr>
              <a:t>next</a:t>
            </a:r>
            <a:r>
              <a:rPr lang="en-GB" sz="2000" dirty="0">
                <a:latin typeface="Arial MT"/>
                <a:cs typeface="Arial MT"/>
              </a:rPr>
              <a:t> </a:t>
            </a:r>
            <a:r>
              <a:rPr lang="en-GB" sz="2000" spc="-5" dirty="0">
                <a:latin typeface="Arial MT"/>
                <a:cs typeface="Arial MT"/>
              </a:rPr>
              <a:t>to fix</a:t>
            </a:r>
            <a:r>
              <a:rPr lang="en-GB" sz="2000" dirty="0">
                <a:latin typeface="Arial MT"/>
                <a:cs typeface="Arial MT"/>
              </a:rPr>
              <a:t> </a:t>
            </a:r>
            <a:r>
              <a:rPr lang="en-GB" sz="2000" spc="-5" dirty="0">
                <a:latin typeface="Arial MT"/>
                <a:cs typeface="Arial MT"/>
              </a:rPr>
              <a:t>it.</a:t>
            </a:r>
            <a:endParaRPr lang="en-GB" sz="2000" dirty="0">
              <a:latin typeface="Arial MT"/>
              <a:cs typeface="Arial MT"/>
            </a:endParaRPr>
          </a:p>
          <a:p>
            <a:pPr marL="12700" marR="5080">
              <a:lnSpc>
                <a:spcPct val="89800"/>
              </a:lnSpc>
              <a:spcBef>
                <a:spcPts val="665"/>
              </a:spcBef>
              <a:buChar char="•"/>
              <a:tabLst>
                <a:tab pos="240665" algn="l"/>
                <a:tab pos="241300" algn="l"/>
              </a:tabLst>
            </a:pPr>
            <a:endParaRPr sz="1700" dirty="0">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457200"/>
            <a:ext cx="5674362" cy="551433"/>
          </a:xfrm>
          <a:prstGeom prst="rect">
            <a:avLst/>
          </a:prstGeom>
        </p:spPr>
        <p:txBody>
          <a:bodyPr vert="horz" wrap="square" lIns="0" tIns="12700" rIns="0" bIns="0" rtlCol="0">
            <a:spAutoFit/>
          </a:bodyPr>
          <a:lstStyle/>
          <a:p>
            <a:pPr marL="12700">
              <a:lnSpc>
                <a:spcPct val="100000"/>
              </a:lnSpc>
              <a:spcBef>
                <a:spcPts val="100"/>
              </a:spcBef>
            </a:pPr>
            <a:r>
              <a:rPr spc="-5" dirty="0"/>
              <a:t>Interface</a:t>
            </a:r>
            <a:r>
              <a:rPr spc="-35" dirty="0"/>
              <a:t> </a:t>
            </a:r>
            <a:r>
              <a:rPr spc="-5" dirty="0"/>
              <a:t>Design</a:t>
            </a:r>
            <a:r>
              <a:rPr lang="en-GB" spc="-5" dirty="0"/>
              <a:t> Principles</a:t>
            </a:r>
            <a:endParaRPr spc="-5" dirty="0"/>
          </a:p>
        </p:txBody>
      </p:sp>
      <p:sp>
        <p:nvSpPr>
          <p:cNvPr id="3" name="object 3"/>
          <p:cNvSpPr txBox="1"/>
          <p:nvPr/>
        </p:nvSpPr>
        <p:spPr>
          <a:xfrm>
            <a:off x="381000" y="1828800"/>
            <a:ext cx="8382000" cy="4540986"/>
          </a:xfrm>
          <a:prstGeom prst="rect">
            <a:avLst/>
          </a:prstGeom>
        </p:spPr>
        <p:txBody>
          <a:bodyPr vert="horz" wrap="square" lIns="0" tIns="52069" rIns="0" bIns="0" rtlCol="0">
            <a:spAutoFit/>
          </a:bodyPr>
          <a:lstStyle/>
          <a:p>
            <a:pPr marL="12700">
              <a:tabLst>
                <a:tab pos="240665" algn="l"/>
                <a:tab pos="241300" algn="l"/>
              </a:tabLst>
            </a:pPr>
            <a:r>
              <a:rPr b="1" spc="-10" dirty="0">
                <a:latin typeface="Arial" panose="020B0604020202020204" pitchFamily="34" charset="0"/>
                <a:cs typeface="Arial" panose="020B0604020202020204" pitchFamily="34" charset="0"/>
              </a:rPr>
              <a:t>The</a:t>
            </a:r>
            <a:r>
              <a:rPr b="1" spc="-35" dirty="0">
                <a:latin typeface="Arial" panose="020B0604020202020204" pitchFamily="34" charset="0"/>
                <a:cs typeface="Arial" panose="020B0604020202020204" pitchFamily="34" charset="0"/>
              </a:rPr>
              <a:t> </a:t>
            </a:r>
            <a:r>
              <a:rPr b="1" spc="-5" dirty="0">
                <a:latin typeface="Arial" panose="020B0604020202020204" pitchFamily="34" charset="0"/>
                <a:cs typeface="Arial" panose="020B0604020202020204" pitchFamily="34" charset="0"/>
              </a:rPr>
              <a:t>tolerance</a:t>
            </a:r>
            <a:r>
              <a:rPr b="1" spc="-30" dirty="0">
                <a:latin typeface="Arial" panose="020B0604020202020204" pitchFamily="34" charset="0"/>
                <a:cs typeface="Arial" panose="020B0604020202020204" pitchFamily="34" charset="0"/>
              </a:rPr>
              <a:t> </a:t>
            </a:r>
            <a:r>
              <a:rPr b="1" spc="-5" dirty="0">
                <a:latin typeface="Arial" panose="020B0604020202020204" pitchFamily="34" charset="0"/>
                <a:cs typeface="Arial" panose="020B0604020202020204" pitchFamily="34" charset="0"/>
              </a:rPr>
              <a:t>principle.</a:t>
            </a:r>
            <a:endParaRPr dirty="0">
              <a:latin typeface="Arial" panose="020B0604020202020204" pitchFamily="34" charset="0"/>
              <a:cs typeface="Arial" panose="020B0604020202020204" pitchFamily="34" charset="0"/>
            </a:endParaRPr>
          </a:p>
          <a:p>
            <a:pPr marL="298450" marR="186055" indent="-285750">
              <a:spcBef>
                <a:spcPts val="720"/>
              </a:spcBef>
              <a:buFont typeface="Arial" panose="020B0604020202020204" pitchFamily="34" charset="0"/>
              <a:buChar char="•"/>
              <a:tabLst>
                <a:tab pos="240665" algn="l"/>
                <a:tab pos="241300" algn="l"/>
              </a:tabLst>
            </a:pPr>
            <a:r>
              <a:rPr spc="-5" dirty="0">
                <a:latin typeface="Arial" panose="020B0604020202020204" pitchFamily="34" charset="0"/>
                <a:cs typeface="Arial" panose="020B0604020202020204" pitchFamily="34" charset="0"/>
              </a:rPr>
              <a:t>The interface should be</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tolerant of the </a:t>
            </a:r>
            <a:r>
              <a:rPr b="1" spc="-5" dirty="0">
                <a:latin typeface="Arial" panose="020B0604020202020204" pitchFamily="34" charset="0"/>
                <a:cs typeface="Arial" panose="020B0604020202020204" pitchFamily="34" charset="0"/>
              </a:rPr>
              <a:t>human</a:t>
            </a:r>
            <a:r>
              <a:rPr b="1" spc="-10" dirty="0">
                <a:latin typeface="Arial" panose="020B0604020202020204" pitchFamily="34" charset="0"/>
                <a:cs typeface="Arial" panose="020B0604020202020204" pitchFamily="34" charset="0"/>
              </a:rPr>
              <a:t> </a:t>
            </a:r>
            <a:r>
              <a:rPr b="1" spc="-5" dirty="0">
                <a:latin typeface="Arial" panose="020B0604020202020204" pitchFamily="34" charset="0"/>
                <a:cs typeface="Arial" panose="020B0604020202020204" pitchFamily="34" charset="0"/>
              </a:rPr>
              <a:t>mistakes</a:t>
            </a:r>
            <a:r>
              <a:rPr spc="-5" dirty="0">
                <a:latin typeface="Arial" panose="020B0604020202020204" pitchFamily="34" charset="0"/>
                <a:cs typeface="Arial" panose="020B0604020202020204" pitchFamily="34" charset="0"/>
              </a:rPr>
              <a:t>. It</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should</a:t>
            </a:r>
            <a:r>
              <a:rPr spc="-10"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provide hints and </a:t>
            </a:r>
            <a:r>
              <a:rPr spc="-370"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guidance</a:t>
            </a:r>
            <a:r>
              <a:rPr spc="-10"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so</a:t>
            </a:r>
            <a:r>
              <a:rPr spc="-5" dirty="0">
                <a:latin typeface="Arial" panose="020B0604020202020204" pitchFamily="34" charset="0"/>
                <a:cs typeface="Arial" panose="020B0604020202020204" pitchFamily="34" charset="0"/>
              </a:rPr>
              <a:t> that the user</a:t>
            </a:r>
            <a:r>
              <a:rPr spc="-10"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can achieve</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the tasks without any mistakes.</a:t>
            </a:r>
            <a:endParaRPr dirty="0">
              <a:latin typeface="Arial" panose="020B0604020202020204" pitchFamily="34" charset="0"/>
              <a:cs typeface="Arial" panose="020B0604020202020204" pitchFamily="34" charset="0"/>
            </a:endParaRPr>
          </a:p>
          <a:p>
            <a:pPr marL="298450" marR="57785" indent="-285750">
              <a:spcBef>
                <a:spcPts val="700"/>
              </a:spcBef>
              <a:buFont typeface="Arial" panose="020B0604020202020204" pitchFamily="34" charset="0"/>
              <a:buChar char="•"/>
              <a:tabLst>
                <a:tab pos="240665" algn="l"/>
                <a:tab pos="241300" algn="l"/>
              </a:tabLst>
            </a:pPr>
            <a:r>
              <a:rPr spc="-5" dirty="0">
                <a:latin typeface="Arial" panose="020B0604020202020204" pitchFamily="34" charset="0"/>
                <a:cs typeface="Arial" panose="020B0604020202020204" pitchFamily="34" charset="0"/>
              </a:rPr>
              <a:t>For</a:t>
            </a:r>
            <a:r>
              <a:rPr spc="-10"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instance, </a:t>
            </a:r>
            <a:r>
              <a:rPr dirty="0">
                <a:latin typeface="Arial" panose="020B0604020202020204" pitchFamily="34" charset="0"/>
                <a:cs typeface="Arial" panose="020B0604020202020204" pitchFamily="34" charset="0"/>
              </a:rPr>
              <a:t>it is</a:t>
            </a:r>
            <a:r>
              <a:rPr spc="-5" dirty="0">
                <a:latin typeface="Arial" panose="020B0604020202020204" pitchFamily="34" charset="0"/>
                <a:cs typeface="Arial" panose="020B0604020202020204" pitchFamily="34" charset="0"/>
              </a:rPr>
              <a:t> much</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better</a:t>
            </a:r>
            <a:r>
              <a:rPr spc="-10"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saying</a:t>
            </a:r>
            <a:r>
              <a:rPr spc="-5" dirty="0">
                <a:latin typeface="Arial" panose="020B0604020202020204" pitchFamily="34" charset="0"/>
                <a:cs typeface="Arial" panose="020B0604020202020204" pitchFamily="34" charset="0"/>
              </a:rPr>
              <a:t> that</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the set</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password does not</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meet criteria </a:t>
            </a:r>
            <a:r>
              <a:rPr spc="-370"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at</a:t>
            </a:r>
            <a:r>
              <a:rPr spc="-10"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the end of the process. </a:t>
            </a:r>
            <a:r>
              <a:rPr b="1" spc="-5" dirty="0">
                <a:latin typeface="Arial" panose="020B0604020202020204" pitchFamily="34" charset="0"/>
                <a:cs typeface="Arial" panose="020B0604020202020204" pitchFamily="34" charset="0"/>
              </a:rPr>
              <a:t>It</a:t>
            </a:r>
            <a:r>
              <a:rPr b="1" spc="-10" dirty="0">
                <a:latin typeface="Arial" panose="020B0604020202020204" pitchFamily="34" charset="0"/>
                <a:cs typeface="Arial" panose="020B0604020202020204" pitchFamily="34" charset="0"/>
              </a:rPr>
              <a:t> </a:t>
            </a:r>
            <a:r>
              <a:rPr b="1" spc="-5" dirty="0">
                <a:latin typeface="Arial" panose="020B0604020202020204" pitchFamily="34" charset="0"/>
                <a:cs typeface="Arial" panose="020B0604020202020204" pitchFamily="34" charset="0"/>
              </a:rPr>
              <a:t>saves</a:t>
            </a:r>
            <a:r>
              <a:rPr b="1" spc="-10" dirty="0">
                <a:latin typeface="Arial" panose="020B0604020202020204" pitchFamily="34" charset="0"/>
                <a:cs typeface="Arial" panose="020B0604020202020204" pitchFamily="34" charset="0"/>
              </a:rPr>
              <a:t> </a:t>
            </a:r>
            <a:r>
              <a:rPr b="1" dirty="0">
                <a:latin typeface="Arial" panose="020B0604020202020204" pitchFamily="34" charset="0"/>
                <a:cs typeface="Arial" panose="020B0604020202020204" pitchFamily="34" charset="0"/>
              </a:rPr>
              <a:t>a</a:t>
            </a:r>
            <a:r>
              <a:rPr b="1" spc="-10" dirty="0">
                <a:latin typeface="Arial" panose="020B0604020202020204" pitchFamily="34" charset="0"/>
                <a:cs typeface="Arial" panose="020B0604020202020204" pitchFamily="34" charset="0"/>
              </a:rPr>
              <a:t> </a:t>
            </a:r>
            <a:r>
              <a:rPr b="1" spc="-5" dirty="0">
                <a:latin typeface="Arial" panose="020B0604020202020204" pitchFamily="34" charset="0"/>
                <a:cs typeface="Arial" panose="020B0604020202020204" pitchFamily="34" charset="0"/>
              </a:rPr>
              <a:t>lot</a:t>
            </a:r>
            <a:r>
              <a:rPr b="1" spc="-15" dirty="0">
                <a:latin typeface="Arial" panose="020B0604020202020204" pitchFamily="34" charset="0"/>
                <a:cs typeface="Arial" panose="020B0604020202020204" pitchFamily="34" charset="0"/>
              </a:rPr>
              <a:t> </a:t>
            </a:r>
            <a:r>
              <a:rPr b="1" spc="-5" dirty="0">
                <a:latin typeface="Arial" panose="020B0604020202020204" pitchFamily="34" charset="0"/>
                <a:cs typeface="Arial" panose="020B0604020202020204" pitchFamily="34" charset="0"/>
              </a:rPr>
              <a:t>of</a:t>
            </a:r>
            <a:r>
              <a:rPr b="1" spc="-10" dirty="0">
                <a:latin typeface="Arial" panose="020B0604020202020204" pitchFamily="34" charset="0"/>
                <a:cs typeface="Arial" panose="020B0604020202020204" pitchFamily="34" charset="0"/>
              </a:rPr>
              <a:t> </a:t>
            </a:r>
            <a:r>
              <a:rPr b="1" spc="-5" dirty="0">
                <a:latin typeface="Arial" panose="020B0604020202020204" pitchFamily="34" charset="0"/>
                <a:cs typeface="Arial" panose="020B0604020202020204" pitchFamily="34" charset="0"/>
              </a:rPr>
              <a:t>rework.</a:t>
            </a:r>
            <a:endParaRPr dirty="0">
              <a:latin typeface="Arial" panose="020B0604020202020204" pitchFamily="34" charset="0"/>
              <a:cs typeface="Arial" panose="020B0604020202020204" pitchFamily="34" charset="0"/>
            </a:endParaRPr>
          </a:p>
          <a:p>
            <a:pPr>
              <a:spcBef>
                <a:spcPts val="20"/>
              </a:spcBef>
              <a:buFont typeface="Arial MT"/>
              <a:buChar char="•"/>
            </a:pPr>
            <a:endParaRPr dirty="0">
              <a:latin typeface="Arial" panose="020B0604020202020204" pitchFamily="34" charset="0"/>
              <a:cs typeface="Arial" panose="020B0604020202020204" pitchFamily="34" charset="0"/>
            </a:endParaRPr>
          </a:p>
          <a:p>
            <a:pPr marL="12700">
              <a:tabLst>
                <a:tab pos="240665" algn="l"/>
                <a:tab pos="241300" algn="l"/>
              </a:tabLst>
            </a:pPr>
            <a:r>
              <a:rPr b="1" spc="-10" dirty="0">
                <a:latin typeface="Arial" panose="020B0604020202020204" pitchFamily="34" charset="0"/>
                <a:cs typeface="Arial" panose="020B0604020202020204" pitchFamily="34" charset="0"/>
              </a:rPr>
              <a:t>The</a:t>
            </a:r>
            <a:r>
              <a:rPr b="1" spc="-30" dirty="0">
                <a:latin typeface="Arial" panose="020B0604020202020204" pitchFamily="34" charset="0"/>
                <a:cs typeface="Arial" panose="020B0604020202020204" pitchFamily="34" charset="0"/>
              </a:rPr>
              <a:t> </a:t>
            </a:r>
            <a:r>
              <a:rPr b="1" spc="-5" dirty="0">
                <a:latin typeface="Arial" panose="020B0604020202020204" pitchFamily="34" charset="0"/>
                <a:cs typeface="Arial" panose="020B0604020202020204" pitchFamily="34" charset="0"/>
              </a:rPr>
              <a:t>reuse</a:t>
            </a:r>
            <a:r>
              <a:rPr b="1" spc="-35" dirty="0">
                <a:latin typeface="Arial" panose="020B0604020202020204" pitchFamily="34" charset="0"/>
                <a:cs typeface="Arial" panose="020B0604020202020204" pitchFamily="34" charset="0"/>
              </a:rPr>
              <a:t> </a:t>
            </a:r>
            <a:r>
              <a:rPr b="1" spc="-5" dirty="0">
                <a:latin typeface="Arial" panose="020B0604020202020204" pitchFamily="34" charset="0"/>
                <a:cs typeface="Arial" panose="020B0604020202020204" pitchFamily="34" charset="0"/>
              </a:rPr>
              <a:t>principle.</a:t>
            </a:r>
            <a:endParaRPr dirty="0">
              <a:latin typeface="Arial" panose="020B0604020202020204" pitchFamily="34" charset="0"/>
              <a:cs typeface="Arial" panose="020B0604020202020204" pitchFamily="34" charset="0"/>
            </a:endParaRPr>
          </a:p>
          <a:p>
            <a:pPr marL="298450" marR="475615" indent="-285750">
              <a:spcBef>
                <a:spcPts val="505"/>
              </a:spcBef>
              <a:buFont typeface="Arial" panose="020B0604020202020204" pitchFamily="34" charset="0"/>
              <a:buChar char="•"/>
              <a:tabLst>
                <a:tab pos="240665" algn="l"/>
                <a:tab pos="241300" algn="l"/>
              </a:tabLst>
            </a:pPr>
            <a:r>
              <a:rPr lang="en-GB" b="1" spc="-5" dirty="0">
                <a:latin typeface="Arial" panose="020B0604020202020204" pitchFamily="34" charset="0"/>
                <a:cs typeface="Arial" panose="020B0604020202020204" pitchFamily="34" charset="0"/>
              </a:rPr>
              <a:t>It deals with trying to avoid duplicating of information and elements. Reuse the elements wherever possible to optimize the interface.</a:t>
            </a:r>
          </a:p>
          <a:p>
            <a:pPr marL="298450" marR="352425" indent="-285750">
              <a:spcBef>
                <a:spcPts val="530"/>
              </a:spcBef>
              <a:buFont typeface="Arial" panose="020B0604020202020204" pitchFamily="34" charset="0"/>
              <a:buChar char="•"/>
              <a:tabLst>
                <a:tab pos="240665" algn="l"/>
                <a:tab pos="241300" algn="l"/>
              </a:tabLst>
            </a:pPr>
            <a:r>
              <a:rPr spc="-5" dirty="0">
                <a:latin typeface="Arial" panose="020B0604020202020204" pitchFamily="34" charset="0"/>
                <a:cs typeface="Arial" panose="020B0604020202020204" pitchFamily="34" charset="0"/>
              </a:rPr>
              <a:t>For</a:t>
            </a:r>
            <a:r>
              <a:rPr spc="-10"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example, </a:t>
            </a:r>
            <a:r>
              <a:rPr dirty="0">
                <a:latin typeface="Arial" panose="020B0604020202020204" pitchFamily="34" charset="0"/>
                <a:cs typeface="Arial" panose="020B0604020202020204" pitchFamily="34" charset="0"/>
              </a:rPr>
              <a:t>if </a:t>
            </a:r>
            <a:r>
              <a:rPr spc="-5" dirty="0">
                <a:latin typeface="Arial" panose="020B0604020202020204" pitchFamily="34" charset="0"/>
                <a:cs typeface="Arial" panose="020B0604020202020204" pitchFamily="34" charset="0"/>
              </a:rPr>
              <a:t>you have 10</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download buttons </a:t>
            </a:r>
            <a:r>
              <a:rPr dirty="0">
                <a:latin typeface="Arial" panose="020B0604020202020204" pitchFamily="34" charset="0"/>
                <a:cs typeface="Arial" panose="020B0604020202020204" pitchFamily="34" charset="0"/>
              </a:rPr>
              <a:t>in </a:t>
            </a:r>
            <a:r>
              <a:rPr spc="-5" dirty="0">
                <a:latin typeface="Arial" panose="020B0604020202020204" pitchFamily="34" charset="0"/>
                <a:cs typeface="Arial" panose="020B0604020202020204" pitchFamily="34" charset="0"/>
              </a:rPr>
              <a:t>your</a:t>
            </a:r>
            <a:r>
              <a:rPr spc="-10"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website, make</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sure you are </a:t>
            </a:r>
            <a:r>
              <a:rPr spc="-370"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reusing the</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original</a:t>
            </a:r>
            <a:r>
              <a:rPr spc="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design</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and</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not</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designing</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10</a:t>
            </a:r>
            <a:r>
              <a:rPr dirty="0">
                <a:latin typeface="Arial" panose="020B0604020202020204" pitchFamily="34" charset="0"/>
                <a:cs typeface="Arial" panose="020B0604020202020204" pitchFamily="34" charset="0"/>
              </a:rPr>
              <a:t> </a:t>
            </a:r>
            <a:r>
              <a:rPr spc="-10" dirty="0">
                <a:latin typeface="Arial" panose="020B0604020202020204" pitchFamily="34" charset="0"/>
                <a:cs typeface="Arial" panose="020B0604020202020204" pitchFamily="34" charset="0"/>
              </a:rPr>
              <a:t>different</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looking download</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buttons.</a:t>
            </a:r>
            <a:endParaRPr lang="en-GB" dirty="0">
              <a:latin typeface="Arial" panose="020B0604020202020204" pitchFamily="34" charset="0"/>
              <a:cs typeface="Arial" panose="020B0604020202020204" pitchFamily="34" charset="0"/>
            </a:endParaRPr>
          </a:p>
          <a:p>
            <a:pPr marL="298450" indent="-285750">
              <a:spcBef>
                <a:spcPts val="220"/>
              </a:spcBef>
              <a:buFont typeface="Arial" panose="020B0604020202020204" pitchFamily="34" charset="0"/>
              <a:buChar char="•"/>
              <a:tabLst>
                <a:tab pos="240665" algn="l"/>
                <a:tab pos="241300" algn="l"/>
              </a:tabLst>
            </a:pPr>
            <a:r>
              <a:rPr lang="en-GB" spc="-5" dirty="0">
                <a:latin typeface="Arial" panose="020B0604020202020204" pitchFamily="34" charset="0"/>
                <a:cs typeface="Arial" panose="020B0604020202020204" pitchFamily="34" charset="0"/>
              </a:rPr>
              <a:t>Using</a:t>
            </a:r>
            <a:r>
              <a:rPr lang="en-GB" spc="-10"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the</a:t>
            </a:r>
            <a:r>
              <a:rPr lang="en-GB"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same</a:t>
            </a:r>
            <a:r>
              <a:rPr lang="en-GB"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elements</a:t>
            </a:r>
            <a:r>
              <a:rPr lang="en-GB"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for similar tasks</a:t>
            </a:r>
            <a:r>
              <a:rPr lang="en-GB" dirty="0">
                <a:latin typeface="Arial" panose="020B0604020202020204" pitchFamily="34" charset="0"/>
                <a:cs typeface="Arial" panose="020B0604020202020204" pitchFamily="34" charset="0"/>
              </a:rPr>
              <a:t> will</a:t>
            </a:r>
            <a:r>
              <a:rPr lang="en-GB" spc="5"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bring </a:t>
            </a:r>
            <a:r>
              <a:rPr lang="en-GB" b="1" spc="-10" dirty="0">
                <a:latin typeface="Arial" panose="020B0604020202020204" pitchFamily="34" charset="0"/>
                <a:cs typeface="Arial" panose="020B0604020202020204" pitchFamily="34" charset="0"/>
              </a:rPr>
              <a:t>consistency</a:t>
            </a:r>
            <a:r>
              <a:rPr lang="en-GB" b="1" dirty="0">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in </a:t>
            </a:r>
            <a:r>
              <a:rPr lang="en-GB" spc="-5" dirty="0">
                <a:latin typeface="Arial" panose="020B0604020202020204" pitchFamily="34" charset="0"/>
                <a:cs typeface="Arial" panose="020B0604020202020204" pitchFamily="34" charset="0"/>
              </a:rPr>
              <a:t>the</a:t>
            </a:r>
            <a:r>
              <a:rPr lang="en-GB" dirty="0">
                <a:latin typeface="Arial" panose="020B0604020202020204" pitchFamily="34" charset="0"/>
                <a:cs typeface="Arial" panose="020B0604020202020204" pitchFamily="34" charset="0"/>
              </a:rPr>
              <a:t> </a:t>
            </a:r>
            <a:r>
              <a:rPr lang="en-GB" spc="-5" dirty="0">
                <a:latin typeface="Arial" panose="020B0604020202020204" pitchFamily="34" charset="0"/>
                <a:cs typeface="Arial" panose="020B0604020202020204" pitchFamily="34" charset="0"/>
              </a:rPr>
              <a:t>interface.</a:t>
            </a:r>
            <a:endParaRPr lang="en-GB" dirty="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05358"/>
            <a:ext cx="4495800" cy="1090042"/>
          </a:xfrm>
          <a:prstGeom prst="rect">
            <a:avLst/>
          </a:prstGeom>
        </p:spPr>
        <p:txBody>
          <a:bodyPr vert="horz" wrap="square" lIns="0" tIns="12700" rIns="0" bIns="0" rtlCol="0">
            <a:spAutoFit/>
          </a:bodyPr>
          <a:lstStyle/>
          <a:p>
            <a:pPr marL="12700">
              <a:lnSpc>
                <a:spcPct val="100000"/>
              </a:lnSpc>
              <a:spcBef>
                <a:spcPts val="100"/>
              </a:spcBef>
            </a:pPr>
            <a:r>
              <a:rPr lang="en-GB" spc="-5" dirty="0"/>
              <a:t>Other </a:t>
            </a:r>
            <a:r>
              <a:rPr spc="-5" dirty="0"/>
              <a:t>Principles </a:t>
            </a:r>
            <a:r>
              <a:rPr dirty="0"/>
              <a:t>of </a:t>
            </a:r>
            <a:r>
              <a:rPr spc="-5" dirty="0"/>
              <a:t>Interface</a:t>
            </a:r>
            <a:r>
              <a:rPr spc="5" dirty="0"/>
              <a:t> </a:t>
            </a:r>
            <a:r>
              <a:rPr spc="-5" dirty="0"/>
              <a:t>Design</a:t>
            </a:r>
          </a:p>
        </p:txBody>
      </p:sp>
      <p:sp>
        <p:nvSpPr>
          <p:cNvPr id="3" name="object 3"/>
          <p:cNvSpPr txBox="1"/>
          <p:nvPr/>
        </p:nvSpPr>
        <p:spPr>
          <a:xfrm>
            <a:off x="457200" y="1828800"/>
            <a:ext cx="8153400" cy="5118709"/>
          </a:xfrm>
          <a:prstGeom prst="rect">
            <a:avLst/>
          </a:prstGeom>
        </p:spPr>
        <p:txBody>
          <a:bodyPr vert="horz" wrap="square" lIns="0" tIns="70485" rIns="0" bIns="0" rtlCol="0">
            <a:spAutoFit/>
          </a:bodyPr>
          <a:lstStyle/>
          <a:p>
            <a:pPr>
              <a:spcBef>
                <a:spcPts val="10"/>
              </a:spcBef>
            </a:pPr>
            <a:r>
              <a:rPr lang="en-GB" sz="1800" dirty="0">
                <a:latin typeface="Arial MT"/>
                <a:cs typeface="Arial MT"/>
              </a:rPr>
              <a:t>Other lists of interface design principles also exist such as:</a:t>
            </a:r>
          </a:p>
          <a:p>
            <a:pPr>
              <a:spcBef>
                <a:spcPts val="10"/>
              </a:spcBef>
            </a:pPr>
            <a:endParaRPr lang="en-GB" sz="1700" dirty="0">
              <a:latin typeface="Arial MT"/>
              <a:cs typeface="Arial MT"/>
            </a:endParaRPr>
          </a:p>
          <a:p>
            <a:pPr>
              <a:spcBef>
                <a:spcPts val="10"/>
              </a:spcBef>
            </a:pPr>
            <a:r>
              <a:rPr sz="1700" dirty="0">
                <a:latin typeface="Arial MT"/>
                <a:cs typeface="Arial MT"/>
              </a:rPr>
              <a:t>10</a:t>
            </a:r>
            <a:r>
              <a:rPr sz="1700" spc="5" dirty="0">
                <a:latin typeface="Arial MT"/>
                <a:cs typeface="Arial MT"/>
              </a:rPr>
              <a:t> </a:t>
            </a:r>
            <a:r>
              <a:rPr sz="1700" spc="-5" dirty="0">
                <a:latin typeface="Arial MT"/>
                <a:cs typeface="Arial MT"/>
              </a:rPr>
              <a:t>Usability</a:t>
            </a:r>
            <a:r>
              <a:rPr sz="1700" dirty="0">
                <a:latin typeface="Arial MT"/>
                <a:cs typeface="Arial MT"/>
              </a:rPr>
              <a:t> </a:t>
            </a:r>
            <a:r>
              <a:rPr sz="1700" spc="-5" dirty="0">
                <a:latin typeface="Arial MT"/>
                <a:cs typeface="Arial MT"/>
              </a:rPr>
              <a:t>Heuristics</a:t>
            </a:r>
            <a:r>
              <a:rPr sz="1700" spc="5" dirty="0">
                <a:latin typeface="Arial MT"/>
                <a:cs typeface="Arial MT"/>
              </a:rPr>
              <a:t> </a:t>
            </a:r>
            <a:r>
              <a:rPr sz="1700" dirty="0">
                <a:latin typeface="Arial MT"/>
                <a:cs typeface="Arial MT"/>
              </a:rPr>
              <a:t>for</a:t>
            </a:r>
            <a:r>
              <a:rPr sz="1700" spc="-5" dirty="0">
                <a:latin typeface="Arial MT"/>
                <a:cs typeface="Arial MT"/>
              </a:rPr>
              <a:t> User</a:t>
            </a:r>
            <a:r>
              <a:rPr sz="1700" dirty="0">
                <a:latin typeface="Arial MT"/>
                <a:cs typeface="Arial MT"/>
              </a:rPr>
              <a:t> </a:t>
            </a:r>
            <a:r>
              <a:rPr sz="1700" spc="-5" dirty="0">
                <a:latin typeface="Arial MT"/>
                <a:cs typeface="Arial MT"/>
              </a:rPr>
              <a:t>Interface</a:t>
            </a:r>
            <a:r>
              <a:rPr sz="1700" spc="5" dirty="0">
                <a:latin typeface="Arial MT"/>
                <a:cs typeface="Arial MT"/>
              </a:rPr>
              <a:t> </a:t>
            </a:r>
            <a:r>
              <a:rPr sz="1700" spc="-5" dirty="0">
                <a:latin typeface="Arial MT"/>
                <a:cs typeface="Arial MT"/>
              </a:rPr>
              <a:t>Design.</a:t>
            </a:r>
            <a:endParaRPr lang="en-GB" sz="1700" spc="-5" dirty="0">
              <a:latin typeface="Arial MT"/>
              <a:cs typeface="Arial MT"/>
            </a:endParaRPr>
          </a:p>
          <a:p>
            <a:pPr>
              <a:spcBef>
                <a:spcPts val="10"/>
              </a:spcBef>
            </a:pPr>
            <a:r>
              <a:rPr lang="en-GB" sz="1700" u="sng" spc="-5" dirty="0">
                <a:solidFill>
                  <a:srgbClr val="0000FF"/>
                </a:solidFill>
                <a:uFill>
                  <a:solidFill>
                    <a:srgbClr val="0000FF"/>
                  </a:solidFill>
                </a:uFill>
                <a:latin typeface="Arial MT"/>
                <a:cs typeface="Arial MT"/>
                <a:hlinkClick r:id="rId2"/>
              </a:rPr>
              <a:t>http://www.nngroup.com/articles/ten-usability-heuristics/</a:t>
            </a:r>
            <a:endParaRPr lang="en-GB" sz="1700" u="sng" spc="-5" dirty="0">
              <a:solidFill>
                <a:srgbClr val="0000FF"/>
              </a:solidFill>
              <a:uFill>
                <a:solidFill>
                  <a:srgbClr val="0000FF"/>
                </a:solidFill>
              </a:uFill>
              <a:latin typeface="Arial MT"/>
              <a:cs typeface="Arial MT"/>
            </a:endParaRPr>
          </a:p>
          <a:p>
            <a:pPr>
              <a:spcBef>
                <a:spcPts val="10"/>
              </a:spcBef>
            </a:pPr>
            <a:endParaRPr lang="en-GB" sz="1600" spc="-5" dirty="0">
              <a:latin typeface="Arial MT"/>
              <a:cs typeface="Arial MT"/>
            </a:endParaRPr>
          </a:p>
          <a:p>
            <a:pPr marL="800100" lvl="1" indent="-342900">
              <a:spcBef>
                <a:spcPts val="10"/>
              </a:spcBef>
              <a:buFont typeface="+mj-lt"/>
              <a:buAutoNum type="arabicPeriod"/>
            </a:pPr>
            <a:r>
              <a:rPr lang="en-GB" sz="1600" b="1" spc="-5" dirty="0">
                <a:latin typeface="Arial MT"/>
                <a:cs typeface="Arial MT"/>
              </a:rPr>
              <a:t>Visibility of System Status </a:t>
            </a:r>
            <a:r>
              <a:rPr lang="en-GB" sz="1600" spc="-5" dirty="0">
                <a:latin typeface="Arial MT"/>
                <a:cs typeface="Arial MT"/>
              </a:rPr>
              <a:t>(Inform users with feedback)</a:t>
            </a:r>
          </a:p>
          <a:p>
            <a:pPr marL="800100" lvl="1" indent="-342900">
              <a:spcBef>
                <a:spcPts val="10"/>
              </a:spcBef>
              <a:buFont typeface="+mj-lt"/>
              <a:buAutoNum type="arabicPeriod"/>
            </a:pPr>
            <a:r>
              <a:rPr lang="en-GB" sz="1600" b="1" spc="-5" dirty="0">
                <a:latin typeface="Arial MT"/>
                <a:cs typeface="Arial MT"/>
              </a:rPr>
              <a:t>Match Between the System and the Real World </a:t>
            </a:r>
            <a:r>
              <a:rPr lang="en-GB" sz="1600" spc="-5" dirty="0">
                <a:latin typeface="Arial MT"/>
                <a:cs typeface="Arial MT"/>
              </a:rPr>
              <a:t>(Use familiar concepts – avoid jargon)</a:t>
            </a:r>
          </a:p>
          <a:p>
            <a:pPr marL="800100" lvl="1" indent="-342900">
              <a:spcBef>
                <a:spcPts val="10"/>
              </a:spcBef>
              <a:buFont typeface="+mj-lt"/>
              <a:buAutoNum type="arabicPeriod"/>
            </a:pPr>
            <a:r>
              <a:rPr lang="en-GB" sz="1600" b="1" spc="-5" dirty="0">
                <a:latin typeface="Arial MT"/>
                <a:cs typeface="Arial MT"/>
              </a:rPr>
              <a:t>User Control and Freedom </a:t>
            </a:r>
            <a:r>
              <a:rPr lang="en-GB" sz="1600" spc="-5" dirty="0">
                <a:latin typeface="Arial MT"/>
                <a:cs typeface="Arial MT"/>
              </a:rPr>
              <a:t>(Support undo and redo, cancel buttons etc.)</a:t>
            </a:r>
          </a:p>
          <a:p>
            <a:pPr marL="800100" lvl="1" indent="-342900">
              <a:spcBef>
                <a:spcPts val="10"/>
              </a:spcBef>
              <a:buFont typeface="+mj-lt"/>
              <a:buAutoNum type="arabicPeriod"/>
            </a:pPr>
            <a:r>
              <a:rPr lang="en-GB" sz="1600" b="1" spc="-5" dirty="0">
                <a:latin typeface="Arial MT"/>
                <a:cs typeface="Arial MT"/>
              </a:rPr>
              <a:t>Consistency and Standards </a:t>
            </a:r>
            <a:r>
              <a:rPr lang="en-GB" sz="1600" spc="-5" dirty="0">
                <a:latin typeface="Arial MT"/>
                <a:cs typeface="Arial MT"/>
              </a:rPr>
              <a:t>(Follow industry patterns)</a:t>
            </a:r>
          </a:p>
          <a:p>
            <a:pPr marL="800100" lvl="1" indent="-342900">
              <a:spcBef>
                <a:spcPts val="10"/>
              </a:spcBef>
              <a:buFont typeface="+mj-lt"/>
              <a:buAutoNum type="arabicPeriod"/>
            </a:pPr>
            <a:r>
              <a:rPr lang="en-GB" sz="1600" b="1" spc="-5" dirty="0">
                <a:latin typeface="Arial MT"/>
                <a:cs typeface="Arial MT"/>
              </a:rPr>
              <a:t>Error Prevention </a:t>
            </a:r>
            <a:r>
              <a:rPr lang="en-GB" sz="1600" spc="-5" dirty="0">
                <a:latin typeface="Arial MT"/>
                <a:cs typeface="Arial MT"/>
              </a:rPr>
              <a:t>(Try prevent problems in the first place, prioritise high-cost)</a:t>
            </a:r>
          </a:p>
          <a:p>
            <a:pPr marL="800100" lvl="1" indent="-342900">
              <a:spcBef>
                <a:spcPts val="10"/>
              </a:spcBef>
              <a:buFont typeface="+mj-lt"/>
              <a:buAutoNum type="arabicPeriod"/>
            </a:pPr>
            <a:r>
              <a:rPr lang="en-GB" sz="1600" b="1" spc="-5" dirty="0">
                <a:latin typeface="Arial MT"/>
                <a:cs typeface="Arial MT"/>
              </a:rPr>
              <a:t>Recognition Rather than Recall </a:t>
            </a:r>
            <a:r>
              <a:rPr lang="en-GB" sz="1600" spc="-5" dirty="0">
                <a:latin typeface="Arial MT"/>
                <a:cs typeface="Arial MT"/>
              </a:rPr>
              <a:t>(Minimise user reliance of memory – make things visible)</a:t>
            </a:r>
          </a:p>
          <a:p>
            <a:pPr marL="800100" lvl="1" indent="-342900">
              <a:spcBef>
                <a:spcPts val="10"/>
              </a:spcBef>
              <a:buFont typeface="+mj-lt"/>
              <a:buAutoNum type="arabicPeriod"/>
            </a:pPr>
            <a:r>
              <a:rPr lang="en-GB" sz="1600" b="1" spc="-5" dirty="0">
                <a:latin typeface="Arial MT"/>
                <a:cs typeface="Arial MT"/>
              </a:rPr>
              <a:t>Flexibility and Efficiency of Use </a:t>
            </a:r>
            <a:r>
              <a:rPr lang="en-GB" sz="1600" spc="-5" dirty="0">
                <a:latin typeface="Arial MT"/>
                <a:cs typeface="Arial MT"/>
              </a:rPr>
              <a:t>(Use shortcuts, provide customisation)</a:t>
            </a:r>
          </a:p>
          <a:p>
            <a:pPr marL="800100" lvl="1" indent="-342900">
              <a:spcBef>
                <a:spcPts val="10"/>
              </a:spcBef>
              <a:buFont typeface="+mj-lt"/>
              <a:buAutoNum type="arabicPeriod"/>
            </a:pPr>
            <a:r>
              <a:rPr lang="en-GB" sz="1600" b="1" spc="-5" dirty="0">
                <a:latin typeface="Arial MT"/>
                <a:cs typeface="Arial MT"/>
              </a:rPr>
              <a:t>Aesthetic and Minimalist Design </a:t>
            </a:r>
            <a:r>
              <a:rPr lang="en-GB" sz="1600" spc="-5" dirty="0">
                <a:latin typeface="Arial MT"/>
                <a:cs typeface="Arial MT"/>
              </a:rPr>
              <a:t>(Prioritise important, minimalize unnecessary)</a:t>
            </a:r>
          </a:p>
          <a:p>
            <a:pPr marL="800100" lvl="1" indent="-342900">
              <a:spcBef>
                <a:spcPts val="10"/>
              </a:spcBef>
              <a:buFont typeface="+mj-lt"/>
              <a:buAutoNum type="arabicPeriod"/>
            </a:pPr>
            <a:r>
              <a:rPr lang="en-GB" sz="1600" b="1" spc="-5" dirty="0">
                <a:latin typeface="Arial MT"/>
                <a:cs typeface="Arial MT"/>
              </a:rPr>
              <a:t>Help Users Recognise, Diagnose, and Recover from Errors </a:t>
            </a:r>
            <a:r>
              <a:rPr lang="en-GB" sz="1600" spc="-5" dirty="0">
                <a:latin typeface="Arial MT"/>
                <a:cs typeface="Arial MT"/>
              </a:rPr>
              <a:t>(Error messages)</a:t>
            </a:r>
          </a:p>
          <a:p>
            <a:pPr marL="800100" lvl="1" indent="-342900">
              <a:spcBef>
                <a:spcPts val="10"/>
              </a:spcBef>
              <a:buFont typeface="+mj-lt"/>
              <a:buAutoNum type="arabicPeriod"/>
            </a:pPr>
            <a:r>
              <a:rPr lang="en-GB" sz="1600" b="1" spc="-5" dirty="0">
                <a:latin typeface="Arial MT"/>
                <a:cs typeface="Arial MT"/>
              </a:rPr>
              <a:t>Help and Documentation </a:t>
            </a:r>
            <a:r>
              <a:rPr lang="en-GB" sz="1600" spc="-5" dirty="0">
                <a:latin typeface="Arial MT"/>
                <a:cs typeface="Arial MT"/>
              </a:rPr>
              <a:t>(Provide documentation when needed)</a:t>
            </a:r>
          </a:p>
          <a:p>
            <a:pPr marL="742950" lvl="1" indent="-285750">
              <a:spcBef>
                <a:spcPts val="10"/>
              </a:spcBef>
              <a:buFont typeface="Arial" panose="020B0604020202020204" pitchFamily="34" charset="0"/>
              <a:buChar char="•"/>
            </a:pPr>
            <a:endParaRPr lang="en-GB" sz="1700" spc="-5" dirty="0">
              <a:latin typeface="Arial MT"/>
              <a:cs typeface="Arial MT"/>
            </a:endParaRPr>
          </a:p>
          <a:p>
            <a:pPr marL="742950" lvl="1" indent="-285750">
              <a:spcBef>
                <a:spcPts val="10"/>
              </a:spcBef>
              <a:buFont typeface="Arial" panose="020B0604020202020204" pitchFamily="34" charset="0"/>
              <a:buChar char="•"/>
            </a:pPr>
            <a:endParaRPr lang="en-GB" sz="1700" u="sng" spc="-5" dirty="0">
              <a:solidFill>
                <a:srgbClr val="0000FF"/>
              </a:solidFill>
              <a:uFill>
                <a:solidFill>
                  <a:srgbClr val="0000FF"/>
                </a:solidFill>
              </a:uFill>
              <a:latin typeface="Arial MT"/>
              <a:cs typeface="Arial MT"/>
            </a:endParaRPr>
          </a:p>
          <a:p>
            <a:pPr marL="742950" lvl="1" indent="-285750">
              <a:spcBef>
                <a:spcPts val="10"/>
              </a:spcBef>
              <a:buFont typeface="Arial" panose="020B0604020202020204" pitchFamily="34" charset="0"/>
              <a:buChar char="•"/>
            </a:pPr>
            <a:endParaRPr lang="en-GB" sz="1700" u="sng" spc="-5" dirty="0">
              <a:solidFill>
                <a:srgbClr val="0000FF"/>
              </a:solidFill>
              <a:uFill>
                <a:solidFill>
                  <a:srgbClr val="0000FF"/>
                </a:solidFill>
              </a:uFill>
              <a:latin typeface="Arial MT"/>
              <a:cs typeface="Arial M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05358"/>
            <a:ext cx="4495800" cy="1090042"/>
          </a:xfrm>
          <a:prstGeom prst="rect">
            <a:avLst/>
          </a:prstGeom>
        </p:spPr>
        <p:txBody>
          <a:bodyPr vert="horz" wrap="square" lIns="0" tIns="12700" rIns="0" bIns="0" rtlCol="0">
            <a:spAutoFit/>
          </a:bodyPr>
          <a:lstStyle/>
          <a:p>
            <a:pPr marL="12700">
              <a:lnSpc>
                <a:spcPct val="100000"/>
              </a:lnSpc>
              <a:spcBef>
                <a:spcPts val="100"/>
              </a:spcBef>
            </a:pPr>
            <a:r>
              <a:rPr lang="en-GB" spc="-5" dirty="0"/>
              <a:t>Other </a:t>
            </a:r>
            <a:r>
              <a:rPr spc="-5" dirty="0"/>
              <a:t>Principles </a:t>
            </a:r>
            <a:r>
              <a:rPr dirty="0"/>
              <a:t>of </a:t>
            </a:r>
            <a:r>
              <a:rPr spc="-5" dirty="0"/>
              <a:t>Interface</a:t>
            </a:r>
            <a:r>
              <a:rPr spc="5" dirty="0"/>
              <a:t> </a:t>
            </a:r>
            <a:r>
              <a:rPr spc="-5" dirty="0"/>
              <a:t>Design</a:t>
            </a:r>
          </a:p>
        </p:txBody>
      </p:sp>
      <p:sp>
        <p:nvSpPr>
          <p:cNvPr id="3" name="object 3"/>
          <p:cNvSpPr txBox="1"/>
          <p:nvPr/>
        </p:nvSpPr>
        <p:spPr>
          <a:xfrm>
            <a:off x="76200" y="2757099"/>
            <a:ext cx="4495800" cy="3364383"/>
          </a:xfrm>
          <a:prstGeom prst="rect">
            <a:avLst/>
          </a:prstGeom>
        </p:spPr>
        <p:txBody>
          <a:bodyPr vert="horz" wrap="square" lIns="0" tIns="70485" rIns="0" bIns="0" rtlCol="0">
            <a:spAutoFit/>
          </a:bodyPr>
          <a:lstStyle/>
          <a:p>
            <a:pPr marL="742950" lvl="1" indent="-285750">
              <a:spcBef>
                <a:spcPts val="10"/>
              </a:spcBef>
              <a:buFont typeface="Arial" panose="020B0604020202020204" pitchFamily="34" charset="0"/>
              <a:buChar char="•"/>
            </a:pPr>
            <a:r>
              <a:rPr lang="en-GB" spc="-5" dirty="0">
                <a:latin typeface="Arial MT"/>
                <a:cs typeface="Arial MT"/>
              </a:rPr>
              <a:t>Clarity </a:t>
            </a:r>
          </a:p>
          <a:p>
            <a:pPr marL="800100" lvl="1" indent="-342900">
              <a:spcBef>
                <a:spcPts val="10"/>
              </a:spcBef>
              <a:buFont typeface="Arial" panose="020B0604020202020204" pitchFamily="34" charset="0"/>
              <a:buChar char="•"/>
            </a:pPr>
            <a:r>
              <a:rPr lang="en-GB" spc="-5" dirty="0">
                <a:latin typeface="Arial MT"/>
                <a:cs typeface="Arial MT"/>
              </a:rPr>
              <a:t>Interfaces exist to enable interaction</a:t>
            </a:r>
          </a:p>
          <a:p>
            <a:pPr marL="800100" lvl="1" indent="-342900">
              <a:spcBef>
                <a:spcPts val="10"/>
              </a:spcBef>
              <a:buFont typeface="Arial" panose="020B0604020202020204" pitchFamily="34" charset="0"/>
              <a:buChar char="•"/>
            </a:pPr>
            <a:r>
              <a:rPr lang="en-GB" spc="-5" dirty="0">
                <a:latin typeface="Arial MT"/>
                <a:cs typeface="Arial MT"/>
              </a:rPr>
              <a:t>Conserve attention at all costs</a:t>
            </a:r>
          </a:p>
          <a:p>
            <a:pPr marL="800100" lvl="1" indent="-342900">
              <a:spcBef>
                <a:spcPts val="10"/>
              </a:spcBef>
              <a:buFont typeface="Arial" panose="020B0604020202020204" pitchFamily="34" charset="0"/>
              <a:buChar char="•"/>
            </a:pPr>
            <a:r>
              <a:rPr lang="en-GB" spc="-5" dirty="0">
                <a:latin typeface="Arial MT"/>
                <a:cs typeface="Arial MT"/>
              </a:rPr>
              <a:t>Keep users in control</a:t>
            </a:r>
          </a:p>
          <a:p>
            <a:pPr marL="800100" lvl="1" indent="-342900">
              <a:spcBef>
                <a:spcPts val="10"/>
              </a:spcBef>
              <a:buFont typeface="Arial" panose="020B0604020202020204" pitchFamily="34" charset="0"/>
              <a:buChar char="•"/>
            </a:pPr>
            <a:r>
              <a:rPr lang="en-GB" spc="-5" dirty="0">
                <a:latin typeface="Arial MT"/>
                <a:cs typeface="Arial MT"/>
              </a:rPr>
              <a:t>Direct manipulation is best</a:t>
            </a:r>
          </a:p>
          <a:p>
            <a:pPr marL="800100" lvl="1" indent="-342900">
              <a:spcBef>
                <a:spcPts val="10"/>
              </a:spcBef>
              <a:buFont typeface="Arial" panose="020B0604020202020204" pitchFamily="34" charset="0"/>
              <a:buChar char="•"/>
            </a:pPr>
            <a:r>
              <a:rPr lang="en-GB" spc="-5" dirty="0">
                <a:latin typeface="Arial MT"/>
                <a:cs typeface="Arial MT"/>
              </a:rPr>
              <a:t>One primary action per screen</a:t>
            </a:r>
          </a:p>
          <a:p>
            <a:pPr marL="800100" lvl="1" indent="-342900">
              <a:spcBef>
                <a:spcPts val="10"/>
              </a:spcBef>
              <a:buFont typeface="Arial" panose="020B0604020202020204" pitchFamily="34" charset="0"/>
              <a:buChar char="•"/>
            </a:pPr>
            <a:r>
              <a:rPr lang="en-GB" spc="-5" dirty="0">
                <a:latin typeface="Arial MT"/>
                <a:cs typeface="Arial MT"/>
              </a:rPr>
              <a:t>Keep secondary actions secondary</a:t>
            </a:r>
          </a:p>
          <a:p>
            <a:pPr marL="800100" lvl="1" indent="-342900">
              <a:spcBef>
                <a:spcPts val="10"/>
              </a:spcBef>
              <a:buFont typeface="Arial" panose="020B0604020202020204" pitchFamily="34" charset="0"/>
              <a:buChar char="•"/>
            </a:pPr>
            <a:r>
              <a:rPr lang="en-GB" spc="-5" dirty="0">
                <a:latin typeface="Arial MT"/>
                <a:cs typeface="Arial MT"/>
              </a:rPr>
              <a:t>Provide a natural next step</a:t>
            </a:r>
          </a:p>
          <a:p>
            <a:pPr marL="800100" lvl="1" indent="-342900">
              <a:spcBef>
                <a:spcPts val="10"/>
              </a:spcBef>
              <a:buFont typeface="Arial" panose="020B0604020202020204" pitchFamily="34" charset="0"/>
              <a:buChar char="•"/>
            </a:pPr>
            <a:r>
              <a:rPr lang="en-GB" spc="-5" dirty="0">
                <a:latin typeface="Arial MT"/>
                <a:cs typeface="Arial MT"/>
              </a:rPr>
              <a:t>Appearance follows behaviour</a:t>
            </a:r>
          </a:p>
          <a:p>
            <a:pPr marL="800100" lvl="1" indent="-342900">
              <a:spcBef>
                <a:spcPts val="10"/>
              </a:spcBef>
              <a:buFont typeface="Arial" panose="020B0604020202020204" pitchFamily="34" charset="0"/>
              <a:buChar char="•"/>
            </a:pPr>
            <a:r>
              <a:rPr lang="en-GB" spc="-5" dirty="0">
                <a:latin typeface="Arial MT"/>
                <a:cs typeface="Arial MT"/>
              </a:rPr>
              <a:t>Consistency matters</a:t>
            </a:r>
          </a:p>
          <a:p>
            <a:pPr marL="742950" lvl="1" indent="-285750">
              <a:spcBef>
                <a:spcPts val="10"/>
              </a:spcBef>
              <a:buFont typeface="Arial" panose="020B0604020202020204" pitchFamily="34" charset="0"/>
              <a:buChar char="•"/>
            </a:pPr>
            <a:endParaRPr lang="en-GB" sz="1700" u="sng" spc="-5" dirty="0">
              <a:solidFill>
                <a:srgbClr val="0000FF"/>
              </a:solidFill>
              <a:uFill>
                <a:solidFill>
                  <a:srgbClr val="0000FF"/>
                </a:solidFill>
              </a:uFill>
              <a:latin typeface="Arial MT"/>
              <a:cs typeface="Arial MT"/>
            </a:endParaRPr>
          </a:p>
          <a:p>
            <a:pPr marL="742950" lvl="1" indent="-285750">
              <a:spcBef>
                <a:spcPts val="10"/>
              </a:spcBef>
              <a:buFont typeface="Arial" panose="020B0604020202020204" pitchFamily="34" charset="0"/>
              <a:buChar char="•"/>
            </a:pPr>
            <a:endParaRPr lang="en-GB" sz="1700" u="sng" spc="-5" dirty="0">
              <a:solidFill>
                <a:srgbClr val="0000FF"/>
              </a:solidFill>
              <a:uFill>
                <a:solidFill>
                  <a:srgbClr val="0000FF"/>
                </a:solidFill>
              </a:uFill>
              <a:latin typeface="Arial MT"/>
              <a:cs typeface="Arial MT"/>
            </a:endParaRPr>
          </a:p>
        </p:txBody>
      </p:sp>
      <p:sp>
        <p:nvSpPr>
          <p:cNvPr id="5" name="TextBox 4">
            <a:extLst>
              <a:ext uri="{FF2B5EF4-FFF2-40B4-BE49-F238E27FC236}">
                <a16:creationId xmlns:a16="http://schemas.microsoft.com/office/drawing/2014/main" id="{2125046A-D546-1769-5F5C-D7E5E44FF961}"/>
              </a:ext>
            </a:extLst>
          </p:cNvPr>
          <p:cNvSpPr txBox="1"/>
          <p:nvPr/>
        </p:nvSpPr>
        <p:spPr>
          <a:xfrm>
            <a:off x="4259163" y="2757099"/>
            <a:ext cx="4884837" cy="3139321"/>
          </a:xfrm>
          <a:prstGeom prst="rect">
            <a:avLst/>
          </a:prstGeom>
          <a:noFill/>
        </p:spPr>
        <p:txBody>
          <a:bodyPr wrap="square" rtlCol="0">
            <a:spAutoFit/>
          </a:bodyPr>
          <a:lstStyle/>
          <a:p>
            <a:pPr marL="800100" lvl="1" indent="-342900">
              <a:spcBef>
                <a:spcPts val="10"/>
              </a:spcBef>
              <a:buFont typeface="Arial" panose="020B0604020202020204" pitchFamily="34" charset="0"/>
              <a:buChar char="•"/>
            </a:pPr>
            <a:r>
              <a:rPr lang="en-GB" sz="1800" spc="-5" dirty="0">
                <a:latin typeface="Arial MT"/>
                <a:cs typeface="Arial MT"/>
              </a:rPr>
              <a:t>Strong Visual hierarchies work best</a:t>
            </a:r>
          </a:p>
          <a:p>
            <a:pPr marL="800100" lvl="1" indent="-342900">
              <a:spcBef>
                <a:spcPts val="10"/>
              </a:spcBef>
              <a:buFont typeface="Arial" panose="020B0604020202020204" pitchFamily="34" charset="0"/>
              <a:buChar char="•"/>
            </a:pPr>
            <a:r>
              <a:rPr lang="en-GB" sz="1800" spc="-5" dirty="0">
                <a:latin typeface="Arial MT"/>
                <a:cs typeface="Arial MT"/>
              </a:rPr>
              <a:t>Smart organisation reduces cognitive load</a:t>
            </a:r>
          </a:p>
          <a:p>
            <a:pPr marL="800100" lvl="1" indent="-342900">
              <a:spcBef>
                <a:spcPts val="10"/>
              </a:spcBef>
              <a:buFont typeface="Arial" panose="020B0604020202020204" pitchFamily="34" charset="0"/>
              <a:buChar char="•"/>
            </a:pPr>
            <a:r>
              <a:rPr lang="en-GB" sz="1800" spc="-5" dirty="0">
                <a:latin typeface="Arial MT"/>
                <a:cs typeface="Arial MT"/>
              </a:rPr>
              <a:t>Highlight, don’t determine, with colour</a:t>
            </a:r>
          </a:p>
          <a:p>
            <a:pPr marL="800100" lvl="1" indent="-342900">
              <a:spcBef>
                <a:spcPts val="10"/>
              </a:spcBef>
              <a:buFont typeface="Arial" panose="020B0604020202020204" pitchFamily="34" charset="0"/>
              <a:buChar char="•"/>
            </a:pPr>
            <a:r>
              <a:rPr lang="en-GB" sz="1800" spc="-5" dirty="0">
                <a:latin typeface="Arial MT"/>
                <a:cs typeface="Arial MT"/>
              </a:rPr>
              <a:t>Progressive disclosure</a:t>
            </a:r>
          </a:p>
          <a:p>
            <a:pPr marL="800100" lvl="1" indent="-342900">
              <a:spcBef>
                <a:spcPts val="10"/>
              </a:spcBef>
              <a:buFont typeface="Arial" panose="020B0604020202020204" pitchFamily="34" charset="0"/>
              <a:buChar char="•"/>
            </a:pPr>
            <a:r>
              <a:rPr lang="en-GB" sz="1800" spc="-5" dirty="0">
                <a:latin typeface="Arial MT"/>
                <a:cs typeface="Arial MT"/>
              </a:rPr>
              <a:t>Help people inline</a:t>
            </a:r>
          </a:p>
          <a:p>
            <a:pPr marL="800100" lvl="1" indent="-342900">
              <a:spcBef>
                <a:spcPts val="10"/>
              </a:spcBef>
              <a:buFont typeface="Arial" panose="020B0604020202020204" pitchFamily="34" charset="0"/>
              <a:buChar char="•"/>
            </a:pPr>
            <a:r>
              <a:rPr lang="en-GB" sz="1800" spc="-5" dirty="0">
                <a:latin typeface="Arial MT"/>
                <a:cs typeface="Arial MT"/>
              </a:rPr>
              <a:t>A crucial moment: the zero state</a:t>
            </a:r>
          </a:p>
          <a:p>
            <a:pPr marL="800100" lvl="1" indent="-342900">
              <a:spcBef>
                <a:spcPts val="10"/>
              </a:spcBef>
              <a:buFont typeface="Arial" panose="020B0604020202020204" pitchFamily="34" charset="0"/>
              <a:buChar char="•"/>
            </a:pPr>
            <a:r>
              <a:rPr lang="en-GB" sz="1800" spc="-5" dirty="0">
                <a:latin typeface="Arial MT"/>
                <a:cs typeface="Arial MT"/>
              </a:rPr>
              <a:t>Great design is invisible</a:t>
            </a:r>
          </a:p>
          <a:p>
            <a:pPr marL="800100" lvl="1" indent="-342900">
              <a:spcBef>
                <a:spcPts val="10"/>
              </a:spcBef>
              <a:buFont typeface="Arial" panose="020B0604020202020204" pitchFamily="34" charset="0"/>
              <a:buChar char="•"/>
            </a:pPr>
            <a:r>
              <a:rPr lang="en-GB" sz="1800" spc="-5" dirty="0">
                <a:latin typeface="Arial MT"/>
                <a:cs typeface="Arial MT"/>
              </a:rPr>
              <a:t>Build on other design disciplines</a:t>
            </a:r>
          </a:p>
          <a:p>
            <a:pPr marL="800100" lvl="1" indent="-342900">
              <a:spcBef>
                <a:spcPts val="10"/>
              </a:spcBef>
              <a:buFont typeface="Arial" panose="020B0604020202020204" pitchFamily="34" charset="0"/>
              <a:buChar char="•"/>
            </a:pPr>
            <a:r>
              <a:rPr lang="en-GB" sz="1800" spc="-5" dirty="0">
                <a:latin typeface="Arial MT"/>
                <a:cs typeface="Arial MT"/>
              </a:rPr>
              <a:t>Interfaces exist to be used</a:t>
            </a:r>
          </a:p>
          <a:p>
            <a:endParaRPr lang="en-GB" dirty="0"/>
          </a:p>
        </p:txBody>
      </p:sp>
      <p:sp>
        <p:nvSpPr>
          <p:cNvPr id="6" name="TextBox 5">
            <a:extLst>
              <a:ext uri="{FF2B5EF4-FFF2-40B4-BE49-F238E27FC236}">
                <a16:creationId xmlns:a16="http://schemas.microsoft.com/office/drawing/2014/main" id="{F90CD2E6-9DCE-F3D1-39D7-DD23D6875B49}"/>
              </a:ext>
            </a:extLst>
          </p:cNvPr>
          <p:cNvSpPr txBox="1"/>
          <p:nvPr/>
        </p:nvSpPr>
        <p:spPr>
          <a:xfrm>
            <a:off x="1657350" y="1734290"/>
            <a:ext cx="5829300" cy="923330"/>
          </a:xfrm>
          <a:prstGeom prst="rect">
            <a:avLst/>
          </a:prstGeom>
          <a:noFill/>
        </p:spPr>
        <p:txBody>
          <a:bodyPr wrap="square" rtlCol="0">
            <a:spAutoFit/>
          </a:bodyPr>
          <a:lstStyle/>
          <a:p>
            <a:pPr algn="ctr">
              <a:spcBef>
                <a:spcPts val="10"/>
              </a:spcBef>
            </a:pPr>
            <a:r>
              <a:rPr lang="en-GB" sz="1800" dirty="0">
                <a:latin typeface="Arial MT"/>
                <a:cs typeface="Arial MT"/>
              </a:rPr>
              <a:t>Principles of User Interface Design. </a:t>
            </a:r>
          </a:p>
          <a:p>
            <a:pPr algn="ctr">
              <a:spcBef>
                <a:spcPts val="10"/>
              </a:spcBef>
            </a:pPr>
            <a:r>
              <a:rPr lang="en-GB" sz="1800" dirty="0">
                <a:latin typeface="Arial MT"/>
                <a:cs typeface="Arial MT"/>
                <a:hlinkClick r:id="rId2"/>
              </a:rPr>
              <a:t>http://bokardo.com/principles-of-user-interface-design/</a:t>
            </a:r>
            <a:endParaRPr lang="en-GB" sz="1800" dirty="0">
              <a:latin typeface="Arial MT"/>
              <a:cs typeface="Arial MT"/>
            </a:endParaRPr>
          </a:p>
          <a:p>
            <a:pPr algn="ctr"/>
            <a:endParaRPr lang="en-GB" dirty="0"/>
          </a:p>
        </p:txBody>
      </p:sp>
    </p:spTree>
    <p:extLst>
      <p:ext uri="{BB962C8B-B14F-4D97-AF65-F5344CB8AC3E}">
        <p14:creationId xmlns:p14="http://schemas.microsoft.com/office/powerpoint/2010/main" val="2721600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233759"/>
            <a:ext cx="5715000" cy="1090042"/>
          </a:xfrm>
          <a:prstGeom prst="rect">
            <a:avLst/>
          </a:prstGeom>
        </p:spPr>
        <p:txBody>
          <a:bodyPr vert="horz" wrap="square" lIns="0" tIns="12700" rIns="0" bIns="0" rtlCol="0">
            <a:spAutoFit/>
          </a:bodyPr>
          <a:lstStyle/>
          <a:p>
            <a:pPr marL="12700">
              <a:lnSpc>
                <a:spcPct val="100000"/>
              </a:lnSpc>
              <a:spcBef>
                <a:spcPts val="100"/>
              </a:spcBef>
            </a:pPr>
            <a:r>
              <a:rPr spc="-5" dirty="0"/>
              <a:t>Interface</a:t>
            </a:r>
            <a:r>
              <a:rPr spc="-10" dirty="0"/>
              <a:t> </a:t>
            </a:r>
            <a:r>
              <a:rPr spc="-5" dirty="0"/>
              <a:t>Design </a:t>
            </a:r>
            <a:r>
              <a:rPr dirty="0"/>
              <a:t>-</a:t>
            </a:r>
            <a:r>
              <a:rPr spc="-75" dirty="0"/>
              <a:t> </a:t>
            </a:r>
            <a:r>
              <a:rPr spc="-40" dirty="0"/>
              <a:t>Techniques</a:t>
            </a:r>
          </a:p>
        </p:txBody>
      </p:sp>
      <p:sp>
        <p:nvSpPr>
          <p:cNvPr id="3" name="object 3"/>
          <p:cNvSpPr txBox="1"/>
          <p:nvPr/>
        </p:nvSpPr>
        <p:spPr>
          <a:xfrm>
            <a:off x="533400" y="1905000"/>
            <a:ext cx="8305800" cy="4411464"/>
          </a:xfrm>
          <a:prstGeom prst="rect">
            <a:avLst/>
          </a:prstGeom>
        </p:spPr>
        <p:txBody>
          <a:bodyPr vert="horz" wrap="square" lIns="0" tIns="12700" rIns="0" bIns="0" rtlCol="0">
            <a:spAutoFit/>
          </a:bodyPr>
          <a:lstStyle/>
          <a:p>
            <a:pPr marL="241300" indent="-228600">
              <a:spcBef>
                <a:spcPts val="100"/>
              </a:spcBef>
              <a:buFont typeface="Arial MT"/>
              <a:buChar char="•"/>
              <a:tabLst>
                <a:tab pos="241300" algn="l"/>
              </a:tabLst>
            </a:pPr>
            <a:r>
              <a:rPr sz="2000" b="1" i="1" dirty="0">
                <a:latin typeface="Arial"/>
                <a:cs typeface="Arial"/>
              </a:rPr>
              <a:t>Use</a:t>
            </a:r>
            <a:r>
              <a:rPr sz="2000" b="1" i="1" spc="-15" dirty="0">
                <a:latin typeface="Arial"/>
                <a:cs typeface="Arial"/>
              </a:rPr>
              <a:t> </a:t>
            </a:r>
            <a:r>
              <a:rPr sz="2000" b="1" i="1" spc="-5" dirty="0">
                <a:latin typeface="Arial"/>
                <a:cs typeface="Arial"/>
              </a:rPr>
              <a:t>well-known</a:t>
            </a:r>
            <a:r>
              <a:rPr sz="2000" b="1" i="1" spc="-15" dirty="0">
                <a:latin typeface="Arial"/>
                <a:cs typeface="Arial"/>
              </a:rPr>
              <a:t> </a:t>
            </a:r>
            <a:r>
              <a:rPr sz="2000" b="1" i="1" spc="-5" dirty="0">
                <a:latin typeface="Arial"/>
                <a:cs typeface="Arial"/>
              </a:rPr>
              <a:t>patterns</a:t>
            </a:r>
            <a:r>
              <a:rPr sz="2000" b="1" i="1" spc="-10" dirty="0">
                <a:latin typeface="Arial"/>
                <a:cs typeface="Arial"/>
              </a:rPr>
              <a:t> </a:t>
            </a:r>
            <a:r>
              <a:rPr sz="2000" dirty="0">
                <a:latin typeface="Arial MT"/>
                <a:cs typeface="Arial MT"/>
              </a:rPr>
              <a:t>–</a:t>
            </a:r>
            <a:r>
              <a:rPr sz="2000" spc="-10" dirty="0">
                <a:latin typeface="Arial MT"/>
                <a:cs typeface="Arial MT"/>
              </a:rPr>
              <a:t> </a:t>
            </a:r>
            <a:r>
              <a:rPr sz="2000" dirty="0">
                <a:latin typeface="Arial MT"/>
                <a:cs typeface="Arial MT"/>
              </a:rPr>
              <a:t>don’t</a:t>
            </a:r>
            <a:r>
              <a:rPr sz="2000" spc="-15" dirty="0">
                <a:latin typeface="Arial MT"/>
                <a:cs typeface="Arial MT"/>
              </a:rPr>
              <a:t> </a:t>
            </a:r>
            <a:r>
              <a:rPr sz="2000" dirty="0">
                <a:latin typeface="Arial MT"/>
                <a:cs typeface="Arial MT"/>
              </a:rPr>
              <a:t>reinvent</a:t>
            </a:r>
            <a:r>
              <a:rPr sz="2000" spc="-15" dirty="0">
                <a:latin typeface="Arial MT"/>
                <a:cs typeface="Arial MT"/>
              </a:rPr>
              <a:t> </a:t>
            </a:r>
            <a:r>
              <a:rPr sz="2000" spc="-5" dirty="0">
                <a:latin typeface="Arial MT"/>
                <a:cs typeface="Arial MT"/>
              </a:rPr>
              <a:t>the</a:t>
            </a:r>
            <a:r>
              <a:rPr sz="2000" spc="-10" dirty="0">
                <a:latin typeface="Arial MT"/>
                <a:cs typeface="Arial MT"/>
              </a:rPr>
              <a:t> </a:t>
            </a:r>
            <a:r>
              <a:rPr sz="2000" dirty="0">
                <a:latin typeface="Arial MT"/>
                <a:cs typeface="Arial MT"/>
              </a:rPr>
              <a:t>wheel</a:t>
            </a:r>
            <a:r>
              <a:rPr lang="en-GB" sz="2000" dirty="0">
                <a:latin typeface="Arial MT"/>
                <a:cs typeface="Arial MT"/>
              </a:rPr>
              <a:t>.</a:t>
            </a:r>
          </a:p>
          <a:p>
            <a:pPr marL="241300" indent="-228600">
              <a:spcBef>
                <a:spcPts val="100"/>
              </a:spcBef>
              <a:buFont typeface="Arial MT"/>
              <a:buChar char="•"/>
              <a:tabLst>
                <a:tab pos="241300" algn="l"/>
              </a:tabLst>
            </a:pPr>
            <a:endParaRPr sz="2000" dirty="0">
              <a:latin typeface="Arial MT"/>
              <a:cs typeface="Arial MT"/>
            </a:endParaRPr>
          </a:p>
          <a:p>
            <a:pPr marL="241300" marR="1017269" indent="-228600">
              <a:spcBef>
                <a:spcPts val="620"/>
              </a:spcBef>
              <a:buFont typeface="Arial MT"/>
              <a:buChar char="•"/>
              <a:tabLst>
                <a:tab pos="241300" algn="l"/>
              </a:tabLst>
            </a:pPr>
            <a:r>
              <a:rPr sz="2000" b="1" i="1" dirty="0">
                <a:latin typeface="Arial"/>
                <a:cs typeface="Arial"/>
              </a:rPr>
              <a:t>Use </a:t>
            </a:r>
            <a:r>
              <a:rPr sz="2000" b="1" i="1" spc="-5" dirty="0">
                <a:latin typeface="Arial"/>
                <a:cs typeface="Arial"/>
              </a:rPr>
              <a:t>consistency </a:t>
            </a:r>
            <a:r>
              <a:rPr sz="2000" dirty="0">
                <a:latin typeface="Arial MT"/>
                <a:cs typeface="Arial MT"/>
              </a:rPr>
              <a:t>– users shouldn’t </a:t>
            </a:r>
            <a:r>
              <a:rPr sz="2000" spc="-5" dirty="0">
                <a:latin typeface="Arial MT"/>
                <a:cs typeface="Arial MT"/>
              </a:rPr>
              <a:t>notice </a:t>
            </a:r>
            <a:r>
              <a:rPr sz="2000" dirty="0">
                <a:latin typeface="Arial MT"/>
                <a:cs typeface="Arial MT"/>
              </a:rPr>
              <a:t>an </a:t>
            </a:r>
            <a:r>
              <a:rPr sz="2000" spc="-655" dirty="0">
                <a:latin typeface="Arial MT"/>
                <a:cs typeface="Arial MT"/>
              </a:rPr>
              <a:t> </a:t>
            </a:r>
            <a:r>
              <a:rPr sz="2000" spc="-5" dirty="0">
                <a:latin typeface="Arial MT"/>
                <a:cs typeface="Arial MT"/>
              </a:rPr>
              <a:t>interface,</a:t>
            </a:r>
            <a:r>
              <a:rPr sz="2000" spc="-15" dirty="0">
                <a:latin typeface="Arial MT"/>
                <a:cs typeface="Arial MT"/>
              </a:rPr>
              <a:t> </a:t>
            </a:r>
            <a:r>
              <a:rPr sz="2000" spc="-5" dirty="0">
                <a:latin typeface="Arial MT"/>
                <a:cs typeface="Arial MT"/>
              </a:rPr>
              <a:t>they </a:t>
            </a:r>
            <a:r>
              <a:rPr sz="2000" dirty="0">
                <a:latin typeface="Arial MT"/>
                <a:cs typeface="Arial MT"/>
              </a:rPr>
              <a:t>just</a:t>
            </a:r>
            <a:r>
              <a:rPr sz="2000" spc="-10" dirty="0">
                <a:latin typeface="Arial MT"/>
                <a:cs typeface="Arial MT"/>
              </a:rPr>
              <a:t> </a:t>
            </a:r>
            <a:r>
              <a:rPr sz="2000" dirty="0">
                <a:latin typeface="Arial MT"/>
                <a:cs typeface="Arial MT"/>
              </a:rPr>
              <a:t>need</a:t>
            </a:r>
            <a:r>
              <a:rPr sz="2000" spc="-5" dirty="0">
                <a:latin typeface="Arial MT"/>
                <a:cs typeface="Arial MT"/>
              </a:rPr>
              <a:t> to</a:t>
            </a:r>
            <a:r>
              <a:rPr sz="2000" spc="-10" dirty="0">
                <a:latin typeface="Arial MT"/>
                <a:cs typeface="Arial MT"/>
              </a:rPr>
              <a:t> </a:t>
            </a:r>
            <a:r>
              <a:rPr sz="2000" dirty="0">
                <a:latin typeface="Arial MT"/>
                <a:cs typeface="Arial MT"/>
              </a:rPr>
              <a:t>use</a:t>
            </a:r>
            <a:r>
              <a:rPr sz="2000" spc="-5" dirty="0">
                <a:latin typeface="Arial MT"/>
                <a:cs typeface="Arial MT"/>
              </a:rPr>
              <a:t> it.</a:t>
            </a:r>
            <a:endParaRPr lang="en-GB" sz="2000" spc="-5" dirty="0">
              <a:latin typeface="Arial MT"/>
              <a:cs typeface="Arial MT"/>
            </a:endParaRPr>
          </a:p>
          <a:p>
            <a:pPr marL="241300" marR="1017269" indent="-228600">
              <a:spcBef>
                <a:spcPts val="620"/>
              </a:spcBef>
              <a:buFont typeface="Arial MT"/>
              <a:buChar char="•"/>
              <a:tabLst>
                <a:tab pos="241300" algn="l"/>
              </a:tabLst>
            </a:pPr>
            <a:endParaRPr sz="2000" dirty="0">
              <a:latin typeface="Arial MT"/>
              <a:cs typeface="Arial MT"/>
            </a:endParaRPr>
          </a:p>
          <a:p>
            <a:pPr marL="241300" marR="323850" indent="-228600">
              <a:spcBef>
                <a:spcPts val="585"/>
              </a:spcBef>
              <a:buFont typeface="Arial MT"/>
              <a:buChar char="•"/>
              <a:tabLst>
                <a:tab pos="241300" algn="l"/>
              </a:tabLst>
            </a:pPr>
            <a:r>
              <a:rPr sz="2000" b="1" i="1" spc="-5" dirty="0">
                <a:latin typeface="Arial"/>
                <a:cs typeface="Arial"/>
              </a:rPr>
              <a:t>Provide feedback </a:t>
            </a:r>
            <a:r>
              <a:rPr sz="2000" dirty="0">
                <a:latin typeface="Arial MT"/>
                <a:cs typeface="Arial MT"/>
              </a:rPr>
              <a:t>– always </a:t>
            </a:r>
            <a:r>
              <a:rPr sz="2000" spc="-5" dirty="0">
                <a:latin typeface="Arial MT"/>
                <a:cs typeface="Arial MT"/>
              </a:rPr>
              <a:t>inform </a:t>
            </a:r>
            <a:r>
              <a:rPr sz="2000" dirty="0">
                <a:latin typeface="Arial MT"/>
                <a:cs typeface="Arial MT"/>
              </a:rPr>
              <a:t>your users of </a:t>
            </a:r>
            <a:r>
              <a:rPr sz="2000" spc="-5" dirty="0">
                <a:latin typeface="Arial MT"/>
                <a:cs typeface="Arial MT"/>
              </a:rPr>
              <a:t>actions, </a:t>
            </a:r>
            <a:r>
              <a:rPr sz="2000" dirty="0">
                <a:latin typeface="Arial MT"/>
                <a:cs typeface="Arial MT"/>
              </a:rPr>
              <a:t>changes in </a:t>
            </a:r>
            <a:r>
              <a:rPr sz="2000" spc="-5" dirty="0">
                <a:latin typeface="Arial MT"/>
                <a:cs typeface="Arial MT"/>
              </a:rPr>
              <a:t>state </a:t>
            </a:r>
            <a:r>
              <a:rPr sz="2000" dirty="0">
                <a:latin typeface="Arial MT"/>
                <a:cs typeface="Arial MT"/>
              </a:rPr>
              <a:t>and errors, or </a:t>
            </a:r>
            <a:r>
              <a:rPr sz="2000" spc="-5" dirty="0">
                <a:latin typeface="Arial MT"/>
                <a:cs typeface="Arial MT"/>
              </a:rPr>
              <a:t>exceptions </a:t>
            </a:r>
            <a:r>
              <a:rPr sz="2000" spc="-655" dirty="0">
                <a:latin typeface="Arial MT"/>
                <a:cs typeface="Arial MT"/>
              </a:rPr>
              <a:t> </a:t>
            </a:r>
            <a:r>
              <a:rPr sz="2000" spc="-5" dirty="0">
                <a:latin typeface="Arial MT"/>
                <a:cs typeface="Arial MT"/>
              </a:rPr>
              <a:t>that</a:t>
            </a:r>
            <a:r>
              <a:rPr sz="2000" spc="-15" dirty="0">
                <a:latin typeface="Arial MT"/>
                <a:cs typeface="Arial MT"/>
              </a:rPr>
              <a:t> </a:t>
            </a:r>
            <a:r>
              <a:rPr sz="2000" spc="-25" dirty="0">
                <a:latin typeface="Arial MT"/>
                <a:cs typeface="Arial MT"/>
              </a:rPr>
              <a:t>occur.</a:t>
            </a:r>
            <a:r>
              <a:rPr sz="2000" spc="-10" dirty="0">
                <a:latin typeface="Arial MT"/>
                <a:cs typeface="Arial MT"/>
              </a:rPr>
              <a:t> </a:t>
            </a:r>
            <a:r>
              <a:rPr sz="2000" spc="-5" dirty="0">
                <a:latin typeface="Arial MT"/>
                <a:cs typeface="Arial MT"/>
              </a:rPr>
              <a:t>e.g.</a:t>
            </a:r>
            <a:r>
              <a:rPr sz="2000" spc="-10" dirty="0">
                <a:latin typeface="Arial MT"/>
                <a:cs typeface="Arial MT"/>
              </a:rPr>
              <a:t> </a:t>
            </a:r>
            <a:r>
              <a:rPr sz="2000" dirty="0">
                <a:latin typeface="Arial MT"/>
                <a:cs typeface="Arial MT"/>
              </a:rPr>
              <a:t>Highlight</a:t>
            </a:r>
            <a:r>
              <a:rPr sz="2000" spc="-10" dirty="0">
                <a:latin typeface="Arial MT"/>
                <a:cs typeface="Arial MT"/>
              </a:rPr>
              <a:t> </a:t>
            </a:r>
            <a:r>
              <a:rPr sz="2000" spc="-5" dirty="0">
                <a:latin typeface="Arial MT"/>
                <a:cs typeface="Arial MT"/>
              </a:rPr>
              <a:t>important</a:t>
            </a:r>
            <a:r>
              <a:rPr sz="2000" spc="-10" dirty="0">
                <a:latin typeface="Arial MT"/>
                <a:cs typeface="Arial MT"/>
              </a:rPr>
              <a:t> </a:t>
            </a:r>
            <a:r>
              <a:rPr sz="2000" dirty="0">
                <a:latin typeface="Arial MT"/>
                <a:cs typeface="Arial MT"/>
              </a:rPr>
              <a:t>changes</a:t>
            </a:r>
            <a:r>
              <a:rPr lang="en-GB" sz="2000" dirty="0">
                <a:latin typeface="Arial MT"/>
                <a:cs typeface="Arial MT"/>
              </a:rPr>
              <a:t>,</a:t>
            </a:r>
          </a:p>
          <a:p>
            <a:pPr marL="241300" marR="323850" indent="-228600">
              <a:spcBef>
                <a:spcPts val="585"/>
              </a:spcBef>
              <a:buFont typeface="Arial MT"/>
              <a:buChar char="•"/>
              <a:tabLst>
                <a:tab pos="241300" algn="l"/>
              </a:tabLst>
            </a:pPr>
            <a:endParaRPr sz="2000" dirty="0">
              <a:latin typeface="Arial MT"/>
              <a:cs typeface="Arial MT"/>
            </a:endParaRPr>
          </a:p>
          <a:p>
            <a:pPr marL="241300" marR="122555" indent="-228600">
              <a:spcBef>
                <a:spcPts val="615"/>
              </a:spcBef>
              <a:buFont typeface="Arial MT"/>
              <a:buChar char="•"/>
              <a:tabLst>
                <a:tab pos="241300" algn="l"/>
              </a:tabLst>
            </a:pPr>
            <a:r>
              <a:rPr sz="2000" b="1" i="1" dirty="0">
                <a:latin typeface="Arial"/>
                <a:cs typeface="Arial"/>
              </a:rPr>
              <a:t>Keep </a:t>
            </a:r>
            <a:r>
              <a:rPr sz="2000" b="1" i="1" spc="-5" dirty="0">
                <a:latin typeface="Arial"/>
                <a:cs typeface="Arial"/>
              </a:rPr>
              <a:t>it simple </a:t>
            </a:r>
            <a:r>
              <a:rPr sz="2000" dirty="0">
                <a:latin typeface="Arial MT"/>
                <a:cs typeface="Arial MT"/>
              </a:rPr>
              <a:t>– break complex </a:t>
            </a:r>
            <a:r>
              <a:rPr sz="2000" spc="-5" dirty="0">
                <a:latin typeface="Arial MT"/>
                <a:cs typeface="Arial MT"/>
              </a:rPr>
              <a:t>tasks into </a:t>
            </a:r>
            <a:r>
              <a:rPr sz="2000" dirty="0">
                <a:latin typeface="Arial MT"/>
                <a:cs typeface="Arial MT"/>
              </a:rPr>
              <a:t>simple</a:t>
            </a:r>
            <a:r>
              <a:rPr sz="2000" spc="5" dirty="0">
                <a:latin typeface="Arial MT"/>
                <a:cs typeface="Arial MT"/>
              </a:rPr>
              <a:t> </a:t>
            </a:r>
            <a:r>
              <a:rPr sz="2000" spc="-5" dirty="0">
                <a:latin typeface="Arial MT"/>
                <a:cs typeface="Arial MT"/>
              </a:rPr>
              <a:t>steps.</a:t>
            </a:r>
            <a:r>
              <a:rPr sz="2000" spc="-15" dirty="0">
                <a:latin typeface="Arial MT"/>
                <a:cs typeface="Arial MT"/>
              </a:rPr>
              <a:t> </a:t>
            </a:r>
            <a:r>
              <a:rPr sz="2000" spc="-5" dirty="0">
                <a:latin typeface="Arial MT"/>
                <a:cs typeface="Arial MT"/>
              </a:rPr>
              <a:t>But</a:t>
            </a:r>
            <a:r>
              <a:rPr sz="2000" spc="-15" dirty="0">
                <a:latin typeface="Arial MT"/>
                <a:cs typeface="Arial MT"/>
              </a:rPr>
              <a:t> </a:t>
            </a:r>
            <a:r>
              <a:rPr sz="2000" dirty="0">
                <a:latin typeface="Arial MT"/>
                <a:cs typeface="Arial MT"/>
              </a:rPr>
              <a:t>allow</a:t>
            </a:r>
            <a:r>
              <a:rPr sz="2000" spc="-5" dirty="0">
                <a:latin typeface="Arial MT"/>
                <a:cs typeface="Arial MT"/>
              </a:rPr>
              <a:t> </a:t>
            </a:r>
            <a:r>
              <a:rPr sz="2000" dirty="0">
                <a:latin typeface="Arial MT"/>
                <a:cs typeface="Arial MT"/>
              </a:rPr>
              <a:t>power</a:t>
            </a:r>
            <a:r>
              <a:rPr sz="2000" spc="-10" dirty="0">
                <a:latin typeface="Arial MT"/>
                <a:cs typeface="Arial MT"/>
              </a:rPr>
              <a:t> </a:t>
            </a:r>
            <a:r>
              <a:rPr sz="2000" dirty="0">
                <a:latin typeface="Arial MT"/>
                <a:cs typeface="Arial MT"/>
              </a:rPr>
              <a:t>users</a:t>
            </a:r>
            <a:r>
              <a:rPr sz="2000" spc="-5" dirty="0">
                <a:latin typeface="Arial MT"/>
                <a:cs typeface="Arial MT"/>
              </a:rPr>
              <a:t> to</a:t>
            </a:r>
            <a:r>
              <a:rPr sz="2000" spc="-10" dirty="0">
                <a:latin typeface="Arial MT"/>
                <a:cs typeface="Arial MT"/>
              </a:rPr>
              <a:t> </a:t>
            </a:r>
            <a:r>
              <a:rPr sz="2000" dirty="0">
                <a:latin typeface="Arial MT"/>
                <a:cs typeface="Arial MT"/>
              </a:rPr>
              <a:t>miss</a:t>
            </a:r>
            <a:r>
              <a:rPr sz="2000" spc="-10" dirty="0">
                <a:latin typeface="Arial MT"/>
                <a:cs typeface="Arial MT"/>
              </a:rPr>
              <a:t> </a:t>
            </a:r>
            <a:r>
              <a:rPr sz="2000" dirty="0">
                <a:latin typeface="Arial MT"/>
                <a:cs typeface="Arial MT"/>
              </a:rPr>
              <a:t>some</a:t>
            </a:r>
            <a:r>
              <a:rPr sz="2000" spc="-10" dirty="0">
                <a:latin typeface="Arial MT"/>
                <a:cs typeface="Arial MT"/>
              </a:rPr>
              <a:t> </a:t>
            </a:r>
            <a:r>
              <a:rPr sz="2000" dirty="0">
                <a:latin typeface="Arial MT"/>
                <a:cs typeface="Arial MT"/>
              </a:rPr>
              <a:t>of</a:t>
            </a:r>
            <a:r>
              <a:rPr sz="2000" spc="-10" dirty="0">
                <a:latin typeface="Arial MT"/>
                <a:cs typeface="Arial MT"/>
              </a:rPr>
              <a:t> </a:t>
            </a:r>
            <a:r>
              <a:rPr sz="2000" spc="-5" dirty="0">
                <a:latin typeface="Arial MT"/>
                <a:cs typeface="Arial MT"/>
              </a:rPr>
              <a:t>these</a:t>
            </a:r>
            <a:r>
              <a:rPr lang="en-GB" sz="2000" spc="-5" dirty="0">
                <a:latin typeface="Arial MT"/>
                <a:cs typeface="Arial MT"/>
              </a:rPr>
              <a:t> </a:t>
            </a:r>
            <a:r>
              <a:rPr sz="2000" spc="-5" dirty="0">
                <a:latin typeface="Arial MT"/>
                <a:cs typeface="Arial MT"/>
              </a:rPr>
              <a:t>e.g.</a:t>
            </a:r>
            <a:r>
              <a:rPr sz="2000" spc="-30" dirty="0">
                <a:latin typeface="Arial MT"/>
                <a:cs typeface="Arial MT"/>
              </a:rPr>
              <a:t> </a:t>
            </a:r>
            <a:r>
              <a:rPr sz="2000" dirty="0">
                <a:latin typeface="Arial MT"/>
                <a:cs typeface="Arial MT"/>
              </a:rPr>
              <a:t>keyboard</a:t>
            </a:r>
            <a:r>
              <a:rPr sz="2000" spc="-20" dirty="0">
                <a:latin typeface="Arial MT"/>
                <a:cs typeface="Arial MT"/>
              </a:rPr>
              <a:t> </a:t>
            </a:r>
            <a:r>
              <a:rPr sz="2000" spc="-5" dirty="0">
                <a:latin typeface="Arial MT"/>
                <a:cs typeface="Arial MT"/>
              </a:rPr>
              <a:t>shortcuts</a:t>
            </a:r>
            <a:r>
              <a:rPr lang="en-GB" sz="2000" spc="-5" dirty="0">
                <a:latin typeface="Arial MT"/>
                <a:cs typeface="Arial MT"/>
              </a:rPr>
              <a:t>.</a:t>
            </a:r>
          </a:p>
          <a:p>
            <a:pPr marL="241300"/>
            <a:endParaRPr sz="2000" dirty="0">
              <a:latin typeface="Arial MT"/>
              <a:cs typeface="Arial MT"/>
            </a:endParaRPr>
          </a:p>
          <a:p>
            <a:pPr marL="241300" indent="-228600">
              <a:spcBef>
                <a:spcPts val="20"/>
              </a:spcBef>
              <a:buFont typeface="Arial MT"/>
              <a:buChar char="•"/>
              <a:tabLst>
                <a:tab pos="241300" algn="l"/>
              </a:tabLst>
            </a:pPr>
            <a:r>
              <a:rPr sz="2000" b="1" i="1" dirty="0">
                <a:latin typeface="Arial"/>
                <a:cs typeface="Arial"/>
              </a:rPr>
              <a:t>Keep</a:t>
            </a:r>
            <a:r>
              <a:rPr sz="2000" b="1" i="1" spc="-20" dirty="0">
                <a:latin typeface="Arial"/>
                <a:cs typeface="Arial"/>
              </a:rPr>
              <a:t> </a:t>
            </a:r>
            <a:r>
              <a:rPr sz="2000" b="1" i="1" spc="-5" dirty="0">
                <a:latin typeface="Arial"/>
                <a:cs typeface="Arial"/>
              </a:rPr>
              <a:t>the</a:t>
            </a:r>
            <a:r>
              <a:rPr sz="2000" b="1" i="1" spc="-15" dirty="0">
                <a:latin typeface="Arial"/>
                <a:cs typeface="Arial"/>
              </a:rPr>
              <a:t> </a:t>
            </a:r>
            <a:r>
              <a:rPr sz="2000" b="1" i="1" spc="-5" dirty="0">
                <a:latin typeface="Arial"/>
                <a:cs typeface="Arial"/>
              </a:rPr>
              <a:t>user</a:t>
            </a:r>
            <a:r>
              <a:rPr sz="2000" b="1" i="1" spc="-15" dirty="0">
                <a:latin typeface="Arial"/>
                <a:cs typeface="Arial"/>
              </a:rPr>
              <a:t> </a:t>
            </a:r>
            <a:r>
              <a:rPr sz="2000" b="1" i="1" spc="-5" dirty="0">
                <a:latin typeface="Arial"/>
                <a:cs typeface="Arial"/>
              </a:rPr>
              <a:t>moving</a:t>
            </a:r>
            <a:r>
              <a:rPr sz="2000" b="1" i="1" spc="-15" dirty="0">
                <a:latin typeface="Arial"/>
                <a:cs typeface="Arial"/>
              </a:rPr>
              <a:t> </a:t>
            </a:r>
            <a:r>
              <a:rPr sz="2000" b="1" i="1" spc="-5" dirty="0">
                <a:latin typeface="Arial"/>
                <a:cs typeface="Arial"/>
              </a:rPr>
              <a:t>forward</a:t>
            </a:r>
            <a:r>
              <a:rPr lang="en-GB" sz="2000" b="1" i="1" spc="-5" dirty="0">
                <a:latin typeface="Arial"/>
                <a:cs typeface="Arial"/>
              </a:rPr>
              <a:t>.</a:t>
            </a:r>
            <a:endParaRPr sz="2000" dirty="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533400"/>
            <a:ext cx="5443220" cy="558800"/>
          </a:xfrm>
          <a:prstGeom prst="rect">
            <a:avLst/>
          </a:prstGeom>
        </p:spPr>
        <p:txBody>
          <a:bodyPr vert="horz" wrap="square" lIns="0" tIns="12700" rIns="0" bIns="0" rtlCol="0">
            <a:spAutoFit/>
          </a:bodyPr>
          <a:lstStyle/>
          <a:p>
            <a:pPr marL="12700">
              <a:lnSpc>
                <a:spcPct val="100000"/>
              </a:lnSpc>
              <a:spcBef>
                <a:spcPts val="100"/>
              </a:spcBef>
            </a:pPr>
            <a:r>
              <a:rPr dirty="0"/>
              <a:t>Outputs</a:t>
            </a:r>
            <a:r>
              <a:rPr spc="-15" dirty="0"/>
              <a:t> </a:t>
            </a:r>
            <a:r>
              <a:rPr dirty="0"/>
              <a:t>of</a:t>
            </a:r>
            <a:r>
              <a:rPr spc="-10" dirty="0"/>
              <a:t> </a:t>
            </a:r>
            <a:r>
              <a:rPr spc="-5" dirty="0"/>
              <a:t>Interface Design</a:t>
            </a:r>
          </a:p>
        </p:txBody>
      </p:sp>
      <p:sp>
        <p:nvSpPr>
          <p:cNvPr id="3" name="object 3"/>
          <p:cNvSpPr txBox="1"/>
          <p:nvPr/>
        </p:nvSpPr>
        <p:spPr>
          <a:xfrm>
            <a:off x="609600" y="1879916"/>
            <a:ext cx="7924800" cy="4597412"/>
          </a:xfrm>
          <a:prstGeom prst="rect">
            <a:avLst/>
          </a:prstGeom>
        </p:spPr>
        <p:txBody>
          <a:bodyPr vert="horz" wrap="square" lIns="0" tIns="44450" rIns="0" bIns="0" rtlCol="0">
            <a:spAutoFit/>
          </a:bodyPr>
          <a:lstStyle/>
          <a:p>
            <a:pPr marL="12700" marR="5080" algn="just">
              <a:spcBef>
                <a:spcPts val="350"/>
              </a:spcBef>
              <a:tabLst>
                <a:tab pos="241300" algn="l"/>
              </a:tabLst>
            </a:pPr>
            <a:r>
              <a:rPr sz="2000" dirty="0">
                <a:latin typeface="Arial MT"/>
                <a:cs typeface="Arial MT"/>
              </a:rPr>
              <a:t>The </a:t>
            </a:r>
            <a:r>
              <a:rPr sz="2000" spc="-5" dirty="0">
                <a:latin typeface="Arial MT"/>
                <a:cs typeface="Arial MT"/>
              </a:rPr>
              <a:t>outputs </a:t>
            </a:r>
            <a:r>
              <a:rPr sz="2000" dirty="0">
                <a:latin typeface="Arial MT"/>
                <a:cs typeface="Arial MT"/>
              </a:rPr>
              <a:t>of </a:t>
            </a:r>
            <a:r>
              <a:rPr sz="2000" spc="-5" dirty="0">
                <a:latin typeface="Arial MT"/>
                <a:cs typeface="Arial MT"/>
              </a:rPr>
              <a:t>Interface </a:t>
            </a:r>
            <a:r>
              <a:rPr sz="2000" dirty="0">
                <a:latin typeface="Arial MT"/>
                <a:cs typeface="Arial MT"/>
              </a:rPr>
              <a:t>design </a:t>
            </a:r>
            <a:r>
              <a:rPr sz="2000" spc="-5" dirty="0">
                <a:latin typeface="Arial MT"/>
                <a:cs typeface="Arial MT"/>
              </a:rPr>
              <a:t>are the </a:t>
            </a:r>
            <a:r>
              <a:rPr sz="2000" u="sng" dirty="0">
                <a:uFill>
                  <a:solidFill>
                    <a:srgbClr val="000000"/>
                  </a:solidFill>
                </a:uFill>
                <a:latin typeface="Arial MT"/>
                <a:cs typeface="Arial MT"/>
              </a:rPr>
              <a:t>design decisions</a:t>
            </a:r>
            <a:r>
              <a:rPr lang="en-GB" sz="2000" u="sng" dirty="0">
                <a:uFill>
                  <a:solidFill>
                    <a:srgbClr val="000000"/>
                  </a:solidFill>
                </a:uFill>
                <a:latin typeface="Arial MT"/>
                <a:cs typeface="Arial MT"/>
              </a:rPr>
              <a:t> </a:t>
            </a:r>
            <a:r>
              <a:rPr sz="2000" u="sng" dirty="0">
                <a:uFill>
                  <a:solidFill>
                    <a:srgbClr val="000000"/>
                  </a:solidFill>
                </a:uFill>
                <a:latin typeface="Arial MT"/>
                <a:cs typeface="Arial MT"/>
              </a:rPr>
              <a:t>on </a:t>
            </a:r>
            <a:r>
              <a:rPr sz="2000" u="sng" spc="-5" dirty="0">
                <a:uFill>
                  <a:solidFill>
                    <a:srgbClr val="000000"/>
                  </a:solidFill>
                </a:uFill>
                <a:latin typeface="Arial MT"/>
                <a:cs typeface="Arial MT"/>
              </a:rPr>
              <a:t>the Interface elements</a:t>
            </a:r>
            <a:r>
              <a:rPr sz="2000" spc="-5" dirty="0">
                <a:latin typeface="Arial MT"/>
                <a:cs typeface="Arial MT"/>
              </a:rPr>
              <a:t>. Interface elements </a:t>
            </a:r>
            <a:r>
              <a:rPr sz="2000" dirty="0">
                <a:latin typeface="Arial MT"/>
                <a:cs typeface="Arial MT"/>
              </a:rPr>
              <a:t>include but </a:t>
            </a:r>
            <a:r>
              <a:rPr sz="2000" spc="-5" dirty="0">
                <a:latin typeface="Arial MT"/>
                <a:cs typeface="Arial MT"/>
              </a:rPr>
              <a:t>are </a:t>
            </a:r>
            <a:r>
              <a:rPr sz="2000" dirty="0">
                <a:latin typeface="Arial MT"/>
                <a:cs typeface="Arial MT"/>
              </a:rPr>
              <a:t>not </a:t>
            </a:r>
            <a:r>
              <a:rPr sz="2000" spc="-545" dirty="0">
                <a:latin typeface="Arial MT"/>
                <a:cs typeface="Arial MT"/>
              </a:rPr>
              <a:t> </a:t>
            </a:r>
            <a:r>
              <a:rPr sz="2000" spc="-5" dirty="0">
                <a:latin typeface="Arial MT"/>
                <a:cs typeface="Arial MT"/>
              </a:rPr>
              <a:t>limited</a:t>
            </a:r>
            <a:r>
              <a:rPr sz="2000" spc="-15" dirty="0">
                <a:latin typeface="Arial MT"/>
                <a:cs typeface="Arial MT"/>
              </a:rPr>
              <a:t> </a:t>
            </a:r>
            <a:r>
              <a:rPr sz="2000" spc="-5" dirty="0">
                <a:latin typeface="Arial MT"/>
                <a:cs typeface="Arial MT"/>
              </a:rPr>
              <a:t>to:</a:t>
            </a:r>
            <a:endParaRPr lang="en-GB" sz="2000" spc="-5" dirty="0">
              <a:latin typeface="Arial MT"/>
              <a:cs typeface="Arial MT"/>
            </a:endParaRPr>
          </a:p>
          <a:p>
            <a:pPr marL="12700" marR="5080" algn="just">
              <a:spcBef>
                <a:spcPts val="350"/>
              </a:spcBef>
              <a:buChar char="•"/>
              <a:tabLst>
                <a:tab pos="241300" algn="l"/>
              </a:tabLst>
            </a:pPr>
            <a:endParaRPr sz="2000" dirty="0">
              <a:latin typeface="Arial MT"/>
              <a:cs typeface="Arial MT"/>
            </a:endParaRPr>
          </a:p>
          <a:p>
            <a:pPr marL="355600" marR="450215" indent="-342900">
              <a:spcBef>
                <a:spcPts val="695"/>
              </a:spcBef>
              <a:buFont typeface="Arial" panose="020B0604020202020204" pitchFamily="34" charset="0"/>
              <a:buChar char="•"/>
              <a:tabLst>
                <a:tab pos="354965" algn="l"/>
                <a:tab pos="355600" algn="l"/>
              </a:tabLst>
            </a:pPr>
            <a:r>
              <a:rPr lang="en-GB" sz="2000" b="1" spc="-5" dirty="0">
                <a:latin typeface="Arial"/>
                <a:cs typeface="Arial"/>
              </a:rPr>
              <a:t>I</a:t>
            </a:r>
            <a:r>
              <a:rPr sz="2000" b="1" spc="-5" dirty="0" err="1">
                <a:latin typeface="Arial"/>
                <a:cs typeface="Arial"/>
              </a:rPr>
              <a:t>nput</a:t>
            </a:r>
            <a:r>
              <a:rPr sz="2000" b="1" spc="-20" dirty="0">
                <a:latin typeface="Arial"/>
                <a:cs typeface="Arial"/>
              </a:rPr>
              <a:t> </a:t>
            </a:r>
            <a:r>
              <a:rPr sz="2000" b="1" spc="-5" dirty="0">
                <a:latin typeface="Arial"/>
                <a:cs typeface="Arial"/>
              </a:rPr>
              <a:t>Controls</a:t>
            </a:r>
            <a:r>
              <a:rPr sz="2000" spc="-5" dirty="0">
                <a:latin typeface="Arial MT"/>
                <a:cs typeface="Arial MT"/>
              </a:rPr>
              <a:t>:</a:t>
            </a:r>
            <a:r>
              <a:rPr sz="2000" spc="-20" dirty="0">
                <a:latin typeface="Arial MT"/>
                <a:cs typeface="Arial MT"/>
              </a:rPr>
              <a:t> </a:t>
            </a:r>
            <a:r>
              <a:rPr sz="2000" spc="-5" dirty="0">
                <a:latin typeface="Arial MT"/>
                <a:cs typeface="Arial MT"/>
              </a:rPr>
              <a:t>buttons,</a:t>
            </a:r>
            <a:r>
              <a:rPr sz="2000" spc="-20" dirty="0">
                <a:latin typeface="Arial MT"/>
                <a:cs typeface="Arial MT"/>
              </a:rPr>
              <a:t> </a:t>
            </a:r>
            <a:r>
              <a:rPr sz="2000" spc="-5" dirty="0">
                <a:latin typeface="Arial MT"/>
                <a:cs typeface="Arial MT"/>
              </a:rPr>
              <a:t>text</a:t>
            </a:r>
            <a:r>
              <a:rPr sz="2000" spc="-20" dirty="0">
                <a:latin typeface="Arial MT"/>
                <a:cs typeface="Arial MT"/>
              </a:rPr>
              <a:t> </a:t>
            </a:r>
            <a:r>
              <a:rPr sz="2000" dirty="0">
                <a:latin typeface="Arial MT"/>
                <a:cs typeface="Arial MT"/>
              </a:rPr>
              <a:t>fields,</a:t>
            </a:r>
            <a:r>
              <a:rPr sz="2000" spc="-20" dirty="0">
                <a:latin typeface="Arial MT"/>
                <a:cs typeface="Arial MT"/>
              </a:rPr>
              <a:t> </a:t>
            </a:r>
            <a:r>
              <a:rPr sz="2000" dirty="0">
                <a:latin typeface="Arial MT"/>
                <a:cs typeface="Arial MT"/>
              </a:rPr>
              <a:t>checkboxes,</a:t>
            </a:r>
            <a:r>
              <a:rPr sz="2000" spc="-20" dirty="0">
                <a:latin typeface="Arial MT"/>
                <a:cs typeface="Arial MT"/>
              </a:rPr>
              <a:t> </a:t>
            </a:r>
            <a:r>
              <a:rPr sz="2000" dirty="0">
                <a:latin typeface="Arial MT"/>
                <a:cs typeface="Arial MT"/>
              </a:rPr>
              <a:t>radio </a:t>
            </a:r>
            <a:r>
              <a:rPr sz="2000" spc="-540" dirty="0">
                <a:latin typeface="Arial MT"/>
                <a:cs typeface="Arial MT"/>
              </a:rPr>
              <a:t> </a:t>
            </a:r>
            <a:r>
              <a:rPr sz="2000" spc="-5" dirty="0">
                <a:latin typeface="Arial MT"/>
                <a:cs typeface="Arial MT"/>
              </a:rPr>
              <a:t>buttons,</a:t>
            </a:r>
            <a:r>
              <a:rPr sz="2000" spc="-20" dirty="0">
                <a:latin typeface="Arial MT"/>
                <a:cs typeface="Arial MT"/>
              </a:rPr>
              <a:t> </a:t>
            </a:r>
            <a:r>
              <a:rPr sz="2000" dirty="0">
                <a:latin typeface="Arial MT"/>
                <a:cs typeface="Arial MT"/>
              </a:rPr>
              <a:t>dropdown</a:t>
            </a:r>
            <a:r>
              <a:rPr sz="2000" spc="-10" dirty="0">
                <a:latin typeface="Arial MT"/>
                <a:cs typeface="Arial MT"/>
              </a:rPr>
              <a:t> </a:t>
            </a:r>
            <a:r>
              <a:rPr sz="2000" dirty="0">
                <a:latin typeface="Arial MT"/>
                <a:cs typeface="Arial MT"/>
              </a:rPr>
              <a:t>lists,</a:t>
            </a:r>
            <a:r>
              <a:rPr sz="2000" spc="-20" dirty="0">
                <a:latin typeface="Arial MT"/>
                <a:cs typeface="Arial MT"/>
              </a:rPr>
              <a:t> </a:t>
            </a:r>
            <a:r>
              <a:rPr sz="2000" dirty="0">
                <a:latin typeface="Arial MT"/>
                <a:cs typeface="Arial MT"/>
              </a:rPr>
              <a:t>list</a:t>
            </a:r>
            <a:r>
              <a:rPr sz="2000" spc="-15" dirty="0">
                <a:latin typeface="Arial MT"/>
                <a:cs typeface="Arial MT"/>
              </a:rPr>
              <a:t> </a:t>
            </a:r>
            <a:r>
              <a:rPr sz="2000" dirty="0">
                <a:latin typeface="Arial MT"/>
                <a:cs typeface="Arial MT"/>
              </a:rPr>
              <a:t>boxes,</a:t>
            </a:r>
            <a:r>
              <a:rPr sz="2000" spc="-15" dirty="0">
                <a:latin typeface="Arial MT"/>
                <a:cs typeface="Arial MT"/>
              </a:rPr>
              <a:t> </a:t>
            </a:r>
            <a:r>
              <a:rPr sz="2000" spc="-5" dirty="0">
                <a:latin typeface="Arial MT"/>
                <a:cs typeface="Arial MT"/>
              </a:rPr>
              <a:t>toggles,</a:t>
            </a:r>
            <a:r>
              <a:rPr lang="en-GB" sz="2000" spc="-5" dirty="0">
                <a:latin typeface="Arial MT"/>
                <a:cs typeface="Arial MT"/>
              </a:rPr>
              <a:t> &amp;</a:t>
            </a:r>
            <a:r>
              <a:rPr sz="2000" spc="-20" dirty="0">
                <a:latin typeface="Arial MT"/>
                <a:cs typeface="Arial MT"/>
              </a:rPr>
              <a:t> </a:t>
            </a:r>
            <a:r>
              <a:rPr sz="2000" spc="-5" dirty="0">
                <a:latin typeface="Arial MT"/>
                <a:cs typeface="Arial MT"/>
              </a:rPr>
              <a:t>date</a:t>
            </a:r>
            <a:r>
              <a:rPr sz="2000" spc="-10" dirty="0">
                <a:latin typeface="Arial MT"/>
                <a:cs typeface="Arial MT"/>
              </a:rPr>
              <a:t> </a:t>
            </a:r>
            <a:r>
              <a:rPr sz="2000" dirty="0">
                <a:latin typeface="Arial MT"/>
                <a:cs typeface="Arial MT"/>
              </a:rPr>
              <a:t>field</a:t>
            </a:r>
            <a:r>
              <a:rPr lang="en-GB" sz="2000" dirty="0">
                <a:latin typeface="Arial MT"/>
                <a:cs typeface="Arial MT"/>
              </a:rPr>
              <a:t>s.</a:t>
            </a:r>
          </a:p>
          <a:p>
            <a:pPr marL="355600" marR="450215" indent="-342900">
              <a:spcBef>
                <a:spcPts val="695"/>
              </a:spcBef>
              <a:buFont typeface="Arial" panose="020B0604020202020204" pitchFamily="34" charset="0"/>
              <a:buChar char="•"/>
              <a:tabLst>
                <a:tab pos="354965" algn="l"/>
                <a:tab pos="355600" algn="l"/>
              </a:tabLst>
            </a:pPr>
            <a:endParaRPr sz="2000" dirty="0">
              <a:latin typeface="Arial MT"/>
              <a:cs typeface="Arial MT"/>
            </a:endParaRPr>
          </a:p>
          <a:p>
            <a:pPr marL="355600" marR="290830" indent="-342900">
              <a:spcBef>
                <a:spcPts val="645"/>
              </a:spcBef>
              <a:buFont typeface="Arial" panose="020B0604020202020204" pitchFamily="34" charset="0"/>
              <a:buChar char="•"/>
              <a:tabLst>
                <a:tab pos="354965" algn="l"/>
                <a:tab pos="355600" algn="l"/>
              </a:tabLst>
            </a:pPr>
            <a:r>
              <a:rPr sz="2000" b="1" spc="-5" dirty="0">
                <a:latin typeface="Arial"/>
                <a:cs typeface="Arial"/>
              </a:rPr>
              <a:t>Navigational </a:t>
            </a:r>
            <a:r>
              <a:rPr sz="2000" b="1" dirty="0">
                <a:latin typeface="Arial"/>
                <a:cs typeface="Arial"/>
              </a:rPr>
              <a:t>Components</a:t>
            </a:r>
            <a:r>
              <a:rPr sz="2000" dirty="0">
                <a:latin typeface="Arial MT"/>
                <a:cs typeface="Arial MT"/>
              </a:rPr>
              <a:t>: </a:t>
            </a:r>
            <a:r>
              <a:rPr sz="2000" spc="-5" dirty="0">
                <a:latin typeface="Arial MT"/>
                <a:cs typeface="Arial MT"/>
              </a:rPr>
              <a:t>breadcrumb, </a:t>
            </a:r>
            <a:r>
              <a:rPr sz="2000" spc="-15" dirty="0">
                <a:latin typeface="Arial MT"/>
                <a:cs typeface="Arial MT"/>
              </a:rPr>
              <a:t>slider, </a:t>
            </a:r>
            <a:r>
              <a:rPr sz="2000" spc="-5" dirty="0">
                <a:latin typeface="Arial MT"/>
                <a:cs typeface="Arial MT"/>
              </a:rPr>
              <a:t>search </a:t>
            </a:r>
            <a:r>
              <a:rPr sz="2000" spc="-545" dirty="0">
                <a:latin typeface="Arial MT"/>
                <a:cs typeface="Arial MT"/>
              </a:rPr>
              <a:t> </a:t>
            </a:r>
            <a:r>
              <a:rPr sz="2000" dirty="0">
                <a:latin typeface="Arial MT"/>
                <a:cs typeface="Arial MT"/>
              </a:rPr>
              <a:t>field,</a:t>
            </a:r>
            <a:r>
              <a:rPr sz="2000" spc="-20" dirty="0">
                <a:latin typeface="Arial MT"/>
                <a:cs typeface="Arial MT"/>
              </a:rPr>
              <a:t> </a:t>
            </a:r>
            <a:r>
              <a:rPr sz="2000" dirty="0">
                <a:latin typeface="Arial MT"/>
                <a:cs typeface="Arial MT"/>
              </a:rPr>
              <a:t>pagination,</a:t>
            </a:r>
            <a:r>
              <a:rPr sz="2000" spc="-20" dirty="0">
                <a:latin typeface="Arial MT"/>
                <a:cs typeface="Arial MT"/>
              </a:rPr>
              <a:t> </a:t>
            </a:r>
            <a:r>
              <a:rPr sz="2000" spc="-5" dirty="0">
                <a:latin typeface="Arial MT"/>
                <a:cs typeface="Arial MT"/>
              </a:rPr>
              <a:t>tags</a:t>
            </a:r>
            <a:r>
              <a:rPr lang="en-GB" sz="2000" spc="-5" dirty="0">
                <a:latin typeface="Arial MT"/>
                <a:cs typeface="Arial MT"/>
              </a:rPr>
              <a:t>, &amp;</a:t>
            </a:r>
            <a:r>
              <a:rPr sz="2000" spc="-15" dirty="0">
                <a:latin typeface="Arial MT"/>
                <a:cs typeface="Arial MT"/>
              </a:rPr>
              <a:t> </a:t>
            </a:r>
            <a:r>
              <a:rPr sz="2000" dirty="0">
                <a:latin typeface="Arial MT"/>
                <a:cs typeface="Arial MT"/>
              </a:rPr>
              <a:t>icons</a:t>
            </a:r>
            <a:r>
              <a:rPr lang="en-GB" sz="2000" dirty="0">
                <a:latin typeface="Arial MT"/>
                <a:cs typeface="Arial MT"/>
              </a:rPr>
              <a:t>.</a:t>
            </a:r>
          </a:p>
          <a:p>
            <a:pPr marL="355600" marR="290830" indent="-342900">
              <a:spcBef>
                <a:spcPts val="645"/>
              </a:spcBef>
              <a:buFont typeface="Arial" panose="020B0604020202020204" pitchFamily="34" charset="0"/>
              <a:buChar char="•"/>
              <a:tabLst>
                <a:tab pos="354965" algn="l"/>
                <a:tab pos="355600" algn="l"/>
              </a:tabLst>
            </a:pPr>
            <a:endParaRPr sz="2000" dirty="0">
              <a:latin typeface="Arial MT"/>
              <a:cs typeface="Arial MT"/>
            </a:endParaRPr>
          </a:p>
          <a:p>
            <a:pPr marL="355600" marR="25400" indent="-342900">
              <a:spcBef>
                <a:spcPts val="535"/>
              </a:spcBef>
              <a:buFont typeface="Arial" panose="020B0604020202020204" pitchFamily="34" charset="0"/>
              <a:buChar char="•"/>
              <a:tabLst>
                <a:tab pos="354965" algn="l"/>
                <a:tab pos="355600" algn="l"/>
              </a:tabLst>
            </a:pPr>
            <a:r>
              <a:rPr sz="2000" b="1" spc="-5" dirty="0">
                <a:latin typeface="Arial"/>
                <a:cs typeface="Arial"/>
              </a:rPr>
              <a:t>Informational Components</a:t>
            </a:r>
            <a:r>
              <a:rPr sz="2000" spc="-5" dirty="0">
                <a:latin typeface="Arial MT"/>
                <a:cs typeface="Arial MT"/>
              </a:rPr>
              <a:t>: tooltips, </a:t>
            </a:r>
            <a:r>
              <a:rPr sz="2000" dirty="0">
                <a:latin typeface="Arial MT"/>
                <a:cs typeface="Arial MT"/>
              </a:rPr>
              <a:t>icons, </a:t>
            </a:r>
            <a:r>
              <a:rPr sz="2000" spc="-5" dirty="0">
                <a:latin typeface="Arial MT"/>
                <a:cs typeface="Arial MT"/>
              </a:rPr>
              <a:t>progress </a:t>
            </a:r>
            <a:r>
              <a:rPr sz="2000" spc="-30" dirty="0">
                <a:latin typeface="Arial MT"/>
                <a:cs typeface="Arial MT"/>
              </a:rPr>
              <a:t>bar, </a:t>
            </a:r>
            <a:r>
              <a:rPr sz="2000" spc="-545" dirty="0">
                <a:latin typeface="Arial MT"/>
                <a:cs typeface="Arial MT"/>
              </a:rPr>
              <a:t> </a:t>
            </a:r>
            <a:r>
              <a:rPr sz="2000" spc="-5" dirty="0">
                <a:latin typeface="Arial MT"/>
                <a:cs typeface="Arial MT"/>
              </a:rPr>
              <a:t>notifications,</a:t>
            </a:r>
            <a:r>
              <a:rPr sz="2000" spc="-15" dirty="0">
                <a:latin typeface="Arial MT"/>
                <a:cs typeface="Arial MT"/>
              </a:rPr>
              <a:t> </a:t>
            </a:r>
            <a:r>
              <a:rPr sz="2000" spc="-5" dirty="0">
                <a:latin typeface="Arial MT"/>
                <a:cs typeface="Arial MT"/>
              </a:rPr>
              <a:t>message</a:t>
            </a:r>
            <a:r>
              <a:rPr sz="2000" spc="-10" dirty="0">
                <a:latin typeface="Arial MT"/>
                <a:cs typeface="Arial MT"/>
              </a:rPr>
              <a:t> </a:t>
            </a:r>
            <a:r>
              <a:rPr sz="2000" dirty="0">
                <a:latin typeface="Arial MT"/>
                <a:cs typeface="Arial MT"/>
              </a:rPr>
              <a:t>boxes</a:t>
            </a:r>
            <a:r>
              <a:rPr lang="en-GB" sz="2000" dirty="0">
                <a:latin typeface="Arial MT"/>
                <a:cs typeface="Arial MT"/>
              </a:rPr>
              <a:t>, &amp;</a:t>
            </a:r>
            <a:r>
              <a:rPr sz="2000" spc="-15" dirty="0">
                <a:latin typeface="Arial MT"/>
                <a:cs typeface="Arial MT"/>
              </a:rPr>
              <a:t> </a:t>
            </a:r>
            <a:r>
              <a:rPr sz="2000" spc="-5" dirty="0">
                <a:latin typeface="Arial MT"/>
                <a:cs typeface="Arial MT"/>
              </a:rPr>
              <a:t>modal</a:t>
            </a:r>
            <a:r>
              <a:rPr sz="2000" dirty="0">
                <a:latin typeface="Arial MT"/>
                <a:cs typeface="Arial MT"/>
              </a:rPr>
              <a:t> windows</a:t>
            </a:r>
            <a:r>
              <a:rPr lang="en-GB" sz="2000" dirty="0">
                <a:latin typeface="Arial MT"/>
                <a:cs typeface="Arial MT"/>
              </a:rPr>
              <a:t>.</a:t>
            </a:r>
          </a:p>
          <a:p>
            <a:pPr marL="355600" marR="25400" indent="-342900">
              <a:spcBef>
                <a:spcPts val="535"/>
              </a:spcBef>
              <a:buFont typeface="Arial" panose="020B0604020202020204" pitchFamily="34" charset="0"/>
              <a:buChar char="•"/>
              <a:tabLst>
                <a:tab pos="354965" algn="l"/>
                <a:tab pos="355600" algn="l"/>
              </a:tabLst>
            </a:pPr>
            <a:endParaRPr sz="2000" dirty="0">
              <a:latin typeface="Arial MT"/>
              <a:cs typeface="Arial MT"/>
            </a:endParaRPr>
          </a:p>
          <a:p>
            <a:pPr marL="355600" indent="-342900">
              <a:spcBef>
                <a:spcPts val="280"/>
              </a:spcBef>
              <a:buFont typeface="Arial" panose="020B0604020202020204" pitchFamily="34" charset="0"/>
              <a:buChar char="•"/>
              <a:tabLst>
                <a:tab pos="354965" algn="l"/>
                <a:tab pos="355600" algn="l"/>
              </a:tabLst>
            </a:pPr>
            <a:r>
              <a:rPr sz="2000" b="1" spc="-5" dirty="0">
                <a:latin typeface="Arial"/>
                <a:cs typeface="Arial"/>
              </a:rPr>
              <a:t>Containers</a:t>
            </a:r>
            <a:endParaRPr sz="2000" dirty="0">
              <a:latin typeface="Arial MT"/>
              <a:cs typeface="Arial M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9589" y="210856"/>
            <a:ext cx="3224666" cy="1090042"/>
          </a:xfrm>
          <a:prstGeom prst="rect">
            <a:avLst/>
          </a:prstGeom>
        </p:spPr>
        <p:txBody>
          <a:bodyPr vert="horz" wrap="square" lIns="0" tIns="12700" rIns="0" bIns="0" rtlCol="0">
            <a:spAutoFit/>
          </a:bodyPr>
          <a:lstStyle/>
          <a:p>
            <a:pPr marL="12700">
              <a:lnSpc>
                <a:spcPct val="100000"/>
              </a:lnSpc>
              <a:spcBef>
                <a:spcPts val="100"/>
              </a:spcBef>
            </a:pPr>
            <a:r>
              <a:rPr spc="-5" dirty="0"/>
              <a:t>Class</a:t>
            </a:r>
            <a:r>
              <a:rPr spc="-50" dirty="0"/>
              <a:t> </a:t>
            </a:r>
            <a:r>
              <a:rPr spc="-5" dirty="0"/>
              <a:t>Exercise</a:t>
            </a:r>
            <a:r>
              <a:rPr lang="en-GB" spc="-5" dirty="0"/>
              <a:t> (5 – 10 Minutes)</a:t>
            </a:r>
            <a:endParaRPr spc="-5" dirty="0"/>
          </a:p>
        </p:txBody>
      </p:sp>
      <p:sp>
        <p:nvSpPr>
          <p:cNvPr id="3" name="object 3" descr="&#13;&#10;&#13;&#10;"/>
          <p:cNvSpPr txBox="1"/>
          <p:nvPr/>
        </p:nvSpPr>
        <p:spPr>
          <a:xfrm>
            <a:off x="439589" y="1905000"/>
            <a:ext cx="4301147" cy="2040943"/>
          </a:xfrm>
          <a:prstGeom prst="rect">
            <a:avLst/>
          </a:prstGeom>
        </p:spPr>
        <p:txBody>
          <a:bodyPr vert="horz" wrap="square" lIns="0" tIns="67945" rIns="0" bIns="0" rtlCol="0">
            <a:spAutoFit/>
          </a:bodyPr>
          <a:lstStyle/>
          <a:p>
            <a:pPr marL="12700">
              <a:lnSpc>
                <a:spcPct val="100000"/>
              </a:lnSpc>
              <a:spcBef>
                <a:spcPts val="535"/>
              </a:spcBef>
              <a:tabLst>
                <a:tab pos="240665" algn="l"/>
                <a:tab pos="241300" algn="l"/>
              </a:tabLst>
            </a:pPr>
            <a:r>
              <a:rPr sz="2000" dirty="0">
                <a:latin typeface="Arial MT"/>
                <a:cs typeface="Arial MT"/>
              </a:rPr>
              <a:t>Find</a:t>
            </a:r>
            <a:r>
              <a:rPr sz="2000" spc="-15" dirty="0">
                <a:latin typeface="Arial MT"/>
                <a:cs typeface="Arial MT"/>
              </a:rPr>
              <a:t> </a:t>
            </a:r>
            <a:r>
              <a:rPr sz="2000" dirty="0">
                <a:latin typeface="Arial MT"/>
                <a:cs typeface="Arial MT"/>
              </a:rPr>
              <a:t>out</a:t>
            </a:r>
            <a:r>
              <a:rPr sz="2000" spc="-20" dirty="0">
                <a:latin typeface="Arial MT"/>
                <a:cs typeface="Arial MT"/>
              </a:rPr>
              <a:t> </a:t>
            </a:r>
            <a:r>
              <a:rPr sz="2000" dirty="0">
                <a:latin typeface="Arial MT"/>
                <a:cs typeface="Arial MT"/>
              </a:rPr>
              <a:t>what</a:t>
            </a:r>
            <a:r>
              <a:rPr sz="2000" spc="-15" dirty="0">
                <a:latin typeface="Arial MT"/>
                <a:cs typeface="Arial MT"/>
              </a:rPr>
              <a:t> </a:t>
            </a:r>
            <a:r>
              <a:rPr sz="2000" spc="-5" dirty="0">
                <a:latin typeface="Arial MT"/>
                <a:cs typeface="Arial MT"/>
              </a:rPr>
              <a:t>the</a:t>
            </a:r>
            <a:r>
              <a:rPr sz="2000" spc="-15" dirty="0">
                <a:latin typeface="Arial MT"/>
                <a:cs typeface="Arial MT"/>
              </a:rPr>
              <a:t> </a:t>
            </a:r>
            <a:r>
              <a:rPr sz="2000" dirty="0">
                <a:latin typeface="Arial MT"/>
                <a:cs typeface="Arial MT"/>
              </a:rPr>
              <a:t>following</a:t>
            </a:r>
            <a:r>
              <a:rPr sz="2000" spc="-10" dirty="0">
                <a:latin typeface="Arial MT"/>
                <a:cs typeface="Arial MT"/>
              </a:rPr>
              <a:t> </a:t>
            </a:r>
            <a:r>
              <a:rPr sz="2000" spc="-5" dirty="0">
                <a:latin typeface="Arial MT"/>
                <a:cs typeface="Arial MT"/>
              </a:rPr>
              <a:t>are</a:t>
            </a:r>
            <a:r>
              <a:rPr sz="2000" spc="-15" dirty="0">
                <a:latin typeface="Arial MT"/>
                <a:cs typeface="Arial MT"/>
              </a:rPr>
              <a:t> </a:t>
            </a:r>
            <a:r>
              <a:rPr sz="2000" dirty="0">
                <a:latin typeface="Arial MT"/>
                <a:cs typeface="Arial MT"/>
              </a:rPr>
              <a:t>and</a:t>
            </a:r>
            <a:r>
              <a:rPr sz="2000" spc="-10" dirty="0">
                <a:latin typeface="Arial MT"/>
                <a:cs typeface="Arial MT"/>
              </a:rPr>
              <a:t> </a:t>
            </a:r>
            <a:r>
              <a:rPr sz="2000" dirty="0">
                <a:latin typeface="Arial MT"/>
                <a:cs typeface="Arial MT"/>
              </a:rPr>
              <a:t>what</a:t>
            </a:r>
            <a:r>
              <a:rPr sz="2000" spc="-20" dirty="0">
                <a:latin typeface="Arial MT"/>
                <a:cs typeface="Arial MT"/>
              </a:rPr>
              <a:t> </a:t>
            </a:r>
            <a:r>
              <a:rPr sz="2000" spc="-5" dirty="0">
                <a:latin typeface="Arial MT"/>
                <a:cs typeface="Arial MT"/>
              </a:rPr>
              <a:t>they</a:t>
            </a:r>
            <a:r>
              <a:rPr sz="2000" spc="-15" dirty="0">
                <a:latin typeface="Arial MT"/>
                <a:cs typeface="Arial MT"/>
              </a:rPr>
              <a:t> </a:t>
            </a:r>
            <a:r>
              <a:rPr sz="2000" spc="-5" dirty="0">
                <a:latin typeface="Arial MT"/>
                <a:cs typeface="Arial MT"/>
              </a:rPr>
              <a:t>are</a:t>
            </a:r>
            <a:r>
              <a:rPr sz="2000" spc="-10" dirty="0">
                <a:latin typeface="Arial MT"/>
                <a:cs typeface="Arial MT"/>
              </a:rPr>
              <a:t> </a:t>
            </a:r>
            <a:r>
              <a:rPr sz="2000" dirty="0">
                <a:latin typeface="Arial MT"/>
                <a:cs typeface="Arial MT"/>
              </a:rPr>
              <a:t>best</a:t>
            </a:r>
            <a:r>
              <a:rPr sz="2000" spc="-20" dirty="0">
                <a:latin typeface="Arial MT"/>
                <a:cs typeface="Arial MT"/>
              </a:rPr>
              <a:t> </a:t>
            </a:r>
            <a:r>
              <a:rPr sz="2000" dirty="0">
                <a:latin typeface="Arial MT"/>
                <a:cs typeface="Arial MT"/>
              </a:rPr>
              <a:t>used</a:t>
            </a:r>
            <a:r>
              <a:rPr sz="2000" spc="-10" dirty="0">
                <a:latin typeface="Arial MT"/>
                <a:cs typeface="Arial MT"/>
              </a:rPr>
              <a:t> </a:t>
            </a:r>
            <a:r>
              <a:rPr sz="2000" spc="-5" dirty="0">
                <a:latin typeface="Arial MT"/>
                <a:cs typeface="Arial MT"/>
              </a:rPr>
              <a:t>for:</a:t>
            </a:r>
            <a:endParaRPr lang="en-GB" sz="2000" spc="-5" dirty="0">
              <a:latin typeface="Arial MT"/>
              <a:cs typeface="Arial MT"/>
            </a:endParaRPr>
          </a:p>
          <a:p>
            <a:pPr marL="241300" indent="-228600">
              <a:lnSpc>
                <a:spcPct val="100000"/>
              </a:lnSpc>
              <a:spcBef>
                <a:spcPts val="535"/>
              </a:spcBef>
              <a:buChar char="•"/>
              <a:tabLst>
                <a:tab pos="240665" algn="l"/>
                <a:tab pos="241300" algn="l"/>
              </a:tabLst>
            </a:pPr>
            <a:endParaRPr sz="2000" dirty="0">
              <a:latin typeface="Arial MT"/>
              <a:cs typeface="Arial MT"/>
            </a:endParaRPr>
          </a:p>
          <a:p>
            <a:pPr marL="355600" indent="-342900">
              <a:lnSpc>
                <a:spcPct val="100000"/>
              </a:lnSpc>
              <a:spcBef>
                <a:spcPts val="390"/>
              </a:spcBef>
              <a:buFont typeface="+mj-lt"/>
              <a:buAutoNum type="arabicPeriod"/>
              <a:tabLst>
                <a:tab pos="298450" algn="l"/>
              </a:tabLst>
            </a:pPr>
            <a:r>
              <a:rPr sz="1800" spc="-5" dirty="0">
                <a:latin typeface="Arial MT"/>
                <a:cs typeface="Arial MT"/>
              </a:rPr>
              <a:t>Breadcrumb</a:t>
            </a:r>
            <a:endParaRPr sz="1800" dirty="0">
              <a:latin typeface="Arial MT"/>
              <a:cs typeface="Arial MT"/>
            </a:endParaRPr>
          </a:p>
          <a:p>
            <a:pPr marL="355600" indent="-342900">
              <a:lnSpc>
                <a:spcPct val="100000"/>
              </a:lnSpc>
              <a:spcBef>
                <a:spcPts val="360"/>
              </a:spcBef>
              <a:buFont typeface="+mj-lt"/>
              <a:buAutoNum type="arabicPeriod"/>
              <a:tabLst>
                <a:tab pos="298450" algn="l"/>
              </a:tabLst>
            </a:pPr>
            <a:r>
              <a:rPr sz="1800" spc="-5" dirty="0">
                <a:latin typeface="Arial MT"/>
                <a:cs typeface="Arial MT"/>
              </a:rPr>
              <a:t>Accordion</a:t>
            </a:r>
            <a:endParaRPr sz="1800" dirty="0">
              <a:latin typeface="Arial MT"/>
              <a:cs typeface="Arial MT"/>
            </a:endParaRPr>
          </a:p>
          <a:p>
            <a:pPr marL="355600" indent="-342900">
              <a:lnSpc>
                <a:spcPct val="100000"/>
              </a:lnSpc>
              <a:spcBef>
                <a:spcPts val="434"/>
              </a:spcBef>
              <a:buFont typeface="+mj-lt"/>
              <a:buAutoNum type="arabicPeriod"/>
              <a:tabLst>
                <a:tab pos="298450" algn="l"/>
              </a:tabLst>
            </a:pPr>
            <a:r>
              <a:rPr sz="1800" spc="-5" dirty="0">
                <a:latin typeface="Arial MT"/>
                <a:cs typeface="Arial MT"/>
              </a:rPr>
              <a:t>Modal</a:t>
            </a:r>
            <a:r>
              <a:rPr sz="1800" spc="-40" dirty="0">
                <a:latin typeface="Arial MT"/>
                <a:cs typeface="Arial MT"/>
              </a:rPr>
              <a:t> </a:t>
            </a:r>
            <a:r>
              <a:rPr sz="1800" spc="-5" dirty="0">
                <a:latin typeface="Arial MT"/>
                <a:cs typeface="Arial MT"/>
              </a:rPr>
              <a:t>Window</a:t>
            </a:r>
            <a:endParaRPr sz="1800" dirty="0">
              <a:latin typeface="Arial MT"/>
              <a:cs typeface="Arial MT"/>
            </a:endParaRPr>
          </a:p>
        </p:txBody>
      </p:sp>
      <p:pic>
        <p:nvPicPr>
          <p:cNvPr id="4" name="object 4" descr="Breadcrumb&#10;"/>
          <p:cNvPicPr/>
          <p:nvPr/>
        </p:nvPicPr>
        <p:blipFill>
          <a:blip r:embed="rId2" cstate="print"/>
          <a:stretch>
            <a:fillRect/>
          </a:stretch>
        </p:blipFill>
        <p:spPr>
          <a:xfrm>
            <a:off x="5105400" y="1755880"/>
            <a:ext cx="3189795" cy="2339182"/>
          </a:xfrm>
          <a:prstGeom prst="rect">
            <a:avLst/>
          </a:prstGeom>
        </p:spPr>
      </p:pic>
      <p:pic>
        <p:nvPicPr>
          <p:cNvPr id="5" name="object 5" descr="Accordion&#10;"/>
          <p:cNvPicPr/>
          <p:nvPr/>
        </p:nvPicPr>
        <p:blipFill>
          <a:blip r:embed="rId3" cstate="print"/>
          <a:stretch>
            <a:fillRect/>
          </a:stretch>
        </p:blipFill>
        <p:spPr>
          <a:xfrm>
            <a:off x="5105400" y="4302782"/>
            <a:ext cx="3189794" cy="2339182"/>
          </a:xfrm>
          <a:prstGeom prst="rect">
            <a:avLst/>
          </a:prstGeom>
        </p:spPr>
      </p:pic>
      <p:pic>
        <p:nvPicPr>
          <p:cNvPr id="6" name="object 6" descr="Modal Window&#10;"/>
          <p:cNvPicPr/>
          <p:nvPr/>
        </p:nvPicPr>
        <p:blipFill>
          <a:blip r:embed="rId4" cstate="print"/>
          <a:stretch>
            <a:fillRect/>
          </a:stretch>
        </p:blipFill>
        <p:spPr>
          <a:xfrm>
            <a:off x="517080" y="4916520"/>
            <a:ext cx="4223656" cy="171952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457200"/>
            <a:ext cx="4798695" cy="558800"/>
          </a:xfrm>
          <a:prstGeom prst="rect">
            <a:avLst/>
          </a:prstGeom>
        </p:spPr>
        <p:txBody>
          <a:bodyPr vert="horz" wrap="square" lIns="0" tIns="12700" rIns="0" bIns="0" rtlCol="0">
            <a:spAutoFit/>
          </a:bodyPr>
          <a:lstStyle/>
          <a:p>
            <a:pPr marL="12700">
              <a:lnSpc>
                <a:spcPct val="100000"/>
              </a:lnSpc>
              <a:spcBef>
                <a:spcPts val="100"/>
              </a:spcBef>
            </a:pPr>
            <a:r>
              <a:rPr spc="-60" dirty="0"/>
              <a:t>Testing</a:t>
            </a:r>
            <a:r>
              <a:rPr spc="-5" dirty="0"/>
              <a:t> Interface</a:t>
            </a:r>
            <a:r>
              <a:rPr dirty="0"/>
              <a:t> </a:t>
            </a:r>
            <a:r>
              <a:rPr spc="-5" dirty="0"/>
              <a:t>Design</a:t>
            </a:r>
          </a:p>
        </p:txBody>
      </p:sp>
      <p:sp>
        <p:nvSpPr>
          <p:cNvPr id="3" name="object 3"/>
          <p:cNvSpPr txBox="1"/>
          <p:nvPr/>
        </p:nvSpPr>
        <p:spPr>
          <a:xfrm>
            <a:off x="296662" y="1828800"/>
            <a:ext cx="8077200" cy="4094710"/>
          </a:xfrm>
          <a:prstGeom prst="rect">
            <a:avLst/>
          </a:prstGeom>
        </p:spPr>
        <p:txBody>
          <a:bodyPr vert="horz" wrap="square" lIns="0" tIns="52069" rIns="0" bIns="0" rtlCol="0">
            <a:spAutoFit/>
          </a:bodyPr>
          <a:lstStyle/>
          <a:p>
            <a:pPr marL="12700">
              <a:lnSpc>
                <a:spcPct val="100000"/>
              </a:lnSpc>
              <a:spcBef>
                <a:spcPts val="409"/>
              </a:spcBef>
              <a:tabLst>
                <a:tab pos="240665" algn="l"/>
                <a:tab pos="241300" algn="l"/>
              </a:tabLst>
            </a:pPr>
            <a:r>
              <a:rPr sz="2400" dirty="0"/>
              <a:t>Usability Testing Options at this stage of development </a:t>
            </a:r>
            <a:r>
              <a:rPr lang="en-GB" sz="2400" dirty="0"/>
              <a:t>can </a:t>
            </a:r>
            <a:r>
              <a:rPr sz="2400" dirty="0"/>
              <a:t>include</a:t>
            </a:r>
            <a:r>
              <a:rPr lang="en-GB" sz="2400" dirty="0"/>
              <a:t>, but are not limited to:</a:t>
            </a:r>
          </a:p>
          <a:p>
            <a:pPr marL="469900" indent="-457200">
              <a:lnSpc>
                <a:spcPct val="100000"/>
              </a:lnSpc>
              <a:spcBef>
                <a:spcPts val="409"/>
              </a:spcBef>
              <a:buFont typeface="+mj-lt"/>
              <a:buAutoNum type="arabicPeriod"/>
              <a:tabLst>
                <a:tab pos="240665" algn="l"/>
                <a:tab pos="241300" algn="l"/>
              </a:tabLst>
            </a:pPr>
            <a:endParaRPr lang="en-GB" sz="2000" dirty="0">
              <a:latin typeface="Arial MT"/>
              <a:cs typeface="Arial MT"/>
            </a:endParaRPr>
          </a:p>
          <a:p>
            <a:pPr marL="927100" lvl="1" indent="-457200">
              <a:spcBef>
                <a:spcPts val="409"/>
              </a:spcBef>
              <a:buFont typeface="+mj-lt"/>
              <a:buAutoNum type="arabicPeriod"/>
              <a:tabLst>
                <a:tab pos="240665" algn="l"/>
                <a:tab pos="241300" algn="l"/>
              </a:tabLst>
            </a:pPr>
            <a:r>
              <a:rPr sz="2400" dirty="0">
                <a:latin typeface="Arial MT"/>
                <a:cs typeface="Arial MT"/>
              </a:rPr>
              <a:t>Guerilla</a:t>
            </a:r>
            <a:r>
              <a:rPr sz="2400" spc="-80" dirty="0">
                <a:latin typeface="Arial MT"/>
                <a:cs typeface="Arial MT"/>
              </a:rPr>
              <a:t> </a:t>
            </a:r>
            <a:r>
              <a:rPr sz="2400" spc="-35" dirty="0">
                <a:latin typeface="Arial MT"/>
                <a:cs typeface="Arial MT"/>
              </a:rPr>
              <a:t>Testing</a:t>
            </a:r>
            <a:endParaRPr lang="en-GB" sz="2400" spc="-35" dirty="0">
              <a:latin typeface="Arial MT"/>
              <a:cs typeface="Arial MT"/>
            </a:endParaRPr>
          </a:p>
          <a:p>
            <a:pPr marL="927100" lvl="1" indent="-457200">
              <a:spcBef>
                <a:spcPts val="409"/>
              </a:spcBef>
              <a:buFont typeface="+mj-lt"/>
              <a:buAutoNum type="arabicPeriod"/>
              <a:tabLst>
                <a:tab pos="240665" algn="l"/>
                <a:tab pos="241300" algn="l"/>
              </a:tabLst>
            </a:pPr>
            <a:endParaRPr lang="en-GB" sz="2400" spc="-35" dirty="0">
              <a:latin typeface="Arial MT"/>
              <a:cs typeface="Arial MT"/>
            </a:endParaRPr>
          </a:p>
          <a:p>
            <a:pPr marL="927100" lvl="1" indent="-457200">
              <a:spcBef>
                <a:spcPts val="409"/>
              </a:spcBef>
              <a:buFont typeface="+mj-lt"/>
              <a:buAutoNum type="arabicPeriod"/>
              <a:tabLst>
                <a:tab pos="240665" algn="l"/>
                <a:tab pos="241300" algn="l"/>
              </a:tabLst>
            </a:pPr>
            <a:r>
              <a:rPr lang="en-GB" sz="2400" spc="-5" dirty="0">
                <a:latin typeface="Arial MT"/>
                <a:cs typeface="Arial MT"/>
              </a:rPr>
              <a:t>A/B</a:t>
            </a:r>
            <a:r>
              <a:rPr lang="en-GB" sz="2400" spc="-75" dirty="0">
                <a:latin typeface="Arial MT"/>
                <a:cs typeface="Arial MT"/>
              </a:rPr>
              <a:t> </a:t>
            </a:r>
            <a:r>
              <a:rPr lang="en-GB" sz="2400" spc="-35" dirty="0">
                <a:latin typeface="Arial MT"/>
                <a:cs typeface="Arial MT"/>
              </a:rPr>
              <a:t>Testing</a:t>
            </a:r>
          </a:p>
          <a:p>
            <a:pPr marL="927100" lvl="1" indent="-457200">
              <a:spcBef>
                <a:spcPts val="409"/>
              </a:spcBef>
              <a:buFont typeface="+mj-lt"/>
              <a:buAutoNum type="arabicPeriod"/>
              <a:tabLst>
                <a:tab pos="240665" algn="l"/>
                <a:tab pos="241300" algn="l"/>
              </a:tabLst>
            </a:pPr>
            <a:endParaRPr lang="en-GB" sz="2400" spc="-35" dirty="0">
              <a:latin typeface="Arial MT"/>
              <a:cs typeface="Arial MT"/>
            </a:endParaRPr>
          </a:p>
          <a:p>
            <a:pPr marL="927100" lvl="1" indent="-457200">
              <a:spcBef>
                <a:spcPts val="409"/>
              </a:spcBef>
              <a:buFont typeface="+mj-lt"/>
              <a:buAutoNum type="arabicPeriod"/>
              <a:tabLst>
                <a:tab pos="240665" algn="l"/>
                <a:tab pos="241300" algn="l"/>
              </a:tabLst>
            </a:pPr>
            <a:r>
              <a:rPr lang="en-GB" sz="2400" dirty="0">
                <a:latin typeface="Arial MT"/>
                <a:cs typeface="Arial MT"/>
              </a:rPr>
              <a:t>Lab</a:t>
            </a:r>
            <a:r>
              <a:rPr lang="en-GB" sz="2400" spc="-35" dirty="0">
                <a:latin typeface="Arial MT"/>
                <a:cs typeface="Arial MT"/>
              </a:rPr>
              <a:t> </a:t>
            </a:r>
            <a:r>
              <a:rPr lang="en-GB" sz="2400" dirty="0">
                <a:latin typeface="Arial MT"/>
                <a:cs typeface="Arial MT"/>
              </a:rPr>
              <a:t>Usability</a:t>
            </a:r>
            <a:r>
              <a:rPr lang="en-GB" sz="2400" spc="-65" dirty="0">
                <a:latin typeface="Arial MT"/>
                <a:cs typeface="Arial MT"/>
              </a:rPr>
              <a:t> </a:t>
            </a:r>
            <a:r>
              <a:rPr lang="en-GB" sz="2400" spc="-50" dirty="0">
                <a:latin typeface="Arial MT"/>
                <a:cs typeface="Arial MT"/>
              </a:rPr>
              <a:t>Tests</a:t>
            </a:r>
          </a:p>
          <a:p>
            <a:pPr marL="927100" lvl="1" indent="-457200">
              <a:spcBef>
                <a:spcPts val="409"/>
              </a:spcBef>
              <a:buFont typeface="+mj-lt"/>
              <a:buAutoNum type="arabicPeriod"/>
              <a:tabLst>
                <a:tab pos="240665" algn="l"/>
                <a:tab pos="241300" algn="l"/>
              </a:tabLst>
            </a:pPr>
            <a:endParaRPr lang="en-GB" sz="2400" dirty="0">
              <a:latin typeface="Arial MT"/>
              <a:cs typeface="Arial MT"/>
            </a:endParaRPr>
          </a:p>
          <a:p>
            <a:pPr marL="927100" lvl="1" indent="-457200">
              <a:spcBef>
                <a:spcPts val="409"/>
              </a:spcBef>
              <a:buFont typeface="+mj-lt"/>
              <a:buAutoNum type="arabicPeriod"/>
              <a:tabLst>
                <a:tab pos="240665" algn="l"/>
                <a:tab pos="241300" algn="l"/>
              </a:tabLst>
            </a:pPr>
            <a:r>
              <a:rPr lang="en-GB" sz="2400" spc="-5" dirty="0">
                <a:latin typeface="Arial MT"/>
                <a:cs typeface="Arial MT"/>
              </a:rPr>
              <a:t>Contextual</a:t>
            </a:r>
            <a:r>
              <a:rPr lang="en-GB" sz="2400" spc="-30" dirty="0">
                <a:latin typeface="Arial MT"/>
                <a:cs typeface="Arial MT"/>
              </a:rPr>
              <a:t> </a:t>
            </a:r>
            <a:r>
              <a:rPr lang="en-GB" sz="2400" dirty="0">
                <a:latin typeface="Arial MT"/>
                <a:cs typeface="Arial MT"/>
              </a:rPr>
              <a:t>Enquiry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457200"/>
            <a:ext cx="4798695" cy="558800"/>
          </a:xfrm>
          <a:prstGeom prst="rect">
            <a:avLst/>
          </a:prstGeom>
        </p:spPr>
        <p:txBody>
          <a:bodyPr vert="horz" wrap="square" lIns="0" tIns="12700" rIns="0" bIns="0" rtlCol="0">
            <a:spAutoFit/>
          </a:bodyPr>
          <a:lstStyle/>
          <a:p>
            <a:pPr marL="12700">
              <a:lnSpc>
                <a:spcPct val="100000"/>
              </a:lnSpc>
              <a:spcBef>
                <a:spcPts val="100"/>
              </a:spcBef>
            </a:pPr>
            <a:r>
              <a:rPr spc="-60" dirty="0"/>
              <a:t>Testing</a:t>
            </a:r>
            <a:r>
              <a:rPr spc="-5" dirty="0"/>
              <a:t> Interface</a:t>
            </a:r>
            <a:r>
              <a:rPr dirty="0"/>
              <a:t> </a:t>
            </a:r>
            <a:r>
              <a:rPr spc="-5" dirty="0"/>
              <a:t>Design</a:t>
            </a:r>
          </a:p>
        </p:txBody>
      </p:sp>
      <p:sp>
        <p:nvSpPr>
          <p:cNvPr id="3" name="object 3"/>
          <p:cNvSpPr txBox="1"/>
          <p:nvPr/>
        </p:nvSpPr>
        <p:spPr>
          <a:xfrm>
            <a:off x="304800" y="1828800"/>
            <a:ext cx="8077200" cy="5520741"/>
          </a:xfrm>
          <a:prstGeom prst="rect">
            <a:avLst/>
          </a:prstGeom>
        </p:spPr>
        <p:txBody>
          <a:bodyPr vert="horz" wrap="square" lIns="0" tIns="52069" rIns="0" bIns="0" rtlCol="0">
            <a:spAutoFit/>
          </a:bodyPr>
          <a:lstStyle/>
          <a:p>
            <a:pPr marL="12700">
              <a:lnSpc>
                <a:spcPct val="100000"/>
              </a:lnSpc>
              <a:spcBef>
                <a:spcPts val="409"/>
              </a:spcBef>
              <a:tabLst>
                <a:tab pos="240665" algn="l"/>
                <a:tab pos="241300" algn="l"/>
              </a:tabLst>
            </a:pPr>
            <a:r>
              <a:rPr sz="2400" dirty="0">
                <a:latin typeface="Arial MT"/>
                <a:cs typeface="Arial MT"/>
              </a:rPr>
              <a:t>Guerilla</a:t>
            </a:r>
            <a:r>
              <a:rPr sz="2400" spc="-80" dirty="0">
                <a:latin typeface="Arial MT"/>
                <a:cs typeface="Arial MT"/>
              </a:rPr>
              <a:t> </a:t>
            </a:r>
            <a:r>
              <a:rPr sz="2400" spc="-35" dirty="0">
                <a:latin typeface="Arial MT"/>
                <a:cs typeface="Arial MT"/>
              </a:rPr>
              <a:t>Testing</a:t>
            </a:r>
            <a:r>
              <a:rPr lang="en-GB" sz="2400" spc="-35" dirty="0">
                <a:latin typeface="Arial MT"/>
                <a:cs typeface="Arial MT"/>
              </a:rPr>
              <a:t>:</a:t>
            </a:r>
          </a:p>
          <a:p>
            <a:pPr marL="355600" indent="-342900">
              <a:lnSpc>
                <a:spcPct val="100000"/>
              </a:lnSpc>
              <a:spcBef>
                <a:spcPts val="409"/>
              </a:spcBef>
              <a:buFont typeface="Arial" panose="020B0604020202020204" pitchFamily="34" charset="0"/>
              <a:buChar char="•"/>
              <a:tabLst>
                <a:tab pos="240665" algn="l"/>
                <a:tab pos="241300" algn="l"/>
              </a:tabLst>
            </a:pPr>
            <a:r>
              <a:rPr lang="en-GB" sz="1600" spc="-35" dirty="0">
                <a:latin typeface="Arial MT"/>
                <a:cs typeface="Arial MT"/>
              </a:rPr>
              <a:t>Instead of recruiting a specific targeted audience to take part in sessions, participants are approached in public places and asked to take part in research for around 10 minutes.</a:t>
            </a:r>
          </a:p>
          <a:p>
            <a:pPr marL="812800" lvl="1" indent="-342900">
              <a:spcBef>
                <a:spcPts val="409"/>
              </a:spcBef>
              <a:buFont typeface="Arial" panose="020B0604020202020204" pitchFamily="34" charset="0"/>
              <a:buChar char="•"/>
              <a:tabLst>
                <a:tab pos="240665" algn="l"/>
                <a:tab pos="241300" algn="l"/>
              </a:tabLst>
            </a:pPr>
            <a:r>
              <a:rPr lang="en-GB" sz="1600" spc="-35" dirty="0">
                <a:latin typeface="Arial MT"/>
                <a:cs typeface="Arial MT"/>
              </a:rPr>
              <a:t>Provides a quick and inexpensive turn around.</a:t>
            </a:r>
          </a:p>
          <a:p>
            <a:pPr marL="812800" lvl="1" indent="-342900">
              <a:spcBef>
                <a:spcPts val="409"/>
              </a:spcBef>
              <a:buFont typeface="Arial" panose="020B0604020202020204" pitchFamily="34" charset="0"/>
              <a:buChar char="•"/>
              <a:tabLst>
                <a:tab pos="240665" algn="l"/>
                <a:tab pos="241300" algn="l"/>
              </a:tabLst>
            </a:pPr>
            <a:r>
              <a:rPr lang="en-GB" sz="1600" spc="-35" dirty="0">
                <a:latin typeface="Arial MT"/>
                <a:cs typeface="Arial MT"/>
              </a:rPr>
              <a:t>Identifies any UX barriers easy in the process, which allows for agile design.</a:t>
            </a:r>
          </a:p>
          <a:p>
            <a:pPr marL="812800" lvl="1" indent="-342900">
              <a:spcBef>
                <a:spcPts val="409"/>
              </a:spcBef>
              <a:buFont typeface="Arial" panose="020B0604020202020204" pitchFamily="34" charset="0"/>
              <a:buChar char="•"/>
              <a:tabLst>
                <a:tab pos="240665" algn="l"/>
                <a:tab pos="241300" algn="l"/>
              </a:tabLst>
            </a:pPr>
            <a:r>
              <a:rPr lang="en-GB" sz="1600" spc="-35" dirty="0">
                <a:latin typeface="Arial MT"/>
                <a:cs typeface="Arial MT"/>
              </a:rPr>
              <a:t>However, you may not get the right target audience.</a:t>
            </a:r>
          </a:p>
          <a:p>
            <a:pPr marL="812800" lvl="1" indent="-342900">
              <a:spcBef>
                <a:spcPts val="409"/>
              </a:spcBef>
              <a:buFont typeface="Arial" panose="020B0604020202020204" pitchFamily="34" charset="0"/>
              <a:buChar char="•"/>
              <a:tabLst>
                <a:tab pos="240665" algn="l"/>
                <a:tab pos="241300" algn="l"/>
              </a:tabLst>
            </a:pPr>
            <a:r>
              <a:rPr lang="en-GB" sz="1600" spc="-35" dirty="0">
                <a:latin typeface="Arial MT"/>
                <a:cs typeface="Arial MT"/>
              </a:rPr>
              <a:t>Short &amp; casual sessions also may also lose insight and crucial feedback.</a:t>
            </a:r>
          </a:p>
          <a:p>
            <a:pPr marL="12700">
              <a:lnSpc>
                <a:spcPct val="100000"/>
              </a:lnSpc>
              <a:spcBef>
                <a:spcPts val="409"/>
              </a:spcBef>
              <a:tabLst>
                <a:tab pos="240665" algn="l"/>
                <a:tab pos="241300" algn="l"/>
              </a:tabLst>
            </a:pPr>
            <a:endParaRPr lang="en-GB" sz="2400" spc="-35" dirty="0">
              <a:latin typeface="Arial MT"/>
              <a:cs typeface="Arial MT"/>
            </a:endParaRPr>
          </a:p>
          <a:p>
            <a:pPr marL="12700">
              <a:lnSpc>
                <a:spcPct val="100000"/>
              </a:lnSpc>
              <a:spcBef>
                <a:spcPts val="409"/>
              </a:spcBef>
              <a:tabLst>
                <a:tab pos="240665" algn="l"/>
                <a:tab pos="241300" algn="l"/>
              </a:tabLst>
            </a:pPr>
            <a:r>
              <a:rPr lang="en-GB" sz="2400" spc="-5" dirty="0">
                <a:latin typeface="Arial MT"/>
                <a:cs typeface="Arial MT"/>
              </a:rPr>
              <a:t>A/B</a:t>
            </a:r>
            <a:r>
              <a:rPr lang="en-GB" sz="2400" spc="-75" dirty="0">
                <a:latin typeface="Arial MT"/>
                <a:cs typeface="Arial MT"/>
              </a:rPr>
              <a:t> </a:t>
            </a:r>
            <a:r>
              <a:rPr lang="en-GB" sz="2400" spc="-35" dirty="0">
                <a:latin typeface="Arial MT"/>
                <a:cs typeface="Arial MT"/>
              </a:rPr>
              <a:t>Testing:</a:t>
            </a:r>
          </a:p>
          <a:p>
            <a:pPr marL="355600" indent="-342900">
              <a:lnSpc>
                <a:spcPct val="100000"/>
              </a:lnSpc>
              <a:spcBef>
                <a:spcPts val="409"/>
              </a:spcBef>
              <a:buFont typeface="Arial" panose="020B0604020202020204" pitchFamily="34" charset="0"/>
              <a:buChar char="•"/>
              <a:tabLst>
                <a:tab pos="240665" algn="l"/>
                <a:tab pos="241300" algn="l"/>
              </a:tabLst>
            </a:pPr>
            <a:r>
              <a:rPr lang="en-GB" sz="1600" spc="-35" dirty="0">
                <a:latin typeface="Arial MT"/>
                <a:cs typeface="Arial MT"/>
              </a:rPr>
              <a:t>A/B testing compares two versions of a product, web page, app or concept against each other to determine which performs better.</a:t>
            </a:r>
          </a:p>
          <a:p>
            <a:pPr marL="812800" lvl="1" indent="-342900">
              <a:spcBef>
                <a:spcPts val="409"/>
              </a:spcBef>
              <a:buFont typeface="Arial" panose="020B0604020202020204" pitchFamily="34" charset="0"/>
              <a:buChar char="•"/>
              <a:tabLst>
                <a:tab pos="240665" algn="l"/>
                <a:tab pos="241300" algn="l"/>
              </a:tabLst>
            </a:pPr>
            <a:r>
              <a:rPr lang="en-GB" sz="1600" spc="-35" dirty="0">
                <a:latin typeface="Arial MT"/>
                <a:cs typeface="Arial MT"/>
              </a:rPr>
              <a:t>A/B testing provides quick, definitive results which can help persuade stakeholders.</a:t>
            </a:r>
          </a:p>
          <a:p>
            <a:pPr marL="812800" lvl="1" indent="-342900">
              <a:spcBef>
                <a:spcPts val="409"/>
              </a:spcBef>
              <a:buFont typeface="Arial" panose="020B0604020202020204" pitchFamily="34" charset="0"/>
              <a:buChar char="•"/>
              <a:tabLst>
                <a:tab pos="240665" algn="l"/>
                <a:tab pos="241300" algn="l"/>
              </a:tabLst>
            </a:pPr>
            <a:r>
              <a:rPr lang="en-GB" sz="1600" spc="-35" dirty="0">
                <a:latin typeface="Arial MT"/>
                <a:cs typeface="Arial MT"/>
              </a:rPr>
              <a:t>It is also flexible and can come with other insights.</a:t>
            </a:r>
          </a:p>
          <a:p>
            <a:pPr marL="812800" lvl="1" indent="-342900">
              <a:spcBef>
                <a:spcPts val="409"/>
              </a:spcBef>
              <a:buFont typeface="Arial" panose="020B0604020202020204" pitchFamily="34" charset="0"/>
              <a:buChar char="•"/>
              <a:tabLst>
                <a:tab pos="240665" algn="l"/>
                <a:tab pos="241300" algn="l"/>
              </a:tabLst>
            </a:pPr>
            <a:r>
              <a:rPr lang="en-GB" sz="1600" spc="-35" dirty="0">
                <a:latin typeface="Arial MT"/>
                <a:cs typeface="Arial MT"/>
              </a:rPr>
              <a:t>Though can often yield false positives as a participant can’t suggest C/D/E when in reality they may want E or F. As such you are limited to ideas only you can think of.</a:t>
            </a:r>
          </a:p>
          <a:p>
            <a:pPr marL="12700">
              <a:lnSpc>
                <a:spcPct val="100000"/>
              </a:lnSpc>
              <a:spcBef>
                <a:spcPts val="409"/>
              </a:spcBef>
              <a:tabLst>
                <a:tab pos="240665" algn="l"/>
                <a:tab pos="241300" algn="l"/>
              </a:tabLst>
            </a:pPr>
            <a:endParaRPr lang="en-GB" sz="2400" spc="-35" dirty="0">
              <a:latin typeface="Arial MT"/>
              <a:cs typeface="Arial MT"/>
            </a:endParaRPr>
          </a:p>
          <a:p>
            <a:pPr marL="469900" lvl="1">
              <a:spcBef>
                <a:spcPts val="409"/>
              </a:spcBef>
              <a:tabLst>
                <a:tab pos="240665" algn="l"/>
                <a:tab pos="241300" algn="l"/>
              </a:tabLst>
            </a:pPr>
            <a:endParaRPr lang="en-GB" sz="2400" spc="-35" dirty="0">
              <a:latin typeface="Arial MT"/>
              <a:cs typeface="Arial MT"/>
            </a:endParaRPr>
          </a:p>
        </p:txBody>
      </p:sp>
    </p:spTree>
    <p:extLst>
      <p:ext uri="{BB962C8B-B14F-4D97-AF65-F5344CB8AC3E}">
        <p14:creationId xmlns:p14="http://schemas.microsoft.com/office/powerpoint/2010/main" val="3092070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457200"/>
            <a:ext cx="4798695" cy="558800"/>
          </a:xfrm>
          <a:prstGeom prst="rect">
            <a:avLst/>
          </a:prstGeom>
        </p:spPr>
        <p:txBody>
          <a:bodyPr vert="horz" wrap="square" lIns="0" tIns="12700" rIns="0" bIns="0" rtlCol="0">
            <a:spAutoFit/>
          </a:bodyPr>
          <a:lstStyle/>
          <a:p>
            <a:pPr marL="12700">
              <a:lnSpc>
                <a:spcPct val="100000"/>
              </a:lnSpc>
              <a:spcBef>
                <a:spcPts val="100"/>
              </a:spcBef>
            </a:pPr>
            <a:r>
              <a:rPr spc="-60" dirty="0"/>
              <a:t>Testing</a:t>
            </a:r>
            <a:r>
              <a:rPr spc="-5" dirty="0"/>
              <a:t> Interface</a:t>
            </a:r>
            <a:r>
              <a:rPr dirty="0"/>
              <a:t> </a:t>
            </a:r>
            <a:r>
              <a:rPr spc="-5" dirty="0"/>
              <a:t>Design</a:t>
            </a:r>
          </a:p>
        </p:txBody>
      </p:sp>
      <p:sp>
        <p:nvSpPr>
          <p:cNvPr id="3" name="object 3"/>
          <p:cNvSpPr txBox="1"/>
          <p:nvPr/>
        </p:nvSpPr>
        <p:spPr>
          <a:xfrm>
            <a:off x="304800" y="1828800"/>
            <a:ext cx="8077200" cy="4751300"/>
          </a:xfrm>
          <a:prstGeom prst="rect">
            <a:avLst/>
          </a:prstGeom>
        </p:spPr>
        <p:txBody>
          <a:bodyPr vert="horz" wrap="square" lIns="0" tIns="52069" rIns="0" bIns="0" rtlCol="0">
            <a:spAutoFit/>
          </a:bodyPr>
          <a:lstStyle/>
          <a:p>
            <a:pPr marL="12700">
              <a:lnSpc>
                <a:spcPct val="100000"/>
              </a:lnSpc>
              <a:spcBef>
                <a:spcPts val="409"/>
              </a:spcBef>
              <a:tabLst>
                <a:tab pos="240665" algn="l"/>
                <a:tab pos="241300" algn="l"/>
              </a:tabLst>
            </a:pPr>
            <a:r>
              <a:rPr lang="en-GB" sz="2400" dirty="0">
                <a:latin typeface="Arial MT"/>
                <a:cs typeface="Arial MT"/>
              </a:rPr>
              <a:t>Lab Usability Tests</a:t>
            </a:r>
            <a:r>
              <a:rPr lang="en-GB" sz="2400" spc="-35" dirty="0">
                <a:latin typeface="Arial MT"/>
                <a:cs typeface="Arial MT"/>
              </a:rPr>
              <a:t>:</a:t>
            </a:r>
          </a:p>
          <a:p>
            <a:pPr marL="355600" indent="-342900">
              <a:lnSpc>
                <a:spcPct val="100000"/>
              </a:lnSpc>
              <a:spcBef>
                <a:spcPts val="409"/>
              </a:spcBef>
              <a:buFont typeface="Arial" panose="020B0604020202020204" pitchFamily="34" charset="0"/>
              <a:buChar char="•"/>
              <a:tabLst>
                <a:tab pos="240665" algn="l"/>
                <a:tab pos="241300" algn="l"/>
              </a:tabLst>
            </a:pPr>
            <a:r>
              <a:rPr lang="en-GB" sz="1600" spc="-35" dirty="0">
                <a:latin typeface="Arial MT"/>
                <a:cs typeface="Arial MT"/>
              </a:rPr>
              <a:t>Participants are invited to a lab where they can be closely monitored by the researcher. Often, they have specialist equipment and can be recorded for in-depth analysis later down the line. </a:t>
            </a:r>
          </a:p>
          <a:p>
            <a:pPr marL="812800" lvl="1" indent="-342900">
              <a:spcBef>
                <a:spcPts val="409"/>
              </a:spcBef>
              <a:buFont typeface="Arial" panose="020B0604020202020204" pitchFamily="34" charset="0"/>
              <a:buChar char="•"/>
              <a:tabLst>
                <a:tab pos="240665" algn="l"/>
                <a:tab pos="241300" algn="l"/>
              </a:tabLst>
            </a:pPr>
            <a:r>
              <a:rPr lang="en-GB" sz="1600" spc="-35" dirty="0">
                <a:latin typeface="Arial MT"/>
                <a:cs typeface="Arial MT"/>
              </a:rPr>
              <a:t>Allows for in-depth qualitative and quantitative analysis, that you have control over.</a:t>
            </a:r>
          </a:p>
          <a:p>
            <a:pPr marL="812800" lvl="1" indent="-342900">
              <a:spcBef>
                <a:spcPts val="409"/>
              </a:spcBef>
              <a:buFont typeface="Arial" panose="020B0604020202020204" pitchFamily="34" charset="0"/>
              <a:buChar char="•"/>
              <a:tabLst>
                <a:tab pos="240665" algn="l"/>
                <a:tab pos="241300" algn="l"/>
              </a:tabLst>
            </a:pPr>
            <a:r>
              <a:rPr lang="en-GB" sz="1600" spc="-35" dirty="0">
                <a:latin typeface="Arial MT"/>
                <a:cs typeface="Arial MT"/>
              </a:rPr>
              <a:t>You can closely monitor and observe user data.</a:t>
            </a:r>
          </a:p>
          <a:p>
            <a:pPr marL="812800" lvl="1" indent="-342900">
              <a:spcBef>
                <a:spcPts val="409"/>
              </a:spcBef>
              <a:buFont typeface="Arial" panose="020B0604020202020204" pitchFamily="34" charset="0"/>
              <a:buChar char="•"/>
              <a:tabLst>
                <a:tab pos="240665" algn="l"/>
                <a:tab pos="241300" algn="l"/>
              </a:tabLst>
            </a:pPr>
            <a:r>
              <a:rPr lang="en-GB" sz="1600" spc="-35" dirty="0">
                <a:latin typeface="Arial MT"/>
                <a:cs typeface="Arial MT"/>
              </a:rPr>
              <a:t>Often can be more expensive, difficult to conduct and time consuming.</a:t>
            </a:r>
          </a:p>
          <a:p>
            <a:pPr marL="12700">
              <a:lnSpc>
                <a:spcPct val="100000"/>
              </a:lnSpc>
              <a:spcBef>
                <a:spcPts val="409"/>
              </a:spcBef>
              <a:tabLst>
                <a:tab pos="240665" algn="l"/>
                <a:tab pos="241300" algn="l"/>
              </a:tabLst>
            </a:pPr>
            <a:endParaRPr lang="en-GB" sz="2400" spc="-35" dirty="0">
              <a:latin typeface="Arial MT"/>
              <a:cs typeface="Arial MT"/>
            </a:endParaRPr>
          </a:p>
          <a:p>
            <a:pPr marL="12700">
              <a:lnSpc>
                <a:spcPct val="100000"/>
              </a:lnSpc>
              <a:spcBef>
                <a:spcPts val="409"/>
              </a:spcBef>
              <a:tabLst>
                <a:tab pos="240665" algn="l"/>
                <a:tab pos="241300" algn="l"/>
              </a:tabLst>
            </a:pPr>
            <a:r>
              <a:rPr lang="en-GB" sz="2400" spc="-5" dirty="0">
                <a:latin typeface="Arial MT"/>
                <a:cs typeface="Arial MT"/>
              </a:rPr>
              <a:t>Contextual Enquiry</a:t>
            </a:r>
            <a:r>
              <a:rPr lang="en-GB" sz="2400" spc="-35" dirty="0">
                <a:latin typeface="Arial MT"/>
                <a:cs typeface="Arial MT"/>
              </a:rPr>
              <a:t>:</a:t>
            </a:r>
          </a:p>
          <a:p>
            <a:pPr marL="355600" indent="-342900">
              <a:lnSpc>
                <a:spcPct val="100000"/>
              </a:lnSpc>
              <a:spcBef>
                <a:spcPts val="409"/>
              </a:spcBef>
              <a:buFont typeface="Arial" panose="020B0604020202020204" pitchFamily="34" charset="0"/>
              <a:buChar char="•"/>
              <a:tabLst>
                <a:tab pos="240665" algn="l"/>
                <a:tab pos="241300" algn="l"/>
              </a:tabLst>
            </a:pPr>
            <a:r>
              <a:rPr lang="en-GB" sz="1600" spc="-35" dirty="0">
                <a:latin typeface="Arial MT"/>
                <a:cs typeface="Arial MT"/>
              </a:rPr>
              <a:t>A contextual enquiry looks into users in their natural environment to determine what they want and need, spending time with and observing the user, while asking questions.</a:t>
            </a:r>
          </a:p>
          <a:p>
            <a:pPr marL="812800" lvl="1" indent="-342900">
              <a:spcBef>
                <a:spcPts val="409"/>
              </a:spcBef>
              <a:buFont typeface="Arial" panose="020B0604020202020204" pitchFamily="34" charset="0"/>
              <a:buChar char="•"/>
              <a:tabLst>
                <a:tab pos="240665" algn="l"/>
                <a:tab pos="241300" algn="l"/>
              </a:tabLst>
            </a:pPr>
            <a:r>
              <a:rPr lang="en-GB" sz="1600" spc="-35" dirty="0">
                <a:latin typeface="Arial MT"/>
                <a:cs typeface="Arial MT"/>
              </a:rPr>
              <a:t>You gain accurate and detailed information about the user’s needs.</a:t>
            </a:r>
          </a:p>
          <a:p>
            <a:pPr marL="812800" lvl="1" indent="-342900">
              <a:spcBef>
                <a:spcPts val="409"/>
              </a:spcBef>
              <a:buFont typeface="Arial" panose="020B0604020202020204" pitchFamily="34" charset="0"/>
              <a:buChar char="•"/>
              <a:tabLst>
                <a:tab pos="240665" algn="l"/>
                <a:tab pos="241300" algn="l"/>
              </a:tabLst>
            </a:pPr>
            <a:r>
              <a:rPr lang="en-GB" sz="1600" spc="-35" dirty="0">
                <a:latin typeface="Arial MT"/>
                <a:cs typeface="Arial MT"/>
              </a:rPr>
              <a:t>Can be very time consuming and requires careful interpretation to make sure the information they gather is statistically significant.</a:t>
            </a:r>
            <a:endParaRPr lang="en-GB" sz="2400" spc="-35" dirty="0">
              <a:latin typeface="Arial MT"/>
              <a:cs typeface="Arial MT"/>
            </a:endParaRPr>
          </a:p>
          <a:p>
            <a:pPr marL="469900" lvl="1">
              <a:spcBef>
                <a:spcPts val="409"/>
              </a:spcBef>
              <a:tabLst>
                <a:tab pos="240665" algn="l"/>
                <a:tab pos="241300" algn="l"/>
              </a:tabLst>
            </a:pPr>
            <a:endParaRPr lang="en-GB" sz="2400" spc="-35" dirty="0">
              <a:latin typeface="Arial MT"/>
              <a:cs typeface="Arial MT"/>
            </a:endParaRPr>
          </a:p>
        </p:txBody>
      </p:sp>
    </p:spTree>
    <p:extLst>
      <p:ext uri="{BB962C8B-B14F-4D97-AF65-F5344CB8AC3E}">
        <p14:creationId xmlns:p14="http://schemas.microsoft.com/office/powerpoint/2010/main" val="31764758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a:extLst>
              <a:ext uri="{C183D7F6-B498-43B3-948B-1728B52AA6E4}">
                <adec:decorative xmlns:adec="http://schemas.microsoft.com/office/drawing/2017/decorative" val="1"/>
              </a:ext>
            </a:extLst>
          </p:cNvPr>
          <p:cNvGrpSpPr/>
          <p:nvPr/>
        </p:nvGrpSpPr>
        <p:grpSpPr>
          <a:xfrm>
            <a:off x="0" y="2"/>
            <a:ext cx="9144000" cy="5437628"/>
            <a:chOff x="0" y="2"/>
            <a:chExt cx="9144000" cy="5437628"/>
          </a:xfrm>
        </p:grpSpPr>
        <p:sp>
          <p:nvSpPr>
            <p:cNvPr id="3" name="object 3"/>
            <p:cNvSpPr/>
            <p:nvPr/>
          </p:nvSpPr>
          <p:spPr>
            <a:xfrm>
              <a:off x="0" y="2"/>
              <a:ext cx="9144000" cy="4412615"/>
            </a:xfrm>
            <a:custGeom>
              <a:avLst/>
              <a:gdLst/>
              <a:ahLst/>
              <a:cxnLst/>
              <a:rect l="l" t="t" r="r" b="b"/>
              <a:pathLst>
                <a:path w="9144000" h="4412615">
                  <a:moveTo>
                    <a:pt x="9144000" y="0"/>
                  </a:moveTo>
                  <a:lnTo>
                    <a:pt x="0" y="0"/>
                  </a:lnTo>
                  <a:lnTo>
                    <a:pt x="0" y="4412581"/>
                  </a:lnTo>
                  <a:lnTo>
                    <a:pt x="9144000" y="4412581"/>
                  </a:lnTo>
                  <a:lnTo>
                    <a:pt x="9144000" y="0"/>
                  </a:lnTo>
                  <a:close/>
                </a:path>
              </a:pathLst>
            </a:custGeom>
            <a:solidFill>
              <a:schemeClr val="tx2"/>
            </a:solidFill>
          </p:spPr>
          <p:txBody>
            <a:bodyPr wrap="square" lIns="0" tIns="0" rIns="0" bIns="0" rtlCol="0"/>
            <a:lstStyle/>
            <a:p>
              <a:endParaRPr dirty="0"/>
            </a:p>
          </p:txBody>
        </p:sp>
        <p:pic>
          <p:nvPicPr>
            <p:cNvPr id="4" name="object 4"/>
            <p:cNvPicPr/>
            <p:nvPr/>
          </p:nvPicPr>
          <p:blipFill>
            <a:blip r:embed="rId2" cstate="print"/>
            <a:stretch>
              <a:fillRect/>
            </a:stretch>
          </p:blipFill>
          <p:spPr>
            <a:xfrm>
              <a:off x="304800" y="536447"/>
              <a:ext cx="8534400" cy="4901183"/>
            </a:xfrm>
            <a:prstGeom prst="rect">
              <a:avLst/>
            </a:prstGeom>
          </p:spPr>
        </p:pic>
        <p:sp>
          <p:nvSpPr>
            <p:cNvPr id="5" name="object 5">
              <a:extLst>
                <a:ext uri="{C183D7F6-B498-43B3-948B-1728B52AA6E4}">
                  <adec:decorative xmlns:adec="http://schemas.microsoft.com/office/drawing/2017/decorative" val="1"/>
                </a:ext>
              </a:extLst>
            </p:cNvPr>
            <p:cNvSpPr/>
            <p:nvPr/>
          </p:nvSpPr>
          <p:spPr>
            <a:xfrm>
              <a:off x="447347" y="551962"/>
              <a:ext cx="8249920" cy="4618990"/>
            </a:xfrm>
            <a:custGeom>
              <a:avLst/>
              <a:gdLst/>
              <a:ahLst/>
              <a:cxnLst/>
              <a:rect l="l" t="t" r="r" b="b"/>
              <a:pathLst>
                <a:path w="8249920" h="4618990">
                  <a:moveTo>
                    <a:pt x="8249303" y="0"/>
                  </a:moveTo>
                  <a:lnTo>
                    <a:pt x="0" y="0"/>
                  </a:lnTo>
                  <a:lnTo>
                    <a:pt x="0" y="4618548"/>
                  </a:lnTo>
                  <a:lnTo>
                    <a:pt x="8249303" y="4618548"/>
                  </a:lnTo>
                  <a:lnTo>
                    <a:pt x="8249303" y="0"/>
                  </a:lnTo>
                  <a:close/>
                </a:path>
              </a:pathLst>
            </a:custGeom>
            <a:solidFill>
              <a:srgbClr val="FFFFFF"/>
            </a:solidFill>
          </p:spPr>
          <p:txBody>
            <a:bodyPr wrap="square" lIns="0" tIns="0" rIns="0" bIns="0" rtlCol="0"/>
            <a:lstStyle/>
            <a:p>
              <a:endParaRPr/>
            </a:p>
          </p:txBody>
        </p:sp>
      </p:grpSp>
      <p:sp>
        <p:nvSpPr>
          <p:cNvPr id="8" name="object 8">
            <a:extLst>
              <a:ext uri="{C183D7F6-B498-43B3-948B-1728B52AA6E4}">
                <adec:decorative xmlns:adec="http://schemas.microsoft.com/office/drawing/2017/decorative" val="1"/>
              </a:ext>
            </a:extLst>
          </p:cNvPr>
          <p:cNvSpPr/>
          <p:nvPr/>
        </p:nvSpPr>
        <p:spPr>
          <a:xfrm>
            <a:off x="446712" y="5160370"/>
            <a:ext cx="8250555" cy="0"/>
          </a:xfrm>
          <a:custGeom>
            <a:avLst/>
            <a:gdLst/>
            <a:ahLst/>
            <a:cxnLst/>
            <a:rect l="l" t="t" r="r" b="b"/>
            <a:pathLst>
              <a:path w="8250555">
                <a:moveTo>
                  <a:pt x="8250174" y="0"/>
                </a:moveTo>
                <a:lnTo>
                  <a:pt x="0" y="1"/>
                </a:lnTo>
              </a:path>
            </a:pathLst>
          </a:custGeom>
          <a:ln w="101600">
            <a:solidFill>
              <a:schemeClr val="tx2"/>
            </a:solidFill>
          </a:ln>
        </p:spPr>
        <p:txBody>
          <a:bodyPr wrap="square" lIns="0" tIns="0" rIns="0" bIns="0" rtlCol="0"/>
          <a:lstStyle/>
          <a:p>
            <a:endParaRPr/>
          </a:p>
        </p:txBody>
      </p:sp>
      <p:sp>
        <p:nvSpPr>
          <p:cNvPr id="9" name="object 7">
            <a:extLst>
              <a:ext uri="{FF2B5EF4-FFF2-40B4-BE49-F238E27FC236}">
                <a16:creationId xmlns:a16="http://schemas.microsoft.com/office/drawing/2014/main" id="{E825E7FF-7076-EBE0-E810-85BACEF81885}"/>
              </a:ext>
            </a:extLst>
          </p:cNvPr>
          <p:cNvSpPr txBox="1">
            <a:spLocks noGrp="1"/>
          </p:cNvSpPr>
          <p:nvPr>
            <p:ph type="title" idx="4294967295"/>
          </p:nvPr>
        </p:nvSpPr>
        <p:spPr>
          <a:xfrm>
            <a:off x="759372" y="2406925"/>
            <a:ext cx="7625233" cy="2044149"/>
          </a:xfrm>
          <a:prstGeom prst="rect">
            <a:avLst/>
          </a:prstGeom>
          <a:noFill/>
          <a:ln>
            <a:noFill/>
            <a:prstDash/>
          </a:ln>
          <a:effectLst/>
        </p:spPr>
        <p:txBody>
          <a:bodyPr rot="0" spcFirstLastPara="0" vertOverflow="overflow" horzOverflow="overflow" vert="horz" wrap="square" lIns="0" tIns="12700" rIns="0" bIns="0" numCol="1" spcCol="0" rtlCol="0" fromWordArt="0" anchor="t" anchorCtr="0" forceAA="0" compatLnSpc="1">
            <a:prstTxWarp prst="textNoShape">
              <a:avLst/>
            </a:prstTxWarp>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GB" sz="6600" b="0" i="0" u="none" strike="noStrike" kern="1200" cap="none" spc="0" normalizeH="0" baseline="0" noProof="0" dirty="0">
                <a:ln>
                  <a:noFill/>
                </a:ln>
                <a:solidFill>
                  <a:schemeClr val="tx2"/>
                </a:solidFill>
                <a:effectLst/>
                <a:uLnTx/>
                <a:uFillTx/>
                <a:latin typeface="Arial"/>
                <a:ea typeface="+mn-ea"/>
                <a:cs typeface="Arial"/>
              </a:rPr>
              <a:t>NAVIGATION DESIGN</a:t>
            </a:r>
          </a:p>
        </p:txBody>
      </p:sp>
    </p:spTree>
    <p:extLst>
      <p:ext uri="{BB962C8B-B14F-4D97-AF65-F5344CB8AC3E}">
        <p14:creationId xmlns:p14="http://schemas.microsoft.com/office/powerpoint/2010/main" val="1926209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a:extLst>
              <a:ext uri="{C183D7F6-B498-43B3-948B-1728B52AA6E4}">
                <adec:decorative xmlns:adec="http://schemas.microsoft.com/office/drawing/2017/decorative" val="1"/>
              </a:ext>
            </a:extLst>
          </p:cNvPr>
          <p:cNvGrpSpPr/>
          <p:nvPr/>
        </p:nvGrpSpPr>
        <p:grpSpPr>
          <a:xfrm>
            <a:off x="0" y="0"/>
            <a:ext cx="9144000" cy="1579245"/>
            <a:chOff x="0" y="0"/>
            <a:chExt cx="9144000" cy="1579245"/>
          </a:xfrm>
        </p:grpSpPr>
        <p:pic>
          <p:nvPicPr>
            <p:cNvPr id="3" name="object 3"/>
            <p:cNvPicPr/>
            <p:nvPr/>
          </p:nvPicPr>
          <p:blipFill>
            <a:blip r:embed="rId2" cstate="print"/>
            <a:stretch>
              <a:fillRect/>
            </a:stretch>
          </p:blipFill>
          <p:spPr>
            <a:xfrm>
              <a:off x="0" y="0"/>
              <a:ext cx="9144000" cy="1578864"/>
            </a:xfrm>
            <a:prstGeom prst="rect">
              <a:avLst/>
            </a:prstGeom>
          </p:spPr>
        </p:pic>
        <p:pic>
          <p:nvPicPr>
            <p:cNvPr id="4" name="object 4"/>
            <p:cNvPicPr/>
            <p:nvPr/>
          </p:nvPicPr>
          <p:blipFill>
            <a:blip r:embed="rId3" cstate="print"/>
            <a:stretch>
              <a:fillRect/>
            </a:stretch>
          </p:blipFill>
          <p:spPr>
            <a:xfrm>
              <a:off x="6096000" y="0"/>
              <a:ext cx="3048000" cy="1578864"/>
            </a:xfrm>
            <a:prstGeom prst="rect">
              <a:avLst/>
            </a:prstGeom>
          </p:spPr>
        </p:pic>
        <p:pic>
          <p:nvPicPr>
            <p:cNvPr id="5" name="object 5"/>
            <p:cNvPicPr/>
            <p:nvPr/>
          </p:nvPicPr>
          <p:blipFill>
            <a:blip r:embed="rId4" cstate="print"/>
            <a:stretch>
              <a:fillRect/>
            </a:stretch>
          </p:blipFill>
          <p:spPr>
            <a:xfrm>
              <a:off x="0" y="0"/>
              <a:ext cx="9144000" cy="1578864"/>
            </a:xfrm>
            <a:prstGeom prst="rect">
              <a:avLst/>
            </a:prstGeom>
          </p:spPr>
        </p:pic>
      </p:grpSp>
      <p:sp>
        <p:nvSpPr>
          <p:cNvPr id="6" name="object 6"/>
          <p:cNvSpPr txBox="1">
            <a:spLocks noGrp="1"/>
          </p:cNvSpPr>
          <p:nvPr>
            <p:ph type="title"/>
          </p:nvPr>
        </p:nvSpPr>
        <p:spPr>
          <a:xfrm>
            <a:off x="533400" y="533400"/>
            <a:ext cx="3635375" cy="558800"/>
          </a:xfrm>
          <a:prstGeom prst="rect">
            <a:avLst/>
          </a:prstGeom>
        </p:spPr>
        <p:txBody>
          <a:bodyPr vert="horz" wrap="square" lIns="0" tIns="12700" rIns="0" bIns="0" rtlCol="0">
            <a:spAutoFit/>
          </a:bodyPr>
          <a:lstStyle/>
          <a:p>
            <a:pPr marL="12700">
              <a:lnSpc>
                <a:spcPct val="100000"/>
              </a:lnSpc>
              <a:spcBef>
                <a:spcPts val="100"/>
              </a:spcBef>
            </a:pPr>
            <a:r>
              <a:rPr spc="-5" dirty="0"/>
              <a:t>Navigation</a:t>
            </a:r>
            <a:r>
              <a:rPr spc="-35" dirty="0"/>
              <a:t> </a:t>
            </a:r>
            <a:r>
              <a:rPr spc="-5" dirty="0"/>
              <a:t>Design</a:t>
            </a:r>
          </a:p>
        </p:txBody>
      </p:sp>
      <p:grpSp>
        <p:nvGrpSpPr>
          <p:cNvPr id="7" name="object 7">
            <a:extLst>
              <a:ext uri="{C183D7F6-B498-43B3-948B-1728B52AA6E4}">
                <adec:decorative xmlns:adec="http://schemas.microsoft.com/office/drawing/2017/decorative" val="1"/>
              </a:ext>
            </a:extLst>
          </p:cNvPr>
          <p:cNvGrpSpPr/>
          <p:nvPr/>
        </p:nvGrpSpPr>
        <p:grpSpPr>
          <a:xfrm>
            <a:off x="1367976" y="2408980"/>
            <a:ext cx="2196465" cy="2196465"/>
            <a:chOff x="1367976" y="2408980"/>
            <a:chExt cx="2196465" cy="2196465"/>
          </a:xfrm>
        </p:grpSpPr>
        <p:sp>
          <p:nvSpPr>
            <p:cNvPr id="8" name="object 8"/>
            <p:cNvSpPr/>
            <p:nvPr/>
          </p:nvSpPr>
          <p:spPr>
            <a:xfrm>
              <a:off x="1367976" y="2408980"/>
              <a:ext cx="2196465" cy="2196465"/>
            </a:xfrm>
            <a:custGeom>
              <a:avLst/>
              <a:gdLst/>
              <a:ahLst/>
              <a:cxnLst/>
              <a:rect l="l" t="t" r="r" b="b"/>
              <a:pathLst>
                <a:path w="2196465" h="2196465">
                  <a:moveTo>
                    <a:pt x="1098000" y="0"/>
                  </a:moveTo>
                  <a:lnTo>
                    <a:pt x="1050371" y="1014"/>
                  </a:lnTo>
                  <a:lnTo>
                    <a:pt x="1003260" y="4030"/>
                  </a:lnTo>
                  <a:lnTo>
                    <a:pt x="956709" y="9006"/>
                  </a:lnTo>
                  <a:lnTo>
                    <a:pt x="910758" y="15901"/>
                  </a:lnTo>
                  <a:lnTo>
                    <a:pt x="865450" y="24674"/>
                  </a:lnTo>
                  <a:lnTo>
                    <a:pt x="820824" y="35284"/>
                  </a:lnTo>
                  <a:lnTo>
                    <a:pt x="776923" y="47689"/>
                  </a:lnTo>
                  <a:lnTo>
                    <a:pt x="733787" y="61848"/>
                  </a:lnTo>
                  <a:lnTo>
                    <a:pt x="691458" y="77720"/>
                  </a:lnTo>
                  <a:lnTo>
                    <a:pt x="649976" y="95264"/>
                  </a:lnTo>
                  <a:lnTo>
                    <a:pt x="609384" y="114439"/>
                  </a:lnTo>
                  <a:lnTo>
                    <a:pt x="569722" y="135203"/>
                  </a:lnTo>
                  <a:lnTo>
                    <a:pt x="531032" y="157516"/>
                  </a:lnTo>
                  <a:lnTo>
                    <a:pt x="493354" y="181335"/>
                  </a:lnTo>
                  <a:lnTo>
                    <a:pt x="456730" y="206621"/>
                  </a:lnTo>
                  <a:lnTo>
                    <a:pt x="421201" y="233331"/>
                  </a:lnTo>
                  <a:lnTo>
                    <a:pt x="386808" y="261424"/>
                  </a:lnTo>
                  <a:lnTo>
                    <a:pt x="353593" y="290860"/>
                  </a:lnTo>
                  <a:lnTo>
                    <a:pt x="321596" y="321596"/>
                  </a:lnTo>
                  <a:lnTo>
                    <a:pt x="290860" y="353593"/>
                  </a:lnTo>
                  <a:lnTo>
                    <a:pt x="261424" y="386808"/>
                  </a:lnTo>
                  <a:lnTo>
                    <a:pt x="233331" y="421201"/>
                  </a:lnTo>
                  <a:lnTo>
                    <a:pt x="206621" y="456730"/>
                  </a:lnTo>
                  <a:lnTo>
                    <a:pt x="181335" y="493354"/>
                  </a:lnTo>
                  <a:lnTo>
                    <a:pt x="157516" y="531032"/>
                  </a:lnTo>
                  <a:lnTo>
                    <a:pt x="135203" y="569722"/>
                  </a:lnTo>
                  <a:lnTo>
                    <a:pt x="114439" y="609384"/>
                  </a:lnTo>
                  <a:lnTo>
                    <a:pt x="95264" y="649976"/>
                  </a:lnTo>
                  <a:lnTo>
                    <a:pt x="77720" y="691458"/>
                  </a:lnTo>
                  <a:lnTo>
                    <a:pt x="61848" y="733787"/>
                  </a:lnTo>
                  <a:lnTo>
                    <a:pt x="47689" y="776923"/>
                  </a:lnTo>
                  <a:lnTo>
                    <a:pt x="35284" y="820824"/>
                  </a:lnTo>
                  <a:lnTo>
                    <a:pt x="24674" y="865450"/>
                  </a:lnTo>
                  <a:lnTo>
                    <a:pt x="15901" y="910758"/>
                  </a:lnTo>
                  <a:lnTo>
                    <a:pt x="9006" y="956709"/>
                  </a:lnTo>
                  <a:lnTo>
                    <a:pt x="4030" y="1003260"/>
                  </a:lnTo>
                  <a:lnTo>
                    <a:pt x="1014" y="1050371"/>
                  </a:lnTo>
                  <a:lnTo>
                    <a:pt x="0" y="1098000"/>
                  </a:lnTo>
                  <a:lnTo>
                    <a:pt x="1014" y="1145629"/>
                  </a:lnTo>
                  <a:lnTo>
                    <a:pt x="4030" y="1192739"/>
                  </a:lnTo>
                  <a:lnTo>
                    <a:pt x="9006" y="1239290"/>
                  </a:lnTo>
                  <a:lnTo>
                    <a:pt x="15901" y="1285241"/>
                  </a:lnTo>
                  <a:lnTo>
                    <a:pt x="24674" y="1330550"/>
                  </a:lnTo>
                  <a:lnTo>
                    <a:pt x="35284" y="1375175"/>
                  </a:lnTo>
                  <a:lnTo>
                    <a:pt x="47689" y="1419076"/>
                  </a:lnTo>
                  <a:lnTo>
                    <a:pt x="61848" y="1462212"/>
                  </a:lnTo>
                  <a:lnTo>
                    <a:pt x="77720" y="1504541"/>
                  </a:lnTo>
                  <a:lnTo>
                    <a:pt x="95264" y="1546023"/>
                  </a:lnTo>
                  <a:lnTo>
                    <a:pt x="114439" y="1586615"/>
                  </a:lnTo>
                  <a:lnTo>
                    <a:pt x="135203" y="1626277"/>
                  </a:lnTo>
                  <a:lnTo>
                    <a:pt x="157516" y="1664968"/>
                  </a:lnTo>
                  <a:lnTo>
                    <a:pt x="181335" y="1702645"/>
                  </a:lnTo>
                  <a:lnTo>
                    <a:pt x="206621" y="1739269"/>
                  </a:lnTo>
                  <a:lnTo>
                    <a:pt x="233331" y="1774798"/>
                  </a:lnTo>
                  <a:lnTo>
                    <a:pt x="261424" y="1809191"/>
                  </a:lnTo>
                  <a:lnTo>
                    <a:pt x="290860" y="1842406"/>
                  </a:lnTo>
                  <a:lnTo>
                    <a:pt x="321596" y="1874403"/>
                  </a:lnTo>
                  <a:lnTo>
                    <a:pt x="353593" y="1905140"/>
                  </a:lnTo>
                  <a:lnTo>
                    <a:pt x="386808" y="1934575"/>
                  </a:lnTo>
                  <a:lnTo>
                    <a:pt x="421201" y="1962669"/>
                  </a:lnTo>
                  <a:lnTo>
                    <a:pt x="456730" y="1989379"/>
                  </a:lnTo>
                  <a:lnTo>
                    <a:pt x="493354" y="2014664"/>
                  </a:lnTo>
                  <a:lnTo>
                    <a:pt x="531032" y="2038483"/>
                  </a:lnTo>
                  <a:lnTo>
                    <a:pt x="569722" y="2060796"/>
                  </a:lnTo>
                  <a:lnTo>
                    <a:pt x="609384" y="2081560"/>
                  </a:lnTo>
                  <a:lnTo>
                    <a:pt x="649976" y="2100735"/>
                  </a:lnTo>
                  <a:lnTo>
                    <a:pt x="691458" y="2118279"/>
                  </a:lnTo>
                  <a:lnTo>
                    <a:pt x="733787" y="2134151"/>
                  </a:lnTo>
                  <a:lnTo>
                    <a:pt x="776923" y="2148311"/>
                  </a:lnTo>
                  <a:lnTo>
                    <a:pt x="820824" y="2160716"/>
                  </a:lnTo>
                  <a:lnTo>
                    <a:pt x="865450" y="2171325"/>
                  </a:lnTo>
                  <a:lnTo>
                    <a:pt x="910758" y="2180098"/>
                  </a:lnTo>
                  <a:lnTo>
                    <a:pt x="956709" y="2186993"/>
                  </a:lnTo>
                  <a:lnTo>
                    <a:pt x="1003260" y="2191969"/>
                  </a:lnTo>
                  <a:lnTo>
                    <a:pt x="1050371" y="2194985"/>
                  </a:lnTo>
                  <a:lnTo>
                    <a:pt x="1098000" y="2196000"/>
                  </a:lnTo>
                  <a:lnTo>
                    <a:pt x="1145629" y="2194985"/>
                  </a:lnTo>
                  <a:lnTo>
                    <a:pt x="1192739" y="2191969"/>
                  </a:lnTo>
                  <a:lnTo>
                    <a:pt x="1239290" y="2186993"/>
                  </a:lnTo>
                  <a:lnTo>
                    <a:pt x="1285241" y="2180098"/>
                  </a:lnTo>
                  <a:lnTo>
                    <a:pt x="1330550" y="2171325"/>
                  </a:lnTo>
                  <a:lnTo>
                    <a:pt x="1375175" y="2160716"/>
                  </a:lnTo>
                  <a:lnTo>
                    <a:pt x="1419076" y="2148311"/>
                  </a:lnTo>
                  <a:lnTo>
                    <a:pt x="1462212" y="2134151"/>
                  </a:lnTo>
                  <a:lnTo>
                    <a:pt x="1504541" y="2118279"/>
                  </a:lnTo>
                  <a:lnTo>
                    <a:pt x="1546023" y="2100735"/>
                  </a:lnTo>
                  <a:lnTo>
                    <a:pt x="1586615" y="2081560"/>
                  </a:lnTo>
                  <a:lnTo>
                    <a:pt x="1626277" y="2060796"/>
                  </a:lnTo>
                  <a:lnTo>
                    <a:pt x="1664968" y="2038483"/>
                  </a:lnTo>
                  <a:lnTo>
                    <a:pt x="1702645" y="2014664"/>
                  </a:lnTo>
                  <a:lnTo>
                    <a:pt x="1739269" y="1989379"/>
                  </a:lnTo>
                  <a:lnTo>
                    <a:pt x="1774798" y="1962669"/>
                  </a:lnTo>
                  <a:lnTo>
                    <a:pt x="1809191" y="1934575"/>
                  </a:lnTo>
                  <a:lnTo>
                    <a:pt x="1842406" y="1905140"/>
                  </a:lnTo>
                  <a:lnTo>
                    <a:pt x="1874403" y="1874403"/>
                  </a:lnTo>
                  <a:lnTo>
                    <a:pt x="1905140" y="1842406"/>
                  </a:lnTo>
                  <a:lnTo>
                    <a:pt x="1934575" y="1809191"/>
                  </a:lnTo>
                  <a:lnTo>
                    <a:pt x="1962669" y="1774798"/>
                  </a:lnTo>
                  <a:lnTo>
                    <a:pt x="1989379" y="1739269"/>
                  </a:lnTo>
                  <a:lnTo>
                    <a:pt x="2014664" y="1702645"/>
                  </a:lnTo>
                  <a:lnTo>
                    <a:pt x="2038483" y="1664968"/>
                  </a:lnTo>
                  <a:lnTo>
                    <a:pt x="2060796" y="1626277"/>
                  </a:lnTo>
                  <a:lnTo>
                    <a:pt x="2081560" y="1586615"/>
                  </a:lnTo>
                  <a:lnTo>
                    <a:pt x="2100735" y="1546023"/>
                  </a:lnTo>
                  <a:lnTo>
                    <a:pt x="2118279" y="1504541"/>
                  </a:lnTo>
                  <a:lnTo>
                    <a:pt x="2134151" y="1462212"/>
                  </a:lnTo>
                  <a:lnTo>
                    <a:pt x="2148311" y="1419076"/>
                  </a:lnTo>
                  <a:lnTo>
                    <a:pt x="2160716" y="1375175"/>
                  </a:lnTo>
                  <a:lnTo>
                    <a:pt x="2171325" y="1330550"/>
                  </a:lnTo>
                  <a:lnTo>
                    <a:pt x="2180098" y="1285241"/>
                  </a:lnTo>
                  <a:lnTo>
                    <a:pt x="2186993" y="1239290"/>
                  </a:lnTo>
                  <a:lnTo>
                    <a:pt x="2191969" y="1192739"/>
                  </a:lnTo>
                  <a:lnTo>
                    <a:pt x="2194985" y="1145629"/>
                  </a:lnTo>
                  <a:lnTo>
                    <a:pt x="2196000" y="1098000"/>
                  </a:lnTo>
                  <a:lnTo>
                    <a:pt x="2194985" y="1050371"/>
                  </a:lnTo>
                  <a:lnTo>
                    <a:pt x="2191969" y="1003260"/>
                  </a:lnTo>
                  <a:lnTo>
                    <a:pt x="2186993" y="956709"/>
                  </a:lnTo>
                  <a:lnTo>
                    <a:pt x="2180098" y="910758"/>
                  </a:lnTo>
                  <a:lnTo>
                    <a:pt x="2171325" y="865450"/>
                  </a:lnTo>
                  <a:lnTo>
                    <a:pt x="2160716" y="820824"/>
                  </a:lnTo>
                  <a:lnTo>
                    <a:pt x="2148311" y="776923"/>
                  </a:lnTo>
                  <a:lnTo>
                    <a:pt x="2134151" y="733787"/>
                  </a:lnTo>
                  <a:lnTo>
                    <a:pt x="2118279" y="691458"/>
                  </a:lnTo>
                  <a:lnTo>
                    <a:pt x="2100735" y="649976"/>
                  </a:lnTo>
                  <a:lnTo>
                    <a:pt x="2081560" y="609384"/>
                  </a:lnTo>
                  <a:lnTo>
                    <a:pt x="2060796" y="569722"/>
                  </a:lnTo>
                  <a:lnTo>
                    <a:pt x="2038483" y="531032"/>
                  </a:lnTo>
                  <a:lnTo>
                    <a:pt x="2014664" y="493354"/>
                  </a:lnTo>
                  <a:lnTo>
                    <a:pt x="1989379" y="456730"/>
                  </a:lnTo>
                  <a:lnTo>
                    <a:pt x="1962669" y="421201"/>
                  </a:lnTo>
                  <a:lnTo>
                    <a:pt x="1934575" y="386808"/>
                  </a:lnTo>
                  <a:lnTo>
                    <a:pt x="1905140" y="353593"/>
                  </a:lnTo>
                  <a:lnTo>
                    <a:pt x="1874403" y="321596"/>
                  </a:lnTo>
                  <a:lnTo>
                    <a:pt x="1842406" y="290860"/>
                  </a:lnTo>
                  <a:lnTo>
                    <a:pt x="1809191" y="261424"/>
                  </a:lnTo>
                  <a:lnTo>
                    <a:pt x="1774798" y="233331"/>
                  </a:lnTo>
                  <a:lnTo>
                    <a:pt x="1739269" y="206621"/>
                  </a:lnTo>
                  <a:lnTo>
                    <a:pt x="1702645" y="181335"/>
                  </a:lnTo>
                  <a:lnTo>
                    <a:pt x="1664968" y="157516"/>
                  </a:lnTo>
                  <a:lnTo>
                    <a:pt x="1626277" y="135203"/>
                  </a:lnTo>
                  <a:lnTo>
                    <a:pt x="1586615" y="114439"/>
                  </a:lnTo>
                  <a:lnTo>
                    <a:pt x="1546023" y="95264"/>
                  </a:lnTo>
                  <a:lnTo>
                    <a:pt x="1504541" y="77720"/>
                  </a:lnTo>
                  <a:lnTo>
                    <a:pt x="1462212" y="61848"/>
                  </a:lnTo>
                  <a:lnTo>
                    <a:pt x="1419076" y="47689"/>
                  </a:lnTo>
                  <a:lnTo>
                    <a:pt x="1375175" y="35284"/>
                  </a:lnTo>
                  <a:lnTo>
                    <a:pt x="1330550" y="24674"/>
                  </a:lnTo>
                  <a:lnTo>
                    <a:pt x="1285241" y="15901"/>
                  </a:lnTo>
                  <a:lnTo>
                    <a:pt x="1239290" y="9006"/>
                  </a:lnTo>
                  <a:lnTo>
                    <a:pt x="1192739" y="4030"/>
                  </a:lnTo>
                  <a:lnTo>
                    <a:pt x="1145629" y="1014"/>
                  </a:lnTo>
                  <a:lnTo>
                    <a:pt x="1098000" y="0"/>
                  </a:lnTo>
                  <a:close/>
                </a:path>
              </a:pathLst>
            </a:custGeom>
            <a:solidFill>
              <a:srgbClr val="C0504D"/>
            </a:solidFill>
          </p:spPr>
          <p:txBody>
            <a:bodyPr wrap="square" lIns="0" tIns="0" rIns="0" bIns="0" rtlCol="0"/>
            <a:lstStyle/>
            <a:p>
              <a:endParaRPr/>
            </a:p>
          </p:txBody>
        </p:sp>
        <p:pic>
          <p:nvPicPr>
            <p:cNvPr id="9" name="object 9"/>
            <p:cNvPicPr/>
            <p:nvPr/>
          </p:nvPicPr>
          <p:blipFill>
            <a:blip r:embed="rId5" cstate="print"/>
            <a:stretch>
              <a:fillRect/>
            </a:stretch>
          </p:blipFill>
          <p:spPr>
            <a:xfrm>
              <a:off x="1834895" y="2874264"/>
              <a:ext cx="1261871" cy="1264920"/>
            </a:xfrm>
            <a:prstGeom prst="rect">
              <a:avLst/>
            </a:prstGeom>
          </p:spPr>
        </p:pic>
      </p:grpSp>
      <p:sp>
        <p:nvSpPr>
          <p:cNvPr id="10" name="object 10"/>
          <p:cNvSpPr txBox="1"/>
          <p:nvPr/>
        </p:nvSpPr>
        <p:spPr>
          <a:xfrm>
            <a:off x="728172" y="5239511"/>
            <a:ext cx="3475990" cy="726440"/>
          </a:xfrm>
          <a:prstGeom prst="rect">
            <a:avLst/>
          </a:prstGeom>
        </p:spPr>
        <p:txBody>
          <a:bodyPr vert="horz" wrap="square" lIns="0" tIns="50800" rIns="0" bIns="0" rtlCol="0">
            <a:spAutoFit/>
          </a:bodyPr>
          <a:lstStyle/>
          <a:p>
            <a:pPr marL="12700" marR="5080" indent="-635" algn="ctr">
              <a:lnSpc>
                <a:spcPct val="85300"/>
              </a:lnSpc>
              <a:spcBef>
                <a:spcPts val="400"/>
              </a:spcBef>
            </a:pPr>
            <a:r>
              <a:rPr sz="1700" spc="-5" dirty="0">
                <a:latin typeface="Arial MT"/>
                <a:cs typeface="Arial MT"/>
              </a:rPr>
              <a:t>DESIGN </a:t>
            </a:r>
            <a:r>
              <a:rPr sz="1700" dirty="0">
                <a:latin typeface="Arial MT"/>
                <a:cs typeface="Arial MT"/>
              </a:rPr>
              <a:t>OF </a:t>
            </a:r>
            <a:r>
              <a:rPr sz="1700" b="1" i="1" spc="-5" dirty="0">
                <a:latin typeface="Arial"/>
                <a:cs typeface="Arial"/>
              </a:rPr>
              <a:t>METHODS </a:t>
            </a:r>
            <a:r>
              <a:rPr sz="1700" b="1" i="1" dirty="0">
                <a:latin typeface="Arial"/>
                <a:cs typeface="Arial"/>
              </a:rPr>
              <a:t>OF </a:t>
            </a:r>
            <a:r>
              <a:rPr sz="1700" b="1" i="1" spc="5" dirty="0">
                <a:latin typeface="Arial"/>
                <a:cs typeface="Arial"/>
              </a:rPr>
              <a:t> </a:t>
            </a:r>
            <a:r>
              <a:rPr sz="1700" b="1" i="1" dirty="0">
                <a:latin typeface="Arial"/>
                <a:cs typeface="Arial"/>
              </a:rPr>
              <a:t>FINDING ONE’S </a:t>
            </a:r>
            <a:r>
              <a:rPr sz="1700" b="1" i="1" spc="-95" dirty="0">
                <a:latin typeface="Arial"/>
                <a:cs typeface="Arial"/>
              </a:rPr>
              <a:t>W</a:t>
            </a:r>
            <a:r>
              <a:rPr sz="1700" b="1" i="1" spc="-130" dirty="0">
                <a:latin typeface="Arial"/>
                <a:cs typeface="Arial"/>
              </a:rPr>
              <a:t>A</a:t>
            </a:r>
            <a:r>
              <a:rPr sz="1700" b="1" i="1" dirty="0">
                <a:latin typeface="Arial"/>
                <a:cs typeface="Arial"/>
              </a:rPr>
              <a:t>Y</a:t>
            </a:r>
            <a:r>
              <a:rPr sz="1700" b="1" i="1" spc="-95" dirty="0">
                <a:latin typeface="Arial"/>
                <a:cs typeface="Arial"/>
              </a:rPr>
              <a:t> </a:t>
            </a:r>
            <a:r>
              <a:rPr sz="1700" b="1" i="1" spc="-5" dirty="0">
                <a:latin typeface="Arial"/>
                <a:cs typeface="Arial"/>
              </a:rPr>
              <a:t>AROUND  </a:t>
            </a:r>
            <a:r>
              <a:rPr sz="1700" b="1" i="1" dirty="0">
                <a:latin typeface="Arial"/>
                <a:cs typeface="Arial"/>
              </a:rPr>
              <a:t>THE</a:t>
            </a:r>
            <a:r>
              <a:rPr sz="1700" b="1" i="1" spc="-30" dirty="0">
                <a:latin typeface="Arial"/>
                <a:cs typeface="Arial"/>
              </a:rPr>
              <a:t> </a:t>
            </a:r>
            <a:r>
              <a:rPr sz="1700" b="1" i="1" spc="-15" dirty="0">
                <a:latin typeface="Arial"/>
                <a:cs typeface="Arial"/>
              </a:rPr>
              <a:t>INFORMATION</a:t>
            </a:r>
            <a:r>
              <a:rPr sz="1700" b="1" i="1" spc="-30" dirty="0">
                <a:latin typeface="Arial"/>
                <a:cs typeface="Arial"/>
              </a:rPr>
              <a:t> </a:t>
            </a:r>
            <a:r>
              <a:rPr sz="1700" b="1" i="1" spc="-5" dirty="0">
                <a:latin typeface="Arial"/>
                <a:cs typeface="Arial"/>
              </a:rPr>
              <a:t>STRUCTURE</a:t>
            </a:r>
            <a:r>
              <a:rPr sz="1700" spc="-5" dirty="0">
                <a:latin typeface="Arial MT"/>
                <a:cs typeface="Arial MT"/>
              </a:rPr>
              <a:t>.</a:t>
            </a:r>
            <a:endParaRPr sz="1700">
              <a:latin typeface="Arial MT"/>
              <a:cs typeface="Arial MT"/>
            </a:endParaRPr>
          </a:p>
        </p:txBody>
      </p:sp>
      <p:grpSp>
        <p:nvGrpSpPr>
          <p:cNvPr id="11" name="object 11">
            <a:extLst>
              <a:ext uri="{C183D7F6-B498-43B3-948B-1728B52AA6E4}">
                <adec:decorative xmlns:adec="http://schemas.microsoft.com/office/drawing/2017/decorative" val="1"/>
              </a:ext>
            </a:extLst>
          </p:cNvPr>
          <p:cNvGrpSpPr/>
          <p:nvPr/>
        </p:nvGrpSpPr>
        <p:grpSpPr>
          <a:xfrm>
            <a:off x="5597977" y="2408980"/>
            <a:ext cx="2196465" cy="2196465"/>
            <a:chOff x="5597977" y="2408980"/>
            <a:chExt cx="2196465" cy="2196465"/>
          </a:xfrm>
        </p:grpSpPr>
        <p:sp>
          <p:nvSpPr>
            <p:cNvPr id="12" name="object 12"/>
            <p:cNvSpPr/>
            <p:nvPr/>
          </p:nvSpPr>
          <p:spPr>
            <a:xfrm>
              <a:off x="5597977" y="2408980"/>
              <a:ext cx="2196465" cy="2196465"/>
            </a:xfrm>
            <a:custGeom>
              <a:avLst/>
              <a:gdLst/>
              <a:ahLst/>
              <a:cxnLst/>
              <a:rect l="l" t="t" r="r" b="b"/>
              <a:pathLst>
                <a:path w="2196465" h="2196465">
                  <a:moveTo>
                    <a:pt x="1098000" y="0"/>
                  </a:moveTo>
                  <a:lnTo>
                    <a:pt x="1050371" y="1014"/>
                  </a:lnTo>
                  <a:lnTo>
                    <a:pt x="1003260" y="4030"/>
                  </a:lnTo>
                  <a:lnTo>
                    <a:pt x="956709" y="9006"/>
                  </a:lnTo>
                  <a:lnTo>
                    <a:pt x="910758" y="15901"/>
                  </a:lnTo>
                  <a:lnTo>
                    <a:pt x="865449" y="24674"/>
                  </a:lnTo>
                  <a:lnTo>
                    <a:pt x="820824" y="35284"/>
                  </a:lnTo>
                  <a:lnTo>
                    <a:pt x="776922" y="47689"/>
                  </a:lnTo>
                  <a:lnTo>
                    <a:pt x="733786" y="61848"/>
                  </a:lnTo>
                  <a:lnTo>
                    <a:pt x="691457" y="77720"/>
                  </a:lnTo>
                  <a:lnTo>
                    <a:pt x="649976" y="95264"/>
                  </a:lnTo>
                  <a:lnTo>
                    <a:pt x="609384" y="114439"/>
                  </a:lnTo>
                  <a:lnTo>
                    <a:pt x="569722" y="135203"/>
                  </a:lnTo>
                  <a:lnTo>
                    <a:pt x="531031" y="157516"/>
                  </a:lnTo>
                  <a:lnTo>
                    <a:pt x="493353" y="181335"/>
                  </a:lnTo>
                  <a:lnTo>
                    <a:pt x="456729" y="206621"/>
                  </a:lnTo>
                  <a:lnTo>
                    <a:pt x="421200" y="233331"/>
                  </a:lnTo>
                  <a:lnTo>
                    <a:pt x="386808" y="261424"/>
                  </a:lnTo>
                  <a:lnTo>
                    <a:pt x="353592" y="290860"/>
                  </a:lnTo>
                  <a:lnTo>
                    <a:pt x="321596" y="321596"/>
                  </a:lnTo>
                  <a:lnTo>
                    <a:pt x="290859" y="353593"/>
                  </a:lnTo>
                  <a:lnTo>
                    <a:pt x="261424" y="386808"/>
                  </a:lnTo>
                  <a:lnTo>
                    <a:pt x="233330" y="421201"/>
                  </a:lnTo>
                  <a:lnTo>
                    <a:pt x="206620" y="456730"/>
                  </a:lnTo>
                  <a:lnTo>
                    <a:pt x="181335" y="493354"/>
                  </a:lnTo>
                  <a:lnTo>
                    <a:pt x="157515" y="531032"/>
                  </a:lnTo>
                  <a:lnTo>
                    <a:pt x="135203" y="569722"/>
                  </a:lnTo>
                  <a:lnTo>
                    <a:pt x="114439" y="609384"/>
                  </a:lnTo>
                  <a:lnTo>
                    <a:pt x="95264" y="649976"/>
                  </a:lnTo>
                  <a:lnTo>
                    <a:pt x="77720" y="691458"/>
                  </a:lnTo>
                  <a:lnTo>
                    <a:pt x="61848" y="733787"/>
                  </a:lnTo>
                  <a:lnTo>
                    <a:pt x="47689" y="776923"/>
                  </a:lnTo>
                  <a:lnTo>
                    <a:pt x="35284" y="820824"/>
                  </a:lnTo>
                  <a:lnTo>
                    <a:pt x="24674" y="865450"/>
                  </a:lnTo>
                  <a:lnTo>
                    <a:pt x="15901" y="910758"/>
                  </a:lnTo>
                  <a:lnTo>
                    <a:pt x="9006" y="956709"/>
                  </a:lnTo>
                  <a:lnTo>
                    <a:pt x="4030" y="1003260"/>
                  </a:lnTo>
                  <a:lnTo>
                    <a:pt x="1014" y="1050371"/>
                  </a:lnTo>
                  <a:lnTo>
                    <a:pt x="0" y="1098000"/>
                  </a:lnTo>
                  <a:lnTo>
                    <a:pt x="1014" y="1145629"/>
                  </a:lnTo>
                  <a:lnTo>
                    <a:pt x="4030" y="1192739"/>
                  </a:lnTo>
                  <a:lnTo>
                    <a:pt x="9006" y="1239290"/>
                  </a:lnTo>
                  <a:lnTo>
                    <a:pt x="15901" y="1285241"/>
                  </a:lnTo>
                  <a:lnTo>
                    <a:pt x="24674" y="1330550"/>
                  </a:lnTo>
                  <a:lnTo>
                    <a:pt x="35284" y="1375175"/>
                  </a:lnTo>
                  <a:lnTo>
                    <a:pt x="47689" y="1419076"/>
                  </a:lnTo>
                  <a:lnTo>
                    <a:pt x="61848" y="1462212"/>
                  </a:lnTo>
                  <a:lnTo>
                    <a:pt x="77720" y="1504541"/>
                  </a:lnTo>
                  <a:lnTo>
                    <a:pt x="95264" y="1546023"/>
                  </a:lnTo>
                  <a:lnTo>
                    <a:pt x="114439" y="1586615"/>
                  </a:lnTo>
                  <a:lnTo>
                    <a:pt x="135203" y="1626277"/>
                  </a:lnTo>
                  <a:lnTo>
                    <a:pt x="157515" y="1664968"/>
                  </a:lnTo>
                  <a:lnTo>
                    <a:pt x="181335" y="1702645"/>
                  </a:lnTo>
                  <a:lnTo>
                    <a:pt x="206620" y="1739269"/>
                  </a:lnTo>
                  <a:lnTo>
                    <a:pt x="233330" y="1774798"/>
                  </a:lnTo>
                  <a:lnTo>
                    <a:pt x="261424" y="1809191"/>
                  </a:lnTo>
                  <a:lnTo>
                    <a:pt x="290859" y="1842406"/>
                  </a:lnTo>
                  <a:lnTo>
                    <a:pt x="321596" y="1874403"/>
                  </a:lnTo>
                  <a:lnTo>
                    <a:pt x="353592" y="1905140"/>
                  </a:lnTo>
                  <a:lnTo>
                    <a:pt x="386808" y="1934575"/>
                  </a:lnTo>
                  <a:lnTo>
                    <a:pt x="421200" y="1962669"/>
                  </a:lnTo>
                  <a:lnTo>
                    <a:pt x="456729" y="1989379"/>
                  </a:lnTo>
                  <a:lnTo>
                    <a:pt x="493353" y="2014664"/>
                  </a:lnTo>
                  <a:lnTo>
                    <a:pt x="531031" y="2038483"/>
                  </a:lnTo>
                  <a:lnTo>
                    <a:pt x="569722" y="2060796"/>
                  </a:lnTo>
                  <a:lnTo>
                    <a:pt x="609384" y="2081560"/>
                  </a:lnTo>
                  <a:lnTo>
                    <a:pt x="649976" y="2100735"/>
                  </a:lnTo>
                  <a:lnTo>
                    <a:pt x="691457" y="2118279"/>
                  </a:lnTo>
                  <a:lnTo>
                    <a:pt x="733786" y="2134151"/>
                  </a:lnTo>
                  <a:lnTo>
                    <a:pt x="776922" y="2148311"/>
                  </a:lnTo>
                  <a:lnTo>
                    <a:pt x="820824" y="2160716"/>
                  </a:lnTo>
                  <a:lnTo>
                    <a:pt x="865449" y="2171325"/>
                  </a:lnTo>
                  <a:lnTo>
                    <a:pt x="910758" y="2180098"/>
                  </a:lnTo>
                  <a:lnTo>
                    <a:pt x="956709" y="2186993"/>
                  </a:lnTo>
                  <a:lnTo>
                    <a:pt x="1003260" y="2191969"/>
                  </a:lnTo>
                  <a:lnTo>
                    <a:pt x="1050371" y="2194985"/>
                  </a:lnTo>
                  <a:lnTo>
                    <a:pt x="1098000" y="2196000"/>
                  </a:lnTo>
                  <a:lnTo>
                    <a:pt x="1145629" y="2194985"/>
                  </a:lnTo>
                  <a:lnTo>
                    <a:pt x="1192739" y="2191969"/>
                  </a:lnTo>
                  <a:lnTo>
                    <a:pt x="1239290" y="2186993"/>
                  </a:lnTo>
                  <a:lnTo>
                    <a:pt x="1285241" y="2180098"/>
                  </a:lnTo>
                  <a:lnTo>
                    <a:pt x="1330550" y="2171325"/>
                  </a:lnTo>
                  <a:lnTo>
                    <a:pt x="1375175" y="2160716"/>
                  </a:lnTo>
                  <a:lnTo>
                    <a:pt x="1419076" y="2148311"/>
                  </a:lnTo>
                  <a:lnTo>
                    <a:pt x="1462212" y="2134151"/>
                  </a:lnTo>
                  <a:lnTo>
                    <a:pt x="1504541" y="2118279"/>
                  </a:lnTo>
                  <a:lnTo>
                    <a:pt x="1546023" y="2100735"/>
                  </a:lnTo>
                  <a:lnTo>
                    <a:pt x="1586615" y="2081560"/>
                  </a:lnTo>
                  <a:lnTo>
                    <a:pt x="1626277" y="2060796"/>
                  </a:lnTo>
                  <a:lnTo>
                    <a:pt x="1664968" y="2038483"/>
                  </a:lnTo>
                  <a:lnTo>
                    <a:pt x="1702645" y="2014664"/>
                  </a:lnTo>
                  <a:lnTo>
                    <a:pt x="1739269" y="1989379"/>
                  </a:lnTo>
                  <a:lnTo>
                    <a:pt x="1774798" y="1962669"/>
                  </a:lnTo>
                  <a:lnTo>
                    <a:pt x="1809191" y="1934575"/>
                  </a:lnTo>
                  <a:lnTo>
                    <a:pt x="1842406" y="1905140"/>
                  </a:lnTo>
                  <a:lnTo>
                    <a:pt x="1874403" y="1874403"/>
                  </a:lnTo>
                  <a:lnTo>
                    <a:pt x="1905140" y="1842406"/>
                  </a:lnTo>
                  <a:lnTo>
                    <a:pt x="1934575" y="1809191"/>
                  </a:lnTo>
                  <a:lnTo>
                    <a:pt x="1962669" y="1774798"/>
                  </a:lnTo>
                  <a:lnTo>
                    <a:pt x="1989379" y="1739269"/>
                  </a:lnTo>
                  <a:lnTo>
                    <a:pt x="2014664" y="1702645"/>
                  </a:lnTo>
                  <a:lnTo>
                    <a:pt x="2038483" y="1664968"/>
                  </a:lnTo>
                  <a:lnTo>
                    <a:pt x="2060796" y="1626277"/>
                  </a:lnTo>
                  <a:lnTo>
                    <a:pt x="2081560" y="1586615"/>
                  </a:lnTo>
                  <a:lnTo>
                    <a:pt x="2100735" y="1546023"/>
                  </a:lnTo>
                  <a:lnTo>
                    <a:pt x="2118279" y="1504541"/>
                  </a:lnTo>
                  <a:lnTo>
                    <a:pt x="2134151" y="1462212"/>
                  </a:lnTo>
                  <a:lnTo>
                    <a:pt x="2148311" y="1419076"/>
                  </a:lnTo>
                  <a:lnTo>
                    <a:pt x="2160716" y="1375175"/>
                  </a:lnTo>
                  <a:lnTo>
                    <a:pt x="2171325" y="1330550"/>
                  </a:lnTo>
                  <a:lnTo>
                    <a:pt x="2180098" y="1285241"/>
                  </a:lnTo>
                  <a:lnTo>
                    <a:pt x="2186993" y="1239290"/>
                  </a:lnTo>
                  <a:lnTo>
                    <a:pt x="2191969" y="1192739"/>
                  </a:lnTo>
                  <a:lnTo>
                    <a:pt x="2194985" y="1145629"/>
                  </a:lnTo>
                  <a:lnTo>
                    <a:pt x="2196000" y="1098000"/>
                  </a:lnTo>
                  <a:lnTo>
                    <a:pt x="2194985" y="1050371"/>
                  </a:lnTo>
                  <a:lnTo>
                    <a:pt x="2191969" y="1003260"/>
                  </a:lnTo>
                  <a:lnTo>
                    <a:pt x="2186993" y="956709"/>
                  </a:lnTo>
                  <a:lnTo>
                    <a:pt x="2180098" y="910758"/>
                  </a:lnTo>
                  <a:lnTo>
                    <a:pt x="2171325" y="865450"/>
                  </a:lnTo>
                  <a:lnTo>
                    <a:pt x="2160716" y="820824"/>
                  </a:lnTo>
                  <a:lnTo>
                    <a:pt x="2148311" y="776923"/>
                  </a:lnTo>
                  <a:lnTo>
                    <a:pt x="2134151" y="733787"/>
                  </a:lnTo>
                  <a:lnTo>
                    <a:pt x="2118279" y="691458"/>
                  </a:lnTo>
                  <a:lnTo>
                    <a:pt x="2100735" y="649976"/>
                  </a:lnTo>
                  <a:lnTo>
                    <a:pt x="2081560" y="609384"/>
                  </a:lnTo>
                  <a:lnTo>
                    <a:pt x="2060796" y="569722"/>
                  </a:lnTo>
                  <a:lnTo>
                    <a:pt x="2038483" y="531032"/>
                  </a:lnTo>
                  <a:lnTo>
                    <a:pt x="2014664" y="493354"/>
                  </a:lnTo>
                  <a:lnTo>
                    <a:pt x="1989379" y="456730"/>
                  </a:lnTo>
                  <a:lnTo>
                    <a:pt x="1962669" y="421201"/>
                  </a:lnTo>
                  <a:lnTo>
                    <a:pt x="1934575" y="386808"/>
                  </a:lnTo>
                  <a:lnTo>
                    <a:pt x="1905140" y="353593"/>
                  </a:lnTo>
                  <a:lnTo>
                    <a:pt x="1874403" y="321596"/>
                  </a:lnTo>
                  <a:lnTo>
                    <a:pt x="1842406" y="290860"/>
                  </a:lnTo>
                  <a:lnTo>
                    <a:pt x="1809191" y="261424"/>
                  </a:lnTo>
                  <a:lnTo>
                    <a:pt x="1774798" y="233331"/>
                  </a:lnTo>
                  <a:lnTo>
                    <a:pt x="1739269" y="206621"/>
                  </a:lnTo>
                  <a:lnTo>
                    <a:pt x="1702645" y="181335"/>
                  </a:lnTo>
                  <a:lnTo>
                    <a:pt x="1664968" y="157516"/>
                  </a:lnTo>
                  <a:lnTo>
                    <a:pt x="1626277" y="135203"/>
                  </a:lnTo>
                  <a:lnTo>
                    <a:pt x="1586615" y="114439"/>
                  </a:lnTo>
                  <a:lnTo>
                    <a:pt x="1546023" y="95264"/>
                  </a:lnTo>
                  <a:lnTo>
                    <a:pt x="1504541" y="77720"/>
                  </a:lnTo>
                  <a:lnTo>
                    <a:pt x="1462212" y="61848"/>
                  </a:lnTo>
                  <a:lnTo>
                    <a:pt x="1419076" y="47689"/>
                  </a:lnTo>
                  <a:lnTo>
                    <a:pt x="1375175" y="35284"/>
                  </a:lnTo>
                  <a:lnTo>
                    <a:pt x="1330550" y="24674"/>
                  </a:lnTo>
                  <a:lnTo>
                    <a:pt x="1285241" y="15901"/>
                  </a:lnTo>
                  <a:lnTo>
                    <a:pt x="1239290" y="9006"/>
                  </a:lnTo>
                  <a:lnTo>
                    <a:pt x="1192739" y="4030"/>
                  </a:lnTo>
                  <a:lnTo>
                    <a:pt x="1145629" y="1014"/>
                  </a:lnTo>
                  <a:lnTo>
                    <a:pt x="1098000" y="0"/>
                  </a:lnTo>
                  <a:close/>
                </a:path>
              </a:pathLst>
            </a:custGeom>
            <a:solidFill>
              <a:srgbClr val="9BBB59"/>
            </a:solidFill>
          </p:spPr>
          <p:txBody>
            <a:bodyPr wrap="square" lIns="0" tIns="0" rIns="0" bIns="0" rtlCol="0"/>
            <a:lstStyle/>
            <a:p>
              <a:endParaRPr/>
            </a:p>
          </p:txBody>
        </p:sp>
        <p:pic>
          <p:nvPicPr>
            <p:cNvPr id="13" name="object 13"/>
            <p:cNvPicPr/>
            <p:nvPr/>
          </p:nvPicPr>
          <p:blipFill>
            <a:blip r:embed="rId6" cstate="print"/>
            <a:stretch>
              <a:fillRect/>
            </a:stretch>
          </p:blipFill>
          <p:spPr>
            <a:xfrm>
              <a:off x="6065520" y="2874264"/>
              <a:ext cx="1261872" cy="1264920"/>
            </a:xfrm>
            <a:prstGeom prst="rect">
              <a:avLst/>
            </a:prstGeom>
          </p:spPr>
        </p:pic>
      </p:grpSp>
      <p:sp>
        <p:nvSpPr>
          <p:cNvPr id="14" name="object 14"/>
          <p:cNvSpPr txBox="1"/>
          <p:nvPr/>
        </p:nvSpPr>
        <p:spPr>
          <a:xfrm>
            <a:off x="5089649" y="5239511"/>
            <a:ext cx="3212465" cy="726440"/>
          </a:xfrm>
          <a:prstGeom prst="rect">
            <a:avLst/>
          </a:prstGeom>
        </p:spPr>
        <p:txBody>
          <a:bodyPr vert="horz" wrap="square" lIns="0" tIns="50800" rIns="0" bIns="0" rtlCol="0">
            <a:spAutoFit/>
          </a:bodyPr>
          <a:lstStyle/>
          <a:p>
            <a:pPr marL="12700" marR="5080" algn="ctr">
              <a:lnSpc>
                <a:spcPct val="85300"/>
              </a:lnSpc>
              <a:spcBef>
                <a:spcPts val="400"/>
              </a:spcBef>
            </a:pPr>
            <a:r>
              <a:rPr sz="1700" dirty="0">
                <a:latin typeface="Arial MT"/>
                <a:cs typeface="Arial MT"/>
              </a:rPr>
              <a:t>IF</a:t>
            </a:r>
            <a:r>
              <a:rPr sz="1700" spc="-20" dirty="0">
                <a:latin typeface="Arial MT"/>
                <a:cs typeface="Arial MT"/>
              </a:rPr>
              <a:t> </a:t>
            </a:r>
            <a:r>
              <a:rPr sz="1700" spc="-5" dirty="0">
                <a:latin typeface="Arial MT"/>
                <a:cs typeface="Arial MT"/>
              </a:rPr>
              <a:t>CONTENT</a:t>
            </a:r>
            <a:r>
              <a:rPr sz="1700" spc="-55" dirty="0">
                <a:latin typeface="Arial MT"/>
                <a:cs typeface="Arial MT"/>
              </a:rPr>
              <a:t> </a:t>
            </a:r>
            <a:r>
              <a:rPr sz="1700" dirty="0">
                <a:latin typeface="Arial MT"/>
                <a:cs typeface="Arial MT"/>
              </a:rPr>
              <a:t>IS</a:t>
            </a:r>
            <a:r>
              <a:rPr sz="1700" spc="-50" dirty="0">
                <a:latin typeface="Arial MT"/>
                <a:cs typeface="Arial MT"/>
              </a:rPr>
              <a:t> </a:t>
            </a:r>
            <a:r>
              <a:rPr sz="1700" dirty="0">
                <a:latin typeface="Arial MT"/>
                <a:cs typeface="Arial MT"/>
              </a:rPr>
              <a:t>THE</a:t>
            </a:r>
            <a:r>
              <a:rPr sz="1700" spc="-20" dirty="0">
                <a:latin typeface="Arial MT"/>
                <a:cs typeface="Arial MT"/>
              </a:rPr>
              <a:t> </a:t>
            </a:r>
            <a:r>
              <a:rPr sz="1700" spc="-10" dirty="0">
                <a:latin typeface="Arial MT"/>
                <a:cs typeface="Arial MT"/>
              </a:rPr>
              <a:t>HEART</a:t>
            </a:r>
            <a:r>
              <a:rPr sz="1700" spc="-55" dirty="0">
                <a:latin typeface="Arial MT"/>
                <a:cs typeface="Arial MT"/>
              </a:rPr>
              <a:t> </a:t>
            </a:r>
            <a:r>
              <a:rPr sz="1700" dirty="0">
                <a:latin typeface="Arial MT"/>
                <a:cs typeface="Arial MT"/>
              </a:rPr>
              <a:t>OF </a:t>
            </a:r>
            <a:r>
              <a:rPr sz="1700" spc="-455" dirty="0">
                <a:latin typeface="Arial MT"/>
                <a:cs typeface="Arial MT"/>
              </a:rPr>
              <a:t> </a:t>
            </a:r>
            <a:r>
              <a:rPr sz="1700" spc="-10" dirty="0">
                <a:latin typeface="Arial MT"/>
                <a:cs typeface="Arial MT"/>
              </a:rPr>
              <a:t>EVERY </a:t>
            </a:r>
            <a:r>
              <a:rPr sz="1700" dirty="0">
                <a:latin typeface="Arial MT"/>
                <a:cs typeface="Arial MT"/>
              </a:rPr>
              <a:t>WEBSITE, THEN </a:t>
            </a:r>
            <a:r>
              <a:rPr sz="1700" spc="5" dirty="0">
                <a:latin typeface="Arial MT"/>
                <a:cs typeface="Arial MT"/>
              </a:rPr>
              <a:t> </a:t>
            </a:r>
            <a:r>
              <a:rPr sz="1700" spc="-30" dirty="0">
                <a:latin typeface="Arial MT"/>
                <a:cs typeface="Arial MT"/>
              </a:rPr>
              <a:t>NAVIGATION</a:t>
            </a:r>
            <a:r>
              <a:rPr sz="1700" spc="-10" dirty="0">
                <a:latin typeface="Arial MT"/>
                <a:cs typeface="Arial MT"/>
              </a:rPr>
              <a:t> </a:t>
            </a:r>
            <a:r>
              <a:rPr sz="1700" dirty="0">
                <a:latin typeface="Arial MT"/>
                <a:cs typeface="Arial MT"/>
              </a:rPr>
              <a:t>IS</a:t>
            </a:r>
            <a:r>
              <a:rPr sz="1700" spc="-5" dirty="0">
                <a:latin typeface="Arial MT"/>
                <a:cs typeface="Arial MT"/>
              </a:rPr>
              <a:t> </a:t>
            </a:r>
            <a:r>
              <a:rPr sz="1700" dirty="0">
                <a:latin typeface="Arial MT"/>
                <a:cs typeface="Arial MT"/>
              </a:rPr>
              <a:t>ITS</a:t>
            </a:r>
            <a:r>
              <a:rPr sz="1700" spc="-5" dirty="0">
                <a:latin typeface="Arial MT"/>
                <a:cs typeface="Arial MT"/>
              </a:rPr>
              <a:t> </a:t>
            </a:r>
            <a:r>
              <a:rPr sz="1700" dirty="0">
                <a:latin typeface="Arial MT"/>
                <a:cs typeface="Arial MT"/>
              </a:rPr>
              <a:t>BRAIN.</a:t>
            </a:r>
            <a:endParaRPr sz="1700">
              <a:latin typeface="Arial MT"/>
              <a:cs typeface="Arial MT"/>
            </a:endParaRPr>
          </a:p>
        </p:txBody>
      </p:sp>
      <p:sp>
        <p:nvSpPr>
          <p:cNvPr id="15" name="object 15"/>
          <p:cNvSpPr txBox="1">
            <a:spLocks noGrp="1"/>
          </p:cNvSpPr>
          <p:nvPr>
            <p:ph type="sldNum" sz="quarter" idx="7"/>
          </p:nvPr>
        </p:nvSpPr>
        <p:spPr>
          <a:prstGeom prst="rect">
            <a:avLst/>
          </a:prstGeom>
        </p:spPr>
        <p:txBody>
          <a:bodyPr vert="horz" wrap="square" lIns="0" tIns="3810" rIns="0" bIns="0" rtlCol="0">
            <a:spAutoFit/>
          </a:bodyPr>
          <a:lstStyle/>
          <a:p>
            <a:pPr marL="39370">
              <a:lnSpc>
                <a:spcPct val="100000"/>
              </a:lnSpc>
              <a:spcBef>
                <a:spcPts val="30"/>
              </a:spcBef>
            </a:pPr>
            <a:fld id="{81D60167-4931-47E6-BA6A-407CBD079E47}" type="slidenum">
              <a:rPr dirty="0"/>
              <a:t>19</a:t>
            </a:fld>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534379"/>
            <a:ext cx="4114800" cy="551433"/>
          </a:xfrm>
          <a:prstGeom prst="rect">
            <a:avLst/>
          </a:prstGeom>
        </p:spPr>
        <p:txBody>
          <a:bodyPr vert="horz" wrap="square" lIns="0" tIns="12700" rIns="0" bIns="0" rtlCol="0">
            <a:spAutoFit/>
          </a:bodyPr>
          <a:lstStyle/>
          <a:p>
            <a:pPr marL="12700">
              <a:lnSpc>
                <a:spcPct val="100000"/>
              </a:lnSpc>
              <a:spcBef>
                <a:spcPts val="100"/>
              </a:spcBef>
            </a:pPr>
            <a:r>
              <a:rPr spc="-5" dirty="0"/>
              <a:t>Navigation</a:t>
            </a:r>
            <a:r>
              <a:rPr dirty="0"/>
              <a:t> </a:t>
            </a:r>
            <a:r>
              <a:rPr spc="-5" dirty="0"/>
              <a:t>Design</a:t>
            </a:r>
          </a:p>
        </p:txBody>
      </p:sp>
      <p:sp>
        <p:nvSpPr>
          <p:cNvPr id="4" name="object 4"/>
          <p:cNvSpPr txBox="1">
            <a:spLocks noGrp="1"/>
          </p:cNvSpPr>
          <p:nvPr>
            <p:ph type="sldNum" sz="quarter" idx="7"/>
          </p:nvPr>
        </p:nvSpPr>
        <p:spPr>
          <a:prstGeom prst="rect">
            <a:avLst/>
          </a:prstGeom>
        </p:spPr>
        <p:txBody>
          <a:bodyPr vert="horz" wrap="square" lIns="0" tIns="3810" rIns="0" bIns="0" rtlCol="0">
            <a:spAutoFit/>
          </a:bodyPr>
          <a:lstStyle/>
          <a:p>
            <a:pPr marL="39370">
              <a:lnSpc>
                <a:spcPct val="100000"/>
              </a:lnSpc>
              <a:spcBef>
                <a:spcPts val="30"/>
              </a:spcBef>
            </a:pPr>
            <a:fld id="{81D60167-4931-47E6-BA6A-407CBD079E47}" type="slidenum">
              <a:rPr dirty="0"/>
              <a:t>20</a:t>
            </a:fld>
            <a:endParaRPr dirty="0"/>
          </a:p>
        </p:txBody>
      </p:sp>
      <p:sp>
        <p:nvSpPr>
          <p:cNvPr id="3" name="object 3"/>
          <p:cNvSpPr txBox="1">
            <a:spLocks noGrp="1"/>
          </p:cNvSpPr>
          <p:nvPr>
            <p:ph type="body" idx="1"/>
          </p:nvPr>
        </p:nvSpPr>
        <p:spPr>
          <a:xfrm>
            <a:off x="304800" y="1828800"/>
            <a:ext cx="8077200" cy="4219104"/>
          </a:xfrm>
          <a:prstGeom prst="rect">
            <a:avLst/>
          </a:prstGeom>
        </p:spPr>
        <p:txBody>
          <a:bodyPr vert="horz" wrap="square" lIns="0" tIns="76200" rIns="0" bIns="0" rtlCol="0">
            <a:spAutoFit/>
          </a:bodyPr>
          <a:lstStyle/>
          <a:p>
            <a:pPr marL="196850" marR="5080">
              <a:spcBef>
                <a:spcPts val="600"/>
              </a:spcBef>
              <a:tabLst>
                <a:tab pos="425450" algn="l"/>
                <a:tab pos="426084" algn="l"/>
              </a:tabLst>
            </a:pPr>
            <a:r>
              <a:rPr sz="2000" dirty="0"/>
              <a:t>The </a:t>
            </a:r>
            <a:r>
              <a:rPr sz="2000" spc="-5" dirty="0"/>
              <a:t>fundamental </a:t>
            </a:r>
            <a:r>
              <a:rPr sz="2000" dirty="0"/>
              <a:t>principle of navigation design is </a:t>
            </a:r>
            <a:r>
              <a:rPr sz="2000" spc="-5" dirty="0"/>
              <a:t>that </a:t>
            </a:r>
            <a:r>
              <a:rPr sz="2000" dirty="0"/>
              <a:t>you should </a:t>
            </a:r>
            <a:r>
              <a:rPr sz="2000" b="1" i="1" spc="-5" dirty="0">
                <a:latin typeface="Arial"/>
                <a:cs typeface="Arial"/>
              </a:rPr>
              <a:t>design for the reader </a:t>
            </a:r>
            <a:r>
              <a:rPr lang="en-GB" sz="2000" dirty="0"/>
              <a:t>—</a:t>
            </a:r>
            <a:r>
              <a:rPr sz="2000" dirty="0"/>
              <a:t> </a:t>
            </a:r>
            <a:r>
              <a:rPr sz="2000" spc="-5" dirty="0"/>
              <a:t>the person </a:t>
            </a:r>
            <a:r>
              <a:rPr sz="2000" dirty="0"/>
              <a:t>who uses </a:t>
            </a:r>
            <a:r>
              <a:rPr sz="2000" spc="-5" dirty="0"/>
              <a:t>the </a:t>
            </a:r>
            <a:r>
              <a:rPr lang="en-GB" sz="2000" spc="-15" dirty="0"/>
              <a:t>w</a:t>
            </a:r>
            <a:r>
              <a:rPr sz="2000" spc="-15" dirty="0" err="1"/>
              <a:t>eb</a:t>
            </a:r>
            <a:r>
              <a:rPr sz="2000" spc="-15" dirty="0"/>
              <a:t> </a:t>
            </a:r>
            <a:r>
              <a:rPr sz="2000" spc="-545" dirty="0"/>
              <a:t> </a:t>
            </a:r>
            <a:r>
              <a:rPr sz="2000" spc="-5" dirty="0"/>
              <a:t>site. </a:t>
            </a:r>
            <a:r>
              <a:rPr sz="2000" dirty="0"/>
              <a:t>The </a:t>
            </a:r>
            <a:r>
              <a:rPr sz="2000" spc="-5" dirty="0"/>
              <a:t>best-designed sites are reader-designed, </a:t>
            </a:r>
            <a:r>
              <a:rPr sz="2000" dirty="0"/>
              <a:t>with </a:t>
            </a:r>
            <a:r>
              <a:rPr sz="2000" spc="-5" dirty="0"/>
              <a:t>fast </a:t>
            </a:r>
            <a:r>
              <a:rPr sz="2000" dirty="0"/>
              <a:t>download</a:t>
            </a:r>
            <a:r>
              <a:rPr sz="2000" spc="-15" dirty="0"/>
              <a:t> </a:t>
            </a:r>
            <a:r>
              <a:rPr sz="2000" spc="-5" dirty="0"/>
              <a:t>times</a:t>
            </a:r>
            <a:r>
              <a:rPr sz="2000" spc="-10" dirty="0"/>
              <a:t> </a:t>
            </a:r>
            <a:r>
              <a:rPr sz="2000" dirty="0"/>
              <a:t>and</a:t>
            </a:r>
            <a:r>
              <a:rPr sz="2000" spc="-10" dirty="0"/>
              <a:t> </a:t>
            </a:r>
            <a:r>
              <a:rPr sz="2000" dirty="0"/>
              <a:t>multiple</a:t>
            </a:r>
            <a:r>
              <a:rPr sz="2000" spc="-10" dirty="0"/>
              <a:t> </a:t>
            </a:r>
            <a:r>
              <a:rPr sz="2000" spc="-5" dirty="0"/>
              <a:t>paths.</a:t>
            </a:r>
            <a:endParaRPr sz="2000" dirty="0">
              <a:latin typeface="Arial"/>
              <a:cs typeface="Arial"/>
            </a:endParaRPr>
          </a:p>
          <a:p>
            <a:pPr marL="184150">
              <a:spcBef>
                <a:spcPts val="35"/>
              </a:spcBef>
              <a:buFont typeface="Arial MT"/>
              <a:buChar char="•"/>
            </a:pPr>
            <a:endParaRPr sz="2750" dirty="0"/>
          </a:p>
          <a:p>
            <a:pPr marL="196850" marR="205740">
              <a:tabLst>
                <a:tab pos="425450" algn="l"/>
                <a:tab pos="426084" algn="l"/>
              </a:tabLst>
            </a:pPr>
            <a:r>
              <a:rPr sz="2000" spc="-60" dirty="0"/>
              <a:t>You </a:t>
            </a:r>
            <a:r>
              <a:rPr sz="2000" dirty="0"/>
              <a:t>can’t hold a </a:t>
            </a:r>
            <a:r>
              <a:rPr sz="2000" spc="-15" dirty="0"/>
              <a:t>Web </a:t>
            </a:r>
            <a:r>
              <a:rPr sz="2000" spc="-5" dirty="0"/>
              <a:t>site </a:t>
            </a:r>
            <a:r>
              <a:rPr sz="2000" dirty="0"/>
              <a:t>in your hands. </a:t>
            </a:r>
            <a:r>
              <a:rPr sz="2000" spc="-60" dirty="0"/>
              <a:t>You </a:t>
            </a:r>
            <a:r>
              <a:rPr sz="2000" b="1" i="1" spc="5" dirty="0">
                <a:latin typeface="Arial"/>
                <a:cs typeface="Arial"/>
              </a:rPr>
              <a:t>can’t </a:t>
            </a:r>
            <a:r>
              <a:rPr sz="2000" b="1" i="1" dirty="0">
                <a:latin typeface="Arial"/>
                <a:cs typeface="Arial"/>
              </a:rPr>
              <a:t>get an </a:t>
            </a:r>
            <a:r>
              <a:rPr sz="2000" b="1" i="1" spc="5" dirty="0">
                <a:latin typeface="Arial"/>
                <a:cs typeface="Arial"/>
              </a:rPr>
              <a:t> </a:t>
            </a:r>
            <a:r>
              <a:rPr sz="2000" b="1" i="1" spc="-5" dirty="0">
                <a:latin typeface="Arial"/>
                <a:cs typeface="Arial"/>
              </a:rPr>
              <a:t>immediate </a:t>
            </a:r>
            <a:r>
              <a:rPr sz="2000" b="1" i="1" dirty="0">
                <a:latin typeface="Arial"/>
                <a:cs typeface="Arial"/>
              </a:rPr>
              <a:t>sense of </a:t>
            </a:r>
            <a:r>
              <a:rPr sz="2000" b="1" i="1" spc="-5" dirty="0">
                <a:latin typeface="Arial"/>
                <a:cs typeface="Arial"/>
              </a:rPr>
              <a:t>its size </a:t>
            </a:r>
            <a:r>
              <a:rPr sz="2000" b="1" i="1" dirty="0">
                <a:latin typeface="Arial"/>
                <a:cs typeface="Arial"/>
              </a:rPr>
              <a:t>or </a:t>
            </a:r>
            <a:r>
              <a:rPr sz="2000" b="1" i="1" spc="-5" dirty="0">
                <a:latin typeface="Arial"/>
                <a:cs typeface="Arial"/>
              </a:rPr>
              <a:t>complexity</a:t>
            </a:r>
            <a:r>
              <a:rPr sz="2000" spc="-5" dirty="0"/>
              <a:t>. </a:t>
            </a:r>
            <a:r>
              <a:rPr sz="2000" spc="-60" dirty="0"/>
              <a:t>You </a:t>
            </a:r>
            <a:r>
              <a:rPr sz="2000" spc="-5" dirty="0"/>
              <a:t>navigate through </a:t>
            </a:r>
            <a:r>
              <a:rPr sz="2000" dirty="0"/>
              <a:t>a </a:t>
            </a:r>
            <a:r>
              <a:rPr lang="en-GB" sz="2000" spc="-15" dirty="0"/>
              <a:t>w</a:t>
            </a:r>
            <a:r>
              <a:rPr sz="2000" spc="-15" dirty="0" err="1"/>
              <a:t>eb</a:t>
            </a:r>
            <a:r>
              <a:rPr sz="2000" spc="-15" dirty="0"/>
              <a:t> </a:t>
            </a:r>
            <a:r>
              <a:rPr sz="2000" spc="-5" dirty="0"/>
              <a:t>site </a:t>
            </a:r>
            <a:r>
              <a:rPr sz="2000" b="1" i="1" dirty="0">
                <a:latin typeface="Arial"/>
                <a:cs typeface="Arial"/>
              </a:rPr>
              <a:t>one </a:t>
            </a:r>
            <a:r>
              <a:rPr sz="2000" b="1" i="1" spc="-5" dirty="0">
                <a:latin typeface="Arial"/>
                <a:cs typeface="Arial"/>
              </a:rPr>
              <a:t>screen </a:t>
            </a:r>
            <a:r>
              <a:rPr sz="2000" b="1" i="1" dirty="0">
                <a:latin typeface="Arial"/>
                <a:cs typeface="Arial"/>
              </a:rPr>
              <a:t>at a </a:t>
            </a:r>
            <a:r>
              <a:rPr sz="2000" b="1" i="1" spc="-5" dirty="0">
                <a:latin typeface="Arial"/>
                <a:cs typeface="Arial"/>
              </a:rPr>
              <a:t>time</a:t>
            </a:r>
            <a:r>
              <a:rPr sz="2000" spc="-5" dirty="0"/>
              <a:t>, </a:t>
            </a:r>
            <a:r>
              <a:rPr sz="2000" dirty="0"/>
              <a:t>which can </a:t>
            </a:r>
            <a:r>
              <a:rPr sz="2000" spc="-5" dirty="0"/>
              <a:t>prove to </a:t>
            </a:r>
            <a:r>
              <a:rPr sz="2000" spc="-550" dirty="0"/>
              <a:t> </a:t>
            </a:r>
            <a:r>
              <a:rPr sz="2000" dirty="0"/>
              <a:t>be </a:t>
            </a:r>
            <a:r>
              <a:rPr sz="2000" spc="-5" dirty="0"/>
              <a:t>very </a:t>
            </a:r>
            <a:r>
              <a:rPr sz="2000" dirty="0"/>
              <a:t>disorienting. </a:t>
            </a:r>
            <a:r>
              <a:rPr sz="2000" spc="-15" dirty="0"/>
              <a:t>It’s </a:t>
            </a:r>
            <a:r>
              <a:rPr sz="2000" dirty="0"/>
              <a:t>easy </a:t>
            </a:r>
            <a:r>
              <a:rPr sz="2000" spc="-5" dirty="0"/>
              <a:t>to </a:t>
            </a:r>
            <a:r>
              <a:rPr sz="2000" dirty="0"/>
              <a:t>get </a:t>
            </a:r>
            <a:r>
              <a:rPr sz="2000" spc="-5" dirty="0"/>
              <a:t>confused, to </a:t>
            </a:r>
            <a:r>
              <a:rPr sz="2000" dirty="0"/>
              <a:t>get </a:t>
            </a:r>
            <a:r>
              <a:rPr sz="2000" spc="-5" dirty="0"/>
              <a:t>lost. Creating </a:t>
            </a:r>
            <a:r>
              <a:rPr sz="2000" dirty="0"/>
              <a:t>a navigation </a:t>
            </a:r>
            <a:r>
              <a:rPr sz="2000" spc="-5" dirty="0"/>
              <a:t>system that makes the reader feel comfortable </a:t>
            </a:r>
            <a:r>
              <a:rPr sz="2000" dirty="0"/>
              <a:t>and allows </a:t>
            </a:r>
            <a:r>
              <a:rPr lang="en-GB" sz="2000" dirty="0"/>
              <a:t>them </a:t>
            </a:r>
            <a:r>
              <a:rPr sz="2000" spc="-5" dirty="0"/>
              <a:t>to find the content </a:t>
            </a:r>
            <a:r>
              <a:rPr lang="en-GB" sz="2000" spc="-5" dirty="0"/>
              <a:t>they </a:t>
            </a:r>
            <a:r>
              <a:rPr sz="2000" spc="-5" dirty="0"/>
              <a:t>want </a:t>
            </a:r>
            <a:r>
              <a:rPr sz="2000" dirty="0"/>
              <a:t>quickly</a:t>
            </a:r>
            <a:r>
              <a:rPr sz="2000" spc="-15" dirty="0"/>
              <a:t> </a:t>
            </a:r>
            <a:r>
              <a:rPr sz="2000" dirty="0"/>
              <a:t>is</a:t>
            </a:r>
            <a:r>
              <a:rPr sz="2000" spc="-10" dirty="0"/>
              <a:t> </a:t>
            </a:r>
            <a:r>
              <a:rPr sz="2000" dirty="0"/>
              <a:t>no</a:t>
            </a:r>
            <a:r>
              <a:rPr sz="2000" spc="-10" dirty="0"/>
              <a:t> </a:t>
            </a:r>
            <a:r>
              <a:rPr sz="2000" dirty="0"/>
              <a:t>easy</a:t>
            </a:r>
            <a:r>
              <a:rPr sz="2000" spc="-10" dirty="0"/>
              <a:t> </a:t>
            </a:r>
            <a:r>
              <a:rPr sz="2000" spc="-5" dirty="0"/>
              <a:t>task.</a:t>
            </a:r>
            <a:endParaRPr sz="2000" dirty="0">
              <a:latin typeface="Arial"/>
              <a:cs typeface="Arial"/>
            </a:endParaRPr>
          </a:p>
          <a:p>
            <a:pPr marL="196850">
              <a:lnSpc>
                <a:spcPct val="100000"/>
              </a:lnSpc>
              <a:spcBef>
                <a:spcPts val="100"/>
              </a:spcBef>
              <a:tabLst>
                <a:tab pos="425450" algn="l"/>
                <a:tab pos="426084" algn="l"/>
              </a:tabLst>
            </a:pPr>
            <a:endParaRPr lang="en-GB" sz="2000" spc="-5" dirty="0"/>
          </a:p>
          <a:p>
            <a:pPr marL="196850">
              <a:lnSpc>
                <a:spcPct val="100000"/>
              </a:lnSpc>
              <a:spcBef>
                <a:spcPts val="100"/>
              </a:spcBef>
              <a:tabLst>
                <a:tab pos="425450" algn="l"/>
                <a:tab pos="426084" algn="l"/>
              </a:tabLst>
            </a:pPr>
            <a:r>
              <a:rPr sz="2000" spc="-5" dirty="0"/>
              <a:t>(McGovern</a:t>
            </a:r>
            <a:r>
              <a:rPr sz="2000" spc="-30" dirty="0"/>
              <a:t> </a:t>
            </a:r>
            <a:r>
              <a:rPr sz="2000" dirty="0"/>
              <a:t>–</a:t>
            </a:r>
            <a:r>
              <a:rPr sz="2000" spc="-30" dirty="0"/>
              <a:t> </a:t>
            </a:r>
            <a:r>
              <a:rPr sz="2000" dirty="0"/>
              <a:t>clickz.com</a:t>
            </a:r>
            <a:r>
              <a:rPr sz="2000" spc="-30" dirty="0"/>
              <a:t> </a:t>
            </a:r>
            <a:r>
              <a:rPr sz="2000" dirty="0"/>
              <a:t>2001)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4114800" cy="1090042"/>
          </a:xfrm>
          <a:prstGeom prst="rect">
            <a:avLst/>
          </a:prstGeom>
        </p:spPr>
        <p:txBody>
          <a:bodyPr vert="horz" wrap="square" lIns="0" tIns="12700" rIns="0" bIns="0" rtlCol="0">
            <a:spAutoFit/>
          </a:bodyPr>
          <a:lstStyle/>
          <a:p>
            <a:pPr marL="12700">
              <a:lnSpc>
                <a:spcPct val="100000"/>
              </a:lnSpc>
              <a:spcBef>
                <a:spcPts val="100"/>
              </a:spcBef>
            </a:pPr>
            <a:r>
              <a:rPr spc="-5" dirty="0"/>
              <a:t>Principles </a:t>
            </a:r>
            <a:r>
              <a:rPr dirty="0"/>
              <a:t>of </a:t>
            </a:r>
            <a:r>
              <a:rPr spc="-5" dirty="0"/>
              <a:t>Navigation</a:t>
            </a:r>
            <a:r>
              <a:rPr dirty="0"/>
              <a:t> </a:t>
            </a:r>
            <a:r>
              <a:rPr spc="-5" dirty="0"/>
              <a:t>Design</a:t>
            </a:r>
          </a:p>
        </p:txBody>
      </p:sp>
      <p:sp>
        <p:nvSpPr>
          <p:cNvPr id="4" name="object 4"/>
          <p:cNvSpPr txBox="1">
            <a:spLocks noGrp="1"/>
          </p:cNvSpPr>
          <p:nvPr>
            <p:ph type="sldNum" sz="quarter" idx="7"/>
          </p:nvPr>
        </p:nvSpPr>
        <p:spPr>
          <a:prstGeom prst="rect">
            <a:avLst/>
          </a:prstGeom>
        </p:spPr>
        <p:txBody>
          <a:bodyPr vert="horz" wrap="square" lIns="0" tIns="3810" rIns="0" bIns="0" rtlCol="0">
            <a:spAutoFit/>
          </a:bodyPr>
          <a:lstStyle/>
          <a:p>
            <a:pPr marL="39370">
              <a:lnSpc>
                <a:spcPct val="100000"/>
              </a:lnSpc>
              <a:spcBef>
                <a:spcPts val="30"/>
              </a:spcBef>
            </a:pPr>
            <a:fld id="{81D60167-4931-47E6-BA6A-407CBD079E47}" type="slidenum">
              <a:rPr dirty="0"/>
              <a:t>21</a:t>
            </a:fld>
            <a:endParaRPr dirty="0"/>
          </a:p>
        </p:txBody>
      </p:sp>
      <p:sp>
        <p:nvSpPr>
          <p:cNvPr id="3" name="object 3"/>
          <p:cNvSpPr txBox="1"/>
          <p:nvPr/>
        </p:nvSpPr>
        <p:spPr>
          <a:xfrm>
            <a:off x="433526" y="2047557"/>
            <a:ext cx="8409166" cy="3300904"/>
          </a:xfrm>
          <a:prstGeom prst="rect">
            <a:avLst/>
          </a:prstGeom>
        </p:spPr>
        <p:txBody>
          <a:bodyPr vert="horz" wrap="square" lIns="0" tIns="12700" rIns="0" bIns="0" rtlCol="0">
            <a:spAutoFit/>
          </a:bodyPr>
          <a:lstStyle/>
          <a:p>
            <a:pPr marL="12700">
              <a:lnSpc>
                <a:spcPct val="100000"/>
              </a:lnSpc>
              <a:spcBef>
                <a:spcPts val="100"/>
              </a:spcBef>
              <a:tabLst>
                <a:tab pos="240665" algn="l"/>
                <a:tab pos="241300" algn="l"/>
              </a:tabLst>
            </a:pPr>
            <a:r>
              <a:rPr sz="2000" spc="-5" dirty="0">
                <a:latin typeface="Arial MT"/>
                <a:cs typeface="Arial MT"/>
              </a:rPr>
              <a:t>Navigation</a:t>
            </a:r>
            <a:r>
              <a:rPr sz="2000" dirty="0">
                <a:latin typeface="Arial MT"/>
                <a:cs typeface="Arial MT"/>
              </a:rPr>
              <a:t> </a:t>
            </a:r>
            <a:r>
              <a:rPr sz="2000" spc="-5" dirty="0">
                <a:latin typeface="Arial MT"/>
                <a:cs typeface="Arial MT"/>
              </a:rPr>
              <a:t>design</a:t>
            </a:r>
            <a:r>
              <a:rPr sz="2000" dirty="0">
                <a:latin typeface="Arial MT"/>
                <a:cs typeface="Arial MT"/>
              </a:rPr>
              <a:t> </a:t>
            </a:r>
            <a:r>
              <a:rPr sz="2000" spc="-5" dirty="0">
                <a:latin typeface="Arial MT"/>
                <a:cs typeface="Arial MT"/>
              </a:rPr>
              <a:t>should</a:t>
            </a:r>
            <a:r>
              <a:rPr sz="2000" spc="5" dirty="0">
                <a:latin typeface="Arial MT"/>
                <a:cs typeface="Arial MT"/>
              </a:rPr>
              <a:t> </a:t>
            </a:r>
            <a:r>
              <a:rPr sz="2000" dirty="0">
                <a:latin typeface="Arial MT"/>
                <a:cs typeface="Arial MT"/>
              </a:rPr>
              <a:t>seek</a:t>
            </a:r>
            <a:r>
              <a:rPr sz="2000" spc="-5" dirty="0">
                <a:latin typeface="Arial MT"/>
                <a:cs typeface="Arial MT"/>
              </a:rPr>
              <a:t> </a:t>
            </a:r>
            <a:r>
              <a:rPr sz="2000" dirty="0">
                <a:latin typeface="Arial MT"/>
                <a:cs typeface="Arial MT"/>
              </a:rPr>
              <a:t>to:</a:t>
            </a:r>
          </a:p>
          <a:p>
            <a:pPr>
              <a:lnSpc>
                <a:spcPct val="100000"/>
              </a:lnSpc>
              <a:spcBef>
                <a:spcPts val="35"/>
              </a:spcBef>
              <a:buFont typeface="Arial MT"/>
              <a:buChar char="•"/>
            </a:pPr>
            <a:endParaRPr sz="3200" dirty="0">
              <a:latin typeface="Arial MT"/>
              <a:cs typeface="Arial MT"/>
            </a:endParaRPr>
          </a:p>
          <a:p>
            <a:pPr marL="469900" lvl="1" indent="-229235">
              <a:lnSpc>
                <a:spcPct val="100000"/>
              </a:lnSpc>
              <a:buChar char="•"/>
              <a:tabLst>
                <a:tab pos="469265" algn="l"/>
                <a:tab pos="469900" algn="l"/>
              </a:tabLst>
            </a:pPr>
            <a:r>
              <a:rPr sz="2000" spc="-5" dirty="0">
                <a:latin typeface="Arial MT"/>
                <a:cs typeface="Arial MT"/>
              </a:rPr>
              <a:t>Help</a:t>
            </a:r>
            <a:r>
              <a:rPr sz="2000" dirty="0">
                <a:latin typeface="Arial MT"/>
                <a:cs typeface="Arial MT"/>
              </a:rPr>
              <a:t> </a:t>
            </a:r>
            <a:r>
              <a:rPr sz="2000" spc="-5" dirty="0">
                <a:latin typeface="Arial MT"/>
                <a:cs typeface="Arial MT"/>
              </a:rPr>
              <a:t>readers </a:t>
            </a:r>
            <a:r>
              <a:rPr sz="2000" b="1" i="1" dirty="0">
                <a:latin typeface="Arial"/>
                <a:cs typeface="Arial"/>
              </a:rPr>
              <a:t>quickly </a:t>
            </a:r>
            <a:r>
              <a:rPr sz="2000" b="1" i="1" spc="-5" dirty="0">
                <a:latin typeface="Arial"/>
                <a:cs typeface="Arial"/>
              </a:rPr>
              <a:t>find</a:t>
            </a:r>
            <a:r>
              <a:rPr sz="2000" b="1" i="1" spc="-10" dirty="0">
                <a:latin typeface="Arial"/>
                <a:cs typeface="Arial"/>
              </a:rPr>
              <a:t> </a:t>
            </a:r>
            <a:r>
              <a:rPr sz="2000" dirty="0">
                <a:latin typeface="Arial MT"/>
                <a:cs typeface="Arial MT"/>
              </a:rPr>
              <a:t>the </a:t>
            </a:r>
            <a:r>
              <a:rPr sz="2000" spc="-5" dirty="0">
                <a:latin typeface="Arial MT"/>
                <a:cs typeface="Arial MT"/>
              </a:rPr>
              <a:t>desired</a:t>
            </a:r>
            <a:r>
              <a:rPr sz="2000" spc="5" dirty="0">
                <a:latin typeface="Arial MT"/>
                <a:cs typeface="Arial MT"/>
              </a:rPr>
              <a:t> </a:t>
            </a:r>
            <a:r>
              <a:rPr sz="2000" dirty="0">
                <a:latin typeface="Arial MT"/>
                <a:cs typeface="Arial MT"/>
              </a:rPr>
              <a:t>content</a:t>
            </a:r>
            <a:r>
              <a:rPr lang="en-GB" sz="2000" dirty="0">
                <a:latin typeface="Arial MT"/>
                <a:cs typeface="Arial MT"/>
              </a:rPr>
              <a:t>.</a:t>
            </a:r>
            <a:endParaRPr sz="2000" dirty="0">
              <a:latin typeface="Arial MT"/>
              <a:cs typeface="Arial MT"/>
            </a:endParaRPr>
          </a:p>
          <a:p>
            <a:pPr marL="469900" lvl="1" indent="-229235">
              <a:lnSpc>
                <a:spcPct val="100000"/>
              </a:lnSpc>
              <a:spcBef>
                <a:spcPts val="459"/>
              </a:spcBef>
              <a:buChar char="•"/>
              <a:tabLst>
                <a:tab pos="469265" algn="l"/>
                <a:tab pos="469900" algn="l"/>
              </a:tabLst>
            </a:pPr>
            <a:r>
              <a:rPr sz="2000" spc="-5" dirty="0">
                <a:latin typeface="Arial MT"/>
                <a:cs typeface="Arial MT"/>
              </a:rPr>
              <a:t>Provide</a:t>
            </a:r>
            <a:r>
              <a:rPr sz="2000" spc="5" dirty="0">
                <a:latin typeface="Arial MT"/>
                <a:cs typeface="Arial MT"/>
              </a:rPr>
              <a:t> </a:t>
            </a:r>
            <a:r>
              <a:rPr sz="2000" b="1" i="1" spc="-5" dirty="0">
                <a:latin typeface="Arial"/>
                <a:cs typeface="Arial"/>
              </a:rPr>
              <a:t>multiple</a:t>
            </a:r>
            <a:r>
              <a:rPr sz="2000" b="1" i="1" spc="10" dirty="0">
                <a:latin typeface="Arial"/>
                <a:cs typeface="Arial"/>
              </a:rPr>
              <a:t> </a:t>
            </a:r>
            <a:r>
              <a:rPr sz="2000" b="1" i="1" spc="-5" dirty="0">
                <a:latin typeface="Arial"/>
                <a:cs typeface="Arial"/>
              </a:rPr>
              <a:t>navigation</a:t>
            </a:r>
            <a:r>
              <a:rPr sz="2000" b="1" i="1" dirty="0">
                <a:latin typeface="Arial"/>
                <a:cs typeface="Arial"/>
              </a:rPr>
              <a:t> </a:t>
            </a:r>
            <a:r>
              <a:rPr sz="2000" b="1" i="1" spc="-5" dirty="0">
                <a:latin typeface="Arial"/>
                <a:cs typeface="Arial"/>
              </a:rPr>
              <a:t>paths</a:t>
            </a:r>
            <a:r>
              <a:rPr sz="2000" b="1" i="1" spc="5" dirty="0">
                <a:latin typeface="Arial"/>
                <a:cs typeface="Arial"/>
              </a:rPr>
              <a:t> </a:t>
            </a:r>
            <a:r>
              <a:rPr sz="2000" dirty="0">
                <a:latin typeface="Arial MT"/>
                <a:cs typeface="Arial MT"/>
              </a:rPr>
              <a:t>for </a:t>
            </a:r>
            <a:r>
              <a:rPr sz="2000" spc="-5" dirty="0">
                <a:latin typeface="Arial MT"/>
                <a:cs typeface="Arial MT"/>
              </a:rPr>
              <a:t>different</a:t>
            </a:r>
            <a:r>
              <a:rPr sz="2000" spc="5" dirty="0">
                <a:latin typeface="Arial MT"/>
                <a:cs typeface="Arial MT"/>
              </a:rPr>
              <a:t> </a:t>
            </a:r>
            <a:r>
              <a:rPr sz="2000" spc="-5" dirty="0">
                <a:latin typeface="Arial MT"/>
                <a:cs typeface="Arial MT"/>
              </a:rPr>
              <a:t>readers</a:t>
            </a:r>
            <a:r>
              <a:rPr lang="en-GB" sz="2000" spc="-5" dirty="0">
                <a:latin typeface="Arial MT"/>
                <a:cs typeface="Arial MT"/>
              </a:rPr>
              <a:t>.</a:t>
            </a:r>
            <a:endParaRPr sz="2000" dirty="0">
              <a:latin typeface="Arial MT"/>
              <a:cs typeface="Arial MT"/>
            </a:endParaRPr>
          </a:p>
          <a:p>
            <a:pPr marL="469900" lvl="1" indent="-229235">
              <a:lnSpc>
                <a:spcPct val="100000"/>
              </a:lnSpc>
              <a:spcBef>
                <a:spcPts val="359"/>
              </a:spcBef>
              <a:buChar char="•"/>
              <a:tabLst>
                <a:tab pos="469265" algn="l"/>
                <a:tab pos="469900" algn="l"/>
              </a:tabLst>
            </a:pPr>
            <a:r>
              <a:rPr sz="2000" dirty="0">
                <a:latin typeface="Arial MT"/>
                <a:cs typeface="Arial MT"/>
              </a:rPr>
              <a:t>Let </a:t>
            </a:r>
            <a:r>
              <a:rPr sz="2000" spc="-5" dirty="0">
                <a:latin typeface="Arial MT"/>
                <a:cs typeface="Arial MT"/>
              </a:rPr>
              <a:t>readers</a:t>
            </a:r>
            <a:r>
              <a:rPr sz="2000" dirty="0">
                <a:latin typeface="Arial MT"/>
                <a:cs typeface="Arial MT"/>
              </a:rPr>
              <a:t> </a:t>
            </a:r>
            <a:r>
              <a:rPr sz="2000" b="1" i="1" spc="-5" dirty="0">
                <a:latin typeface="Arial"/>
                <a:cs typeface="Arial"/>
              </a:rPr>
              <a:t>know</a:t>
            </a:r>
            <a:r>
              <a:rPr sz="2000" b="1" i="1" spc="5" dirty="0">
                <a:latin typeface="Arial"/>
                <a:cs typeface="Arial"/>
              </a:rPr>
              <a:t> </a:t>
            </a:r>
            <a:r>
              <a:rPr sz="2000" b="1" i="1" spc="-5" dirty="0">
                <a:latin typeface="Arial"/>
                <a:cs typeface="Arial"/>
              </a:rPr>
              <a:t>where</a:t>
            </a:r>
            <a:r>
              <a:rPr sz="2000" b="1" i="1" spc="5" dirty="0">
                <a:latin typeface="Arial"/>
                <a:cs typeface="Arial"/>
              </a:rPr>
              <a:t> </a:t>
            </a:r>
            <a:r>
              <a:rPr sz="2000" b="1" i="1" spc="-5" dirty="0">
                <a:latin typeface="Arial"/>
                <a:cs typeface="Arial"/>
              </a:rPr>
              <a:t>they</a:t>
            </a:r>
            <a:r>
              <a:rPr sz="2000" b="1" i="1" dirty="0">
                <a:latin typeface="Arial"/>
                <a:cs typeface="Arial"/>
              </a:rPr>
              <a:t> are</a:t>
            </a:r>
            <a:r>
              <a:rPr sz="2000" b="1" i="1" spc="5" dirty="0">
                <a:latin typeface="Arial"/>
                <a:cs typeface="Arial"/>
              </a:rPr>
              <a:t> </a:t>
            </a:r>
            <a:r>
              <a:rPr sz="2000" dirty="0">
                <a:latin typeface="Arial MT"/>
                <a:cs typeface="Arial MT"/>
              </a:rPr>
              <a:t>at</a:t>
            </a:r>
            <a:r>
              <a:rPr sz="2000" spc="5" dirty="0">
                <a:latin typeface="Arial MT"/>
                <a:cs typeface="Arial MT"/>
              </a:rPr>
              <a:t> </a:t>
            </a:r>
            <a:r>
              <a:rPr sz="2000" spc="-5" dirty="0">
                <a:latin typeface="Arial MT"/>
                <a:cs typeface="Arial MT"/>
              </a:rPr>
              <a:t>all</a:t>
            </a:r>
            <a:r>
              <a:rPr sz="2000" dirty="0">
                <a:latin typeface="Arial MT"/>
                <a:cs typeface="Arial MT"/>
              </a:rPr>
              <a:t> </a:t>
            </a:r>
            <a:r>
              <a:rPr sz="2000" spc="-5" dirty="0">
                <a:latin typeface="Arial MT"/>
                <a:cs typeface="Arial MT"/>
              </a:rPr>
              <a:t>times</a:t>
            </a:r>
            <a:r>
              <a:rPr lang="en-GB" sz="2000" spc="-5" dirty="0">
                <a:latin typeface="Arial MT"/>
                <a:cs typeface="Arial MT"/>
              </a:rPr>
              <a:t>.</a:t>
            </a:r>
            <a:endParaRPr sz="2000" dirty="0">
              <a:latin typeface="Arial MT"/>
              <a:cs typeface="Arial MT"/>
            </a:endParaRPr>
          </a:p>
          <a:p>
            <a:pPr marL="469900" lvl="1" indent="-229235">
              <a:lnSpc>
                <a:spcPct val="100000"/>
              </a:lnSpc>
              <a:spcBef>
                <a:spcPts val="359"/>
              </a:spcBef>
              <a:buChar char="•"/>
              <a:tabLst>
                <a:tab pos="469265" algn="l"/>
                <a:tab pos="469900" algn="l"/>
              </a:tabLst>
            </a:pPr>
            <a:r>
              <a:rPr sz="2000" spc="-5" dirty="0">
                <a:latin typeface="Arial MT"/>
                <a:cs typeface="Arial MT"/>
              </a:rPr>
              <a:t>Provide</a:t>
            </a:r>
            <a:r>
              <a:rPr sz="2000" spc="-25" dirty="0">
                <a:latin typeface="Arial MT"/>
                <a:cs typeface="Arial MT"/>
              </a:rPr>
              <a:t> </a:t>
            </a:r>
            <a:r>
              <a:rPr sz="2000" b="1" i="1" spc="-5" dirty="0">
                <a:latin typeface="Arial"/>
                <a:cs typeface="Arial"/>
              </a:rPr>
              <a:t>context</a:t>
            </a:r>
            <a:r>
              <a:rPr lang="en-GB" sz="2000" b="1" i="1" spc="-5" dirty="0">
                <a:latin typeface="Arial"/>
                <a:cs typeface="Arial"/>
              </a:rPr>
              <a:t>.</a:t>
            </a:r>
            <a:endParaRPr sz="2000" dirty="0">
              <a:latin typeface="Arial"/>
              <a:cs typeface="Arial"/>
            </a:endParaRPr>
          </a:p>
          <a:p>
            <a:pPr marL="469900" lvl="1" indent="-229235">
              <a:lnSpc>
                <a:spcPct val="100000"/>
              </a:lnSpc>
              <a:spcBef>
                <a:spcPts val="480"/>
              </a:spcBef>
              <a:buChar char="•"/>
              <a:tabLst>
                <a:tab pos="469265" algn="l"/>
                <a:tab pos="469900" algn="l"/>
              </a:tabLst>
            </a:pPr>
            <a:r>
              <a:rPr sz="2000" dirty="0">
                <a:latin typeface="Arial MT"/>
                <a:cs typeface="Arial MT"/>
              </a:rPr>
              <a:t>Be</a:t>
            </a:r>
            <a:r>
              <a:rPr sz="2000" spc="-30" dirty="0">
                <a:latin typeface="Arial MT"/>
                <a:cs typeface="Arial MT"/>
              </a:rPr>
              <a:t> </a:t>
            </a:r>
            <a:r>
              <a:rPr sz="2000" b="1" i="1" spc="-5" dirty="0">
                <a:latin typeface="Arial"/>
                <a:cs typeface="Arial"/>
              </a:rPr>
              <a:t>consistent</a:t>
            </a:r>
            <a:r>
              <a:rPr lang="en-GB" sz="2000" b="1" i="1" spc="-5" dirty="0">
                <a:latin typeface="Arial"/>
                <a:cs typeface="Arial"/>
              </a:rPr>
              <a:t>.</a:t>
            </a:r>
            <a:endParaRPr sz="2000" dirty="0">
              <a:latin typeface="Arial"/>
              <a:cs typeface="Arial"/>
            </a:endParaRPr>
          </a:p>
          <a:p>
            <a:pPr marL="469900" lvl="1" indent="-229235">
              <a:lnSpc>
                <a:spcPct val="100000"/>
              </a:lnSpc>
              <a:spcBef>
                <a:spcPts val="359"/>
              </a:spcBef>
              <a:buChar char="•"/>
              <a:tabLst>
                <a:tab pos="469265" algn="l"/>
                <a:tab pos="469900" algn="l"/>
              </a:tabLst>
            </a:pPr>
            <a:r>
              <a:rPr sz="2000" spc="-5" dirty="0">
                <a:latin typeface="Arial MT"/>
                <a:cs typeface="Arial MT"/>
              </a:rPr>
              <a:t>Provide </a:t>
            </a:r>
            <a:r>
              <a:rPr sz="2000" b="1" i="1" spc="-5" dirty="0">
                <a:latin typeface="Arial"/>
                <a:cs typeface="Arial"/>
              </a:rPr>
              <a:t>feedback</a:t>
            </a:r>
            <a:r>
              <a:rPr sz="2000" b="1" i="1" dirty="0">
                <a:latin typeface="Arial"/>
                <a:cs typeface="Arial"/>
              </a:rPr>
              <a:t> </a:t>
            </a:r>
            <a:r>
              <a:rPr sz="2000" b="1" i="1" spc="-5" dirty="0">
                <a:latin typeface="Arial"/>
                <a:cs typeface="Arial"/>
              </a:rPr>
              <a:t>and support</a:t>
            </a:r>
            <a:r>
              <a:rPr lang="en-GB" sz="2000" b="1" i="1" spc="-5" dirty="0">
                <a:latin typeface="Arial"/>
                <a:cs typeface="Arial"/>
              </a:rPr>
              <a:t>.</a:t>
            </a:r>
            <a:endParaRPr sz="2000" dirty="0">
              <a:latin typeface="Arial"/>
              <a:cs typeface="Arial"/>
            </a:endParaRPr>
          </a:p>
          <a:p>
            <a:pPr marL="469900" lvl="1" indent="-229235">
              <a:lnSpc>
                <a:spcPct val="100000"/>
              </a:lnSpc>
              <a:spcBef>
                <a:spcPts val="359"/>
              </a:spcBef>
              <a:buChar char="•"/>
              <a:tabLst>
                <a:tab pos="469265" algn="l"/>
                <a:tab pos="469900" algn="l"/>
              </a:tabLst>
            </a:pPr>
            <a:r>
              <a:rPr sz="2000" spc="-5" dirty="0">
                <a:latin typeface="Arial MT"/>
                <a:cs typeface="Arial MT"/>
              </a:rPr>
              <a:t>Not surprise</a:t>
            </a:r>
            <a:r>
              <a:rPr sz="2000" dirty="0">
                <a:latin typeface="Arial MT"/>
                <a:cs typeface="Arial MT"/>
              </a:rPr>
              <a:t> or</a:t>
            </a:r>
            <a:r>
              <a:rPr sz="2000" spc="-10" dirty="0">
                <a:latin typeface="Arial MT"/>
                <a:cs typeface="Arial MT"/>
              </a:rPr>
              <a:t> </a:t>
            </a:r>
            <a:r>
              <a:rPr sz="2000" b="1" i="1" dirty="0">
                <a:latin typeface="Arial"/>
                <a:cs typeface="Arial"/>
              </a:rPr>
              <a:t>mislead</a:t>
            </a:r>
            <a:r>
              <a:rPr sz="2000" b="1" i="1" spc="-10" dirty="0">
                <a:latin typeface="Arial"/>
                <a:cs typeface="Arial"/>
              </a:rPr>
              <a:t> </a:t>
            </a:r>
            <a:r>
              <a:rPr sz="2000" dirty="0">
                <a:latin typeface="Arial MT"/>
                <a:cs typeface="Arial MT"/>
              </a:rPr>
              <a:t>the </a:t>
            </a:r>
            <a:r>
              <a:rPr sz="2000" spc="-5" dirty="0">
                <a:latin typeface="Arial MT"/>
                <a:cs typeface="Arial MT"/>
              </a:rPr>
              <a:t>reader</a:t>
            </a:r>
            <a:r>
              <a:rPr lang="en-GB" sz="2000" spc="-5" dirty="0">
                <a:latin typeface="Arial MT"/>
                <a:cs typeface="Arial MT"/>
              </a:rPr>
              <a:t>.</a:t>
            </a:r>
            <a:endParaRPr sz="2000" dirty="0">
              <a:latin typeface="Arial MT"/>
              <a:cs typeface="Arial M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3817618" cy="1090042"/>
          </a:xfrm>
          <a:prstGeom prst="rect">
            <a:avLst/>
          </a:prstGeom>
        </p:spPr>
        <p:txBody>
          <a:bodyPr vert="horz" wrap="square" lIns="0" tIns="12700" rIns="0" bIns="0" rtlCol="0">
            <a:spAutoFit/>
          </a:bodyPr>
          <a:lstStyle/>
          <a:p>
            <a:pPr marL="12700">
              <a:lnSpc>
                <a:spcPct val="100000"/>
              </a:lnSpc>
              <a:spcBef>
                <a:spcPts val="100"/>
              </a:spcBef>
            </a:pPr>
            <a:r>
              <a:rPr spc="-5" dirty="0"/>
              <a:t>Principles </a:t>
            </a:r>
            <a:r>
              <a:rPr dirty="0"/>
              <a:t>of </a:t>
            </a:r>
            <a:r>
              <a:rPr spc="-5" dirty="0"/>
              <a:t>Navigation</a:t>
            </a:r>
            <a:r>
              <a:rPr dirty="0"/>
              <a:t> </a:t>
            </a:r>
            <a:r>
              <a:rPr spc="-5" dirty="0"/>
              <a:t>Design</a:t>
            </a:r>
          </a:p>
        </p:txBody>
      </p:sp>
      <p:sp>
        <p:nvSpPr>
          <p:cNvPr id="4" name="object 4"/>
          <p:cNvSpPr txBox="1">
            <a:spLocks noGrp="1"/>
          </p:cNvSpPr>
          <p:nvPr>
            <p:ph type="sldNum" sz="quarter" idx="7"/>
          </p:nvPr>
        </p:nvSpPr>
        <p:spPr>
          <a:prstGeom prst="rect">
            <a:avLst/>
          </a:prstGeom>
        </p:spPr>
        <p:txBody>
          <a:bodyPr vert="horz" wrap="square" lIns="0" tIns="3810" rIns="0" bIns="0" rtlCol="0">
            <a:spAutoFit/>
          </a:bodyPr>
          <a:lstStyle/>
          <a:p>
            <a:pPr marL="39370">
              <a:lnSpc>
                <a:spcPct val="100000"/>
              </a:lnSpc>
              <a:spcBef>
                <a:spcPts val="30"/>
              </a:spcBef>
            </a:pPr>
            <a:fld id="{81D60167-4931-47E6-BA6A-407CBD079E47}" type="slidenum">
              <a:rPr dirty="0"/>
              <a:t>22</a:t>
            </a:fld>
            <a:endParaRPr dirty="0"/>
          </a:p>
        </p:txBody>
      </p:sp>
      <p:sp>
        <p:nvSpPr>
          <p:cNvPr id="3" name="object 3"/>
          <p:cNvSpPr txBox="1"/>
          <p:nvPr/>
        </p:nvSpPr>
        <p:spPr>
          <a:xfrm>
            <a:off x="457200" y="2057400"/>
            <a:ext cx="7467600" cy="4183196"/>
          </a:xfrm>
          <a:prstGeom prst="rect">
            <a:avLst/>
          </a:prstGeom>
        </p:spPr>
        <p:txBody>
          <a:bodyPr vert="horz" wrap="square" lIns="0" tIns="12700" rIns="0" bIns="0" rtlCol="0">
            <a:spAutoFit/>
          </a:bodyPr>
          <a:lstStyle/>
          <a:p>
            <a:pPr marL="12700">
              <a:lnSpc>
                <a:spcPct val="100000"/>
              </a:lnSpc>
              <a:spcBef>
                <a:spcPts val="100"/>
              </a:spcBef>
              <a:tabLst>
                <a:tab pos="240665" algn="l"/>
                <a:tab pos="241300" algn="l"/>
              </a:tabLst>
            </a:pPr>
            <a:r>
              <a:rPr sz="2800" dirty="0">
                <a:latin typeface="Arial MT"/>
                <a:cs typeface="Arial MT"/>
              </a:rPr>
              <a:t>Key</a:t>
            </a:r>
            <a:r>
              <a:rPr sz="2800" spc="-45" dirty="0">
                <a:latin typeface="Arial MT"/>
                <a:cs typeface="Arial MT"/>
              </a:rPr>
              <a:t> </a:t>
            </a:r>
            <a:r>
              <a:rPr sz="2800" spc="-5" dirty="0">
                <a:latin typeface="Arial MT"/>
                <a:cs typeface="Arial MT"/>
              </a:rPr>
              <a:t>Questions</a:t>
            </a:r>
            <a:r>
              <a:rPr lang="en-GB" sz="2800" spc="-5" dirty="0">
                <a:latin typeface="Arial MT"/>
                <a:cs typeface="Arial MT"/>
              </a:rPr>
              <a:t>:</a:t>
            </a:r>
            <a:endParaRPr sz="2800" dirty="0">
              <a:latin typeface="Arial MT"/>
              <a:cs typeface="Arial MT"/>
            </a:endParaRPr>
          </a:p>
          <a:p>
            <a:pPr>
              <a:lnSpc>
                <a:spcPct val="100000"/>
              </a:lnSpc>
              <a:spcBef>
                <a:spcPts val="45"/>
              </a:spcBef>
              <a:buFont typeface="Arial MT"/>
              <a:buChar char="•"/>
            </a:pPr>
            <a:endParaRPr sz="3200" dirty="0">
              <a:latin typeface="Arial MT"/>
              <a:cs typeface="Arial MT"/>
            </a:endParaRPr>
          </a:p>
          <a:p>
            <a:pPr marL="469900" lvl="1" indent="-229235">
              <a:lnSpc>
                <a:spcPct val="100000"/>
              </a:lnSpc>
              <a:buChar char="•"/>
              <a:tabLst>
                <a:tab pos="469265" algn="l"/>
                <a:tab pos="469900" algn="l"/>
              </a:tabLst>
            </a:pPr>
            <a:r>
              <a:rPr sz="2800" spc="-5" dirty="0">
                <a:latin typeface="Arial MT"/>
                <a:cs typeface="Arial MT"/>
              </a:rPr>
              <a:t>Where</a:t>
            </a:r>
            <a:r>
              <a:rPr sz="2800" spc="-40" dirty="0">
                <a:latin typeface="Arial MT"/>
                <a:cs typeface="Arial MT"/>
              </a:rPr>
              <a:t> </a:t>
            </a:r>
            <a:r>
              <a:rPr sz="2800" dirty="0">
                <a:latin typeface="Arial MT"/>
                <a:cs typeface="Arial MT"/>
              </a:rPr>
              <a:t>am</a:t>
            </a:r>
            <a:r>
              <a:rPr sz="2800" spc="-40" dirty="0">
                <a:latin typeface="Arial MT"/>
                <a:cs typeface="Arial MT"/>
              </a:rPr>
              <a:t> </a:t>
            </a:r>
            <a:r>
              <a:rPr sz="2800" spc="-5" dirty="0">
                <a:latin typeface="Arial MT"/>
                <a:cs typeface="Arial MT"/>
              </a:rPr>
              <a:t>I?</a:t>
            </a:r>
            <a:endParaRPr lang="en-GB" sz="2800" spc="-5" dirty="0">
              <a:latin typeface="Arial MT"/>
              <a:cs typeface="Arial MT"/>
            </a:endParaRPr>
          </a:p>
          <a:p>
            <a:pPr marL="469900" lvl="1" indent="-229235">
              <a:lnSpc>
                <a:spcPct val="100000"/>
              </a:lnSpc>
              <a:buChar char="•"/>
              <a:tabLst>
                <a:tab pos="469265" algn="l"/>
                <a:tab pos="469900" algn="l"/>
              </a:tabLst>
            </a:pPr>
            <a:endParaRPr sz="2800" dirty="0">
              <a:latin typeface="Arial MT"/>
              <a:cs typeface="Arial MT"/>
            </a:endParaRPr>
          </a:p>
          <a:p>
            <a:pPr marL="469900" lvl="1" indent="-229235">
              <a:lnSpc>
                <a:spcPct val="100000"/>
              </a:lnSpc>
              <a:spcBef>
                <a:spcPts val="385"/>
              </a:spcBef>
              <a:buChar char="•"/>
              <a:tabLst>
                <a:tab pos="469265" algn="l"/>
                <a:tab pos="469900" algn="l"/>
              </a:tabLst>
            </a:pPr>
            <a:r>
              <a:rPr sz="2800" spc="-5" dirty="0">
                <a:latin typeface="Arial MT"/>
                <a:cs typeface="Arial MT"/>
              </a:rPr>
              <a:t>Where</a:t>
            </a:r>
            <a:r>
              <a:rPr sz="2800" spc="-35" dirty="0">
                <a:latin typeface="Arial MT"/>
                <a:cs typeface="Arial MT"/>
              </a:rPr>
              <a:t> </a:t>
            </a:r>
            <a:r>
              <a:rPr sz="2800" dirty="0">
                <a:latin typeface="Arial MT"/>
                <a:cs typeface="Arial MT"/>
              </a:rPr>
              <a:t>have</a:t>
            </a:r>
            <a:r>
              <a:rPr sz="2800" spc="-30" dirty="0">
                <a:latin typeface="Arial MT"/>
                <a:cs typeface="Arial MT"/>
              </a:rPr>
              <a:t> </a:t>
            </a:r>
            <a:r>
              <a:rPr sz="2800" dirty="0">
                <a:latin typeface="Arial MT"/>
                <a:cs typeface="Arial MT"/>
              </a:rPr>
              <a:t>I</a:t>
            </a:r>
            <a:r>
              <a:rPr sz="2800" spc="-35" dirty="0">
                <a:latin typeface="Arial MT"/>
                <a:cs typeface="Arial MT"/>
              </a:rPr>
              <a:t> </a:t>
            </a:r>
            <a:r>
              <a:rPr sz="2800" dirty="0">
                <a:latin typeface="Arial MT"/>
                <a:cs typeface="Arial MT"/>
              </a:rPr>
              <a:t>been?</a:t>
            </a:r>
            <a:endParaRPr lang="en-GB" sz="2800" dirty="0">
              <a:latin typeface="Arial MT"/>
              <a:cs typeface="Arial MT"/>
            </a:endParaRPr>
          </a:p>
          <a:p>
            <a:pPr marL="469900" lvl="1" indent="-229235">
              <a:lnSpc>
                <a:spcPct val="100000"/>
              </a:lnSpc>
              <a:spcBef>
                <a:spcPts val="385"/>
              </a:spcBef>
              <a:buChar char="•"/>
              <a:tabLst>
                <a:tab pos="469265" algn="l"/>
                <a:tab pos="469900" algn="l"/>
              </a:tabLst>
            </a:pPr>
            <a:endParaRPr sz="2800" dirty="0">
              <a:latin typeface="Arial MT"/>
              <a:cs typeface="Arial MT"/>
            </a:endParaRPr>
          </a:p>
          <a:p>
            <a:pPr marL="469900" lvl="1" indent="-229235">
              <a:lnSpc>
                <a:spcPct val="100000"/>
              </a:lnSpc>
              <a:spcBef>
                <a:spcPts val="315"/>
              </a:spcBef>
              <a:buChar char="•"/>
              <a:tabLst>
                <a:tab pos="469265" algn="l"/>
                <a:tab pos="469900" algn="l"/>
              </a:tabLst>
            </a:pPr>
            <a:r>
              <a:rPr sz="2800" spc="-5" dirty="0">
                <a:latin typeface="Arial MT"/>
                <a:cs typeface="Arial MT"/>
              </a:rPr>
              <a:t>Where</a:t>
            </a:r>
            <a:r>
              <a:rPr sz="2800" spc="-35" dirty="0">
                <a:latin typeface="Arial MT"/>
                <a:cs typeface="Arial MT"/>
              </a:rPr>
              <a:t> </a:t>
            </a:r>
            <a:r>
              <a:rPr sz="2800" dirty="0">
                <a:latin typeface="Arial MT"/>
                <a:cs typeface="Arial MT"/>
              </a:rPr>
              <a:t>can</a:t>
            </a:r>
            <a:r>
              <a:rPr sz="2800" spc="-30" dirty="0">
                <a:latin typeface="Arial MT"/>
                <a:cs typeface="Arial MT"/>
              </a:rPr>
              <a:t> </a:t>
            </a:r>
            <a:r>
              <a:rPr sz="2800" dirty="0">
                <a:latin typeface="Arial MT"/>
                <a:cs typeface="Arial MT"/>
              </a:rPr>
              <a:t>I</a:t>
            </a:r>
            <a:r>
              <a:rPr sz="2800" spc="-35" dirty="0">
                <a:latin typeface="Arial MT"/>
                <a:cs typeface="Arial MT"/>
              </a:rPr>
              <a:t> </a:t>
            </a:r>
            <a:r>
              <a:rPr sz="2800" dirty="0">
                <a:latin typeface="Arial MT"/>
                <a:cs typeface="Arial MT"/>
              </a:rPr>
              <a:t>go?</a:t>
            </a:r>
            <a:endParaRPr lang="en-GB" sz="2800" dirty="0">
              <a:latin typeface="Arial MT"/>
              <a:cs typeface="Arial MT"/>
            </a:endParaRPr>
          </a:p>
          <a:p>
            <a:pPr marL="469900" lvl="1" indent="-229235">
              <a:lnSpc>
                <a:spcPct val="100000"/>
              </a:lnSpc>
              <a:spcBef>
                <a:spcPts val="315"/>
              </a:spcBef>
              <a:buChar char="•"/>
              <a:tabLst>
                <a:tab pos="469265" algn="l"/>
                <a:tab pos="469900" algn="l"/>
              </a:tabLst>
            </a:pPr>
            <a:endParaRPr sz="2800" dirty="0">
              <a:latin typeface="Arial MT"/>
              <a:cs typeface="Arial MT"/>
            </a:endParaRPr>
          </a:p>
          <a:p>
            <a:pPr marL="469900" lvl="1" indent="-229235">
              <a:lnSpc>
                <a:spcPct val="100000"/>
              </a:lnSpc>
              <a:spcBef>
                <a:spcPts val="405"/>
              </a:spcBef>
              <a:buChar char="•"/>
              <a:tabLst>
                <a:tab pos="469265" algn="l"/>
                <a:tab pos="469900" algn="l"/>
              </a:tabLst>
            </a:pPr>
            <a:r>
              <a:rPr sz="2800" spc="-5" dirty="0">
                <a:latin typeface="Arial MT"/>
                <a:cs typeface="Arial MT"/>
              </a:rPr>
              <a:t>Why</a:t>
            </a:r>
            <a:r>
              <a:rPr sz="2800" spc="-30" dirty="0">
                <a:latin typeface="Arial MT"/>
                <a:cs typeface="Arial MT"/>
              </a:rPr>
              <a:t> </a:t>
            </a:r>
            <a:r>
              <a:rPr sz="2800" dirty="0">
                <a:latin typeface="Arial MT"/>
                <a:cs typeface="Arial MT"/>
              </a:rPr>
              <a:t>should</a:t>
            </a:r>
            <a:r>
              <a:rPr sz="2800" spc="-25" dirty="0">
                <a:latin typeface="Arial MT"/>
                <a:cs typeface="Arial MT"/>
              </a:rPr>
              <a:t> </a:t>
            </a:r>
            <a:r>
              <a:rPr sz="2800" dirty="0">
                <a:latin typeface="Arial MT"/>
                <a:cs typeface="Arial MT"/>
              </a:rPr>
              <a:t>I</a:t>
            </a:r>
            <a:r>
              <a:rPr sz="2800" spc="-30" dirty="0">
                <a:latin typeface="Arial MT"/>
                <a:cs typeface="Arial MT"/>
              </a:rPr>
              <a:t> </a:t>
            </a:r>
            <a:r>
              <a:rPr sz="2800" dirty="0">
                <a:latin typeface="Arial MT"/>
                <a:cs typeface="Arial MT"/>
              </a:rPr>
              <a:t>go</a:t>
            </a:r>
            <a:r>
              <a:rPr sz="2800" spc="-30" dirty="0">
                <a:latin typeface="Arial MT"/>
                <a:cs typeface="Arial MT"/>
              </a:rPr>
              <a:t> </a:t>
            </a:r>
            <a:r>
              <a:rPr sz="2800" spc="-5" dirty="0">
                <a:latin typeface="Arial MT"/>
                <a:cs typeface="Arial MT"/>
              </a:rPr>
              <a:t>there?</a:t>
            </a:r>
            <a:endParaRPr sz="2800" dirty="0">
              <a:latin typeface="Arial MT"/>
              <a:cs typeface="Arial M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3733800" cy="1090042"/>
          </a:xfrm>
          <a:prstGeom prst="rect">
            <a:avLst/>
          </a:prstGeom>
        </p:spPr>
        <p:txBody>
          <a:bodyPr vert="horz" wrap="square" lIns="0" tIns="12700" rIns="0" bIns="0" rtlCol="0">
            <a:spAutoFit/>
          </a:bodyPr>
          <a:lstStyle/>
          <a:p>
            <a:pPr marL="12700">
              <a:lnSpc>
                <a:spcPct val="100000"/>
              </a:lnSpc>
              <a:spcBef>
                <a:spcPts val="100"/>
              </a:spcBef>
            </a:pPr>
            <a:r>
              <a:rPr spc="-5" dirty="0"/>
              <a:t>Navigation</a:t>
            </a:r>
            <a:r>
              <a:rPr spc="5" dirty="0"/>
              <a:t> </a:t>
            </a:r>
            <a:r>
              <a:rPr spc="-5" dirty="0"/>
              <a:t>Design</a:t>
            </a:r>
            <a:r>
              <a:rPr spc="5" dirty="0"/>
              <a:t> </a:t>
            </a:r>
            <a:r>
              <a:rPr spc="-5" dirty="0"/>
              <a:t>Fundamentals</a:t>
            </a:r>
          </a:p>
        </p:txBody>
      </p:sp>
      <p:sp>
        <p:nvSpPr>
          <p:cNvPr id="4" name="object 4"/>
          <p:cNvSpPr txBox="1">
            <a:spLocks noGrp="1"/>
          </p:cNvSpPr>
          <p:nvPr>
            <p:ph type="sldNum" sz="quarter" idx="7"/>
          </p:nvPr>
        </p:nvSpPr>
        <p:spPr>
          <a:prstGeom prst="rect">
            <a:avLst/>
          </a:prstGeom>
        </p:spPr>
        <p:txBody>
          <a:bodyPr vert="horz" wrap="square" lIns="0" tIns="3810" rIns="0" bIns="0" rtlCol="0">
            <a:spAutoFit/>
          </a:bodyPr>
          <a:lstStyle/>
          <a:p>
            <a:pPr marL="39370">
              <a:lnSpc>
                <a:spcPct val="100000"/>
              </a:lnSpc>
              <a:spcBef>
                <a:spcPts val="30"/>
              </a:spcBef>
            </a:pPr>
            <a:fld id="{81D60167-4931-47E6-BA6A-407CBD079E47}" type="slidenum">
              <a:rPr dirty="0"/>
              <a:t>23</a:t>
            </a:fld>
            <a:endParaRPr dirty="0"/>
          </a:p>
        </p:txBody>
      </p:sp>
      <p:sp>
        <p:nvSpPr>
          <p:cNvPr id="3" name="object 3"/>
          <p:cNvSpPr txBox="1"/>
          <p:nvPr/>
        </p:nvSpPr>
        <p:spPr>
          <a:xfrm>
            <a:off x="490491" y="1905000"/>
            <a:ext cx="8272509" cy="4693593"/>
          </a:xfrm>
          <a:prstGeom prst="rect">
            <a:avLst/>
          </a:prstGeom>
        </p:spPr>
        <p:txBody>
          <a:bodyPr vert="horz" wrap="square" lIns="0" tIns="12700" rIns="0" bIns="0" rtlCol="0">
            <a:spAutoFit/>
          </a:bodyPr>
          <a:lstStyle/>
          <a:p>
            <a:pPr marL="241300" indent="-228600">
              <a:spcBef>
                <a:spcPts val="100"/>
              </a:spcBef>
              <a:buChar char="•"/>
              <a:tabLst>
                <a:tab pos="240665" algn="l"/>
                <a:tab pos="241300" algn="l"/>
              </a:tabLst>
            </a:pPr>
            <a:r>
              <a:rPr sz="2000" spc="-5" dirty="0">
                <a:latin typeface="Arial MT"/>
                <a:cs typeface="Arial MT"/>
              </a:rPr>
              <a:t>Navigation</a:t>
            </a:r>
            <a:r>
              <a:rPr sz="2000" dirty="0">
                <a:latin typeface="Arial MT"/>
                <a:cs typeface="Arial MT"/>
              </a:rPr>
              <a:t> </a:t>
            </a:r>
            <a:r>
              <a:rPr sz="2000" spc="-5" dirty="0">
                <a:latin typeface="Arial MT"/>
                <a:cs typeface="Arial MT"/>
              </a:rPr>
              <a:t>should</a:t>
            </a:r>
            <a:r>
              <a:rPr sz="2000" dirty="0">
                <a:latin typeface="Arial MT"/>
                <a:cs typeface="Arial MT"/>
              </a:rPr>
              <a:t> be </a:t>
            </a:r>
            <a:r>
              <a:rPr lang="en-GB" sz="2000" b="1" i="1" u="sng" dirty="0">
                <a:latin typeface="Arial MT"/>
                <a:cs typeface="Arial MT"/>
              </a:rPr>
              <a:t>very</a:t>
            </a:r>
            <a:r>
              <a:rPr lang="en-GB" sz="2000" dirty="0">
                <a:latin typeface="Arial MT"/>
                <a:cs typeface="Arial MT"/>
              </a:rPr>
              <a:t> </a:t>
            </a:r>
            <a:r>
              <a:rPr sz="2000" b="1" i="1" dirty="0">
                <a:latin typeface="Arial"/>
                <a:cs typeface="Arial"/>
              </a:rPr>
              <a:t>easy to</a:t>
            </a:r>
            <a:r>
              <a:rPr sz="2000" b="1" i="1" spc="5" dirty="0">
                <a:latin typeface="Arial"/>
                <a:cs typeface="Arial"/>
              </a:rPr>
              <a:t> </a:t>
            </a:r>
            <a:r>
              <a:rPr sz="2000" b="1" i="1" dirty="0">
                <a:latin typeface="Arial"/>
                <a:cs typeface="Arial"/>
              </a:rPr>
              <a:t>find</a:t>
            </a:r>
            <a:r>
              <a:rPr lang="en-GB" sz="2000" b="1" i="1" dirty="0">
                <a:latin typeface="Arial"/>
                <a:cs typeface="Arial"/>
              </a:rPr>
              <a:t>.</a:t>
            </a:r>
            <a:r>
              <a:rPr sz="2000" b="1" i="1" spc="5" dirty="0">
                <a:latin typeface="Arial"/>
                <a:cs typeface="Arial"/>
              </a:rPr>
              <a:t> </a:t>
            </a:r>
            <a:endParaRPr lang="en-GB" sz="2000" b="1" i="1" spc="-30" dirty="0">
              <a:latin typeface="Arial MT"/>
              <a:cs typeface="Arial"/>
            </a:endParaRPr>
          </a:p>
          <a:p>
            <a:pPr marL="241300" indent="-228600">
              <a:spcBef>
                <a:spcPts val="100"/>
              </a:spcBef>
              <a:buChar char="•"/>
              <a:tabLst>
                <a:tab pos="240665" algn="l"/>
                <a:tab pos="241300" algn="l"/>
              </a:tabLst>
            </a:pPr>
            <a:endParaRPr sz="2000" dirty="0">
              <a:latin typeface="Arial MT"/>
              <a:cs typeface="Arial MT"/>
            </a:endParaRPr>
          </a:p>
          <a:p>
            <a:pPr marL="241300" marR="477520" indent="-228600">
              <a:spcBef>
                <a:spcPts val="620"/>
              </a:spcBef>
              <a:buChar char="•"/>
              <a:tabLst>
                <a:tab pos="240665" algn="l"/>
                <a:tab pos="241300" algn="l"/>
              </a:tabLst>
            </a:pPr>
            <a:r>
              <a:rPr sz="2000" spc="-5" dirty="0">
                <a:latin typeface="Arial MT"/>
                <a:cs typeface="Arial MT"/>
              </a:rPr>
              <a:t>Place</a:t>
            </a:r>
            <a:r>
              <a:rPr sz="2000" dirty="0">
                <a:latin typeface="Arial MT"/>
                <a:cs typeface="Arial MT"/>
              </a:rPr>
              <a:t> the </a:t>
            </a:r>
            <a:r>
              <a:rPr sz="2000" spc="-5" dirty="0">
                <a:latin typeface="Arial MT"/>
                <a:cs typeface="Arial MT"/>
              </a:rPr>
              <a:t>navigation</a:t>
            </a:r>
            <a:r>
              <a:rPr sz="2000" dirty="0">
                <a:latin typeface="Arial MT"/>
                <a:cs typeface="Arial MT"/>
              </a:rPr>
              <a:t> “</a:t>
            </a:r>
            <a:r>
              <a:rPr sz="2000" b="1" i="1" dirty="0">
                <a:latin typeface="Arial"/>
                <a:cs typeface="Arial"/>
              </a:rPr>
              <a:t>above the fold</a:t>
            </a:r>
            <a:r>
              <a:rPr sz="2000" dirty="0">
                <a:latin typeface="Arial MT"/>
                <a:cs typeface="Arial MT"/>
              </a:rPr>
              <a:t>”</a:t>
            </a:r>
            <a:r>
              <a:rPr sz="2000" spc="10" dirty="0">
                <a:latin typeface="Arial MT"/>
                <a:cs typeface="Arial MT"/>
              </a:rPr>
              <a:t> </a:t>
            </a:r>
            <a:r>
              <a:rPr sz="2000" spc="-5" dirty="0">
                <a:latin typeface="Arial MT"/>
                <a:cs typeface="Arial MT"/>
              </a:rPr>
              <a:t>i.e.</a:t>
            </a:r>
            <a:r>
              <a:rPr sz="2000" dirty="0">
                <a:latin typeface="Arial MT"/>
                <a:cs typeface="Arial MT"/>
              </a:rPr>
              <a:t> </a:t>
            </a:r>
            <a:r>
              <a:rPr sz="2000" spc="-5" dirty="0">
                <a:latin typeface="Arial MT"/>
                <a:cs typeface="Arial MT"/>
              </a:rPr>
              <a:t>high</a:t>
            </a:r>
            <a:r>
              <a:rPr sz="2000" dirty="0">
                <a:latin typeface="Arial MT"/>
                <a:cs typeface="Arial MT"/>
              </a:rPr>
              <a:t> up on the </a:t>
            </a:r>
            <a:r>
              <a:rPr sz="2000" spc="-595" dirty="0">
                <a:latin typeface="Arial MT"/>
                <a:cs typeface="Arial MT"/>
              </a:rPr>
              <a:t> </a:t>
            </a:r>
            <a:r>
              <a:rPr sz="2000" dirty="0">
                <a:latin typeface="Arial MT"/>
                <a:cs typeface="Arial MT"/>
              </a:rPr>
              <a:t>page</a:t>
            </a:r>
            <a:r>
              <a:rPr lang="en-GB" sz="2000" dirty="0">
                <a:latin typeface="Arial MT"/>
                <a:cs typeface="Arial MT"/>
              </a:rPr>
              <a:t>.</a:t>
            </a:r>
          </a:p>
          <a:p>
            <a:pPr marL="241300" marR="477520" indent="-228600">
              <a:spcBef>
                <a:spcPts val="620"/>
              </a:spcBef>
              <a:buChar char="•"/>
              <a:tabLst>
                <a:tab pos="240665" algn="l"/>
                <a:tab pos="241300" algn="l"/>
              </a:tabLst>
            </a:pPr>
            <a:endParaRPr sz="2000" dirty="0">
              <a:latin typeface="Arial MT"/>
              <a:cs typeface="Arial MT"/>
            </a:endParaRPr>
          </a:p>
          <a:p>
            <a:pPr marL="241300" marR="5080" indent="-228600">
              <a:spcBef>
                <a:spcPts val="505"/>
              </a:spcBef>
              <a:buFont typeface="Arial MT"/>
              <a:buChar char="•"/>
              <a:tabLst>
                <a:tab pos="240665" algn="l"/>
                <a:tab pos="241300" algn="l"/>
              </a:tabLst>
            </a:pPr>
            <a:r>
              <a:rPr sz="2000" b="1" i="1" dirty="0">
                <a:latin typeface="Arial"/>
                <a:cs typeface="Arial"/>
              </a:rPr>
              <a:t>Below the banners </a:t>
            </a:r>
            <a:r>
              <a:rPr sz="2000" dirty="0">
                <a:latin typeface="Arial MT"/>
                <a:cs typeface="Arial MT"/>
              </a:rPr>
              <a:t>– </a:t>
            </a:r>
            <a:r>
              <a:rPr sz="2000" spc="-5" dirty="0">
                <a:latin typeface="Arial MT"/>
                <a:cs typeface="Arial MT"/>
              </a:rPr>
              <a:t>avoid</a:t>
            </a:r>
            <a:r>
              <a:rPr sz="2000" dirty="0">
                <a:latin typeface="Arial MT"/>
                <a:cs typeface="Arial MT"/>
              </a:rPr>
              <a:t> “banner</a:t>
            </a:r>
            <a:r>
              <a:rPr sz="2000" spc="5" dirty="0">
                <a:latin typeface="Arial MT"/>
                <a:cs typeface="Arial MT"/>
              </a:rPr>
              <a:t> </a:t>
            </a:r>
            <a:r>
              <a:rPr sz="2000" spc="-5" dirty="0">
                <a:latin typeface="Arial MT"/>
                <a:cs typeface="Arial MT"/>
              </a:rPr>
              <a:t>blindness”</a:t>
            </a:r>
            <a:r>
              <a:rPr sz="2000" spc="5" dirty="0">
                <a:latin typeface="Arial MT"/>
                <a:cs typeface="Arial MT"/>
              </a:rPr>
              <a:t> </a:t>
            </a:r>
            <a:r>
              <a:rPr sz="2000" dirty="0">
                <a:latin typeface="Arial MT"/>
                <a:cs typeface="Arial MT"/>
              </a:rPr>
              <a:t>-</a:t>
            </a:r>
            <a:r>
              <a:rPr sz="2000" spc="5" dirty="0">
                <a:latin typeface="Arial MT"/>
                <a:cs typeface="Arial MT"/>
              </a:rPr>
              <a:t> </a:t>
            </a:r>
            <a:r>
              <a:rPr sz="2000" dirty="0">
                <a:latin typeface="Arial MT"/>
                <a:cs typeface="Arial MT"/>
              </a:rPr>
              <a:t>don't </a:t>
            </a:r>
            <a:r>
              <a:rPr sz="2000" spc="-5" dirty="0">
                <a:latin typeface="Arial MT"/>
                <a:cs typeface="Arial MT"/>
              </a:rPr>
              <a:t>place </a:t>
            </a:r>
            <a:r>
              <a:rPr sz="2000" spc="-600" dirty="0">
                <a:latin typeface="Arial MT"/>
                <a:cs typeface="Arial MT"/>
              </a:rPr>
              <a:t> </a:t>
            </a:r>
            <a:r>
              <a:rPr sz="2000" dirty="0">
                <a:latin typeface="Arial MT"/>
                <a:cs typeface="Arial MT"/>
              </a:rPr>
              <a:t>any</a:t>
            </a:r>
            <a:r>
              <a:rPr sz="2000" spc="-5" dirty="0">
                <a:latin typeface="Arial MT"/>
                <a:cs typeface="Arial MT"/>
              </a:rPr>
              <a:t> navigation</a:t>
            </a:r>
            <a:r>
              <a:rPr sz="2000" dirty="0">
                <a:latin typeface="Arial MT"/>
                <a:cs typeface="Arial MT"/>
              </a:rPr>
              <a:t> </a:t>
            </a:r>
            <a:r>
              <a:rPr sz="2000" spc="-5" dirty="0">
                <a:latin typeface="Arial MT"/>
                <a:cs typeface="Arial MT"/>
              </a:rPr>
              <a:t>elements</a:t>
            </a:r>
            <a:r>
              <a:rPr sz="2000" dirty="0">
                <a:latin typeface="Arial MT"/>
                <a:cs typeface="Arial MT"/>
              </a:rPr>
              <a:t> above your</a:t>
            </a:r>
            <a:r>
              <a:rPr sz="2000" spc="5" dirty="0">
                <a:latin typeface="Arial MT"/>
                <a:cs typeface="Arial MT"/>
              </a:rPr>
              <a:t> </a:t>
            </a:r>
            <a:r>
              <a:rPr sz="2000" dirty="0">
                <a:latin typeface="Arial MT"/>
                <a:cs typeface="Arial MT"/>
              </a:rPr>
              <a:t>banner ads</a:t>
            </a:r>
            <a:r>
              <a:rPr lang="en-GB" sz="2000" dirty="0">
                <a:latin typeface="Arial MT"/>
                <a:cs typeface="Arial MT"/>
              </a:rPr>
              <a:t>.</a:t>
            </a:r>
          </a:p>
          <a:p>
            <a:pPr marL="241300" marR="5080" indent="-228600">
              <a:spcBef>
                <a:spcPts val="505"/>
              </a:spcBef>
              <a:buFont typeface="Arial MT"/>
              <a:buChar char="•"/>
              <a:tabLst>
                <a:tab pos="240665" algn="l"/>
                <a:tab pos="241300" algn="l"/>
              </a:tabLst>
            </a:pPr>
            <a:endParaRPr sz="2000" dirty="0">
              <a:latin typeface="Arial MT"/>
              <a:cs typeface="Arial MT"/>
            </a:endParaRPr>
          </a:p>
          <a:p>
            <a:pPr marL="241300" indent="-228600">
              <a:spcBef>
                <a:spcPts val="45"/>
              </a:spcBef>
              <a:buChar char="•"/>
              <a:tabLst>
                <a:tab pos="240665" algn="l"/>
                <a:tab pos="241300" algn="l"/>
              </a:tabLst>
            </a:pPr>
            <a:r>
              <a:rPr sz="2000" spc="-5" dirty="0">
                <a:latin typeface="Arial MT"/>
                <a:cs typeface="Arial MT"/>
              </a:rPr>
              <a:t>Use</a:t>
            </a:r>
            <a:r>
              <a:rPr sz="2000" spc="-10" dirty="0">
                <a:latin typeface="Arial MT"/>
                <a:cs typeface="Arial MT"/>
              </a:rPr>
              <a:t> </a:t>
            </a:r>
            <a:r>
              <a:rPr sz="2000" b="1" i="1" dirty="0">
                <a:latin typeface="Arial"/>
                <a:cs typeface="Arial"/>
              </a:rPr>
              <a:t>obvious</a:t>
            </a:r>
            <a:r>
              <a:rPr sz="2000" b="1" i="1" spc="-10" dirty="0">
                <a:latin typeface="Arial"/>
                <a:cs typeface="Arial"/>
              </a:rPr>
              <a:t> </a:t>
            </a:r>
            <a:r>
              <a:rPr sz="2000" spc="-5" dirty="0">
                <a:latin typeface="Arial MT"/>
                <a:cs typeface="Arial MT"/>
              </a:rPr>
              <a:t>section</a:t>
            </a:r>
            <a:r>
              <a:rPr sz="2000" spc="-10" dirty="0">
                <a:latin typeface="Arial MT"/>
                <a:cs typeface="Arial MT"/>
              </a:rPr>
              <a:t> </a:t>
            </a:r>
            <a:r>
              <a:rPr sz="2000" dirty="0">
                <a:latin typeface="Arial MT"/>
                <a:cs typeface="Arial MT"/>
              </a:rPr>
              <a:t>names</a:t>
            </a:r>
            <a:r>
              <a:rPr lang="en-GB" sz="2000" dirty="0">
                <a:latin typeface="Arial MT"/>
                <a:cs typeface="Arial MT"/>
              </a:rPr>
              <a:t>.</a:t>
            </a:r>
          </a:p>
          <a:p>
            <a:pPr marL="241300" indent="-228600">
              <a:spcBef>
                <a:spcPts val="45"/>
              </a:spcBef>
              <a:buChar char="•"/>
              <a:tabLst>
                <a:tab pos="240665" algn="l"/>
                <a:tab pos="241300" algn="l"/>
              </a:tabLst>
            </a:pPr>
            <a:endParaRPr sz="2000" dirty="0">
              <a:latin typeface="Arial MT"/>
              <a:cs typeface="Arial MT"/>
            </a:endParaRPr>
          </a:p>
          <a:p>
            <a:pPr marL="241300" marR="94615" indent="-228600">
              <a:spcBef>
                <a:spcPts val="615"/>
              </a:spcBef>
              <a:buFont typeface="Arial MT"/>
              <a:buChar char="•"/>
              <a:tabLst>
                <a:tab pos="240665" algn="l"/>
                <a:tab pos="241300" algn="l"/>
              </a:tabLst>
            </a:pPr>
            <a:r>
              <a:rPr sz="2000" b="1" i="1" spc="-5" dirty="0">
                <a:latin typeface="Arial"/>
                <a:cs typeface="Arial"/>
              </a:rPr>
              <a:t>Remind</a:t>
            </a:r>
            <a:r>
              <a:rPr sz="2000" b="1" i="1" dirty="0">
                <a:latin typeface="Arial"/>
                <a:cs typeface="Arial"/>
              </a:rPr>
              <a:t> the user</a:t>
            </a:r>
            <a:r>
              <a:rPr sz="2000" b="1" i="1" spc="-10" dirty="0">
                <a:latin typeface="Arial"/>
                <a:cs typeface="Arial"/>
              </a:rPr>
              <a:t> </a:t>
            </a:r>
            <a:r>
              <a:rPr sz="2000" b="1" i="1" spc="-5" dirty="0">
                <a:latin typeface="Arial"/>
                <a:cs typeface="Arial"/>
              </a:rPr>
              <a:t>where </a:t>
            </a:r>
            <a:r>
              <a:rPr sz="2000" b="1" i="1" dirty="0">
                <a:latin typeface="Arial"/>
                <a:cs typeface="Arial"/>
              </a:rPr>
              <a:t>they </a:t>
            </a:r>
            <a:r>
              <a:rPr sz="2000" b="1" i="1" spc="-5" dirty="0">
                <a:latin typeface="Arial"/>
                <a:cs typeface="Arial"/>
              </a:rPr>
              <a:t>are</a:t>
            </a:r>
            <a:r>
              <a:rPr sz="2000" b="1" i="1" dirty="0">
                <a:latin typeface="Arial"/>
                <a:cs typeface="Arial"/>
              </a:rPr>
              <a:t> </a:t>
            </a:r>
            <a:r>
              <a:rPr sz="2000" dirty="0">
                <a:latin typeface="Arial MT"/>
                <a:cs typeface="Arial MT"/>
              </a:rPr>
              <a:t>–</a:t>
            </a:r>
            <a:r>
              <a:rPr sz="2000" spc="-5" dirty="0">
                <a:latin typeface="Arial MT"/>
                <a:cs typeface="Arial MT"/>
              </a:rPr>
              <a:t> don’t</a:t>
            </a:r>
            <a:r>
              <a:rPr sz="2000" dirty="0">
                <a:latin typeface="Arial MT"/>
                <a:cs typeface="Arial MT"/>
              </a:rPr>
              <a:t> make them guess.</a:t>
            </a:r>
            <a:r>
              <a:rPr sz="2000" spc="-5" dirty="0">
                <a:latin typeface="Arial MT"/>
                <a:cs typeface="Arial MT"/>
              </a:rPr>
              <a:t> Use</a:t>
            </a:r>
            <a:r>
              <a:rPr sz="2000" dirty="0">
                <a:latin typeface="Arial MT"/>
                <a:cs typeface="Arial MT"/>
              </a:rPr>
              <a:t> </a:t>
            </a:r>
            <a:r>
              <a:rPr sz="2000" spc="-5" dirty="0">
                <a:latin typeface="Arial MT"/>
                <a:cs typeface="Arial MT"/>
              </a:rPr>
              <a:t>prominent</a:t>
            </a:r>
            <a:r>
              <a:rPr sz="2000" dirty="0">
                <a:latin typeface="Arial MT"/>
                <a:cs typeface="Arial MT"/>
              </a:rPr>
              <a:t> page</a:t>
            </a:r>
            <a:r>
              <a:rPr sz="2000" spc="-5" dirty="0">
                <a:latin typeface="Arial MT"/>
                <a:cs typeface="Arial MT"/>
              </a:rPr>
              <a:t> titles</a:t>
            </a:r>
            <a:r>
              <a:rPr sz="2000" dirty="0">
                <a:latin typeface="Arial MT"/>
                <a:cs typeface="Arial MT"/>
              </a:rPr>
              <a:t> and change</a:t>
            </a:r>
            <a:r>
              <a:rPr sz="2000" spc="-5" dirty="0">
                <a:latin typeface="Arial MT"/>
                <a:cs typeface="Arial MT"/>
              </a:rPr>
              <a:t> </a:t>
            </a:r>
            <a:r>
              <a:rPr sz="2000" dirty="0">
                <a:latin typeface="Arial MT"/>
                <a:cs typeface="Arial MT"/>
              </a:rPr>
              <a:t>the </a:t>
            </a:r>
            <a:r>
              <a:rPr sz="2000" spc="-5" dirty="0">
                <a:latin typeface="Arial MT"/>
                <a:cs typeface="Arial MT"/>
              </a:rPr>
              <a:t>link</a:t>
            </a:r>
            <a:r>
              <a:rPr sz="2000" dirty="0">
                <a:latin typeface="Arial MT"/>
                <a:cs typeface="Arial MT"/>
              </a:rPr>
              <a:t> that </a:t>
            </a:r>
            <a:r>
              <a:rPr sz="2000" spc="-5" dirty="0">
                <a:latin typeface="Arial MT"/>
                <a:cs typeface="Arial MT"/>
              </a:rPr>
              <a:t>relates </a:t>
            </a:r>
            <a:r>
              <a:rPr sz="2000" dirty="0">
                <a:latin typeface="Arial MT"/>
                <a:cs typeface="Arial MT"/>
              </a:rPr>
              <a:t>to the page the reader </a:t>
            </a:r>
            <a:r>
              <a:rPr sz="2000" spc="-5" dirty="0">
                <a:latin typeface="Arial MT"/>
                <a:cs typeface="Arial MT"/>
              </a:rPr>
              <a:t>is </a:t>
            </a:r>
            <a:r>
              <a:rPr sz="2000" dirty="0">
                <a:latin typeface="Arial MT"/>
                <a:cs typeface="Arial MT"/>
              </a:rPr>
              <a:t>on to be </a:t>
            </a:r>
            <a:r>
              <a:rPr sz="2000" spc="-5" dirty="0">
                <a:latin typeface="Arial MT"/>
                <a:cs typeface="Arial MT"/>
              </a:rPr>
              <a:t>different. </a:t>
            </a:r>
            <a:r>
              <a:rPr sz="2000" dirty="0">
                <a:latin typeface="Arial MT"/>
                <a:cs typeface="Arial MT"/>
              </a:rPr>
              <a:t>Let them </a:t>
            </a:r>
            <a:r>
              <a:rPr sz="2000" spc="-600" dirty="0">
                <a:latin typeface="Arial MT"/>
                <a:cs typeface="Arial MT"/>
              </a:rPr>
              <a:t> </a:t>
            </a:r>
            <a:r>
              <a:rPr sz="2000" dirty="0">
                <a:latin typeface="Arial MT"/>
                <a:cs typeface="Arial MT"/>
              </a:rPr>
              <a:t>know </a:t>
            </a:r>
            <a:r>
              <a:rPr sz="2000" spc="-5" dirty="0">
                <a:latin typeface="Arial MT"/>
                <a:cs typeface="Arial MT"/>
              </a:rPr>
              <a:t>where </a:t>
            </a:r>
            <a:r>
              <a:rPr sz="2000" dirty="0">
                <a:latin typeface="Arial MT"/>
                <a:cs typeface="Arial MT"/>
              </a:rPr>
              <a:t>they have been and </a:t>
            </a:r>
            <a:r>
              <a:rPr sz="2000" spc="-5" dirty="0">
                <a:latin typeface="Arial MT"/>
                <a:cs typeface="Arial MT"/>
              </a:rPr>
              <a:t>let </a:t>
            </a:r>
            <a:r>
              <a:rPr sz="2000" dirty="0">
                <a:latin typeface="Arial MT"/>
                <a:cs typeface="Arial MT"/>
              </a:rPr>
              <a:t>them know </a:t>
            </a:r>
            <a:r>
              <a:rPr sz="2000" spc="-5" dirty="0">
                <a:latin typeface="Arial MT"/>
                <a:cs typeface="Arial MT"/>
              </a:rPr>
              <a:t>where </a:t>
            </a:r>
            <a:r>
              <a:rPr sz="2000" dirty="0">
                <a:latin typeface="Arial MT"/>
                <a:cs typeface="Arial MT"/>
              </a:rPr>
              <a:t>they can go. </a:t>
            </a:r>
            <a:r>
              <a:rPr sz="2000" spc="-5" dirty="0">
                <a:latin typeface="Arial MT"/>
                <a:cs typeface="Arial MT"/>
              </a:rPr>
              <a:t>i.e.</a:t>
            </a:r>
            <a:r>
              <a:rPr sz="2000" dirty="0">
                <a:latin typeface="Arial MT"/>
                <a:cs typeface="Arial MT"/>
              </a:rPr>
              <a:t> show </a:t>
            </a:r>
            <a:r>
              <a:rPr sz="2000" spc="-5" dirty="0">
                <a:latin typeface="Arial MT"/>
                <a:cs typeface="Arial MT"/>
              </a:rPr>
              <a:t>hyperlinks</a:t>
            </a:r>
            <a:r>
              <a:rPr sz="2000" spc="5" dirty="0">
                <a:latin typeface="Arial MT"/>
                <a:cs typeface="Arial MT"/>
              </a:rPr>
              <a:t> </a:t>
            </a:r>
            <a:r>
              <a:rPr sz="2000" spc="-5" dirty="0">
                <a:latin typeface="Arial MT"/>
                <a:cs typeface="Arial MT"/>
              </a:rPr>
              <a:t>in</a:t>
            </a:r>
            <a:r>
              <a:rPr sz="2000" dirty="0">
                <a:latin typeface="Arial MT"/>
                <a:cs typeface="Arial MT"/>
              </a:rPr>
              <a:t> </a:t>
            </a:r>
            <a:r>
              <a:rPr sz="2000" spc="-5" dirty="0">
                <a:latin typeface="Arial MT"/>
                <a:cs typeface="Arial MT"/>
              </a:rPr>
              <a:t>different</a:t>
            </a:r>
            <a:r>
              <a:rPr sz="2000" dirty="0">
                <a:latin typeface="Arial MT"/>
                <a:cs typeface="Arial MT"/>
              </a:rPr>
              <a:t> </a:t>
            </a:r>
            <a:r>
              <a:rPr sz="2000" spc="-5" dirty="0">
                <a:latin typeface="Arial MT"/>
                <a:cs typeface="Arial MT"/>
              </a:rPr>
              <a:t>colors</a:t>
            </a:r>
            <a:r>
              <a:rPr sz="2000" dirty="0">
                <a:latin typeface="Arial MT"/>
                <a:cs typeface="Arial MT"/>
              </a:rPr>
              <a:t> or</a:t>
            </a:r>
            <a:r>
              <a:rPr sz="2000" spc="5" dirty="0">
                <a:latin typeface="Arial MT"/>
                <a:cs typeface="Arial MT"/>
              </a:rPr>
              <a:t> </a:t>
            </a:r>
            <a:r>
              <a:rPr sz="2000" spc="-5" dirty="0">
                <a:latin typeface="Arial MT"/>
                <a:cs typeface="Arial MT"/>
              </a:rPr>
              <a:t>provide </a:t>
            </a:r>
            <a:r>
              <a:rPr sz="2000" dirty="0">
                <a:latin typeface="Arial MT"/>
                <a:cs typeface="Arial MT"/>
              </a:rPr>
              <a:t>breadcrumbs.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4455162" cy="1090042"/>
          </a:xfrm>
          <a:prstGeom prst="rect">
            <a:avLst/>
          </a:prstGeom>
        </p:spPr>
        <p:txBody>
          <a:bodyPr vert="horz" wrap="square" lIns="0" tIns="12700" rIns="0" bIns="0" rtlCol="0">
            <a:spAutoFit/>
          </a:bodyPr>
          <a:lstStyle/>
          <a:p>
            <a:pPr marL="12700">
              <a:lnSpc>
                <a:spcPct val="100000"/>
              </a:lnSpc>
              <a:spcBef>
                <a:spcPts val="100"/>
              </a:spcBef>
            </a:pPr>
            <a:r>
              <a:rPr spc="-5" dirty="0"/>
              <a:t>Navigation</a:t>
            </a:r>
            <a:r>
              <a:rPr spc="5" dirty="0"/>
              <a:t> </a:t>
            </a:r>
            <a:r>
              <a:rPr spc="-5" dirty="0"/>
              <a:t>Design</a:t>
            </a:r>
            <a:r>
              <a:rPr spc="5" dirty="0"/>
              <a:t> </a:t>
            </a:r>
            <a:r>
              <a:rPr spc="-5" dirty="0"/>
              <a:t>Fundamentals</a:t>
            </a:r>
          </a:p>
        </p:txBody>
      </p:sp>
      <p:sp>
        <p:nvSpPr>
          <p:cNvPr id="4" name="object 4"/>
          <p:cNvSpPr txBox="1">
            <a:spLocks noGrp="1"/>
          </p:cNvSpPr>
          <p:nvPr>
            <p:ph type="sldNum" sz="quarter" idx="7"/>
          </p:nvPr>
        </p:nvSpPr>
        <p:spPr>
          <a:prstGeom prst="rect">
            <a:avLst/>
          </a:prstGeom>
        </p:spPr>
        <p:txBody>
          <a:bodyPr vert="horz" wrap="square" lIns="0" tIns="3810" rIns="0" bIns="0" rtlCol="0">
            <a:spAutoFit/>
          </a:bodyPr>
          <a:lstStyle/>
          <a:p>
            <a:pPr marL="39370">
              <a:lnSpc>
                <a:spcPct val="100000"/>
              </a:lnSpc>
              <a:spcBef>
                <a:spcPts val="30"/>
              </a:spcBef>
            </a:pPr>
            <a:fld id="{81D60167-4931-47E6-BA6A-407CBD079E47}" type="slidenum">
              <a:rPr dirty="0"/>
              <a:t>24</a:t>
            </a:fld>
            <a:endParaRPr dirty="0"/>
          </a:p>
        </p:txBody>
      </p:sp>
      <p:sp>
        <p:nvSpPr>
          <p:cNvPr id="3" name="object 3"/>
          <p:cNvSpPr txBox="1">
            <a:spLocks noGrp="1"/>
          </p:cNvSpPr>
          <p:nvPr>
            <p:ph type="body" idx="1"/>
          </p:nvPr>
        </p:nvSpPr>
        <p:spPr>
          <a:xfrm>
            <a:off x="76200" y="1447800"/>
            <a:ext cx="8686800" cy="4416081"/>
          </a:xfrm>
          <a:prstGeom prst="rect">
            <a:avLst/>
          </a:prstGeom>
        </p:spPr>
        <p:txBody>
          <a:bodyPr vert="horz" wrap="square" lIns="0" tIns="405892" rIns="0" bIns="0" rtlCol="0">
            <a:spAutoFit/>
          </a:bodyPr>
          <a:lstStyle/>
          <a:p>
            <a:pPr marL="654050" marR="33655" indent="-228600">
              <a:spcBef>
                <a:spcPts val="380"/>
              </a:spcBef>
              <a:buChar char="•"/>
              <a:tabLst>
                <a:tab pos="654685" algn="l"/>
              </a:tabLst>
            </a:pPr>
            <a:r>
              <a:rPr sz="2800" dirty="0"/>
              <a:t>Less is more – </a:t>
            </a:r>
            <a:r>
              <a:rPr sz="2800" spc="-25" dirty="0"/>
              <a:t>“Quality, </a:t>
            </a:r>
            <a:r>
              <a:rPr sz="2800" dirty="0"/>
              <a:t>not </a:t>
            </a:r>
            <a:r>
              <a:rPr sz="2800" spc="-5" dirty="0"/>
              <a:t>Quantity” </a:t>
            </a:r>
            <a:r>
              <a:rPr sz="2800" dirty="0"/>
              <a:t>- build your </a:t>
            </a:r>
            <a:r>
              <a:rPr sz="2800" spc="-655" dirty="0"/>
              <a:t> </a:t>
            </a:r>
            <a:r>
              <a:rPr sz="2800" spc="-5" dirty="0"/>
              <a:t>navigation </a:t>
            </a:r>
            <a:r>
              <a:rPr sz="2800" dirty="0"/>
              <a:t>so </a:t>
            </a:r>
            <a:r>
              <a:rPr sz="2800" spc="-5" dirty="0"/>
              <a:t>that </a:t>
            </a:r>
            <a:r>
              <a:rPr sz="2800" dirty="0"/>
              <a:t>it </a:t>
            </a:r>
            <a:r>
              <a:rPr sz="2800" b="1" i="1" dirty="0">
                <a:latin typeface="Arial"/>
                <a:cs typeface="Arial"/>
              </a:rPr>
              <a:t>'streams' </a:t>
            </a:r>
            <a:r>
              <a:rPr sz="2800" b="1" i="1" spc="-5" dirty="0">
                <a:latin typeface="Arial"/>
                <a:cs typeface="Arial"/>
              </a:rPr>
              <a:t>users into </a:t>
            </a:r>
            <a:r>
              <a:rPr sz="2800" b="1" i="1" dirty="0">
                <a:latin typeface="Arial"/>
                <a:cs typeface="Arial"/>
              </a:rPr>
              <a:t> </a:t>
            </a:r>
            <a:r>
              <a:rPr sz="2800" b="1" i="1" spc="-5" dirty="0">
                <a:latin typeface="Arial"/>
                <a:cs typeface="Arial"/>
              </a:rPr>
              <a:t>progressively more and more specific </a:t>
            </a:r>
            <a:r>
              <a:rPr sz="2800" b="1" i="1" dirty="0">
                <a:latin typeface="Arial"/>
                <a:cs typeface="Arial"/>
              </a:rPr>
              <a:t> </a:t>
            </a:r>
            <a:r>
              <a:rPr sz="2800" b="1" i="1" spc="-5" dirty="0">
                <a:latin typeface="Arial"/>
                <a:cs typeface="Arial"/>
              </a:rPr>
              <a:t>information</a:t>
            </a:r>
            <a:r>
              <a:rPr sz="2800" spc="-5" dirty="0"/>
              <a:t>.</a:t>
            </a:r>
            <a:endParaRPr lang="en-GB" sz="2800" spc="-5" dirty="0"/>
          </a:p>
          <a:p>
            <a:pPr marL="654050" marR="33655" indent="-228600">
              <a:spcBef>
                <a:spcPts val="380"/>
              </a:spcBef>
              <a:buChar char="•"/>
              <a:tabLst>
                <a:tab pos="654685" algn="l"/>
              </a:tabLst>
            </a:pPr>
            <a:endParaRPr sz="2800" spc="-5" dirty="0"/>
          </a:p>
          <a:p>
            <a:pPr marL="654050" marR="5080" indent="-228600">
              <a:spcBef>
                <a:spcPts val="590"/>
              </a:spcBef>
              <a:buChar char="•"/>
              <a:tabLst>
                <a:tab pos="654685" algn="l"/>
                <a:tab pos="3380104" algn="l"/>
              </a:tabLst>
            </a:pPr>
            <a:r>
              <a:rPr sz="2800" spc="-5" dirty="0"/>
              <a:t>Keep</a:t>
            </a:r>
            <a:r>
              <a:rPr sz="2800" spc="5" dirty="0"/>
              <a:t> </a:t>
            </a:r>
            <a:r>
              <a:rPr sz="2800" dirty="0"/>
              <a:t>it</a:t>
            </a:r>
            <a:r>
              <a:rPr sz="2800" spc="-5" dirty="0"/>
              <a:t> </a:t>
            </a:r>
            <a:r>
              <a:rPr sz="2800" b="1" i="1" spc="-5" dirty="0">
                <a:latin typeface="Arial"/>
                <a:cs typeface="Arial"/>
              </a:rPr>
              <a:t>consistent	</a:t>
            </a:r>
            <a:r>
              <a:rPr sz="2800" dirty="0"/>
              <a:t>- on each and every page of </a:t>
            </a:r>
            <a:r>
              <a:rPr sz="2800" spc="5" dirty="0"/>
              <a:t> </a:t>
            </a:r>
            <a:r>
              <a:rPr sz="2800" dirty="0"/>
              <a:t>your </a:t>
            </a:r>
            <a:r>
              <a:rPr sz="2800" spc="-5" dirty="0"/>
              <a:t>site, whether it's </a:t>
            </a:r>
            <a:r>
              <a:rPr sz="2800" dirty="0"/>
              <a:t>your </a:t>
            </a:r>
            <a:r>
              <a:rPr sz="2800" spc="-5" dirty="0"/>
              <a:t>forums, </a:t>
            </a:r>
            <a:r>
              <a:rPr sz="2800" dirty="0"/>
              <a:t>your links </a:t>
            </a:r>
            <a:r>
              <a:rPr sz="2800" spc="5" dirty="0"/>
              <a:t> </a:t>
            </a:r>
            <a:r>
              <a:rPr sz="2800" dirty="0"/>
              <a:t>page, or anywhere else, </a:t>
            </a:r>
            <a:r>
              <a:rPr sz="2800" spc="-5" dirty="0"/>
              <a:t>locate </a:t>
            </a:r>
            <a:r>
              <a:rPr sz="2800" dirty="0"/>
              <a:t>your </a:t>
            </a:r>
            <a:r>
              <a:rPr sz="2800" spc="-5" dirty="0"/>
              <a:t>navigation </a:t>
            </a:r>
            <a:r>
              <a:rPr sz="2800" dirty="0"/>
              <a:t>in </a:t>
            </a:r>
            <a:r>
              <a:rPr sz="2800" spc="-655" dirty="0"/>
              <a:t> </a:t>
            </a:r>
            <a:r>
              <a:rPr sz="2800" spc="-5" dirty="0"/>
              <a:t>the</a:t>
            </a:r>
            <a:r>
              <a:rPr sz="2800" spc="-10" dirty="0"/>
              <a:t> </a:t>
            </a:r>
            <a:r>
              <a:rPr sz="2800" dirty="0"/>
              <a:t>same</a:t>
            </a:r>
            <a:r>
              <a:rPr sz="2800" spc="-5" dirty="0"/>
              <a:t> </a:t>
            </a:r>
            <a:r>
              <a:rPr sz="2800" dirty="0"/>
              <a:t>place,</a:t>
            </a:r>
            <a:r>
              <a:rPr sz="2800" spc="-10" dirty="0"/>
              <a:t> </a:t>
            </a:r>
            <a:r>
              <a:rPr sz="2800" spc="-5" dirty="0"/>
              <a:t>with</a:t>
            </a:r>
            <a:r>
              <a:rPr sz="2800" spc="-10" dirty="0"/>
              <a:t> </a:t>
            </a:r>
            <a:r>
              <a:rPr sz="2800" spc="-5" dirty="0"/>
              <a:t>the </a:t>
            </a:r>
            <a:r>
              <a:rPr sz="2800" dirty="0"/>
              <a:t>same</a:t>
            </a:r>
            <a:r>
              <a:rPr sz="2800" spc="-5" dirty="0"/>
              <a:t> styles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3693162" cy="1090042"/>
          </a:xfrm>
          <a:prstGeom prst="rect">
            <a:avLst/>
          </a:prstGeom>
        </p:spPr>
        <p:txBody>
          <a:bodyPr vert="horz" wrap="square" lIns="0" tIns="12700" rIns="0" bIns="0" rtlCol="0">
            <a:spAutoFit/>
          </a:bodyPr>
          <a:lstStyle/>
          <a:p>
            <a:pPr marL="12700">
              <a:lnSpc>
                <a:spcPct val="100000"/>
              </a:lnSpc>
              <a:spcBef>
                <a:spcPts val="100"/>
              </a:spcBef>
            </a:pPr>
            <a:r>
              <a:rPr spc="-5" dirty="0"/>
              <a:t>Navigation</a:t>
            </a:r>
            <a:r>
              <a:rPr spc="5" dirty="0"/>
              <a:t> </a:t>
            </a:r>
            <a:r>
              <a:rPr spc="-5" dirty="0"/>
              <a:t>Design</a:t>
            </a:r>
            <a:r>
              <a:rPr spc="5" dirty="0"/>
              <a:t> </a:t>
            </a:r>
            <a:r>
              <a:rPr spc="-5" dirty="0"/>
              <a:t>Fundamentals</a:t>
            </a:r>
          </a:p>
        </p:txBody>
      </p:sp>
      <p:sp>
        <p:nvSpPr>
          <p:cNvPr id="4" name="object 4"/>
          <p:cNvSpPr txBox="1">
            <a:spLocks noGrp="1"/>
          </p:cNvSpPr>
          <p:nvPr>
            <p:ph type="sldNum" sz="quarter" idx="7"/>
          </p:nvPr>
        </p:nvSpPr>
        <p:spPr>
          <a:prstGeom prst="rect">
            <a:avLst/>
          </a:prstGeom>
        </p:spPr>
        <p:txBody>
          <a:bodyPr vert="horz" wrap="square" lIns="0" tIns="3810" rIns="0" bIns="0" rtlCol="0">
            <a:spAutoFit/>
          </a:bodyPr>
          <a:lstStyle/>
          <a:p>
            <a:pPr marL="39370">
              <a:lnSpc>
                <a:spcPct val="100000"/>
              </a:lnSpc>
              <a:spcBef>
                <a:spcPts val="30"/>
              </a:spcBef>
            </a:pPr>
            <a:fld id="{81D60167-4931-47E6-BA6A-407CBD079E47}" type="slidenum">
              <a:rPr dirty="0"/>
              <a:t>25</a:t>
            </a:fld>
            <a:endParaRPr dirty="0"/>
          </a:p>
        </p:txBody>
      </p:sp>
      <p:sp>
        <p:nvSpPr>
          <p:cNvPr id="3" name="object 3"/>
          <p:cNvSpPr txBox="1"/>
          <p:nvPr/>
        </p:nvSpPr>
        <p:spPr>
          <a:xfrm>
            <a:off x="381000" y="1905000"/>
            <a:ext cx="8461692" cy="4626908"/>
          </a:xfrm>
          <a:prstGeom prst="rect">
            <a:avLst/>
          </a:prstGeom>
        </p:spPr>
        <p:txBody>
          <a:bodyPr vert="horz" wrap="square" lIns="0" tIns="48260" rIns="0" bIns="0" rtlCol="0">
            <a:spAutoFit/>
          </a:bodyPr>
          <a:lstStyle/>
          <a:p>
            <a:pPr marL="241300" marR="57150" indent="-228600">
              <a:spcBef>
                <a:spcPts val="380"/>
              </a:spcBef>
              <a:buChar char="•"/>
              <a:tabLst>
                <a:tab pos="241300" algn="l"/>
              </a:tabLst>
            </a:pPr>
            <a:r>
              <a:rPr sz="2800" dirty="0">
                <a:latin typeface="Arial MT"/>
                <a:cs typeface="Arial MT"/>
              </a:rPr>
              <a:t>Don't be </a:t>
            </a:r>
            <a:r>
              <a:rPr sz="2800" spc="-5" dirty="0">
                <a:latin typeface="Arial MT"/>
                <a:cs typeface="Arial MT"/>
              </a:rPr>
              <a:t>adventurous with navigation </a:t>
            </a:r>
            <a:r>
              <a:rPr sz="2800" dirty="0">
                <a:latin typeface="Arial MT"/>
                <a:cs typeface="Arial MT"/>
              </a:rPr>
              <a:t>– use </a:t>
            </a:r>
            <a:r>
              <a:rPr sz="2800" spc="-5" dirty="0">
                <a:latin typeface="Arial MT"/>
                <a:cs typeface="Arial MT"/>
              </a:rPr>
              <a:t>the </a:t>
            </a:r>
            <a:r>
              <a:rPr sz="2800" spc="-655" dirty="0">
                <a:latin typeface="Arial MT"/>
                <a:cs typeface="Arial MT"/>
              </a:rPr>
              <a:t> </a:t>
            </a:r>
            <a:r>
              <a:rPr sz="2800" dirty="0">
                <a:latin typeface="Arial MT"/>
                <a:cs typeface="Arial MT"/>
              </a:rPr>
              <a:t>same</a:t>
            </a:r>
            <a:r>
              <a:rPr sz="2800" spc="-20" dirty="0">
                <a:latin typeface="Arial MT"/>
                <a:cs typeface="Arial MT"/>
              </a:rPr>
              <a:t> </a:t>
            </a:r>
            <a:r>
              <a:rPr sz="2800" b="1" i="1" spc="-5" dirty="0">
                <a:latin typeface="Arial"/>
                <a:cs typeface="Arial"/>
              </a:rPr>
              <a:t>conventions</a:t>
            </a:r>
            <a:r>
              <a:rPr sz="2800" b="1" i="1" spc="-10" dirty="0">
                <a:latin typeface="Arial"/>
                <a:cs typeface="Arial"/>
              </a:rPr>
              <a:t> </a:t>
            </a:r>
            <a:r>
              <a:rPr sz="2800" dirty="0">
                <a:latin typeface="Arial MT"/>
                <a:cs typeface="Arial MT"/>
              </a:rPr>
              <a:t>as</a:t>
            </a:r>
            <a:r>
              <a:rPr sz="2800" spc="-15" dirty="0">
                <a:latin typeface="Arial MT"/>
                <a:cs typeface="Arial MT"/>
              </a:rPr>
              <a:t> </a:t>
            </a:r>
            <a:r>
              <a:rPr sz="2800" dirty="0">
                <a:latin typeface="Arial MT"/>
                <a:cs typeface="Arial MT"/>
              </a:rPr>
              <a:t>everyone</a:t>
            </a:r>
            <a:r>
              <a:rPr sz="2800" spc="-20" dirty="0">
                <a:latin typeface="Arial MT"/>
                <a:cs typeface="Arial MT"/>
              </a:rPr>
              <a:t> </a:t>
            </a:r>
            <a:r>
              <a:rPr sz="2800" dirty="0">
                <a:latin typeface="Arial MT"/>
                <a:cs typeface="Arial MT"/>
              </a:rPr>
              <a:t>else.</a:t>
            </a:r>
            <a:r>
              <a:rPr sz="2800" spc="-20" dirty="0">
                <a:latin typeface="Arial MT"/>
                <a:cs typeface="Arial MT"/>
              </a:rPr>
              <a:t> </a:t>
            </a:r>
            <a:r>
              <a:rPr sz="2800" spc="-5" dirty="0">
                <a:latin typeface="Arial MT"/>
                <a:cs typeface="Arial MT"/>
              </a:rPr>
              <a:t>E.g.</a:t>
            </a:r>
            <a:r>
              <a:rPr sz="2800" spc="-20" dirty="0">
                <a:latin typeface="Arial MT"/>
                <a:cs typeface="Arial MT"/>
              </a:rPr>
              <a:t> </a:t>
            </a:r>
            <a:r>
              <a:rPr sz="2800" dirty="0">
                <a:latin typeface="Arial MT"/>
                <a:cs typeface="Arial MT"/>
              </a:rPr>
              <a:t>logo </a:t>
            </a:r>
            <a:r>
              <a:rPr sz="2800" spc="-655" dirty="0">
                <a:latin typeface="Arial MT"/>
                <a:cs typeface="Arial MT"/>
              </a:rPr>
              <a:t> </a:t>
            </a:r>
            <a:r>
              <a:rPr sz="2800" dirty="0">
                <a:latin typeface="Arial MT"/>
                <a:cs typeface="Arial MT"/>
              </a:rPr>
              <a:t>in </a:t>
            </a:r>
            <a:r>
              <a:rPr sz="2800" spc="-5" dirty="0">
                <a:latin typeface="Arial MT"/>
                <a:cs typeface="Arial MT"/>
              </a:rPr>
              <a:t>top left-hand </a:t>
            </a:r>
            <a:r>
              <a:rPr sz="2800" dirty="0">
                <a:latin typeface="Arial MT"/>
                <a:cs typeface="Arial MT"/>
              </a:rPr>
              <a:t>side of </a:t>
            </a:r>
            <a:r>
              <a:rPr sz="2800" spc="-5" dirty="0">
                <a:latin typeface="Arial MT"/>
                <a:cs typeface="Arial MT"/>
              </a:rPr>
              <a:t>the </a:t>
            </a:r>
            <a:r>
              <a:rPr sz="2800" dirty="0">
                <a:latin typeface="Arial MT"/>
                <a:cs typeface="Arial MT"/>
              </a:rPr>
              <a:t>page, search box in </a:t>
            </a:r>
            <a:r>
              <a:rPr sz="2800" spc="-5" dirty="0">
                <a:latin typeface="Arial MT"/>
                <a:cs typeface="Arial MT"/>
              </a:rPr>
              <a:t>the</a:t>
            </a:r>
            <a:r>
              <a:rPr sz="2800" spc="-10" dirty="0">
                <a:latin typeface="Arial MT"/>
                <a:cs typeface="Arial MT"/>
              </a:rPr>
              <a:t> </a:t>
            </a:r>
            <a:r>
              <a:rPr sz="2800" dirty="0">
                <a:latin typeface="Arial MT"/>
                <a:cs typeface="Arial MT"/>
              </a:rPr>
              <a:t>same</a:t>
            </a:r>
            <a:r>
              <a:rPr sz="2800" spc="-10" dirty="0">
                <a:latin typeface="Arial MT"/>
                <a:cs typeface="Arial MT"/>
              </a:rPr>
              <a:t> </a:t>
            </a:r>
            <a:r>
              <a:rPr sz="2800" dirty="0">
                <a:latin typeface="Arial MT"/>
                <a:cs typeface="Arial MT"/>
              </a:rPr>
              <a:t>place</a:t>
            </a:r>
            <a:r>
              <a:rPr sz="2800" spc="-5" dirty="0">
                <a:latin typeface="Arial MT"/>
                <a:cs typeface="Arial MT"/>
              </a:rPr>
              <a:t> </a:t>
            </a:r>
            <a:r>
              <a:rPr sz="2800" dirty="0">
                <a:latin typeface="Arial MT"/>
                <a:cs typeface="Arial MT"/>
              </a:rPr>
              <a:t>on</a:t>
            </a:r>
            <a:r>
              <a:rPr sz="2800" spc="-10" dirty="0">
                <a:latin typeface="Arial MT"/>
                <a:cs typeface="Arial MT"/>
              </a:rPr>
              <a:t> </a:t>
            </a:r>
            <a:r>
              <a:rPr sz="2800" dirty="0">
                <a:latin typeface="Arial MT"/>
                <a:cs typeface="Arial MT"/>
              </a:rPr>
              <a:t>each</a:t>
            </a:r>
            <a:r>
              <a:rPr sz="2800" spc="-5" dirty="0">
                <a:latin typeface="Arial MT"/>
                <a:cs typeface="Arial MT"/>
              </a:rPr>
              <a:t> </a:t>
            </a:r>
            <a:r>
              <a:rPr sz="2800" dirty="0">
                <a:latin typeface="Arial MT"/>
                <a:cs typeface="Arial MT"/>
              </a:rPr>
              <a:t>page</a:t>
            </a:r>
            <a:r>
              <a:rPr sz="2800" spc="-10" dirty="0">
                <a:latin typeface="Arial MT"/>
                <a:cs typeface="Arial MT"/>
              </a:rPr>
              <a:t> </a:t>
            </a:r>
            <a:r>
              <a:rPr sz="2800" spc="-5" dirty="0">
                <a:latin typeface="Arial MT"/>
                <a:cs typeface="Arial MT"/>
              </a:rPr>
              <a:t>etc.</a:t>
            </a:r>
            <a:endParaRPr lang="en-GB" sz="2800" spc="-5" dirty="0">
              <a:latin typeface="Arial MT"/>
              <a:cs typeface="Arial MT"/>
            </a:endParaRPr>
          </a:p>
          <a:p>
            <a:pPr marL="241300" marR="57150" indent="-228600">
              <a:spcBef>
                <a:spcPts val="380"/>
              </a:spcBef>
              <a:buChar char="•"/>
              <a:tabLst>
                <a:tab pos="241300" algn="l"/>
              </a:tabLst>
            </a:pPr>
            <a:endParaRPr sz="2800" dirty="0">
              <a:latin typeface="Arial MT"/>
              <a:cs typeface="Arial MT"/>
            </a:endParaRPr>
          </a:p>
          <a:p>
            <a:pPr marL="241300" marR="5080" indent="-228600">
              <a:spcBef>
                <a:spcPts val="660"/>
              </a:spcBef>
              <a:buChar char="•"/>
              <a:tabLst>
                <a:tab pos="241300" algn="l"/>
              </a:tabLst>
            </a:pPr>
            <a:r>
              <a:rPr sz="2800" spc="-5" dirty="0">
                <a:latin typeface="Arial MT"/>
                <a:cs typeface="Arial MT"/>
              </a:rPr>
              <a:t>Add </a:t>
            </a:r>
            <a:r>
              <a:rPr sz="2800" dirty="0">
                <a:latin typeface="Arial MT"/>
                <a:cs typeface="Arial MT"/>
              </a:rPr>
              <a:t>a </a:t>
            </a:r>
            <a:r>
              <a:rPr sz="2800" b="1" i="1" spc="-5" dirty="0">
                <a:latin typeface="Arial"/>
                <a:cs typeface="Arial"/>
              </a:rPr>
              <a:t>'Home' button </a:t>
            </a:r>
            <a:r>
              <a:rPr sz="2800" dirty="0">
                <a:latin typeface="Arial MT"/>
                <a:cs typeface="Arial MT"/>
              </a:rPr>
              <a:t>- </a:t>
            </a:r>
            <a:r>
              <a:rPr sz="2800" spc="-60" dirty="0">
                <a:latin typeface="Arial MT"/>
                <a:cs typeface="Arial MT"/>
              </a:rPr>
              <a:t>Your </a:t>
            </a:r>
            <a:r>
              <a:rPr sz="2800" dirty="0">
                <a:latin typeface="Arial MT"/>
                <a:cs typeface="Arial MT"/>
              </a:rPr>
              <a:t>home page is </a:t>
            </a:r>
            <a:r>
              <a:rPr sz="2800" spc="-5" dirty="0">
                <a:latin typeface="Arial MT"/>
                <a:cs typeface="Arial MT"/>
              </a:rPr>
              <a:t>the </a:t>
            </a:r>
            <a:r>
              <a:rPr sz="2800" dirty="0">
                <a:latin typeface="Arial MT"/>
                <a:cs typeface="Arial MT"/>
              </a:rPr>
              <a:t>most</a:t>
            </a:r>
            <a:r>
              <a:rPr sz="2800" spc="-15" dirty="0">
                <a:latin typeface="Arial MT"/>
                <a:cs typeface="Arial MT"/>
              </a:rPr>
              <a:t> </a:t>
            </a:r>
            <a:r>
              <a:rPr sz="2800" spc="-5" dirty="0">
                <a:latin typeface="Arial MT"/>
                <a:cs typeface="Arial MT"/>
              </a:rPr>
              <a:t>important</a:t>
            </a:r>
            <a:r>
              <a:rPr sz="2800" spc="-15" dirty="0">
                <a:latin typeface="Arial MT"/>
                <a:cs typeface="Arial MT"/>
              </a:rPr>
              <a:t> </a:t>
            </a:r>
            <a:r>
              <a:rPr sz="2800" dirty="0">
                <a:latin typeface="Arial MT"/>
                <a:cs typeface="Arial MT"/>
              </a:rPr>
              <a:t>page</a:t>
            </a:r>
            <a:r>
              <a:rPr sz="2800" spc="-10" dirty="0">
                <a:latin typeface="Arial MT"/>
                <a:cs typeface="Arial MT"/>
              </a:rPr>
              <a:t> </a:t>
            </a:r>
            <a:r>
              <a:rPr sz="2800" dirty="0">
                <a:latin typeface="Arial MT"/>
                <a:cs typeface="Arial MT"/>
              </a:rPr>
              <a:t>on</a:t>
            </a:r>
            <a:r>
              <a:rPr sz="2800" spc="-10" dirty="0">
                <a:latin typeface="Arial MT"/>
                <a:cs typeface="Arial MT"/>
              </a:rPr>
              <a:t> </a:t>
            </a:r>
            <a:r>
              <a:rPr sz="2800" dirty="0">
                <a:latin typeface="Arial MT"/>
                <a:cs typeface="Arial MT"/>
              </a:rPr>
              <a:t>your</a:t>
            </a:r>
            <a:r>
              <a:rPr sz="2800" spc="-10" dirty="0">
                <a:latin typeface="Arial MT"/>
                <a:cs typeface="Arial MT"/>
              </a:rPr>
              <a:t> </a:t>
            </a:r>
            <a:r>
              <a:rPr sz="2800" spc="-5" dirty="0">
                <a:latin typeface="Arial MT"/>
                <a:cs typeface="Arial MT"/>
              </a:rPr>
              <a:t>site,</a:t>
            </a:r>
            <a:r>
              <a:rPr sz="2800" spc="-15" dirty="0">
                <a:latin typeface="Arial MT"/>
                <a:cs typeface="Arial MT"/>
              </a:rPr>
              <a:t> </a:t>
            </a:r>
            <a:r>
              <a:rPr sz="2800" dirty="0">
                <a:latin typeface="Arial MT"/>
                <a:cs typeface="Arial MT"/>
              </a:rPr>
              <a:t>so</a:t>
            </a:r>
            <a:r>
              <a:rPr sz="2800" spc="-10" dirty="0">
                <a:latin typeface="Arial MT"/>
                <a:cs typeface="Arial MT"/>
              </a:rPr>
              <a:t> </a:t>
            </a:r>
            <a:r>
              <a:rPr sz="2800" dirty="0">
                <a:latin typeface="Arial MT"/>
                <a:cs typeface="Arial MT"/>
              </a:rPr>
              <a:t>make</a:t>
            </a:r>
            <a:r>
              <a:rPr sz="2800" spc="-10" dirty="0">
                <a:latin typeface="Arial MT"/>
                <a:cs typeface="Arial MT"/>
              </a:rPr>
              <a:t> </a:t>
            </a:r>
            <a:r>
              <a:rPr sz="2800" dirty="0">
                <a:latin typeface="Arial MT"/>
                <a:cs typeface="Arial MT"/>
              </a:rPr>
              <a:t>sure </a:t>
            </a:r>
            <a:r>
              <a:rPr sz="2800" spc="-655" dirty="0">
                <a:latin typeface="Arial MT"/>
                <a:cs typeface="Arial MT"/>
              </a:rPr>
              <a:t> </a:t>
            </a:r>
            <a:r>
              <a:rPr sz="2800" dirty="0">
                <a:latin typeface="Arial MT"/>
                <a:cs typeface="Arial MT"/>
              </a:rPr>
              <a:t>your</a:t>
            </a:r>
            <a:r>
              <a:rPr sz="2800" spc="-15" dirty="0">
                <a:latin typeface="Arial MT"/>
                <a:cs typeface="Arial MT"/>
              </a:rPr>
              <a:t> </a:t>
            </a:r>
            <a:r>
              <a:rPr sz="2800" dirty="0">
                <a:latin typeface="Arial MT"/>
                <a:cs typeface="Arial MT"/>
              </a:rPr>
              <a:t>users</a:t>
            </a:r>
            <a:r>
              <a:rPr sz="2800" spc="-10" dirty="0">
                <a:latin typeface="Arial MT"/>
                <a:cs typeface="Arial MT"/>
              </a:rPr>
              <a:t> </a:t>
            </a:r>
            <a:r>
              <a:rPr sz="2800" dirty="0">
                <a:latin typeface="Arial MT"/>
                <a:cs typeface="Arial MT"/>
              </a:rPr>
              <a:t>always</a:t>
            </a:r>
            <a:r>
              <a:rPr sz="2800" spc="-10" dirty="0">
                <a:latin typeface="Arial MT"/>
                <a:cs typeface="Arial MT"/>
              </a:rPr>
              <a:t> </a:t>
            </a:r>
            <a:r>
              <a:rPr sz="2800" dirty="0">
                <a:latin typeface="Arial MT"/>
                <a:cs typeface="Arial MT"/>
              </a:rPr>
              <a:t>know</a:t>
            </a:r>
            <a:r>
              <a:rPr sz="2800" spc="-5" dirty="0">
                <a:latin typeface="Arial MT"/>
                <a:cs typeface="Arial MT"/>
              </a:rPr>
              <a:t> </a:t>
            </a:r>
            <a:r>
              <a:rPr sz="2800" dirty="0">
                <a:latin typeface="Arial MT"/>
                <a:cs typeface="Arial MT"/>
              </a:rPr>
              <a:t>how</a:t>
            </a:r>
            <a:r>
              <a:rPr sz="2800" spc="-10" dirty="0">
                <a:latin typeface="Arial MT"/>
                <a:cs typeface="Arial MT"/>
              </a:rPr>
              <a:t> </a:t>
            </a:r>
            <a:r>
              <a:rPr sz="2800" spc="-5" dirty="0">
                <a:latin typeface="Arial MT"/>
                <a:cs typeface="Arial MT"/>
              </a:rPr>
              <a:t>to</a:t>
            </a:r>
            <a:r>
              <a:rPr sz="2800" spc="-10" dirty="0">
                <a:latin typeface="Arial MT"/>
                <a:cs typeface="Arial MT"/>
              </a:rPr>
              <a:t> </a:t>
            </a:r>
            <a:r>
              <a:rPr sz="2800" dirty="0">
                <a:latin typeface="Arial MT"/>
                <a:cs typeface="Arial MT"/>
              </a:rPr>
              <a:t>get</a:t>
            </a:r>
            <a:r>
              <a:rPr sz="2800" spc="-15" dirty="0">
                <a:latin typeface="Arial MT"/>
                <a:cs typeface="Arial MT"/>
              </a:rPr>
              <a:t> </a:t>
            </a:r>
            <a:r>
              <a:rPr sz="2800" dirty="0">
                <a:latin typeface="Arial MT"/>
                <a:cs typeface="Arial MT"/>
              </a:rPr>
              <a:t>back</a:t>
            </a:r>
            <a:r>
              <a:rPr sz="2800" spc="-10" dirty="0">
                <a:latin typeface="Arial MT"/>
                <a:cs typeface="Arial MT"/>
              </a:rPr>
              <a:t> </a:t>
            </a:r>
            <a:r>
              <a:rPr sz="2800" spc="-5" dirty="0">
                <a:latin typeface="Arial MT"/>
                <a:cs typeface="Arial MT"/>
              </a:rPr>
              <a:t>to</a:t>
            </a:r>
            <a:r>
              <a:rPr sz="2800" spc="-15" dirty="0">
                <a:latin typeface="Arial MT"/>
                <a:cs typeface="Arial MT"/>
              </a:rPr>
              <a:t> </a:t>
            </a:r>
            <a:r>
              <a:rPr sz="2800" spc="-5" dirty="0">
                <a:latin typeface="Arial MT"/>
                <a:cs typeface="Arial MT"/>
              </a:rPr>
              <a:t>it.</a:t>
            </a:r>
            <a:endParaRPr lang="en-GB" sz="2800" spc="-5" dirty="0">
              <a:latin typeface="Arial MT"/>
              <a:cs typeface="Arial MT"/>
            </a:endParaRPr>
          </a:p>
          <a:p>
            <a:pPr marL="241300" marR="5080" indent="-228600">
              <a:spcBef>
                <a:spcPts val="660"/>
              </a:spcBef>
              <a:buChar char="•"/>
              <a:tabLst>
                <a:tab pos="241300" algn="l"/>
              </a:tabLst>
            </a:pPr>
            <a:endParaRPr sz="2800" dirty="0">
              <a:latin typeface="Arial MT"/>
              <a:cs typeface="Arial MT"/>
            </a:endParaRPr>
          </a:p>
          <a:p>
            <a:pPr marL="241300" indent="-228600">
              <a:spcBef>
                <a:spcPts val="305"/>
              </a:spcBef>
              <a:buChar char="•"/>
              <a:tabLst>
                <a:tab pos="241300" algn="l"/>
              </a:tabLst>
            </a:pPr>
            <a:r>
              <a:rPr sz="2800" spc="-5" dirty="0">
                <a:latin typeface="Arial MT"/>
                <a:cs typeface="Arial MT"/>
              </a:rPr>
              <a:t>Provide</a:t>
            </a:r>
            <a:r>
              <a:rPr sz="2800" dirty="0">
                <a:latin typeface="Arial MT"/>
                <a:cs typeface="Arial MT"/>
              </a:rPr>
              <a:t> a </a:t>
            </a:r>
            <a:r>
              <a:rPr sz="2800" b="1" i="1" spc="-5" dirty="0">
                <a:latin typeface="Arial"/>
                <a:cs typeface="Arial"/>
              </a:rPr>
              <a:t>variety</a:t>
            </a:r>
            <a:r>
              <a:rPr sz="2800" b="1" i="1" dirty="0">
                <a:latin typeface="Arial"/>
                <a:cs typeface="Arial"/>
              </a:rPr>
              <a:t> </a:t>
            </a:r>
            <a:r>
              <a:rPr sz="2800" dirty="0">
                <a:latin typeface="Arial MT"/>
                <a:cs typeface="Arial MT"/>
              </a:rPr>
              <a:t>of</a:t>
            </a:r>
            <a:r>
              <a:rPr sz="2800" spc="-5" dirty="0">
                <a:latin typeface="Arial MT"/>
                <a:cs typeface="Arial MT"/>
              </a:rPr>
              <a:t> navigation</a:t>
            </a:r>
            <a:r>
              <a:rPr sz="2800" dirty="0">
                <a:latin typeface="Arial MT"/>
                <a:cs typeface="Arial MT"/>
              </a:rPr>
              <a:t> </a:t>
            </a:r>
            <a:r>
              <a:rPr sz="2800" spc="-5" dirty="0">
                <a:latin typeface="Arial MT"/>
                <a:cs typeface="Arial MT"/>
              </a:rPr>
              <a:t>options</a:t>
            </a:r>
            <a:r>
              <a:rPr lang="en-GB" sz="2800" spc="-5" dirty="0">
                <a:latin typeface="Arial MT"/>
                <a:cs typeface="Arial MT"/>
              </a:rPr>
              <a:t>.</a:t>
            </a:r>
            <a:endParaRPr sz="2800" dirty="0">
              <a:latin typeface="Arial MT"/>
              <a:cs typeface="Arial M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4267200" cy="1090042"/>
          </a:xfrm>
          <a:prstGeom prst="rect">
            <a:avLst/>
          </a:prstGeom>
        </p:spPr>
        <p:txBody>
          <a:bodyPr vert="horz" wrap="square" lIns="0" tIns="12700" rIns="0" bIns="0" rtlCol="0">
            <a:spAutoFit/>
          </a:bodyPr>
          <a:lstStyle/>
          <a:p>
            <a:pPr marL="12700">
              <a:lnSpc>
                <a:spcPct val="100000"/>
              </a:lnSpc>
              <a:spcBef>
                <a:spcPts val="100"/>
              </a:spcBef>
            </a:pPr>
            <a:r>
              <a:rPr spc="-5" dirty="0"/>
              <a:t>Navigation</a:t>
            </a:r>
            <a:r>
              <a:rPr spc="5" dirty="0"/>
              <a:t> </a:t>
            </a:r>
            <a:r>
              <a:rPr spc="-5" dirty="0"/>
              <a:t>Design</a:t>
            </a:r>
            <a:r>
              <a:rPr spc="5" dirty="0"/>
              <a:t> </a:t>
            </a:r>
            <a:r>
              <a:rPr spc="-5" dirty="0"/>
              <a:t>Fundamentals</a:t>
            </a:r>
          </a:p>
        </p:txBody>
      </p:sp>
      <p:sp>
        <p:nvSpPr>
          <p:cNvPr id="4" name="object 4"/>
          <p:cNvSpPr txBox="1">
            <a:spLocks noGrp="1"/>
          </p:cNvSpPr>
          <p:nvPr>
            <p:ph type="sldNum" sz="quarter" idx="7"/>
          </p:nvPr>
        </p:nvSpPr>
        <p:spPr>
          <a:prstGeom prst="rect">
            <a:avLst/>
          </a:prstGeom>
        </p:spPr>
        <p:txBody>
          <a:bodyPr vert="horz" wrap="square" lIns="0" tIns="3810" rIns="0" bIns="0" rtlCol="0">
            <a:spAutoFit/>
          </a:bodyPr>
          <a:lstStyle/>
          <a:p>
            <a:pPr marL="39370">
              <a:lnSpc>
                <a:spcPct val="100000"/>
              </a:lnSpc>
              <a:spcBef>
                <a:spcPts val="30"/>
              </a:spcBef>
            </a:pPr>
            <a:fld id="{81D60167-4931-47E6-BA6A-407CBD079E47}" type="slidenum">
              <a:rPr dirty="0"/>
              <a:t>26</a:t>
            </a:fld>
            <a:endParaRPr dirty="0"/>
          </a:p>
        </p:txBody>
      </p:sp>
      <p:sp>
        <p:nvSpPr>
          <p:cNvPr id="3" name="object 3"/>
          <p:cNvSpPr txBox="1"/>
          <p:nvPr/>
        </p:nvSpPr>
        <p:spPr>
          <a:xfrm>
            <a:off x="457200" y="1905000"/>
            <a:ext cx="7772400" cy="4361450"/>
          </a:xfrm>
          <a:prstGeom prst="rect">
            <a:avLst/>
          </a:prstGeom>
        </p:spPr>
        <p:txBody>
          <a:bodyPr vert="horz" wrap="square" lIns="0" tIns="41910" rIns="0" bIns="0" rtlCol="0">
            <a:spAutoFit/>
          </a:bodyPr>
          <a:lstStyle/>
          <a:p>
            <a:pPr marL="241300" marR="5080" indent="-228600">
              <a:spcBef>
                <a:spcPts val="330"/>
              </a:spcBef>
              <a:buFont typeface="Arial MT"/>
              <a:buChar char="•"/>
              <a:tabLst>
                <a:tab pos="240665" algn="l"/>
                <a:tab pos="241300" algn="l"/>
              </a:tabLst>
            </a:pPr>
            <a:r>
              <a:rPr sz="2400" b="1" dirty="0">
                <a:latin typeface="Arial"/>
                <a:cs typeface="Arial"/>
              </a:rPr>
              <a:t>Leave out </a:t>
            </a:r>
            <a:r>
              <a:rPr sz="2400" b="1" spc="-5" dirty="0">
                <a:latin typeface="Arial"/>
                <a:cs typeface="Arial"/>
              </a:rPr>
              <a:t>the unimportant stuff </a:t>
            </a:r>
            <a:r>
              <a:rPr sz="2400" b="1" dirty="0">
                <a:latin typeface="Arial"/>
                <a:cs typeface="Arial"/>
              </a:rPr>
              <a:t>- </a:t>
            </a:r>
            <a:r>
              <a:rPr sz="2400" dirty="0">
                <a:latin typeface="Arial MT"/>
                <a:cs typeface="Arial MT"/>
              </a:rPr>
              <a:t>links such as 'Contact </a:t>
            </a:r>
            <a:r>
              <a:rPr sz="2400" spc="5" dirty="0">
                <a:latin typeface="Arial MT"/>
                <a:cs typeface="Arial MT"/>
              </a:rPr>
              <a:t> </a:t>
            </a:r>
            <a:r>
              <a:rPr sz="2400" dirty="0">
                <a:latin typeface="Arial MT"/>
                <a:cs typeface="Arial MT"/>
              </a:rPr>
              <a:t>Us' and 'Privacy Policy' </a:t>
            </a:r>
            <a:r>
              <a:rPr sz="2400" spc="-5" dirty="0">
                <a:latin typeface="Arial MT"/>
                <a:cs typeface="Arial MT"/>
              </a:rPr>
              <a:t>are </a:t>
            </a:r>
            <a:r>
              <a:rPr sz="2400" dirty="0">
                <a:latin typeface="Arial MT"/>
                <a:cs typeface="Arial MT"/>
              </a:rPr>
              <a:t>best </a:t>
            </a:r>
            <a:r>
              <a:rPr sz="2400" spc="-5" dirty="0">
                <a:latin typeface="Arial MT"/>
                <a:cs typeface="Arial MT"/>
              </a:rPr>
              <a:t>left </a:t>
            </a:r>
            <a:r>
              <a:rPr sz="2400" dirty="0">
                <a:latin typeface="Arial MT"/>
                <a:cs typeface="Arial MT"/>
              </a:rPr>
              <a:t>out of your </a:t>
            </a:r>
            <a:r>
              <a:rPr sz="2400" spc="-5" dirty="0">
                <a:latin typeface="Arial MT"/>
                <a:cs typeface="Arial MT"/>
              </a:rPr>
              <a:t>Website's</a:t>
            </a:r>
            <a:r>
              <a:rPr sz="2400" dirty="0">
                <a:latin typeface="Arial MT"/>
                <a:cs typeface="Arial MT"/>
              </a:rPr>
              <a:t> main</a:t>
            </a:r>
            <a:r>
              <a:rPr sz="2400" spc="-15" dirty="0">
                <a:latin typeface="Arial MT"/>
                <a:cs typeface="Arial MT"/>
              </a:rPr>
              <a:t> </a:t>
            </a:r>
            <a:r>
              <a:rPr sz="2400" dirty="0">
                <a:latin typeface="Arial MT"/>
                <a:cs typeface="Arial MT"/>
              </a:rPr>
              <a:t>navigation.</a:t>
            </a:r>
            <a:r>
              <a:rPr sz="2400" spc="-55" dirty="0">
                <a:latin typeface="Arial MT"/>
                <a:cs typeface="Arial MT"/>
              </a:rPr>
              <a:t> </a:t>
            </a:r>
            <a:r>
              <a:rPr sz="2400" dirty="0">
                <a:latin typeface="Arial MT"/>
                <a:cs typeface="Arial MT"/>
              </a:rPr>
              <a:t>The</a:t>
            </a:r>
            <a:r>
              <a:rPr sz="2400" spc="-15" dirty="0">
                <a:latin typeface="Arial MT"/>
                <a:cs typeface="Arial MT"/>
              </a:rPr>
              <a:t> </a:t>
            </a:r>
            <a:r>
              <a:rPr sz="2400" spc="-5" dirty="0">
                <a:latin typeface="Arial MT"/>
                <a:cs typeface="Arial MT"/>
              </a:rPr>
              <a:t>most</a:t>
            </a:r>
            <a:r>
              <a:rPr sz="2400" spc="-15" dirty="0">
                <a:latin typeface="Arial MT"/>
                <a:cs typeface="Arial MT"/>
              </a:rPr>
              <a:t> </a:t>
            </a:r>
            <a:r>
              <a:rPr sz="2400" spc="-5" dirty="0">
                <a:latin typeface="Arial MT"/>
                <a:cs typeface="Arial MT"/>
              </a:rPr>
              <a:t>common</a:t>
            </a:r>
            <a:r>
              <a:rPr sz="2400" spc="-15" dirty="0">
                <a:latin typeface="Arial MT"/>
                <a:cs typeface="Arial MT"/>
              </a:rPr>
              <a:t> </a:t>
            </a:r>
            <a:r>
              <a:rPr sz="2400" dirty="0">
                <a:latin typeface="Arial MT"/>
                <a:cs typeface="Arial MT"/>
              </a:rPr>
              <a:t>place</a:t>
            </a:r>
            <a:r>
              <a:rPr sz="2400" spc="-15" dirty="0">
                <a:latin typeface="Arial MT"/>
                <a:cs typeface="Arial MT"/>
              </a:rPr>
              <a:t> </a:t>
            </a:r>
            <a:r>
              <a:rPr sz="2400" spc="-5" dirty="0">
                <a:latin typeface="Arial MT"/>
                <a:cs typeface="Arial MT"/>
              </a:rPr>
              <a:t>for</a:t>
            </a:r>
            <a:r>
              <a:rPr sz="2400" spc="-10" dirty="0">
                <a:latin typeface="Arial MT"/>
                <a:cs typeface="Arial MT"/>
              </a:rPr>
              <a:t> </a:t>
            </a:r>
            <a:r>
              <a:rPr sz="2400" spc="-5" dirty="0">
                <a:latin typeface="Arial MT"/>
                <a:cs typeface="Arial MT"/>
              </a:rPr>
              <a:t>these</a:t>
            </a:r>
            <a:r>
              <a:rPr sz="2400" spc="-15" dirty="0">
                <a:latin typeface="Arial MT"/>
                <a:cs typeface="Arial MT"/>
              </a:rPr>
              <a:t> </a:t>
            </a:r>
            <a:r>
              <a:rPr sz="2400" spc="-5" dirty="0">
                <a:latin typeface="Arial MT"/>
                <a:cs typeface="Arial MT"/>
              </a:rPr>
              <a:t>to</a:t>
            </a:r>
            <a:r>
              <a:rPr sz="2400" spc="-15" dirty="0">
                <a:latin typeface="Arial MT"/>
                <a:cs typeface="Arial MT"/>
              </a:rPr>
              <a:t> </a:t>
            </a:r>
            <a:r>
              <a:rPr sz="2400" dirty="0">
                <a:latin typeface="Arial MT"/>
                <a:cs typeface="Arial MT"/>
              </a:rPr>
              <a:t>go</a:t>
            </a:r>
            <a:r>
              <a:rPr sz="2400" spc="-10" dirty="0">
                <a:latin typeface="Arial MT"/>
                <a:cs typeface="Arial MT"/>
              </a:rPr>
              <a:t> </a:t>
            </a:r>
            <a:r>
              <a:rPr sz="2400" dirty="0">
                <a:latin typeface="Arial MT"/>
                <a:cs typeface="Arial MT"/>
              </a:rPr>
              <a:t>is </a:t>
            </a:r>
            <a:r>
              <a:rPr sz="2400" spc="-545" dirty="0">
                <a:latin typeface="Arial MT"/>
                <a:cs typeface="Arial MT"/>
              </a:rPr>
              <a:t> </a:t>
            </a:r>
            <a:r>
              <a:rPr sz="2400" dirty="0">
                <a:latin typeface="Arial MT"/>
                <a:cs typeface="Arial MT"/>
              </a:rPr>
              <a:t>at</a:t>
            </a:r>
            <a:r>
              <a:rPr sz="2400" spc="-20" dirty="0">
                <a:latin typeface="Arial MT"/>
                <a:cs typeface="Arial MT"/>
              </a:rPr>
              <a:t> </a:t>
            </a:r>
            <a:r>
              <a:rPr sz="2400" spc="-5" dirty="0">
                <a:latin typeface="Arial MT"/>
                <a:cs typeface="Arial MT"/>
              </a:rPr>
              <a:t>the</a:t>
            </a:r>
            <a:r>
              <a:rPr sz="2400" spc="-10" dirty="0">
                <a:latin typeface="Arial MT"/>
                <a:cs typeface="Arial MT"/>
              </a:rPr>
              <a:t> </a:t>
            </a:r>
            <a:r>
              <a:rPr sz="2400" spc="-5" dirty="0">
                <a:latin typeface="Arial MT"/>
                <a:cs typeface="Arial MT"/>
              </a:rPr>
              <a:t>bottom</a:t>
            </a:r>
            <a:r>
              <a:rPr sz="2400" spc="-10" dirty="0">
                <a:latin typeface="Arial MT"/>
                <a:cs typeface="Arial MT"/>
              </a:rPr>
              <a:t> </a:t>
            </a:r>
            <a:r>
              <a:rPr sz="2400" dirty="0">
                <a:latin typeface="Arial MT"/>
                <a:cs typeface="Arial MT"/>
              </a:rPr>
              <a:t>of</a:t>
            </a:r>
            <a:r>
              <a:rPr sz="2400" spc="-20" dirty="0">
                <a:latin typeface="Arial MT"/>
                <a:cs typeface="Arial MT"/>
              </a:rPr>
              <a:t> </a:t>
            </a:r>
            <a:r>
              <a:rPr sz="2400" spc="-5" dirty="0">
                <a:latin typeface="Arial MT"/>
                <a:cs typeface="Arial MT"/>
              </a:rPr>
              <a:t>the</a:t>
            </a:r>
            <a:r>
              <a:rPr sz="2400" spc="-10" dirty="0">
                <a:latin typeface="Arial MT"/>
                <a:cs typeface="Arial MT"/>
              </a:rPr>
              <a:t> </a:t>
            </a:r>
            <a:r>
              <a:rPr sz="2400" dirty="0">
                <a:latin typeface="Arial MT"/>
                <a:cs typeface="Arial MT"/>
              </a:rPr>
              <a:t>page.</a:t>
            </a:r>
            <a:endParaRPr lang="en-GB" sz="2400" dirty="0">
              <a:latin typeface="Arial MT"/>
              <a:cs typeface="Arial MT"/>
            </a:endParaRPr>
          </a:p>
          <a:p>
            <a:pPr marL="241300" marR="5080" indent="-228600">
              <a:spcBef>
                <a:spcPts val="330"/>
              </a:spcBef>
              <a:buFont typeface="Arial MT"/>
              <a:buChar char="•"/>
              <a:tabLst>
                <a:tab pos="240665" algn="l"/>
                <a:tab pos="241300" algn="l"/>
              </a:tabLst>
            </a:pPr>
            <a:endParaRPr sz="2400" dirty="0">
              <a:latin typeface="Arial MT"/>
              <a:cs typeface="Arial MT"/>
            </a:endParaRPr>
          </a:p>
          <a:p>
            <a:pPr marL="241300" marR="225425" indent="-228600">
              <a:spcBef>
                <a:spcPts val="520"/>
              </a:spcBef>
              <a:buFont typeface="Arial MT"/>
              <a:buChar char="•"/>
              <a:tabLst>
                <a:tab pos="240665" algn="l"/>
                <a:tab pos="241300" algn="l"/>
              </a:tabLst>
            </a:pPr>
            <a:r>
              <a:rPr sz="2400" b="1" spc="-5" dirty="0">
                <a:latin typeface="Arial"/>
                <a:cs typeface="Arial"/>
              </a:rPr>
              <a:t>Provide support </a:t>
            </a:r>
            <a:r>
              <a:rPr sz="2400" dirty="0">
                <a:latin typeface="Arial MT"/>
                <a:cs typeface="Arial MT"/>
              </a:rPr>
              <a:t>and </a:t>
            </a:r>
            <a:r>
              <a:rPr sz="2400" b="1" spc="-5" dirty="0">
                <a:latin typeface="Arial"/>
                <a:cs typeface="Arial"/>
              </a:rPr>
              <a:t>feedback</a:t>
            </a:r>
            <a:r>
              <a:rPr sz="2400" spc="-5" dirty="0">
                <a:latin typeface="Arial MT"/>
                <a:cs typeface="Arial MT"/>
              </a:rPr>
              <a:t>, e.g., sitemaps, contacts </a:t>
            </a:r>
            <a:r>
              <a:rPr sz="2400" spc="-545" dirty="0">
                <a:latin typeface="Arial MT"/>
                <a:cs typeface="Arial MT"/>
              </a:rPr>
              <a:t> </a:t>
            </a:r>
            <a:r>
              <a:rPr sz="2400" dirty="0">
                <a:latin typeface="Arial MT"/>
                <a:cs typeface="Arial MT"/>
              </a:rPr>
              <a:t>on</a:t>
            </a:r>
            <a:r>
              <a:rPr sz="2400" spc="-15" dirty="0">
                <a:latin typeface="Arial MT"/>
                <a:cs typeface="Arial MT"/>
              </a:rPr>
              <a:t> </a:t>
            </a:r>
            <a:r>
              <a:rPr sz="2400" dirty="0">
                <a:latin typeface="Arial MT"/>
                <a:cs typeface="Arial MT"/>
              </a:rPr>
              <a:t>each</a:t>
            </a:r>
            <a:r>
              <a:rPr sz="2400" spc="-10" dirty="0">
                <a:latin typeface="Arial MT"/>
                <a:cs typeface="Arial MT"/>
              </a:rPr>
              <a:t> </a:t>
            </a:r>
            <a:r>
              <a:rPr sz="2400" dirty="0">
                <a:latin typeface="Arial MT"/>
                <a:cs typeface="Arial MT"/>
              </a:rPr>
              <a:t>page,</a:t>
            </a:r>
            <a:r>
              <a:rPr sz="2400" spc="-15" dirty="0">
                <a:latin typeface="Arial MT"/>
                <a:cs typeface="Arial MT"/>
              </a:rPr>
              <a:t> </a:t>
            </a:r>
            <a:r>
              <a:rPr sz="2400" spc="-5" dirty="0">
                <a:latin typeface="Arial MT"/>
                <a:cs typeface="Arial MT"/>
              </a:rPr>
              <a:t>etc.</a:t>
            </a:r>
            <a:endParaRPr lang="en-GB" sz="2400" spc="-5" dirty="0">
              <a:latin typeface="Arial MT"/>
              <a:cs typeface="Arial MT"/>
            </a:endParaRPr>
          </a:p>
          <a:p>
            <a:pPr marL="241300" marR="225425" indent="-228600">
              <a:spcBef>
                <a:spcPts val="520"/>
              </a:spcBef>
              <a:buFont typeface="Arial MT"/>
              <a:buChar char="•"/>
              <a:tabLst>
                <a:tab pos="240665" algn="l"/>
                <a:tab pos="241300" algn="l"/>
              </a:tabLst>
            </a:pPr>
            <a:endParaRPr sz="2400" dirty="0">
              <a:latin typeface="Arial MT"/>
              <a:cs typeface="Arial MT"/>
            </a:endParaRPr>
          </a:p>
          <a:p>
            <a:pPr marL="241300" marR="96520" indent="-228600">
              <a:spcBef>
                <a:spcPts val="695"/>
              </a:spcBef>
              <a:buChar char="•"/>
              <a:tabLst>
                <a:tab pos="240665" algn="l"/>
                <a:tab pos="241300" algn="l"/>
              </a:tabLst>
            </a:pPr>
            <a:r>
              <a:rPr sz="2400" spc="-5" dirty="0">
                <a:latin typeface="Arial MT"/>
                <a:cs typeface="Arial MT"/>
              </a:rPr>
              <a:t>Keep </a:t>
            </a:r>
            <a:r>
              <a:rPr sz="2400" dirty="0">
                <a:latin typeface="Arial MT"/>
                <a:cs typeface="Arial MT"/>
              </a:rPr>
              <a:t>it </a:t>
            </a:r>
            <a:r>
              <a:rPr sz="2400" b="1" spc="-5" dirty="0">
                <a:latin typeface="Arial"/>
                <a:cs typeface="Arial"/>
              </a:rPr>
              <a:t>fast </a:t>
            </a:r>
            <a:r>
              <a:rPr sz="2400" dirty="0">
                <a:latin typeface="Arial MT"/>
                <a:cs typeface="Arial MT"/>
              </a:rPr>
              <a:t>- </a:t>
            </a:r>
            <a:r>
              <a:rPr sz="2400" spc="-5" dirty="0">
                <a:latin typeface="Arial MT"/>
                <a:cs typeface="Arial MT"/>
              </a:rPr>
              <a:t>optimize </a:t>
            </a:r>
            <a:r>
              <a:rPr sz="2400" dirty="0">
                <a:latin typeface="Arial MT"/>
                <a:cs typeface="Arial MT"/>
              </a:rPr>
              <a:t>your images, your HTML and your </a:t>
            </a:r>
            <a:r>
              <a:rPr sz="2400" spc="-5" dirty="0">
                <a:latin typeface="Arial MT"/>
                <a:cs typeface="Arial MT"/>
              </a:rPr>
              <a:t>stylesheets</a:t>
            </a:r>
            <a:r>
              <a:rPr sz="2400" spc="-10" dirty="0">
                <a:latin typeface="Arial MT"/>
                <a:cs typeface="Arial MT"/>
              </a:rPr>
              <a:t> </a:t>
            </a:r>
            <a:r>
              <a:rPr sz="2400" spc="-5" dirty="0">
                <a:latin typeface="Arial MT"/>
                <a:cs typeface="Arial MT"/>
              </a:rPr>
              <a:t>to ensure everything</a:t>
            </a:r>
            <a:r>
              <a:rPr sz="2400" spc="-10" dirty="0">
                <a:latin typeface="Arial MT"/>
                <a:cs typeface="Arial MT"/>
              </a:rPr>
              <a:t> </a:t>
            </a:r>
            <a:r>
              <a:rPr sz="2400" dirty="0">
                <a:latin typeface="Arial MT"/>
                <a:cs typeface="Arial MT"/>
              </a:rPr>
              <a:t>loads</a:t>
            </a:r>
            <a:r>
              <a:rPr sz="2400" spc="-5" dirty="0">
                <a:latin typeface="Arial MT"/>
                <a:cs typeface="Arial MT"/>
              </a:rPr>
              <a:t> </a:t>
            </a:r>
            <a:r>
              <a:rPr sz="2400" dirty="0">
                <a:latin typeface="Arial MT"/>
                <a:cs typeface="Arial MT"/>
              </a:rPr>
              <a:t>as</a:t>
            </a:r>
            <a:r>
              <a:rPr sz="2400" spc="-5" dirty="0">
                <a:latin typeface="Arial MT"/>
                <a:cs typeface="Arial MT"/>
              </a:rPr>
              <a:t> fast</a:t>
            </a:r>
            <a:r>
              <a:rPr sz="2400" spc="-10" dirty="0">
                <a:latin typeface="Arial MT"/>
                <a:cs typeface="Arial MT"/>
              </a:rPr>
              <a:t> </a:t>
            </a:r>
            <a:r>
              <a:rPr sz="2400" dirty="0">
                <a:latin typeface="Arial MT"/>
                <a:cs typeface="Arial MT"/>
              </a:rPr>
              <a:t>as</a:t>
            </a:r>
            <a:r>
              <a:rPr sz="2400" spc="-10" dirty="0">
                <a:latin typeface="Arial MT"/>
                <a:cs typeface="Arial MT"/>
              </a:rPr>
              <a:t> </a:t>
            </a:r>
            <a:r>
              <a:rPr sz="2400" dirty="0">
                <a:latin typeface="Arial MT"/>
                <a:cs typeface="Arial MT"/>
              </a:rPr>
              <a:t>possible.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3657600" cy="1090042"/>
          </a:xfrm>
          <a:prstGeom prst="rect">
            <a:avLst/>
          </a:prstGeom>
        </p:spPr>
        <p:txBody>
          <a:bodyPr vert="horz" wrap="square" lIns="0" tIns="12700" rIns="0" bIns="0" rtlCol="0">
            <a:spAutoFit/>
          </a:bodyPr>
          <a:lstStyle/>
          <a:p>
            <a:pPr marL="12700">
              <a:lnSpc>
                <a:spcPct val="100000"/>
              </a:lnSpc>
              <a:spcBef>
                <a:spcPts val="100"/>
              </a:spcBef>
            </a:pPr>
            <a:r>
              <a:rPr spc="-5" dirty="0"/>
              <a:t>Navigation</a:t>
            </a:r>
            <a:r>
              <a:rPr dirty="0"/>
              <a:t> </a:t>
            </a:r>
            <a:r>
              <a:rPr spc="-5" dirty="0"/>
              <a:t>Design</a:t>
            </a:r>
            <a:r>
              <a:rPr dirty="0"/>
              <a:t> </a:t>
            </a:r>
            <a:r>
              <a:rPr spc="-5" dirty="0"/>
              <a:t>Patterns</a:t>
            </a:r>
          </a:p>
        </p:txBody>
      </p:sp>
      <p:sp>
        <p:nvSpPr>
          <p:cNvPr id="3" name="object 3"/>
          <p:cNvSpPr txBox="1"/>
          <p:nvPr/>
        </p:nvSpPr>
        <p:spPr>
          <a:xfrm>
            <a:off x="480134" y="2055177"/>
            <a:ext cx="8435266" cy="4855175"/>
          </a:xfrm>
          <a:prstGeom prst="rect">
            <a:avLst/>
          </a:prstGeom>
        </p:spPr>
        <p:txBody>
          <a:bodyPr vert="horz" wrap="square" lIns="0" tIns="73660" rIns="0" bIns="0" rtlCol="0">
            <a:spAutoFit/>
          </a:bodyPr>
          <a:lstStyle/>
          <a:p>
            <a:pPr marL="12700">
              <a:lnSpc>
                <a:spcPct val="100000"/>
              </a:lnSpc>
              <a:spcBef>
                <a:spcPts val="580"/>
              </a:spcBef>
              <a:tabLst>
                <a:tab pos="240665" algn="l"/>
                <a:tab pos="241300" algn="l"/>
              </a:tabLst>
            </a:pPr>
            <a:r>
              <a:rPr lang="en-GB" sz="2000" spc="-5" dirty="0">
                <a:latin typeface="Arial MT"/>
                <a:cs typeface="Arial MT"/>
              </a:rPr>
              <a:t>There are various types of navigation including, but not limited to:</a:t>
            </a:r>
          </a:p>
          <a:p>
            <a:pPr marL="241300" indent="-228600">
              <a:lnSpc>
                <a:spcPct val="100000"/>
              </a:lnSpc>
              <a:spcBef>
                <a:spcPts val="580"/>
              </a:spcBef>
              <a:buChar char="•"/>
              <a:tabLst>
                <a:tab pos="240665" algn="l"/>
                <a:tab pos="241300" algn="l"/>
              </a:tabLst>
            </a:pPr>
            <a:r>
              <a:rPr sz="2000" spc="-5" dirty="0">
                <a:latin typeface="Arial MT"/>
                <a:cs typeface="Arial MT"/>
              </a:rPr>
              <a:t>Horizontal</a:t>
            </a:r>
            <a:r>
              <a:rPr sz="2000" spc="-15" dirty="0">
                <a:latin typeface="Arial MT"/>
                <a:cs typeface="Arial MT"/>
              </a:rPr>
              <a:t> </a:t>
            </a:r>
            <a:endParaRPr lang="en-GB" sz="2000" spc="-15" dirty="0">
              <a:latin typeface="Arial MT"/>
              <a:cs typeface="Arial MT"/>
            </a:endParaRPr>
          </a:p>
          <a:p>
            <a:pPr marL="241300" indent="-228600">
              <a:lnSpc>
                <a:spcPct val="100000"/>
              </a:lnSpc>
              <a:spcBef>
                <a:spcPts val="580"/>
              </a:spcBef>
              <a:buChar char="•"/>
              <a:tabLst>
                <a:tab pos="240665" algn="l"/>
                <a:tab pos="241300" algn="l"/>
              </a:tabLst>
            </a:pPr>
            <a:r>
              <a:rPr sz="2000" spc="-15" dirty="0">
                <a:latin typeface="Arial MT"/>
                <a:cs typeface="Arial MT"/>
              </a:rPr>
              <a:t>Vertical</a:t>
            </a:r>
            <a:endParaRPr sz="2000" dirty="0">
              <a:latin typeface="Arial MT"/>
              <a:cs typeface="Arial MT"/>
            </a:endParaRPr>
          </a:p>
          <a:p>
            <a:pPr marL="241300" indent="-228600">
              <a:lnSpc>
                <a:spcPct val="100000"/>
              </a:lnSpc>
              <a:spcBef>
                <a:spcPts val="480"/>
              </a:spcBef>
              <a:buChar char="•"/>
              <a:tabLst>
                <a:tab pos="240665" algn="l"/>
                <a:tab pos="241300" algn="l"/>
              </a:tabLst>
            </a:pPr>
            <a:r>
              <a:rPr sz="2000" spc="-5" dirty="0">
                <a:latin typeface="Arial MT"/>
                <a:cs typeface="Arial MT"/>
              </a:rPr>
              <a:t>Mega</a:t>
            </a:r>
            <a:r>
              <a:rPr sz="2000" spc="-20" dirty="0">
                <a:latin typeface="Arial MT"/>
                <a:cs typeface="Arial MT"/>
              </a:rPr>
              <a:t> </a:t>
            </a:r>
            <a:r>
              <a:rPr sz="2000" spc="-5" dirty="0">
                <a:latin typeface="Arial MT"/>
                <a:cs typeface="Arial MT"/>
              </a:rPr>
              <a:t>Drop</a:t>
            </a:r>
            <a:r>
              <a:rPr sz="2000" spc="-15" dirty="0">
                <a:latin typeface="Arial MT"/>
                <a:cs typeface="Arial MT"/>
              </a:rPr>
              <a:t> </a:t>
            </a:r>
            <a:r>
              <a:rPr sz="2000" spc="-5" dirty="0">
                <a:latin typeface="Arial MT"/>
                <a:cs typeface="Arial MT"/>
              </a:rPr>
              <a:t>Down</a:t>
            </a:r>
            <a:endParaRPr sz="2000" dirty="0">
              <a:latin typeface="Arial MT"/>
              <a:cs typeface="Arial MT"/>
            </a:endParaRPr>
          </a:p>
          <a:p>
            <a:pPr marL="241300" indent="-228600">
              <a:lnSpc>
                <a:spcPct val="100000"/>
              </a:lnSpc>
              <a:spcBef>
                <a:spcPts val="360"/>
              </a:spcBef>
              <a:buChar char="•"/>
              <a:tabLst>
                <a:tab pos="240665" algn="l"/>
                <a:tab pos="241300" algn="l"/>
              </a:tabLst>
            </a:pPr>
            <a:r>
              <a:rPr sz="2000" spc="-5" dirty="0">
                <a:latin typeface="Arial MT"/>
                <a:cs typeface="Arial MT"/>
              </a:rPr>
              <a:t>Sticky/Fixed</a:t>
            </a:r>
            <a:endParaRPr sz="2000" dirty="0">
              <a:latin typeface="Arial MT"/>
              <a:cs typeface="Arial MT"/>
            </a:endParaRPr>
          </a:p>
          <a:p>
            <a:pPr marL="241300" indent="-228600">
              <a:lnSpc>
                <a:spcPct val="100000"/>
              </a:lnSpc>
              <a:spcBef>
                <a:spcPts val="455"/>
              </a:spcBef>
              <a:buChar char="•"/>
              <a:tabLst>
                <a:tab pos="240665" algn="l"/>
                <a:tab pos="241300" algn="l"/>
              </a:tabLst>
            </a:pPr>
            <a:r>
              <a:rPr sz="2000" dirty="0">
                <a:latin typeface="Arial MT"/>
                <a:cs typeface="Arial MT"/>
              </a:rPr>
              <a:t>Fat</a:t>
            </a:r>
            <a:r>
              <a:rPr sz="2000" spc="-90" dirty="0">
                <a:latin typeface="Arial MT"/>
                <a:cs typeface="Arial MT"/>
              </a:rPr>
              <a:t> </a:t>
            </a:r>
            <a:r>
              <a:rPr sz="2000" dirty="0">
                <a:latin typeface="Arial MT"/>
                <a:cs typeface="Arial MT"/>
              </a:rPr>
              <a:t>Footers</a:t>
            </a:r>
          </a:p>
          <a:p>
            <a:pPr marL="241300" indent="-228600">
              <a:lnSpc>
                <a:spcPct val="100000"/>
              </a:lnSpc>
              <a:spcBef>
                <a:spcPts val="360"/>
              </a:spcBef>
              <a:buChar char="•"/>
              <a:tabLst>
                <a:tab pos="240665" algn="l"/>
                <a:tab pos="241300" algn="l"/>
              </a:tabLst>
            </a:pPr>
            <a:r>
              <a:rPr sz="2000" spc="-5" dirty="0">
                <a:latin typeface="Arial MT"/>
                <a:cs typeface="Arial MT"/>
              </a:rPr>
              <a:t>Responsive</a:t>
            </a:r>
            <a:endParaRPr lang="en-GB" sz="2000" spc="-5" dirty="0">
              <a:latin typeface="Arial MT"/>
              <a:cs typeface="Arial MT"/>
            </a:endParaRPr>
          </a:p>
          <a:p>
            <a:pPr marL="241300" indent="-228600">
              <a:lnSpc>
                <a:spcPct val="100000"/>
              </a:lnSpc>
              <a:spcBef>
                <a:spcPts val="360"/>
              </a:spcBef>
              <a:buChar char="•"/>
              <a:tabLst>
                <a:tab pos="240665" algn="l"/>
                <a:tab pos="241300" algn="l"/>
              </a:tabLst>
            </a:pPr>
            <a:r>
              <a:rPr lang="en-GB" sz="2000" spc="-5" dirty="0">
                <a:latin typeface="Arial MT"/>
                <a:cs typeface="Arial MT"/>
              </a:rPr>
              <a:t>Logo (Images) </a:t>
            </a:r>
            <a:endParaRPr sz="2000" dirty="0">
              <a:latin typeface="Arial MT"/>
              <a:cs typeface="Arial MT"/>
            </a:endParaRPr>
          </a:p>
          <a:p>
            <a:pPr marL="241300" indent="-228600">
              <a:lnSpc>
                <a:spcPct val="100000"/>
              </a:lnSpc>
              <a:spcBef>
                <a:spcPts val="360"/>
              </a:spcBef>
              <a:buChar char="•"/>
              <a:tabLst>
                <a:tab pos="240665" algn="l"/>
                <a:tab pos="241300" algn="l"/>
              </a:tabLst>
            </a:pPr>
            <a:r>
              <a:rPr sz="2000" spc="-5" dirty="0">
                <a:latin typeface="Arial MT"/>
                <a:cs typeface="Arial MT"/>
              </a:rPr>
              <a:t>Primary/Secondary</a:t>
            </a:r>
            <a:endParaRPr sz="2000" dirty="0">
              <a:latin typeface="Arial MT"/>
              <a:cs typeface="Arial MT"/>
            </a:endParaRPr>
          </a:p>
          <a:p>
            <a:pPr>
              <a:lnSpc>
                <a:spcPct val="100000"/>
              </a:lnSpc>
              <a:spcBef>
                <a:spcPts val="10"/>
              </a:spcBef>
            </a:pPr>
            <a:endParaRPr lang="en-GB" sz="2700" dirty="0">
              <a:latin typeface="Arial MT"/>
              <a:cs typeface="Arial MT"/>
            </a:endParaRPr>
          </a:p>
          <a:p>
            <a:pPr marL="12700" marR="0" lvl="0" indent="0" algn="l" defTabSz="914400" rtl="0" eaLnBrk="1" fontAlgn="auto" latinLnBrk="0" hangingPunct="1">
              <a:lnSpc>
                <a:spcPct val="100000"/>
              </a:lnSpc>
              <a:spcBef>
                <a:spcPts val="580"/>
              </a:spcBef>
              <a:spcAft>
                <a:spcPts val="0"/>
              </a:spcAft>
              <a:buClrTx/>
              <a:buSzTx/>
              <a:buFontTx/>
              <a:buNone/>
              <a:tabLst>
                <a:tab pos="240665" algn="l"/>
                <a:tab pos="241300" algn="l"/>
              </a:tabLst>
              <a:defRPr/>
            </a:pPr>
            <a:r>
              <a:rPr kumimoji="0" lang="en-GB" sz="2000" b="0" i="0" u="none" strike="noStrike" kern="1200" cap="none" spc="-5" normalizeH="0" baseline="0" noProof="0" dirty="0">
                <a:ln>
                  <a:noFill/>
                </a:ln>
                <a:solidFill>
                  <a:prstClr val="black"/>
                </a:solidFill>
                <a:effectLst/>
                <a:uLnTx/>
                <a:uFillTx/>
                <a:latin typeface="Arial MT"/>
                <a:ea typeface="+mn-ea"/>
                <a:cs typeface="Arial MT"/>
              </a:rPr>
              <a:t>Source:</a:t>
            </a:r>
            <a:r>
              <a:rPr kumimoji="0" lang="en-GB" sz="2000" b="0" i="0" u="none" strike="noStrike" kern="1200" cap="none" spc="10" normalizeH="0" baseline="0" noProof="0" dirty="0">
                <a:ln>
                  <a:noFill/>
                </a:ln>
                <a:solidFill>
                  <a:prstClr val="black"/>
                </a:solidFill>
                <a:effectLst/>
                <a:uLnTx/>
                <a:uFillTx/>
                <a:latin typeface="Arial MT"/>
                <a:ea typeface="+mn-ea"/>
                <a:cs typeface="Arial MT"/>
              </a:rPr>
              <a:t> </a:t>
            </a:r>
            <a:r>
              <a:rPr kumimoji="0" lang="en-GB" sz="2000" b="0" i="0" u="none" strike="noStrike" kern="1200" cap="none" spc="0" normalizeH="0" baseline="0" noProof="0" dirty="0">
                <a:ln>
                  <a:noFill/>
                </a:ln>
                <a:solidFill>
                  <a:prstClr val="black"/>
                </a:solidFill>
                <a:effectLst/>
                <a:uLnTx/>
                <a:uFillTx/>
                <a:latin typeface="Arial MT"/>
                <a:ea typeface="+mn-ea"/>
                <a:cs typeface="Arial MT"/>
              </a:rPr>
              <a:t>10</a:t>
            </a:r>
            <a:r>
              <a:rPr kumimoji="0" lang="en-GB" sz="2000" b="0" i="0" u="none" strike="noStrike" kern="1200" cap="none" spc="15" normalizeH="0" baseline="0" noProof="0" dirty="0">
                <a:ln>
                  <a:noFill/>
                </a:ln>
                <a:solidFill>
                  <a:prstClr val="black"/>
                </a:solidFill>
                <a:effectLst/>
                <a:uLnTx/>
                <a:uFillTx/>
                <a:latin typeface="Arial MT"/>
                <a:ea typeface="+mn-ea"/>
                <a:cs typeface="Arial MT"/>
              </a:rPr>
              <a:t> </a:t>
            </a:r>
            <a:r>
              <a:rPr kumimoji="0" lang="en-GB" sz="2000" b="0" i="0" u="none" strike="noStrike" kern="1200" cap="none" spc="-5" normalizeH="0" baseline="0" noProof="0" dirty="0">
                <a:ln>
                  <a:noFill/>
                </a:ln>
                <a:solidFill>
                  <a:prstClr val="black"/>
                </a:solidFill>
                <a:effectLst/>
                <a:uLnTx/>
                <a:uFillTx/>
                <a:latin typeface="Arial MT"/>
                <a:ea typeface="+mn-ea"/>
                <a:cs typeface="Arial MT"/>
              </a:rPr>
              <a:t>Great</a:t>
            </a:r>
            <a:r>
              <a:rPr kumimoji="0" lang="en-GB" sz="2000" b="0" i="0" u="none" strike="noStrike" kern="1200" cap="none" spc="10" normalizeH="0" baseline="0" noProof="0" dirty="0">
                <a:ln>
                  <a:noFill/>
                </a:ln>
                <a:solidFill>
                  <a:prstClr val="black"/>
                </a:solidFill>
                <a:effectLst/>
                <a:uLnTx/>
                <a:uFillTx/>
                <a:latin typeface="Arial MT"/>
                <a:ea typeface="+mn-ea"/>
                <a:cs typeface="Arial MT"/>
              </a:rPr>
              <a:t> </a:t>
            </a:r>
            <a:r>
              <a:rPr kumimoji="0" lang="en-GB" sz="2000" b="0" i="0" u="none" strike="noStrike" kern="1200" cap="none" spc="-5" normalizeH="0" baseline="0" noProof="0" dirty="0">
                <a:ln>
                  <a:noFill/>
                </a:ln>
                <a:solidFill>
                  <a:prstClr val="black"/>
                </a:solidFill>
                <a:effectLst/>
                <a:uLnTx/>
                <a:uFillTx/>
                <a:latin typeface="Arial MT"/>
                <a:ea typeface="+mn-ea"/>
                <a:cs typeface="Arial MT"/>
              </a:rPr>
              <a:t>Examples</a:t>
            </a:r>
            <a:r>
              <a:rPr kumimoji="0" lang="en-GB" sz="2000" b="0" i="0" u="none" strike="noStrike" kern="1200" cap="none" spc="10" normalizeH="0" baseline="0" noProof="0" dirty="0">
                <a:ln>
                  <a:noFill/>
                </a:ln>
                <a:solidFill>
                  <a:prstClr val="black"/>
                </a:solidFill>
                <a:effectLst/>
                <a:uLnTx/>
                <a:uFillTx/>
                <a:latin typeface="Arial MT"/>
                <a:ea typeface="+mn-ea"/>
                <a:cs typeface="Arial MT"/>
              </a:rPr>
              <a:t> </a:t>
            </a:r>
            <a:r>
              <a:rPr kumimoji="0" lang="en-GB" sz="2000" b="0" i="0" u="none" strike="noStrike" kern="1200" cap="none" spc="0" normalizeH="0" baseline="0" noProof="0" dirty="0">
                <a:ln>
                  <a:noFill/>
                </a:ln>
                <a:solidFill>
                  <a:prstClr val="black"/>
                </a:solidFill>
                <a:effectLst/>
                <a:uLnTx/>
                <a:uFillTx/>
                <a:latin typeface="Arial MT"/>
                <a:ea typeface="+mn-ea"/>
                <a:cs typeface="Arial MT"/>
              </a:rPr>
              <a:t>of</a:t>
            </a:r>
            <a:r>
              <a:rPr kumimoji="0" lang="en-GB" sz="2000" b="0" i="0" u="none" strike="noStrike" kern="1200" cap="none" spc="15" normalizeH="0" baseline="0" noProof="0" dirty="0">
                <a:ln>
                  <a:noFill/>
                </a:ln>
                <a:solidFill>
                  <a:prstClr val="black"/>
                </a:solidFill>
                <a:effectLst/>
                <a:uLnTx/>
                <a:uFillTx/>
                <a:latin typeface="Arial MT"/>
                <a:ea typeface="+mn-ea"/>
                <a:cs typeface="Arial MT"/>
              </a:rPr>
              <a:t> </a:t>
            </a:r>
            <a:r>
              <a:rPr kumimoji="0" lang="en-GB" sz="2000" b="0" i="0" u="none" strike="noStrike" kern="1200" cap="none" spc="-10" normalizeH="0" baseline="0" noProof="0" dirty="0">
                <a:ln>
                  <a:noFill/>
                </a:ln>
                <a:solidFill>
                  <a:prstClr val="black"/>
                </a:solidFill>
                <a:effectLst/>
                <a:uLnTx/>
                <a:uFillTx/>
                <a:latin typeface="Arial MT"/>
                <a:ea typeface="+mn-ea"/>
                <a:cs typeface="Arial MT"/>
              </a:rPr>
              <a:t>Website</a:t>
            </a:r>
            <a:r>
              <a:rPr kumimoji="0" lang="en-GB" sz="2000" b="0" i="0" u="none" strike="noStrike" kern="1200" cap="none" spc="10" normalizeH="0" baseline="0" noProof="0" dirty="0">
                <a:ln>
                  <a:noFill/>
                </a:ln>
                <a:solidFill>
                  <a:prstClr val="black"/>
                </a:solidFill>
                <a:effectLst/>
                <a:uLnTx/>
                <a:uFillTx/>
                <a:latin typeface="Arial MT"/>
                <a:ea typeface="+mn-ea"/>
                <a:cs typeface="Arial MT"/>
              </a:rPr>
              <a:t> </a:t>
            </a:r>
            <a:r>
              <a:rPr kumimoji="0" lang="en-GB" sz="2000" b="0" i="0" u="none" strike="noStrike" kern="1200" cap="none" spc="-5" normalizeH="0" baseline="0" noProof="0" dirty="0">
                <a:ln>
                  <a:noFill/>
                </a:ln>
                <a:solidFill>
                  <a:prstClr val="black"/>
                </a:solidFill>
                <a:effectLst/>
                <a:uLnTx/>
                <a:uFillTx/>
                <a:latin typeface="Arial MT"/>
                <a:ea typeface="+mn-ea"/>
                <a:cs typeface="Arial MT"/>
              </a:rPr>
              <a:t>Navigation</a:t>
            </a:r>
            <a:r>
              <a:rPr kumimoji="0" lang="en-GB" sz="2000" b="0" i="0" u="none" strike="noStrike" kern="1200" cap="none" spc="15" normalizeH="0" baseline="0" noProof="0" dirty="0">
                <a:ln>
                  <a:noFill/>
                </a:ln>
                <a:solidFill>
                  <a:prstClr val="black"/>
                </a:solidFill>
                <a:effectLst/>
                <a:uLnTx/>
                <a:uFillTx/>
                <a:latin typeface="Arial MT"/>
                <a:ea typeface="+mn-ea"/>
                <a:cs typeface="Arial MT"/>
              </a:rPr>
              <a:t> </a:t>
            </a:r>
            <a:r>
              <a:rPr kumimoji="0" lang="en-GB" sz="2000" b="0" i="0" u="none" strike="noStrike" kern="1200" cap="none" spc="-5" normalizeH="0" baseline="0" noProof="0" dirty="0">
                <a:ln>
                  <a:noFill/>
                </a:ln>
                <a:solidFill>
                  <a:prstClr val="black"/>
                </a:solidFill>
                <a:effectLst/>
                <a:uLnTx/>
                <a:uFillTx/>
                <a:latin typeface="Arial MT"/>
                <a:ea typeface="+mn-ea"/>
                <a:cs typeface="Arial MT"/>
              </a:rPr>
              <a:t>Design </a:t>
            </a:r>
            <a:r>
              <a:rPr kumimoji="0" lang="en-GB" sz="2000" b="0" i="0" u="none" strike="noStrike" kern="1200" cap="none" spc="-455" normalizeH="0" baseline="0" noProof="0" dirty="0">
                <a:ln>
                  <a:noFill/>
                </a:ln>
                <a:solidFill>
                  <a:prstClr val="black"/>
                </a:solidFill>
                <a:effectLst/>
                <a:uLnTx/>
                <a:uFillTx/>
                <a:latin typeface="Arial MT"/>
                <a:ea typeface="+mn-ea"/>
                <a:cs typeface="Arial MT"/>
              </a:rPr>
              <a:t> </a:t>
            </a:r>
            <a:r>
              <a:rPr kumimoji="0" lang="en-GB" sz="2000" b="0" i="0" u="sng" strike="noStrike" kern="1200" cap="none" spc="-5" normalizeH="0" baseline="0" noProof="0" dirty="0">
                <a:ln>
                  <a:noFill/>
                </a:ln>
                <a:solidFill>
                  <a:srgbClr val="0000FF"/>
                </a:solidFill>
                <a:effectLst/>
                <a:uLnTx/>
                <a:uFill>
                  <a:solidFill>
                    <a:srgbClr val="0000FF"/>
                  </a:solidFill>
                </a:uFill>
                <a:latin typeface="Arial MT"/>
                <a:ea typeface="+mn-ea"/>
                <a:cs typeface="Arial MT"/>
              </a:rPr>
              <a:t>https://agentestudio.com/blog/website-navigation-design</a:t>
            </a:r>
            <a:endParaRPr kumimoji="0" lang="en-GB" sz="2000" b="0" i="0" u="none" strike="noStrike" kern="1200" cap="none" spc="0" normalizeH="0" baseline="0" noProof="0" dirty="0">
              <a:ln>
                <a:noFill/>
              </a:ln>
              <a:solidFill>
                <a:prstClr val="black"/>
              </a:solidFill>
              <a:effectLst/>
              <a:uLnTx/>
              <a:uFillTx/>
              <a:latin typeface="Arial MT"/>
              <a:ea typeface="+mn-ea"/>
              <a:cs typeface="Arial MT"/>
            </a:endParaRPr>
          </a:p>
          <a:p>
            <a:pPr>
              <a:lnSpc>
                <a:spcPct val="100000"/>
              </a:lnSpc>
              <a:spcBef>
                <a:spcPts val="10"/>
              </a:spcBef>
            </a:pPr>
            <a:endParaRPr lang="en-GB" sz="2700" dirty="0">
              <a:latin typeface="Arial MT"/>
              <a:cs typeface="Arial M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3657600" cy="1090042"/>
          </a:xfrm>
          <a:prstGeom prst="rect">
            <a:avLst/>
          </a:prstGeom>
        </p:spPr>
        <p:txBody>
          <a:bodyPr vert="horz" wrap="square" lIns="0" tIns="12700" rIns="0" bIns="0" rtlCol="0">
            <a:spAutoFit/>
          </a:bodyPr>
          <a:lstStyle/>
          <a:p>
            <a:pPr marL="12700">
              <a:lnSpc>
                <a:spcPct val="100000"/>
              </a:lnSpc>
              <a:spcBef>
                <a:spcPts val="100"/>
              </a:spcBef>
            </a:pPr>
            <a:r>
              <a:rPr spc="-5" dirty="0"/>
              <a:t>Navigation</a:t>
            </a:r>
            <a:r>
              <a:rPr dirty="0"/>
              <a:t> </a:t>
            </a:r>
            <a:r>
              <a:rPr spc="-5" dirty="0"/>
              <a:t>Design</a:t>
            </a:r>
            <a:r>
              <a:rPr dirty="0"/>
              <a:t> </a:t>
            </a:r>
            <a:r>
              <a:rPr spc="-5" dirty="0"/>
              <a:t>Patterns</a:t>
            </a:r>
          </a:p>
        </p:txBody>
      </p:sp>
      <p:sp>
        <p:nvSpPr>
          <p:cNvPr id="3" name="object 3"/>
          <p:cNvSpPr txBox="1"/>
          <p:nvPr/>
        </p:nvSpPr>
        <p:spPr>
          <a:xfrm>
            <a:off x="482600" y="1983732"/>
            <a:ext cx="8435266" cy="2890535"/>
          </a:xfrm>
          <a:prstGeom prst="rect">
            <a:avLst/>
          </a:prstGeom>
        </p:spPr>
        <p:txBody>
          <a:bodyPr vert="horz" wrap="square" lIns="0" tIns="73660" rIns="0" bIns="0" rtlCol="0">
            <a:spAutoFit/>
          </a:bodyPr>
          <a:lstStyle/>
          <a:p>
            <a:pPr marL="12700">
              <a:lnSpc>
                <a:spcPct val="100000"/>
              </a:lnSpc>
              <a:spcBef>
                <a:spcPts val="580"/>
              </a:spcBef>
              <a:tabLst>
                <a:tab pos="240665" algn="l"/>
                <a:tab pos="241300" algn="l"/>
              </a:tabLst>
            </a:pPr>
            <a:r>
              <a:rPr sz="1700" b="1" u="sng" spc="-5" dirty="0">
                <a:latin typeface="Arial MT"/>
                <a:cs typeface="Arial MT"/>
              </a:rPr>
              <a:t>Horizontal</a:t>
            </a:r>
            <a:r>
              <a:rPr lang="en-GB" sz="1700" b="1" u="sng" spc="-5" dirty="0">
                <a:latin typeface="Arial MT"/>
                <a:cs typeface="Arial MT"/>
              </a:rPr>
              <a:t> vs Vertical</a:t>
            </a:r>
            <a:r>
              <a:rPr sz="1700" b="1" u="sng" spc="-15" dirty="0">
                <a:latin typeface="Arial MT"/>
                <a:cs typeface="Arial MT"/>
              </a:rPr>
              <a:t> </a:t>
            </a:r>
            <a:endParaRPr lang="en-GB" sz="1700" b="1" u="sng" spc="-15" dirty="0">
              <a:latin typeface="Arial MT"/>
              <a:cs typeface="Arial MT"/>
            </a:endParaRPr>
          </a:p>
          <a:p>
            <a:pPr marL="12700">
              <a:lnSpc>
                <a:spcPct val="100000"/>
              </a:lnSpc>
              <a:spcBef>
                <a:spcPts val="580"/>
              </a:spcBef>
              <a:tabLst>
                <a:tab pos="240665" algn="l"/>
                <a:tab pos="241300" algn="l"/>
              </a:tabLst>
            </a:pPr>
            <a:endParaRPr lang="en-GB" sz="1700" spc="-15" dirty="0">
              <a:latin typeface="Arial MT"/>
              <a:cs typeface="Arial MT"/>
            </a:endParaRPr>
          </a:p>
          <a:p>
            <a:pPr marL="12700">
              <a:lnSpc>
                <a:spcPct val="100000"/>
              </a:lnSpc>
              <a:spcBef>
                <a:spcPts val="580"/>
              </a:spcBef>
              <a:tabLst>
                <a:tab pos="240665" algn="l"/>
                <a:tab pos="241300" algn="l"/>
              </a:tabLst>
            </a:pPr>
            <a:r>
              <a:rPr lang="en-GB" sz="1700" spc="-15" dirty="0">
                <a:latin typeface="Arial MT"/>
                <a:cs typeface="Arial MT"/>
              </a:rPr>
              <a:t>Horizontal/Vertical are probably the navigation method you will be most familiar with. Often smaller websites may prefer horizontal, while larger corporate websites will use a combination of both, though there is no fixed standard, but horizontal is often seen as more modern by itself.</a:t>
            </a:r>
            <a:endParaRPr lang="en-GB" sz="1700" b="1" spc="-15" dirty="0">
              <a:latin typeface="Arial MT"/>
              <a:cs typeface="Arial MT"/>
            </a:endParaRPr>
          </a:p>
          <a:p>
            <a:pPr marL="12700">
              <a:lnSpc>
                <a:spcPct val="100000"/>
              </a:lnSpc>
              <a:spcBef>
                <a:spcPts val="580"/>
              </a:spcBef>
              <a:tabLst>
                <a:tab pos="240665" algn="l"/>
                <a:tab pos="241300" algn="l"/>
              </a:tabLst>
            </a:pPr>
            <a:endParaRPr lang="en-GB" sz="1700" b="1" spc="-15" dirty="0">
              <a:latin typeface="Arial MT"/>
              <a:cs typeface="Arial MT"/>
            </a:endParaRPr>
          </a:p>
          <a:p>
            <a:pPr marL="12700">
              <a:lnSpc>
                <a:spcPct val="100000"/>
              </a:lnSpc>
              <a:spcBef>
                <a:spcPts val="580"/>
              </a:spcBef>
              <a:tabLst>
                <a:tab pos="240665" algn="l"/>
                <a:tab pos="241300" algn="l"/>
              </a:tabLst>
            </a:pPr>
            <a:endParaRPr lang="en-GB" sz="1700" b="1" spc="-15" dirty="0">
              <a:latin typeface="Arial MT"/>
              <a:cs typeface="Arial MT"/>
            </a:endParaRPr>
          </a:p>
          <a:p>
            <a:pPr>
              <a:lnSpc>
                <a:spcPct val="100000"/>
              </a:lnSpc>
              <a:spcBef>
                <a:spcPts val="10"/>
              </a:spcBef>
            </a:pPr>
            <a:endParaRPr sz="2700" b="1" dirty="0">
              <a:latin typeface="Arial MT"/>
              <a:cs typeface="Arial MT"/>
            </a:endParaRPr>
          </a:p>
        </p:txBody>
      </p:sp>
      <p:pic>
        <p:nvPicPr>
          <p:cNvPr id="4" name="Picture 3" descr="Horizontal vs Vertical &#10;">
            <a:extLst>
              <a:ext uri="{FF2B5EF4-FFF2-40B4-BE49-F238E27FC236}">
                <a16:creationId xmlns:a16="http://schemas.microsoft.com/office/drawing/2014/main" id="{EB230A16-18B5-E38A-9309-17F5848B290E}"/>
              </a:ext>
            </a:extLst>
          </p:cNvPr>
          <p:cNvPicPr>
            <a:picLocks noChangeAspect="1"/>
          </p:cNvPicPr>
          <p:nvPr/>
        </p:nvPicPr>
        <p:blipFill>
          <a:blip r:embed="rId2"/>
          <a:stretch>
            <a:fillRect/>
          </a:stretch>
        </p:blipFill>
        <p:spPr>
          <a:xfrm>
            <a:off x="1364017" y="4086225"/>
            <a:ext cx="6667500" cy="2543175"/>
          </a:xfrm>
          <a:prstGeom prst="rect">
            <a:avLst/>
          </a:prstGeom>
        </p:spPr>
      </p:pic>
    </p:spTree>
    <p:extLst>
      <p:ext uri="{BB962C8B-B14F-4D97-AF65-F5344CB8AC3E}">
        <p14:creationId xmlns:p14="http://schemas.microsoft.com/office/powerpoint/2010/main" val="20309399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3657600" cy="1090042"/>
          </a:xfrm>
          <a:prstGeom prst="rect">
            <a:avLst/>
          </a:prstGeom>
        </p:spPr>
        <p:txBody>
          <a:bodyPr vert="horz" wrap="square" lIns="0" tIns="12700" rIns="0" bIns="0" rtlCol="0">
            <a:spAutoFit/>
          </a:bodyPr>
          <a:lstStyle/>
          <a:p>
            <a:pPr marL="12700">
              <a:lnSpc>
                <a:spcPct val="100000"/>
              </a:lnSpc>
              <a:spcBef>
                <a:spcPts val="100"/>
              </a:spcBef>
            </a:pPr>
            <a:r>
              <a:rPr spc="-5" dirty="0"/>
              <a:t>Navigation</a:t>
            </a:r>
            <a:r>
              <a:rPr dirty="0"/>
              <a:t> </a:t>
            </a:r>
            <a:r>
              <a:rPr spc="-5" dirty="0"/>
              <a:t>Design</a:t>
            </a:r>
            <a:r>
              <a:rPr dirty="0"/>
              <a:t> </a:t>
            </a:r>
            <a:r>
              <a:rPr spc="-5" dirty="0"/>
              <a:t>Patterns</a:t>
            </a:r>
          </a:p>
        </p:txBody>
      </p:sp>
      <p:sp>
        <p:nvSpPr>
          <p:cNvPr id="3" name="object 3"/>
          <p:cNvSpPr txBox="1"/>
          <p:nvPr/>
        </p:nvSpPr>
        <p:spPr>
          <a:xfrm>
            <a:off x="480134" y="2055177"/>
            <a:ext cx="8435266" cy="2551981"/>
          </a:xfrm>
          <a:prstGeom prst="rect">
            <a:avLst/>
          </a:prstGeom>
        </p:spPr>
        <p:txBody>
          <a:bodyPr vert="horz" wrap="square" lIns="0" tIns="73660" rIns="0" bIns="0" rtlCol="0">
            <a:spAutoFit/>
          </a:bodyPr>
          <a:lstStyle/>
          <a:p>
            <a:pPr marL="12700">
              <a:lnSpc>
                <a:spcPct val="100000"/>
              </a:lnSpc>
              <a:spcBef>
                <a:spcPts val="580"/>
              </a:spcBef>
              <a:tabLst>
                <a:tab pos="240665" algn="l"/>
                <a:tab pos="241300" algn="l"/>
              </a:tabLst>
            </a:pPr>
            <a:r>
              <a:rPr lang="en-GB" sz="1700" b="1" u="sng" spc="-15" dirty="0">
                <a:latin typeface="Arial MT"/>
                <a:cs typeface="Arial MT"/>
              </a:rPr>
              <a:t>Mega Drop-Downs </a:t>
            </a:r>
          </a:p>
          <a:p>
            <a:pPr marL="12700">
              <a:lnSpc>
                <a:spcPct val="100000"/>
              </a:lnSpc>
              <a:spcBef>
                <a:spcPts val="580"/>
              </a:spcBef>
              <a:tabLst>
                <a:tab pos="240665" algn="l"/>
                <a:tab pos="241300" algn="l"/>
              </a:tabLst>
            </a:pPr>
            <a:endParaRPr lang="en-GB" sz="1700" spc="-15" dirty="0">
              <a:latin typeface="Arial MT"/>
              <a:cs typeface="Arial MT"/>
            </a:endParaRPr>
          </a:p>
          <a:p>
            <a:pPr marL="12700">
              <a:lnSpc>
                <a:spcPct val="100000"/>
              </a:lnSpc>
              <a:spcBef>
                <a:spcPts val="580"/>
              </a:spcBef>
              <a:tabLst>
                <a:tab pos="240665" algn="l"/>
                <a:tab pos="241300" algn="l"/>
              </a:tabLst>
            </a:pPr>
            <a:r>
              <a:rPr lang="en-GB" sz="1700" spc="-15" dirty="0">
                <a:latin typeface="Arial MT"/>
                <a:cs typeface="Arial MT"/>
              </a:rPr>
              <a:t>Mega drop-downs are large menu panels that typically drop down or fly out from a global nav bar. Mega drop-downs work well for e-commerce sites where the category lists are quite large and would not look great in a standard navigation menu. They also work well for sites that have a large list of services.</a:t>
            </a:r>
            <a:endParaRPr lang="en-GB" sz="1700" b="1" spc="-15" dirty="0">
              <a:latin typeface="Arial MT"/>
              <a:cs typeface="Arial MT"/>
            </a:endParaRPr>
          </a:p>
          <a:p>
            <a:pPr marL="12700">
              <a:lnSpc>
                <a:spcPct val="100000"/>
              </a:lnSpc>
              <a:spcBef>
                <a:spcPts val="580"/>
              </a:spcBef>
              <a:tabLst>
                <a:tab pos="240665" algn="l"/>
                <a:tab pos="241300" algn="l"/>
              </a:tabLst>
            </a:pPr>
            <a:endParaRPr lang="en-GB" sz="1700" b="1" spc="-15" dirty="0">
              <a:latin typeface="Arial MT"/>
              <a:cs typeface="Arial MT"/>
            </a:endParaRPr>
          </a:p>
          <a:p>
            <a:pPr>
              <a:lnSpc>
                <a:spcPct val="100000"/>
              </a:lnSpc>
              <a:spcBef>
                <a:spcPts val="10"/>
              </a:spcBef>
            </a:pPr>
            <a:endParaRPr sz="2700" b="1" dirty="0">
              <a:latin typeface="Arial MT"/>
              <a:cs typeface="Arial MT"/>
            </a:endParaRPr>
          </a:p>
        </p:txBody>
      </p:sp>
      <p:pic>
        <p:nvPicPr>
          <p:cNvPr id="6" name="Picture 5" descr="Mega Drop-Downs &#10;">
            <a:extLst>
              <a:ext uri="{FF2B5EF4-FFF2-40B4-BE49-F238E27FC236}">
                <a16:creationId xmlns:a16="http://schemas.microsoft.com/office/drawing/2014/main" id="{B3A4596D-093A-3275-595C-FA90A1619068}"/>
              </a:ext>
            </a:extLst>
          </p:cNvPr>
          <p:cNvPicPr>
            <a:picLocks noChangeAspect="1"/>
          </p:cNvPicPr>
          <p:nvPr/>
        </p:nvPicPr>
        <p:blipFill>
          <a:blip r:embed="rId2"/>
          <a:stretch>
            <a:fillRect/>
          </a:stretch>
        </p:blipFill>
        <p:spPr>
          <a:xfrm>
            <a:off x="1364017" y="4086225"/>
            <a:ext cx="6667500" cy="2543175"/>
          </a:xfrm>
          <a:prstGeom prst="rect">
            <a:avLst/>
          </a:prstGeom>
        </p:spPr>
      </p:pic>
    </p:spTree>
    <p:extLst>
      <p:ext uri="{BB962C8B-B14F-4D97-AF65-F5344CB8AC3E}">
        <p14:creationId xmlns:p14="http://schemas.microsoft.com/office/powerpoint/2010/main" val="1928243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3657600" cy="1090042"/>
          </a:xfrm>
          <a:prstGeom prst="rect">
            <a:avLst/>
          </a:prstGeom>
        </p:spPr>
        <p:txBody>
          <a:bodyPr vert="horz" wrap="square" lIns="0" tIns="12700" rIns="0" bIns="0" rtlCol="0">
            <a:spAutoFit/>
          </a:bodyPr>
          <a:lstStyle/>
          <a:p>
            <a:pPr marL="12700">
              <a:lnSpc>
                <a:spcPct val="100000"/>
              </a:lnSpc>
              <a:spcBef>
                <a:spcPts val="100"/>
              </a:spcBef>
            </a:pPr>
            <a:r>
              <a:rPr spc="-5" dirty="0"/>
              <a:t>Navigation</a:t>
            </a:r>
            <a:r>
              <a:rPr dirty="0"/>
              <a:t> </a:t>
            </a:r>
            <a:r>
              <a:rPr spc="-5" dirty="0"/>
              <a:t>Design</a:t>
            </a:r>
            <a:r>
              <a:rPr dirty="0"/>
              <a:t> </a:t>
            </a:r>
            <a:r>
              <a:rPr spc="-5" dirty="0"/>
              <a:t>Patterns</a:t>
            </a:r>
          </a:p>
        </p:txBody>
      </p:sp>
      <p:sp>
        <p:nvSpPr>
          <p:cNvPr id="3" name="object 3"/>
          <p:cNvSpPr txBox="1"/>
          <p:nvPr/>
        </p:nvSpPr>
        <p:spPr>
          <a:xfrm>
            <a:off x="480134" y="2055177"/>
            <a:ext cx="8435266" cy="1951816"/>
          </a:xfrm>
          <a:prstGeom prst="rect">
            <a:avLst/>
          </a:prstGeom>
        </p:spPr>
        <p:txBody>
          <a:bodyPr vert="horz" wrap="square" lIns="0" tIns="73660" rIns="0" bIns="0" rtlCol="0">
            <a:spAutoFit/>
          </a:bodyPr>
          <a:lstStyle/>
          <a:p>
            <a:pPr marL="12700">
              <a:lnSpc>
                <a:spcPct val="100000"/>
              </a:lnSpc>
              <a:spcBef>
                <a:spcPts val="580"/>
              </a:spcBef>
              <a:tabLst>
                <a:tab pos="240665" algn="l"/>
                <a:tab pos="241300" algn="l"/>
              </a:tabLst>
            </a:pPr>
            <a:r>
              <a:rPr lang="en-GB" sz="1700" b="1" u="sng" spc="-15" dirty="0">
                <a:latin typeface="Arial MT"/>
                <a:cs typeface="Arial MT"/>
              </a:rPr>
              <a:t>Sticky/Fixed</a:t>
            </a:r>
          </a:p>
          <a:p>
            <a:pPr marL="12700">
              <a:lnSpc>
                <a:spcPct val="100000"/>
              </a:lnSpc>
              <a:spcBef>
                <a:spcPts val="580"/>
              </a:spcBef>
              <a:tabLst>
                <a:tab pos="240665" algn="l"/>
                <a:tab pos="241300" algn="l"/>
              </a:tabLst>
            </a:pPr>
            <a:endParaRPr lang="en-GB" sz="1700" spc="-15" dirty="0">
              <a:latin typeface="Arial MT"/>
              <a:cs typeface="Arial MT"/>
            </a:endParaRPr>
          </a:p>
          <a:p>
            <a:pPr marL="12700">
              <a:lnSpc>
                <a:spcPct val="100000"/>
              </a:lnSpc>
              <a:spcBef>
                <a:spcPts val="580"/>
              </a:spcBef>
              <a:tabLst>
                <a:tab pos="240665" algn="l"/>
                <a:tab pos="241300" algn="l"/>
              </a:tabLst>
            </a:pPr>
            <a:r>
              <a:rPr lang="en-GB" sz="1700" spc="-15" dirty="0">
                <a:latin typeface="Arial MT"/>
                <a:cs typeface="Arial MT"/>
              </a:rPr>
              <a:t>Sticky or fixed navigation does not disappear when the user scrolls down the website. Usually, sticky type is used on sites where the main call to action elements are situated on the primary bar.</a:t>
            </a:r>
            <a:endParaRPr lang="en-GB" sz="1700" b="1" spc="-15" dirty="0">
              <a:latin typeface="Arial MT"/>
              <a:cs typeface="Arial MT"/>
            </a:endParaRPr>
          </a:p>
          <a:p>
            <a:pPr>
              <a:lnSpc>
                <a:spcPct val="100000"/>
              </a:lnSpc>
              <a:spcBef>
                <a:spcPts val="10"/>
              </a:spcBef>
            </a:pPr>
            <a:endParaRPr sz="2700" b="1" dirty="0">
              <a:latin typeface="Arial MT"/>
              <a:cs typeface="Arial MT"/>
            </a:endParaRPr>
          </a:p>
        </p:txBody>
      </p:sp>
      <p:pic>
        <p:nvPicPr>
          <p:cNvPr id="4" name="Picture 3" descr="Sticky/Fixed&#10;">
            <a:extLst>
              <a:ext uri="{FF2B5EF4-FFF2-40B4-BE49-F238E27FC236}">
                <a16:creationId xmlns:a16="http://schemas.microsoft.com/office/drawing/2014/main" id="{C2B4D0F1-1DC3-8C90-5627-16DDB7E113FB}"/>
              </a:ext>
            </a:extLst>
          </p:cNvPr>
          <p:cNvPicPr>
            <a:picLocks noChangeAspect="1"/>
          </p:cNvPicPr>
          <p:nvPr/>
        </p:nvPicPr>
        <p:blipFill>
          <a:blip r:embed="rId2"/>
          <a:stretch>
            <a:fillRect/>
          </a:stretch>
        </p:blipFill>
        <p:spPr>
          <a:xfrm>
            <a:off x="1364017" y="4114800"/>
            <a:ext cx="6667500" cy="2543175"/>
          </a:xfrm>
          <a:prstGeom prst="rect">
            <a:avLst/>
          </a:prstGeom>
        </p:spPr>
      </p:pic>
    </p:spTree>
    <p:extLst>
      <p:ext uri="{BB962C8B-B14F-4D97-AF65-F5344CB8AC3E}">
        <p14:creationId xmlns:p14="http://schemas.microsoft.com/office/powerpoint/2010/main" val="16840936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3657600" cy="1090042"/>
          </a:xfrm>
          <a:prstGeom prst="rect">
            <a:avLst/>
          </a:prstGeom>
        </p:spPr>
        <p:txBody>
          <a:bodyPr vert="horz" wrap="square" lIns="0" tIns="12700" rIns="0" bIns="0" rtlCol="0">
            <a:spAutoFit/>
          </a:bodyPr>
          <a:lstStyle/>
          <a:p>
            <a:pPr marL="12700">
              <a:lnSpc>
                <a:spcPct val="100000"/>
              </a:lnSpc>
              <a:spcBef>
                <a:spcPts val="100"/>
              </a:spcBef>
            </a:pPr>
            <a:r>
              <a:rPr spc="-5" dirty="0"/>
              <a:t>Navigation</a:t>
            </a:r>
            <a:r>
              <a:rPr dirty="0"/>
              <a:t> </a:t>
            </a:r>
            <a:r>
              <a:rPr spc="-5" dirty="0"/>
              <a:t>Design</a:t>
            </a:r>
            <a:r>
              <a:rPr dirty="0"/>
              <a:t> </a:t>
            </a:r>
            <a:r>
              <a:rPr spc="-5" dirty="0"/>
              <a:t>Patterns</a:t>
            </a:r>
          </a:p>
        </p:txBody>
      </p:sp>
      <p:sp>
        <p:nvSpPr>
          <p:cNvPr id="3" name="object 3"/>
          <p:cNvSpPr txBox="1"/>
          <p:nvPr/>
        </p:nvSpPr>
        <p:spPr>
          <a:xfrm>
            <a:off x="480134" y="2055177"/>
            <a:ext cx="8435266" cy="1720984"/>
          </a:xfrm>
          <a:prstGeom prst="rect">
            <a:avLst/>
          </a:prstGeom>
        </p:spPr>
        <p:txBody>
          <a:bodyPr vert="horz" wrap="square" lIns="0" tIns="73660" rIns="0" bIns="0" rtlCol="0">
            <a:spAutoFit/>
          </a:bodyPr>
          <a:lstStyle/>
          <a:p>
            <a:pPr marL="12700">
              <a:lnSpc>
                <a:spcPct val="100000"/>
              </a:lnSpc>
              <a:spcBef>
                <a:spcPts val="580"/>
              </a:spcBef>
              <a:tabLst>
                <a:tab pos="240665" algn="l"/>
                <a:tab pos="241300" algn="l"/>
              </a:tabLst>
            </a:pPr>
            <a:r>
              <a:rPr lang="en-GB" sz="1700" b="1" u="sng" spc="-15" dirty="0">
                <a:latin typeface="Arial MT"/>
                <a:cs typeface="Arial MT"/>
              </a:rPr>
              <a:t>Fat Footers</a:t>
            </a:r>
          </a:p>
          <a:p>
            <a:pPr marL="12700">
              <a:lnSpc>
                <a:spcPct val="100000"/>
              </a:lnSpc>
              <a:spcBef>
                <a:spcPts val="580"/>
              </a:spcBef>
              <a:tabLst>
                <a:tab pos="240665" algn="l"/>
                <a:tab pos="241300" algn="l"/>
              </a:tabLst>
            </a:pPr>
            <a:endParaRPr lang="en-GB" sz="1700" spc="-15" dirty="0">
              <a:latin typeface="Arial MT"/>
              <a:cs typeface="Arial MT"/>
            </a:endParaRPr>
          </a:p>
          <a:p>
            <a:pPr>
              <a:lnSpc>
                <a:spcPct val="100000"/>
              </a:lnSpc>
              <a:spcBef>
                <a:spcPts val="10"/>
              </a:spcBef>
            </a:pPr>
            <a:r>
              <a:rPr lang="en-GB" sz="1700" dirty="0">
                <a:latin typeface="Arial" panose="020B0604020202020204" pitchFamily="34" charset="0"/>
                <a:cs typeface="Arial" panose="020B0604020202020204" pitchFamily="34" charset="0"/>
              </a:rPr>
              <a:t>Footers provide information regarding </a:t>
            </a:r>
            <a:r>
              <a:rPr lang="en-GB" sz="1700" b="0" i="0" dirty="0">
                <a:solidFill>
                  <a:srgbClr val="23232D"/>
                </a:solidFill>
                <a:effectLst/>
                <a:latin typeface="Arial" panose="020B0604020202020204" pitchFamily="34" charset="0"/>
                <a:cs typeface="Arial" panose="020B0604020202020204" pitchFamily="34" charset="0"/>
              </a:rPr>
              <a:t>privacy, legal links, email sign up fields, address details and social links, though can also contain navigation elements like a site map. IT tends to be used for sites that are quite content heavy or e-commerce sites where displaying the security icons and methods of payment is quite crucial.</a:t>
            </a:r>
            <a:endParaRPr sz="1700" dirty="0">
              <a:latin typeface="Arial" panose="020B0604020202020204" pitchFamily="34" charset="0"/>
              <a:cs typeface="Arial" panose="020B0604020202020204" pitchFamily="34" charset="0"/>
            </a:endParaRPr>
          </a:p>
        </p:txBody>
      </p:sp>
      <p:pic>
        <p:nvPicPr>
          <p:cNvPr id="5" name="Picture 4" descr="Fat Footers&#10;">
            <a:extLst>
              <a:ext uri="{FF2B5EF4-FFF2-40B4-BE49-F238E27FC236}">
                <a16:creationId xmlns:a16="http://schemas.microsoft.com/office/drawing/2014/main" id="{F414E4E3-95D8-835E-AEE8-24C86D8C51F7}"/>
              </a:ext>
            </a:extLst>
          </p:cNvPr>
          <p:cNvPicPr>
            <a:picLocks noChangeAspect="1"/>
          </p:cNvPicPr>
          <p:nvPr/>
        </p:nvPicPr>
        <p:blipFill>
          <a:blip r:embed="rId2"/>
          <a:stretch>
            <a:fillRect/>
          </a:stretch>
        </p:blipFill>
        <p:spPr>
          <a:xfrm>
            <a:off x="1364017" y="4114800"/>
            <a:ext cx="6667500" cy="2543175"/>
          </a:xfrm>
          <a:prstGeom prst="rect">
            <a:avLst/>
          </a:prstGeom>
        </p:spPr>
      </p:pic>
    </p:spTree>
    <p:extLst>
      <p:ext uri="{BB962C8B-B14F-4D97-AF65-F5344CB8AC3E}">
        <p14:creationId xmlns:p14="http://schemas.microsoft.com/office/powerpoint/2010/main" val="16131059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3657600" cy="1090042"/>
          </a:xfrm>
          <a:prstGeom prst="rect">
            <a:avLst/>
          </a:prstGeom>
        </p:spPr>
        <p:txBody>
          <a:bodyPr vert="horz" wrap="square" lIns="0" tIns="12700" rIns="0" bIns="0" rtlCol="0">
            <a:spAutoFit/>
          </a:bodyPr>
          <a:lstStyle/>
          <a:p>
            <a:pPr marL="12700">
              <a:lnSpc>
                <a:spcPct val="100000"/>
              </a:lnSpc>
              <a:spcBef>
                <a:spcPts val="100"/>
              </a:spcBef>
            </a:pPr>
            <a:r>
              <a:rPr spc="-5" dirty="0"/>
              <a:t>Navigation</a:t>
            </a:r>
            <a:r>
              <a:rPr dirty="0"/>
              <a:t> </a:t>
            </a:r>
            <a:r>
              <a:rPr spc="-5" dirty="0"/>
              <a:t>Design</a:t>
            </a:r>
            <a:r>
              <a:rPr dirty="0"/>
              <a:t> </a:t>
            </a:r>
            <a:r>
              <a:rPr spc="-5" dirty="0"/>
              <a:t>Patterns</a:t>
            </a:r>
          </a:p>
        </p:txBody>
      </p:sp>
      <p:sp>
        <p:nvSpPr>
          <p:cNvPr id="3" name="object 3"/>
          <p:cNvSpPr txBox="1"/>
          <p:nvPr/>
        </p:nvSpPr>
        <p:spPr>
          <a:xfrm>
            <a:off x="480134" y="2055177"/>
            <a:ext cx="8435266" cy="1536318"/>
          </a:xfrm>
          <a:prstGeom prst="rect">
            <a:avLst/>
          </a:prstGeom>
        </p:spPr>
        <p:txBody>
          <a:bodyPr vert="horz" wrap="square" lIns="0" tIns="73660" rIns="0" bIns="0" rtlCol="0">
            <a:spAutoFit/>
          </a:bodyPr>
          <a:lstStyle/>
          <a:p>
            <a:pPr marL="12700">
              <a:lnSpc>
                <a:spcPct val="100000"/>
              </a:lnSpc>
              <a:spcBef>
                <a:spcPts val="580"/>
              </a:spcBef>
              <a:tabLst>
                <a:tab pos="240665" algn="l"/>
                <a:tab pos="241300" algn="l"/>
              </a:tabLst>
            </a:pPr>
            <a:r>
              <a:rPr lang="en-GB" sz="1700" b="1" u="sng" spc="-15" dirty="0">
                <a:latin typeface="Arial MT"/>
                <a:cs typeface="Arial MT"/>
              </a:rPr>
              <a:t>Responsive</a:t>
            </a:r>
          </a:p>
          <a:p>
            <a:pPr marL="12700">
              <a:lnSpc>
                <a:spcPct val="100000"/>
              </a:lnSpc>
              <a:spcBef>
                <a:spcPts val="580"/>
              </a:spcBef>
              <a:tabLst>
                <a:tab pos="240665" algn="l"/>
                <a:tab pos="241300" algn="l"/>
              </a:tabLst>
            </a:pPr>
            <a:endParaRPr lang="en-GB" sz="1700" spc="-15" dirty="0">
              <a:latin typeface="Arial MT"/>
              <a:cs typeface="Arial MT"/>
            </a:endParaRPr>
          </a:p>
          <a:p>
            <a:pPr marL="12700">
              <a:lnSpc>
                <a:spcPct val="100000"/>
              </a:lnSpc>
              <a:spcBef>
                <a:spcPts val="580"/>
              </a:spcBef>
              <a:tabLst>
                <a:tab pos="240665" algn="l"/>
                <a:tab pos="241300" algn="l"/>
              </a:tabLst>
            </a:pPr>
            <a:r>
              <a:rPr lang="en-GB" sz="1700" spc="-15" dirty="0">
                <a:latin typeface="Arial MT"/>
                <a:cs typeface="Arial MT"/>
              </a:rPr>
              <a:t>We have touched upon the importance of responsive web design in prior weeks to make websites look good regardless of the user’s viewing device. Usually, navigation bars will collapse into a ‘hamburger’ menu for mobile as they don’t take up a lot of space.</a:t>
            </a:r>
          </a:p>
        </p:txBody>
      </p:sp>
      <p:pic>
        <p:nvPicPr>
          <p:cNvPr id="4" name="Picture 3" descr="Responsive&#10;">
            <a:extLst>
              <a:ext uri="{FF2B5EF4-FFF2-40B4-BE49-F238E27FC236}">
                <a16:creationId xmlns:a16="http://schemas.microsoft.com/office/drawing/2014/main" id="{EABF9BE4-97EF-E053-1F7A-8C0322F78DDE}"/>
              </a:ext>
            </a:extLst>
          </p:cNvPr>
          <p:cNvPicPr>
            <a:picLocks noChangeAspect="1"/>
          </p:cNvPicPr>
          <p:nvPr/>
        </p:nvPicPr>
        <p:blipFill>
          <a:blip r:embed="rId2"/>
          <a:stretch>
            <a:fillRect/>
          </a:stretch>
        </p:blipFill>
        <p:spPr>
          <a:xfrm>
            <a:off x="1361058" y="4114800"/>
            <a:ext cx="6667500" cy="2543175"/>
          </a:xfrm>
          <a:prstGeom prst="rect">
            <a:avLst/>
          </a:prstGeom>
        </p:spPr>
      </p:pic>
    </p:spTree>
    <p:extLst>
      <p:ext uri="{BB962C8B-B14F-4D97-AF65-F5344CB8AC3E}">
        <p14:creationId xmlns:p14="http://schemas.microsoft.com/office/powerpoint/2010/main" val="3351763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3657600" cy="1090042"/>
          </a:xfrm>
          <a:prstGeom prst="rect">
            <a:avLst/>
          </a:prstGeom>
        </p:spPr>
        <p:txBody>
          <a:bodyPr vert="horz" wrap="square" lIns="0" tIns="12700" rIns="0" bIns="0" rtlCol="0">
            <a:spAutoFit/>
          </a:bodyPr>
          <a:lstStyle/>
          <a:p>
            <a:pPr marL="12700">
              <a:lnSpc>
                <a:spcPct val="100000"/>
              </a:lnSpc>
              <a:spcBef>
                <a:spcPts val="100"/>
              </a:spcBef>
            </a:pPr>
            <a:r>
              <a:rPr spc="-5" dirty="0"/>
              <a:t>Navigation</a:t>
            </a:r>
            <a:r>
              <a:rPr dirty="0"/>
              <a:t> </a:t>
            </a:r>
            <a:r>
              <a:rPr spc="-5" dirty="0"/>
              <a:t>Design</a:t>
            </a:r>
            <a:r>
              <a:rPr dirty="0"/>
              <a:t> </a:t>
            </a:r>
            <a:r>
              <a:rPr spc="-5" dirty="0"/>
              <a:t>Patterns</a:t>
            </a:r>
          </a:p>
        </p:txBody>
      </p:sp>
      <p:sp>
        <p:nvSpPr>
          <p:cNvPr id="3" name="object 3"/>
          <p:cNvSpPr txBox="1"/>
          <p:nvPr/>
        </p:nvSpPr>
        <p:spPr>
          <a:xfrm>
            <a:off x="480134" y="2055177"/>
            <a:ext cx="8435266" cy="1274708"/>
          </a:xfrm>
          <a:prstGeom prst="rect">
            <a:avLst/>
          </a:prstGeom>
        </p:spPr>
        <p:txBody>
          <a:bodyPr vert="horz" wrap="square" lIns="0" tIns="73660" rIns="0" bIns="0" rtlCol="0">
            <a:spAutoFit/>
          </a:bodyPr>
          <a:lstStyle/>
          <a:p>
            <a:pPr marL="12700">
              <a:lnSpc>
                <a:spcPct val="100000"/>
              </a:lnSpc>
              <a:spcBef>
                <a:spcPts val="580"/>
              </a:spcBef>
              <a:tabLst>
                <a:tab pos="240665" algn="l"/>
                <a:tab pos="241300" algn="l"/>
              </a:tabLst>
            </a:pPr>
            <a:r>
              <a:rPr lang="en-GB" sz="1700" b="1" u="sng" spc="-15" dirty="0">
                <a:latin typeface="Arial MT"/>
                <a:cs typeface="Arial MT"/>
              </a:rPr>
              <a:t>Image (Logo)</a:t>
            </a:r>
          </a:p>
          <a:p>
            <a:pPr marL="12700">
              <a:lnSpc>
                <a:spcPct val="100000"/>
              </a:lnSpc>
              <a:spcBef>
                <a:spcPts val="580"/>
              </a:spcBef>
              <a:tabLst>
                <a:tab pos="240665" algn="l"/>
                <a:tab pos="241300" algn="l"/>
              </a:tabLst>
            </a:pPr>
            <a:endParaRPr lang="en-GB" sz="1700" spc="-15" dirty="0">
              <a:latin typeface="Arial MT"/>
              <a:cs typeface="Arial MT"/>
            </a:endParaRPr>
          </a:p>
          <a:p>
            <a:pPr marL="12700">
              <a:lnSpc>
                <a:spcPct val="100000"/>
              </a:lnSpc>
              <a:spcBef>
                <a:spcPts val="580"/>
              </a:spcBef>
              <a:tabLst>
                <a:tab pos="240665" algn="l"/>
                <a:tab pos="241300" algn="l"/>
              </a:tabLst>
            </a:pPr>
            <a:r>
              <a:rPr lang="en-GB" sz="1700" spc="-15" dirty="0">
                <a:latin typeface="Arial MT"/>
                <a:cs typeface="Arial MT"/>
              </a:rPr>
              <a:t>It sounds obvious, but some websites neglect this rule. This is a convention best followed as it is so widely implemented.</a:t>
            </a:r>
          </a:p>
        </p:txBody>
      </p:sp>
      <p:pic>
        <p:nvPicPr>
          <p:cNvPr id="5" name="Picture 4" descr="Image (Logo)&#10;">
            <a:extLst>
              <a:ext uri="{FF2B5EF4-FFF2-40B4-BE49-F238E27FC236}">
                <a16:creationId xmlns:a16="http://schemas.microsoft.com/office/drawing/2014/main" id="{2842822A-6DA4-20F4-4E0C-989D233FCECA}"/>
              </a:ext>
            </a:extLst>
          </p:cNvPr>
          <p:cNvPicPr>
            <a:picLocks noChangeAspect="1"/>
          </p:cNvPicPr>
          <p:nvPr/>
        </p:nvPicPr>
        <p:blipFill>
          <a:blip r:embed="rId2"/>
          <a:stretch>
            <a:fillRect/>
          </a:stretch>
        </p:blipFill>
        <p:spPr>
          <a:xfrm>
            <a:off x="1398788" y="4114800"/>
            <a:ext cx="6667500" cy="2543175"/>
          </a:xfrm>
          <a:prstGeom prst="rect">
            <a:avLst/>
          </a:prstGeom>
        </p:spPr>
      </p:pic>
    </p:spTree>
    <p:extLst>
      <p:ext uri="{BB962C8B-B14F-4D97-AF65-F5344CB8AC3E}">
        <p14:creationId xmlns:p14="http://schemas.microsoft.com/office/powerpoint/2010/main" val="42685704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3657600" cy="1090042"/>
          </a:xfrm>
          <a:prstGeom prst="rect">
            <a:avLst/>
          </a:prstGeom>
        </p:spPr>
        <p:txBody>
          <a:bodyPr vert="horz" wrap="square" lIns="0" tIns="12700" rIns="0" bIns="0" rtlCol="0">
            <a:spAutoFit/>
          </a:bodyPr>
          <a:lstStyle/>
          <a:p>
            <a:pPr marL="12700">
              <a:lnSpc>
                <a:spcPct val="100000"/>
              </a:lnSpc>
              <a:spcBef>
                <a:spcPts val="100"/>
              </a:spcBef>
            </a:pPr>
            <a:r>
              <a:rPr spc="-5" dirty="0"/>
              <a:t>Navigation</a:t>
            </a:r>
            <a:r>
              <a:rPr dirty="0"/>
              <a:t> </a:t>
            </a:r>
            <a:r>
              <a:rPr spc="-5" dirty="0"/>
              <a:t>Design</a:t>
            </a:r>
            <a:r>
              <a:rPr dirty="0"/>
              <a:t> </a:t>
            </a:r>
            <a:r>
              <a:rPr spc="-5" dirty="0"/>
              <a:t>Patterns</a:t>
            </a:r>
          </a:p>
        </p:txBody>
      </p:sp>
      <p:sp>
        <p:nvSpPr>
          <p:cNvPr id="3" name="object 3"/>
          <p:cNvSpPr txBox="1"/>
          <p:nvPr/>
        </p:nvSpPr>
        <p:spPr>
          <a:xfrm>
            <a:off x="480134" y="2055177"/>
            <a:ext cx="8435266" cy="2059538"/>
          </a:xfrm>
          <a:prstGeom prst="rect">
            <a:avLst/>
          </a:prstGeom>
        </p:spPr>
        <p:txBody>
          <a:bodyPr vert="horz" wrap="square" lIns="0" tIns="73660" rIns="0" bIns="0" rtlCol="0">
            <a:spAutoFit/>
          </a:bodyPr>
          <a:lstStyle/>
          <a:p>
            <a:pPr marL="12700">
              <a:lnSpc>
                <a:spcPct val="100000"/>
              </a:lnSpc>
              <a:spcBef>
                <a:spcPts val="580"/>
              </a:spcBef>
              <a:tabLst>
                <a:tab pos="240665" algn="l"/>
                <a:tab pos="241300" algn="l"/>
              </a:tabLst>
            </a:pPr>
            <a:r>
              <a:rPr lang="en-GB" sz="1700" b="1" u="sng" spc="-15" dirty="0">
                <a:latin typeface="Arial MT"/>
                <a:cs typeface="Arial MT"/>
              </a:rPr>
              <a:t>Primary / Secondary</a:t>
            </a:r>
          </a:p>
          <a:p>
            <a:pPr marL="12700">
              <a:lnSpc>
                <a:spcPct val="100000"/>
              </a:lnSpc>
              <a:spcBef>
                <a:spcPts val="580"/>
              </a:spcBef>
              <a:tabLst>
                <a:tab pos="240665" algn="l"/>
                <a:tab pos="241300" algn="l"/>
              </a:tabLst>
            </a:pPr>
            <a:endParaRPr lang="en-GB" sz="1700" spc="-15" dirty="0">
              <a:latin typeface="Arial MT"/>
              <a:cs typeface="Arial MT"/>
            </a:endParaRPr>
          </a:p>
          <a:p>
            <a:pPr marL="12700">
              <a:lnSpc>
                <a:spcPct val="100000"/>
              </a:lnSpc>
              <a:spcBef>
                <a:spcPts val="580"/>
              </a:spcBef>
              <a:tabLst>
                <a:tab pos="240665" algn="l"/>
                <a:tab pos="241300" algn="l"/>
              </a:tabLst>
            </a:pPr>
            <a:r>
              <a:rPr lang="en-GB" sz="1700" spc="-15" dirty="0">
                <a:latin typeface="Arial MT"/>
                <a:cs typeface="Arial MT"/>
              </a:rPr>
              <a:t>The most common primary navigation consists of the main items, which is consistent throughout the site. Typically, in user-focused design examples, the main menu is placed on the top of the page in the centre or aligned to the left or right of the page. Secondary navigation consists of additional items and is typically situated in the middle of a webpage without an expressed design.</a:t>
            </a:r>
          </a:p>
        </p:txBody>
      </p:sp>
      <p:pic>
        <p:nvPicPr>
          <p:cNvPr id="4" name="Picture 3" descr="Primary / Secondary&#10;">
            <a:extLst>
              <a:ext uri="{FF2B5EF4-FFF2-40B4-BE49-F238E27FC236}">
                <a16:creationId xmlns:a16="http://schemas.microsoft.com/office/drawing/2014/main" id="{7E09ACEB-DFAF-A063-FA97-BA9F96BF52FE}"/>
              </a:ext>
            </a:extLst>
          </p:cNvPr>
          <p:cNvPicPr>
            <a:picLocks noChangeAspect="1"/>
          </p:cNvPicPr>
          <p:nvPr/>
        </p:nvPicPr>
        <p:blipFill>
          <a:blip r:embed="rId2"/>
          <a:stretch>
            <a:fillRect/>
          </a:stretch>
        </p:blipFill>
        <p:spPr>
          <a:xfrm>
            <a:off x="1407666" y="4114800"/>
            <a:ext cx="6667500" cy="2543175"/>
          </a:xfrm>
          <a:prstGeom prst="rect">
            <a:avLst/>
          </a:prstGeom>
        </p:spPr>
      </p:pic>
    </p:spTree>
    <p:extLst>
      <p:ext uri="{BB962C8B-B14F-4D97-AF65-F5344CB8AC3E}">
        <p14:creationId xmlns:p14="http://schemas.microsoft.com/office/powerpoint/2010/main" val="30871229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4226562" cy="1090042"/>
          </a:xfrm>
          <a:prstGeom prst="rect">
            <a:avLst/>
          </a:prstGeom>
        </p:spPr>
        <p:txBody>
          <a:bodyPr vert="horz" wrap="square" lIns="0" tIns="12700" rIns="0" bIns="0" rtlCol="0">
            <a:spAutoFit/>
          </a:bodyPr>
          <a:lstStyle/>
          <a:p>
            <a:pPr marL="12700">
              <a:lnSpc>
                <a:spcPct val="100000"/>
              </a:lnSpc>
              <a:spcBef>
                <a:spcPts val="100"/>
              </a:spcBef>
            </a:pPr>
            <a:r>
              <a:rPr spc="-5" dirty="0"/>
              <a:t>Navigation Design</a:t>
            </a:r>
            <a:r>
              <a:rPr spc="-70" dirty="0"/>
              <a:t> </a:t>
            </a:r>
            <a:r>
              <a:rPr spc="-60" dirty="0"/>
              <a:t>Testing</a:t>
            </a:r>
          </a:p>
        </p:txBody>
      </p:sp>
      <p:sp>
        <p:nvSpPr>
          <p:cNvPr id="3" name="object 3"/>
          <p:cNvSpPr txBox="1"/>
          <p:nvPr/>
        </p:nvSpPr>
        <p:spPr>
          <a:xfrm>
            <a:off x="533400" y="1765775"/>
            <a:ext cx="8229600" cy="5695790"/>
          </a:xfrm>
          <a:prstGeom prst="rect">
            <a:avLst/>
          </a:prstGeom>
        </p:spPr>
        <p:txBody>
          <a:bodyPr vert="horz" wrap="square" lIns="0" tIns="70485" rIns="0" bIns="0" rtlCol="0">
            <a:spAutoFit/>
          </a:bodyPr>
          <a:lstStyle/>
          <a:p>
            <a:pPr marL="12700">
              <a:spcBef>
                <a:spcPts val="555"/>
              </a:spcBef>
              <a:tabLst>
                <a:tab pos="240665" algn="l"/>
                <a:tab pos="241300" algn="l"/>
              </a:tabLst>
            </a:pPr>
            <a:r>
              <a:rPr sz="1700" b="1" spc="-5" dirty="0">
                <a:latin typeface="Arial MT"/>
                <a:cs typeface="Arial MT"/>
              </a:rPr>
              <a:t>Card</a:t>
            </a:r>
            <a:r>
              <a:rPr sz="1700" b="1" spc="-25" dirty="0">
                <a:latin typeface="Arial MT"/>
                <a:cs typeface="Arial MT"/>
              </a:rPr>
              <a:t> </a:t>
            </a:r>
            <a:r>
              <a:rPr sz="1700" b="1" spc="-5" dirty="0">
                <a:latin typeface="Arial MT"/>
                <a:cs typeface="Arial MT"/>
              </a:rPr>
              <a:t>Sorting</a:t>
            </a:r>
            <a:r>
              <a:rPr lang="en-GB" sz="1700" b="1" spc="-5" dirty="0">
                <a:latin typeface="Arial MT"/>
                <a:cs typeface="Arial MT"/>
              </a:rPr>
              <a:t>:</a:t>
            </a:r>
            <a:endParaRPr sz="1700" b="1" dirty="0">
              <a:latin typeface="Arial MT"/>
              <a:cs typeface="Arial MT"/>
            </a:endParaRPr>
          </a:p>
          <a:p>
            <a:pPr marL="469900" lvl="1" indent="-229235">
              <a:spcBef>
                <a:spcPts val="455"/>
              </a:spcBef>
              <a:buChar char="•"/>
              <a:tabLst>
                <a:tab pos="469265" algn="l"/>
                <a:tab pos="469900" algn="l"/>
              </a:tabLst>
            </a:pPr>
            <a:r>
              <a:rPr lang="en-GB" sz="1700" dirty="0">
                <a:latin typeface="Arial MT"/>
                <a:cs typeface="Arial MT"/>
              </a:rPr>
              <a:t>Was mentioned previously for testing content but can also be used for navigation. You can use sticky notes for all the pages of your website and ask a user to nest them under your main navigation headings.</a:t>
            </a:r>
          </a:p>
          <a:p>
            <a:pPr marL="469900" lvl="1" indent="-229235">
              <a:spcBef>
                <a:spcPts val="455"/>
              </a:spcBef>
              <a:buChar char="•"/>
              <a:tabLst>
                <a:tab pos="469265" algn="l"/>
                <a:tab pos="469900" algn="l"/>
              </a:tabLst>
            </a:pPr>
            <a:r>
              <a:rPr sz="1700" dirty="0">
                <a:latin typeface="Arial MT"/>
                <a:cs typeface="Arial MT"/>
              </a:rPr>
              <a:t>Is</a:t>
            </a:r>
            <a:r>
              <a:rPr sz="1700" spc="-5" dirty="0">
                <a:latin typeface="Arial MT"/>
                <a:cs typeface="Arial MT"/>
              </a:rPr>
              <a:t> </a:t>
            </a:r>
            <a:r>
              <a:rPr sz="1700" dirty="0">
                <a:latin typeface="Arial MT"/>
                <a:cs typeface="Arial MT"/>
              </a:rPr>
              <a:t>useful for</a:t>
            </a:r>
            <a:r>
              <a:rPr sz="1700" spc="-10" dirty="0">
                <a:latin typeface="Arial MT"/>
                <a:cs typeface="Arial MT"/>
              </a:rPr>
              <a:t> </a:t>
            </a:r>
            <a:r>
              <a:rPr sz="1700" spc="-5" dirty="0">
                <a:latin typeface="Arial MT"/>
                <a:cs typeface="Arial MT"/>
              </a:rPr>
              <a:t>discovering</a:t>
            </a:r>
            <a:r>
              <a:rPr sz="1700" spc="5" dirty="0">
                <a:latin typeface="Arial MT"/>
                <a:cs typeface="Arial MT"/>
              </a:rPr>
              <a:t> </a:t>
            </a:r>
            <a:r>
              <a:rPr sz="1700" dirty="0">
                <a:latin typeface="Arial MT"/>
                <a:cs typeface="Arial MT"/>
              </a:rPr>
              <a:t>new</a:t>
            </a:r>
            <a:r>
              <a:rPr sz="1700" spc="-5" dirty="0">
                <a:latin typeface="Arial MT"/>
                <a:cs typeface="Arial MT"/>
              </a:rPr>
              <a:t> areas</a:t>
            </a:r>
            <a:r>
              <a:rPr sz="1700" dirty="0">
                <a:latin typeface="Arial MT"/>
                <a:cs typeface="Arial MT"/>
              </a:rPr>
              <a:t> and </a:t>
            </a:r>
            <a:r>
              <a:rPr sz="1700" spc="-5" dirty="0">
                <a:latin typeface="Arial MT"/>
                <a:cs typeface="Arial MT"/>
              </a:rPr>
              <a:t>labels</a:t>
            </a:r>
            <a:r>
              <a:rPr lang="en-GB" sz="1700" spc="-5" dirty="0">
                <a:latin typeface="Arial MT"/>
                <a:cs typeface="Arial MT"/>
              </a:rPr>
              <a:t>.</a:t>
            </a:r>
          </a:p>
          <a:p>
            <a:pPr marL="469900" lvl="1" indent="-229235">
              <a:spcBef>
                <a:spcPts val="455"/>
              </a:spcBef>
              <a:buChar char="•"/>
              <a:tabLst>
                <a:tab pos="469265" algn="l"/>
                <a:tab pos="469900" algn="l"/>
              </a:tabLst>
            </a:pPr>
            <a:endParaRPr sz="1700" dirty="0">
              <a:latin typeface="Arial MT"/>
              <a:cs typeface="Arial MT"/>
            </a:endParaRPr>
          </a:p>
          <a:p>
            <a:pPr marL="12700">
              <a:spcBef>
                <a:spcPts val="360"/>
              </a:spcBef>
              <a:tabLst>
                <a:tab pos="240665" algn="l"/>
                <a:tab pos="241300" algn="l"/>
              </a:tabLst>
            </a:pPr>
            <a:r>
              <a:rPr sz="1700" b="1" spc="-20" dirty="0">
                <a:latin typeface="Arial MT"/>
                <a:cs typeface="Arial MT"/>
              </a:rPr>
              <a:t>Tree</a:t>
            </a:r>
            <a:r>
              <a:rPr sz="1700" b="1" spc="-60" dirty="0">
                <a:latin typeface="Arial MT"/>
                <a:cs typeface="Arial MT"/>
              </a:rPr>
              <a:t> </a:t>
            </a:r>
            <a:r>
              <a:rPr sz="1700" b="1" spc="-30" dirty="0">
                <a:latin typeface="Arial MT"/>
                <a:cs typeface="Arial MT"/>
              </a:rPr>
              <a:t>Testing</a:t>
            </a:r>
            <a:r>
              <a:rPr lang="en-GB" sz="1700" b="1" spc="-30" dirty="0">
                <a:latin typeface="Arial MT"/>
                <a:cs typeface="Arial MT"/>
              </a:rPr>
              <a:t>:</a:t>
            </a:r>
            <a:endParaRPr sz="1700" b="1" dirty="0">
              <a:latin typeface="Arial MT"/>
              <a:cs typeface="Arial MT"/>
            </a:endParaRPr>
          </a:p>
          <a:p>
            <a:pPr marL="469900" lvl="1" indent="-229235">
              <a:spcBef>
                <a:spcPts val="455"/>
              </a:spcBef>
              <a:buChar char="•"/>
              <a:tabLst>
                <a:tab pos="469265" algn="l"/>
                <a:tab pos="469900" algn="l"/>
              </a:tabLst>
            </a:pPr>
            <a:r>
              <a:rPr lang="en-GB" sz="1700" spc="-40" dirty="0">
                <a:latin typeface="Arial MT"/>
                <a:cs typeface="Arial MT"/>
              </a:rPr>
              <a:t>You create a prototype of your navigation as a ‘tree’ of hierarchical menu displayed as a list of accordions to t</a:t>
            </a:r>
            <a:r>
              <a:rPr sz="1700" spc="-40" dirty="0" err="1">
                <a:latin typeface="Arial MT"/>
                <a:cs typeface="Arial MT"/>
              </a:rPr>
              <a:t>est</a:t>
            </a:r>
            <a:r>
              <a:rPr sz="1700" dirty="0">
                <a:latin typeface="Arial MT"/>
                <a:cs typeface="Arial MT"/>
              </a:rPr>
              <a:t> </a:t>
            </a:r>
            <a:r>
              <a:rPr lang="en-GB" sz="1700" dirty="0">
                <a:latin typeface="Arial MT"/>
                <a:cs typeface="Arial MT"/>
              </a:rPr>
              <a:t>the </a:t>
            </a:r>
            <a:r>
              <a:rPr sz="1700" spc="-5" dirty="0">
                <a:latin typeface="Arial MT"/>
                <a:cs typeface="Arial MT"/>
              </a:rPr>
              <a:t>labels</a:t>
            </a:r>
            <a:r>
              <a:rPr sz="1700" dirty="0">
                <a:latin typeface="Arial MT"/>
                <a:cs typeface="Arial MT"/>
              </a:rPr>
              <a:t> and</a:t>
            </a:r>
            <a:r>
              <a:rPr sz="1700" spc="5" dirty="0">
                <a:latin typeface="Arial MT"/>
                <a:cs typeface="Arial MT"/>
              </a:rPr>
              <a:t> </a:t>
            </a:r>
            <a:r>
              <a:rPr sz="1700" spc="-5" dirty="0">
                <a:latin typeface="Arial MT"/>
                <a:cs typeface="Arial MT"/>
              </a:rPr>
              <a:t>categories</a:t>
            </a:r>
            <a:r>
              <a:rPr sz="1700" dirty="0">
                <a:latin typeface="Arial MT"/>
                <a:cs typeface="Arial MT"/>
              </a:rPr>
              <a:t> of</a:t>
            </a:r>
            <a:r>
              <a:rPr sz="1700" spc="5" dirty="0">
                <a:latin typeface="Arial MT"/>
                <a:cs typeface="Arial MT"/>
              </a:rPr>
              <a:t> </a:t>
            </a:r>
            <a:r>
              <a:rPr lang="en-GB" sz="1700" spc="-5" dirty="0">
                <a:latin typeface="Arial MT"/>
                <a:cs typeface="Arial MT"/>
              </a:rPr>
              <a:t>your n</a:t>
            </a:r>
            <a:r>
              <a:rPr sz="1700" spc="-5" dirty="0">
                <a:latin typeface="Arial MT"/>
                <a:cs typeface="Arial MT"/>
              </a:rPr>
              <a:t>avigation</a:t>
            </a:r>
            <a:r>
              <a:rPr sz="1700" spc="5" dirty="0">
                <a:latin typeface="Arial MT"/>
                <a:cs typeface="Arial MT"/>
              </a:rPr>
              <a:t> </a:t>
            </a:r>
            <a:r>
              <a:rPr sz="1700" dirty="0">
                <a:latin typeface="Arial MT"/>
                <a:cs typeface="Arial MT"/>
              </a:rPr>
              <a:t>system</a:t>
            </a:r>
            <a:r>
              <a:rPr lang="en-GB" sz="1700" dirty="0">
                <a:latin typeface="Arial MT"/>
                <a:cs typeface="Arial MT"/>
              </a:rPr>
              <a:t>.</a:t>
            </a:r>
            <a:endParaRPr sz="1700" dirty="0">
              <a:latin typeface="Arial MT"/>
              <a:cs typeface="Arial MT"/>
            </a:endParaRPr>
          </a:p>
          <a:p>
            <a:pPr marL="469900" lvl="1" indent="-229235">
              <a:spcBef>
                <a:spcPts val="360"/>
              </a:spcBef>
              <a:buChar char="•"/>
              <a:tabLst>
                <a:tab pos="469265" algn="l"/>
                <a:tab pos="469900" algn="l"/>
              </a:tabLst>
            </a:pPr>
            <a:r>
              <a:rPr sz="1700" spc="-5" dirty="0">
                <a:latin typeface="Arial MT"/>
                <a:cs typeface="Arial MT"/>
              </a:rPr>
              <a:t>Process</a:t>
            </a:r>
            <a:r>
              <a:rPr sz="1700" spc="5" dirty="0">
                <a:latin typeface="Arial MT"/>
                <a:cs typeface="Arial MT"/>
              </a:rPr>
              <a:t> </a:t>
            </a:r>
            <a:r>
              <a:rPr sz="1700" spc="-5" dirty="0">
                <a:latin typeface="Arial MT"/>
                <a:cs typeface="Arial MT"/>
              </a:rPr>
              <a:t>is</a:t>
            </a:r>
            <a:r>
              <a:rPr sz="1700" spc="5" dirty="0">
                <a:latin typeface="Arial MT"/>
                <a:cs typeface="Arial MT"/>
              </a:rPr>
              <a:t> </a:t>
            </a:r>
            <a:r>
              <a:rPr sz="1700" dirty="0">
                <a:latin typeface="Arial MT"/>
                <a:cs typeface="Arial MT"/>
              </a:rPr>
              <a:t>to</a:t>
            </a:r>
            <a:r>
              <a:rPr sz="1700" spc="10" dirty="0">
                <a:latin typeface="Arial MT"/>
                <a:cs typeface="Arial MT"/>
              </a:rPr>
              <a:t> </a:t>
            </a:r>
            <a:r>
              <a:rPr sz="1700" dirty="0">
                <a:latin typeface="Arial MT"/>
                <a:cs typeface="Arial MT"/>
              </a:rPr>
              <a:t>test</a:t>
            </a:r>
            <a:r>
              <a:rPr sz="1700" spc="10" dirty="0">
                <a:latin typeface="Arial MT"/>
                <a:cs typeface="Arial MT"/>
              </a:rPr>
              <a:t> </a:t>
            </a:r>
            <a:r>
              <a:rPr sz="1700" spc="-5" dirty="0">
                <a:latin typeface="Arial MT"/>
                <a:cs typeface="Arial MT"/>
              </a:rPr>
              <a:t>hierarchy</a:t>
            </a:r>
            <a:r>
              <a:rPr sz="1700" spc="5" dirty="0">
                <a:latin typeface="Arial MT"/>
                <a:cs typeface="Arial MT"/>
              </a:rPr>
              <a:t> </a:t>
            </a:r>
            <a:r>
              <a:rPr sz="1700" dirty="0">
                <a:latin typeface="Arial MT"/>
                <a:cs typeface="Arial MT"/>
              </a:rPr>
              <a:t>and</a:t>
            </a:r>
            <a:r>
              <a:rPr sz="1700" spc="15" dirty="0">
                <a:latin typeface="Arial MT"/>
                <a:cs typeface="Arial MT"/>
              </a:rPr>
              <a:t> </a:t>
            </a:r>
            <a:r>
              <a:rPr sz="1700" spc="-5" dirty="0">
                <a:latin typeface="Arial MT"/>
                <a:cs typeface="Arial MT"/>
              </a:rPr>
              <a:t>structure</a:t>
            </a:r>
            <a:r>
              <a:rPr sz="1700" spc="10" dirty="0">
                <a:latin typeface="Arial MT"/>
                <a:cs typeface="Arial MT"/>
              </a:rPr>
              <a:t> </a:t>
            </a:r>
            <a:r>
              <a:rPr sz="1700" dirty="0">
                <a:latin typeface="Arial MT"/>
                <a:cs typeface="Arial MT"/>
              </a:rPr>
              <a:t>of</a:t>
            </a:r>
            <a:r>
              <a:rPr sz="1700" spc="10" dirty="0">
                <a:latin typeface="Arial MT"/>
                <a:cs typeface="Arial MT"/>
              </a:rPr>
              <a:t> </a:t>
            </a:r>
            <a:r>
              <a:rPr sz="1700" spc="-5" dirty="0">
                <a:latin typeface="Arial MT"/>
                <a:cs typeface="Arial MT"/>
              </a:rPr>
              <a:t>navigation</a:t>
            </a:r>
            <a:r>
              <a:rPr sz="1700" spc="10" dirty="0">
                <a:latin typeface="Arial MT"/>
                <a:cs typeface="Arial MT"/>
              </a:rPr>
              <a:t> </a:t>
            </a:r>
            <a:r>
              <a:rPr sz="1700" spc="-5" dirty="0">
                <a:latin typeface="Arial MT"/>
                <a:cs typeface="Arial MT"/>
              </a:rPr>
              <a:t>tree.</a:t>
            </a:r>
            <a:endParaRPr sz="1700" dirty="0">
              <a:latin typeface="Arial MT"/>
              <a:cs typeface="Arial MT"/>
            </a:endParaRPr>
          </a:p>
          <a:p>
            <a:pPr marL="469265" marR="5080" lvl="1" indent="-228600">
              <a:spcBef>
                <a:spcPts val="525"/>
              </a:spcBef>
              <a:buChar char="•"/>
              <a:tabLst>
                <a:tab pos="469265" algn="l"/>
                <a:tab pos="469900" algn="l"/>
              </a:tabLst>
            </a:pPr>
            <a:r>
              <a:rPr sz="1700" spc="-25" dirty="0">
                <a:latin typeface="Arial MT"/>
                <a:cs typeface="Arial MT"/>
              </a:rPr>
              <a:t>Technique</a:t>
            </a:r>
            <a:r>
              <a:rPr sz="1700" spc="10" dirty="0">
                <a:latin typeface="Arial MT"/>
                <a:cs typeface="Arial MT"/>
              </a:rPr>
              <a:t> </a:t>
            </a:r>
            <a:r>
              <a:rPr sz="1700" spc="-5" dirty="0">
                <a:latin typeface="Arial MT"/>
                <a:cs typeface="Arial MT"/>
              </a:rPr>
              <a:t>is</a:t>
            </a:r>
            <a:r>
              <a:rPr sz="1700" spc="10" dirty="0">
                <a:latin typeface="Arial MT"/>
                <a:cs typeface="Arial MT"/>
              </a:rPr>
              <a:t> </a:t>
            </a:r>
            <a:r>
              <a:rPr sz="1700" spc="-5" dirty="0">
                <a:latin typeface="Arial MT"/>
                <a:cs typeface="Arial MT"/>
              </a:rPr>
              <a:t>employed</a:t>
            </a:r>
            <a:r>
              <a:rPr sz="1700" spc="10" dirty="0">
                <a:latin typeface="Arial MT"/>
                <a:cs typeface="Arial MT"/>
              </a:rPr>
              <a:t> </a:t>
            </a:r>
            <a:r>
              <a:rPr sz="1700" dirty="0">
                <a:latin typeface="Arial MT"/>
                <a:cs typeface="Arial MT"/>
              </a:rPr>
              <a:t>to</a:t>
            </a:r>
            <a:r>
              <a:rPr sz="1700" spc="15" dirty="0">
                <a:latin typeface="Arial MT"/>
                <a:cs typeface="Arial MT"/>
              </a:rPr>
              <a:t> </a:t>
            </a:r>
            <a:r>
              <a:rPr lang="en-GB" sz="1700" spc="15" dirty="0">
                <a:latin typeface="Arial MT"/>
                <a:cs typeface="Arial MT"/>
              </a:rPr>
              <a:t>see if the navigation is intuitive and </a:t>
            </a:r>
            <a:r>
              <a:rPr sz="1700" spc="-5" dirty="0">
                <a:latin typeface="Arial MT"/>
                <a:cs typeface="Arial MT"/>
              </a:rPr>
              <a:t>make</a:t>
            </a:r>
            <a:r>
              <a:rPr lang="en-GB" sz="1700" spc="-5" dirty="0">
                <a:latin typeface="Arial MT"/>
                <a:cs typeface="Arial MT"/>
              </a:rPr>
              <a:t>s</a:t>
            </a:r>
            <a:r>
              <a:rPr sz="1700" spc="10" dirty="0">
                <a:latin typeface="Arial MT"/>
                <a:cs typeface="Arial MT"/>
              </a:rPr>
              <a:t> </a:t>
            </a:r>
            <a:r>
              <a:rPr sz="1700" spc="-5" dirty="0">
                <a:latin typeface="Arial MT"/>
                <a:cs typeface="Arial MT"/>
              </a:rPr>
              <a:t>sure</a:t>
            </a:r>
            <a:r>
              <a:rPr sz="1700" spc="15" dirty="0">
                <a:latin typeface="Arial MT"/>
                <a:cs typeface="Arial MT"/>
              </a:rPr>
              <a:t> </a:t>
            </a:r>
            <a:r>
              <a:rPr sz="1700" spc="-5" dirty="0">
                <a:latin typeface="Arial MT"/>
                <a:cs typeface="Arial MT"/>
              </a:rPr>
              <a:t>users</a:t>
            </a:r>
            <a:r>
              <a:rPr sz="1700" spc="5" dirty="0">
                <a:latin typeface="Arial MT"/>
                <a:cs typeface="Arial MT"/>
              </a:rPr>
              <a:t> </a:t>
            </a:r>
            <a:r>
              <a:rPr sz="1700" dirty="0">
                <a:latin typeface="Arial MT"/>
                <a:cs typeface="Arial MT"/>
              </a:rPr>
              <a:t>can</a:t>
            </a:r>
            <a:r>
              <a:rPr sz="1700" spc="15" dirty="0">
                <a:latin typeface="Arial MT"/>
                <a:cs typeface="Arial MT"/>
              </a:rPr>
              <a:t> </a:t>
            </a:r>
            <a:r>
              <a:rPr sz="1700" spc="-5" dirty="0">
                <a:latin typeface="Arial MT"/>
                <a:cs typeface="Arial MT"/>
              </a:rPr>
              <a:t>navigate</a:t>
            </a:r>
            <a:r>
              <a:rPr sz="1700" spc="10" dirty="0">
                <a:latin typeface="Arial MT"/>
                <a:cs typeface="Arial MT"/>
              </a:rPr>
              <a:t> </a:t>
            </a:r>
            <a:r>
              <a:rPr lang="en-GB" sz="1700" spc="10" dirty="0">
                <a:latin typeface="Arial MT"/>
                <a:cs typeface="Arial MT"/>
              </a:rPr>
              <a:t>to </a:t>
            </a:r>
            <a:r>
              <a:rPr sz="1700" spc="-5" dirty="0">
                <a:latin typeface="Arial MT"/>
                <a:cs typeface="Arial MT"/>
              </a:rPr>
              <a:t>achieve </a:t>
            </a:r>
            <a:r>
              <a:rPr sz="1700" spc="-455" dirty="0">
                <a:latin typeface="Arial MT"/>
                <a:cs typeface="Arial MT"/>
              </a:rPr>
              <a:t> </a:t>
            </a:r>
            <a:r>
              <a:rPr lang="en-GB" sz="1700" spc="-5" dirty="0">
                <a:latin typeface="Arial MT"/>
                <a:cs typeface="Arial MT"/>
              </a:rPr>
              <a:t>their</a:t>
            </a:r>
            <a:r>
              <a:rPr sz="1700" dirty="0">
                <a:latin typeface="Arial MT"/>
                <a:cs typeface="Arial MT"/>
              </a:rPr>
              <a:t> </a:t>
            </a:r>
            <a:r>
              <a:rPr sz="1700" spc="-5" dirty="0">
                <a:latin typeface="Arial MT"/>
                <a:cs typeface="Arial MT"/>
              </a:rPr>
              <a:t>goals</a:t>
            </a:r>
            <a:r>
              <a:rPr sz="1700" dirty="0">
                <a:latin typeface="Arial MT"/>
                <a:cs typeface="Arial MT"/>
              </a:rPr>
              <a:t> and</a:t>
            </a:r>
            <a:r>
              <a:rPr sz="1700" spc="5" dirty="0">
                <a:latin typeface="Arial MT"/>
                <a:cs typeface="Arial MT"/>
              </a:rPr>
              <a:t> </a:t>
            </a:r>
            <a:r>
              <a:rPr sz="1700" spc="-5" dirty="0">
                <a:latin typeface="Arial MT"/>
                <a:cs typeface="Arial MT"/>
              </a:rPr>
              <a:t>objectives</a:t>
            </a:r>
            <a:r>
              <a:rPr lang="en-GB" sz="1700" spc="-5" dirty="0">
                <a:latin typeface="Arial MT"/>
                <a:cs typeface="Arial MT"/>
              </a:rPr>
              <a:t>.</a:t>
            </a:r>
            <a:endParaRPr lang="en-GB" sz="1700" dirty="0">
              <a:latin typeface="Arial MT"/>
              <a:cs typeface="Arial MT"/>
            </a:endParaRPr>
          </a:p>
          <a:p>
            <a:pPr marL="469265" marR="5080" lvl="1" indent="-228600">
              <a:spcBef>
                <a:spcPts val="525"/>
              </a:spcBef>
              <a:buChar char="•"/>
              <a:tabLst>
                <a:tab pos="469265" algn="l"/>
                <a:tab pos="469900" algn="l"/>
              </a:tabLst>
            </a:pPr>
            <a:r>
              <a:rPr sz="1700" spc="-5" dirty="0">
                <a:latin typeface="Arial MT"/>
                <a:cs typeface="Arial MT"/>
              </a:rPr>
              <a:t>Examples</a:t>
            </a:r>
            <a:r>
              <a:rPr sz="1700" dirty="0">
                <a:latin typeface="Arial MT"/>
                <a:cs typeface="Arial MT"/>
              </a:rPr>
              <a:t> of</a:t>
            </a:r>
            <a:r>
              <a:rPr sz="1700" spc="5" dirty="0">
                <a:latin typeface="Arial MT"/>
                <a:cs typeface="Arial MT"/>
              </a:rPr>
              <a:t> </a:t>
            </a:r>
            <a:r>
              <a:rPr sz="1700" spc="-5" dirty="0">
                <a:latin typeface="Arial MT"/>
                <a:cs typeface="Arial MT"/>
              </a:rPr>
              <a:t>tree</a:t>
            </a:r>
            <a:r>
              <a:rPr sz="1700" spc="5" dirty="0">
                <a:latin typeface="Arial MT"/>
                <a:cs typeface="Arial MT"/>
              </a:rPr>
              <a:t> </a:t>
            </a:r>
            <a:r>
              <a:rPr sz="1700" spc="-5" dirty="0">
                <a:latin typeface="Arial MT"/>
                <a:cs typeface="Arial MT"/>
              </a:rPr>
              <a:t>testing</a:t>
            </a:r>
            <a:r>
              <a:rPr sz="1700" spc="5" dirty="0">
                <a:latin typeface="Arial MT"/>
                <a:cs typeface="Arial MT"/>
              </a:rPr>
              <a:t> </a:t>
            </a:r>
            <a:r>
              <a:rPr sz="1700" spc="-5" dirty="0">
                <a:latin typeface="Arial MT"/>
                <a:cs typeface="Arial MT"/>
              </a:rPr>
              <a:t>utilities:</a:t>
            </a:r>
            <a:r>
              <a:rPr sz="1700" spc="5" dirty="0">
                <a:latin typeface="Arial MT"/>
                <a:cs typeface="Arial MT"/>
              </a:rPr>
              <a:t> </a:t>
            </a:r>
            <a:endParaRPr lang="en-GB" sz="1700" dirty="0">
              <a:latin typeface="Arial MT"/>
              <a:cs typeface="Arial MT"/>
            </a:endParaRPr>
          </a:p>
          <a:p>
            <a:pPr marL="698500" lvl="1" indent="-228600">
              <a:spcBef>
                <a:spcPts val="459"/>
              </a:spcBef>
              <a:buChar char="•"/>
              <a:tabLst>
                <a:tab pos="240665" algn="l"/>
                <a:tab pos="241300" algn="l"/>
              </a:tabLst>
            </a:pPr>
            <a:r>
              <a:rPr lang="en-GB" sz="1700" spc="-5" dirty="0" err="1">
                <a:latin typeface="Arial MT"/>
                <a:cs typeface="Arial MT"/>
              </a:rPr>
              <a:t>Userzoom</a:t>
            </a:r>
            <a:r>
              <a:rPr lang="en-GB" sz="1700" spc="-5" dirty="0">
                <a:latin typeface="Arial MT"/>
                <a:cs typeface="Arial MT"/>
              </a:rPr>
              <a:t>	- </a:t>
            </a:r>
            <a:r>
              <a:rPr lang="en-GB" sz="1700" u="sng" spc="-5" dirty="0">
                <a:solidFill>
                  <a:srgbClr val="0000FF"/>
                </a:solidFill>
                <a:uFill>
                  <a:solidFill>
                    <a:srgbClr val="0000FF"/>
                  </a:solidFill>
                </a:uFill>
                <a:latin typeface="Arial MT"/>
                <a:cs typeface="Arial MT"/>
              </a:rPr>
              <a:t>https://</a:t>
            </a:r>
            <a:r>
              <a:rPr lang="en-GB" sz="1700" u="sng" spc="-5" dirty="0">
                <a:solidFill>
                  <a:srgbClr val="0000FF"/>
                </a:solidFill>
                <a:uFill>
                  <a:solidFill>
                    <a:srgbClr val="0000FF"/>
                  </a:solidFill>
                </a:uFill>
                <a:latin typeface="Arial MT"/>
                <a:cs typeface="Arial MT"/>
                <a:hlinkClick r:id="rId2"/>
              </a:rPr>
              <a:t>www.userzoom.com/ </a:t>
            </a:r>
            <a:endParaRPr lang="en-GB" sz="1700" dirty="0">
              <a:latin typeface="Arial MT"/>
              <a:cs typeface="Arial MT"/>
            </a:endParaRPr>
          </a:p>
          <a:p>
            <a:pPr marL="698500" lvl="1" indent="-228600">
              <a:spcBef>
                <a:spcPts val="360"/>
              </a:spcBef>
              <a:buChar char="•"/>
              <a:tabLst>
                <a:tab pos="240665" algn="l"/>
                <a:tab pos="241300" algn="l"/>
              </a:tabLst>
            </a:pPr>
            <a:r>
              <a:rPr lang="en-GB" sz="1700" spc="-10" dirty="0" err="1">
                <a:latin typeface="Arial MT"/>
                <a:cs typeface="Arial MT"/>
              </a:rPr>
              <a:t>Treejack</a:t>
            </a:r>
            <a:r>
              <a:rPr lang="en-GB" sz="1700" spc="-10" dirty="0">
                <a:latin typeface="Arial MT"/>
                <a:cs typeface="Arial MT"/>
              </a:rPr>
              <a:t>	- </a:t>
            </a:r>
            <a:r>
              <a:rPr lang="en-GB" sz="1700" spc="-10" dirty="0">
                <a:latin typeface="Arial MT"/>
                <a:cs typeface="Arial MT"/>
                <a:hlinkClick r:id="rId3"/>
              </a:rPr>
              <a:t>https://www.optimalworkshop.com/treejack</a:t>
            </a:r>
            <a:r>
              <a:rPr lang="en-GB" sz="1700" spc="-10" dirty="0">
                <a:latin typeface="Arial MT"/>
                <a:cs typeface="Arial MT"/>
              </a:rPr>
              <a:t> </a:t>
            </a:r>
          </a:p>
          <a:p>
            <a:pPr marL="698500" lvl="1" indent="-228600">
              <a:spcBef>
                <a:spcPts val="360"/>
              </a:spcBef>
              <a:buChar char="•"/>
              <a:tabLst>
                <a:tab pos="240665" algn="l"/>
                <a:tab pos="241300" algn="l"/>
              </a:tabLst>
            </a:pPr>
            <a:endParaRPr lang="en-GB" sz="1700" dirty="0">
              <a:latin typeface="Arial MT"/>
              <a:cs typeface="Arial MT"/>
            </a:endParaRPr>
          </a:p>
          <a:p>
            <a:pPr marL="698500" lvl="1" indent="-228600">
              <a:buChar char="•"/>
              <a:tabLst>
                <a:tab pos="240665" algn="l"/>
                <a:tab pos="241300" algn="l"/>
              </a:tabLst>
            </a:pPr>
            <a:endParaRPr lang="en-GB" sz="1700" dirty="0">
              <a:latin typeface="Arial MT"/>
              <a:cs typeface="Arial MT"/>
            </a:endParaRPr>
          </a:p>
          <a:p>
            <a:pPr marL="241300" indent="-228600">
              <a:buChar char="•"/>
              <a:tabLst>
                <a:tab pos="240665" algn="l"/>
                <a:tab pos="241300" algn="l"/>
              </a:tabLst>
            </a:pPr>
            <a:endParaRPr lang="en-GB" sz="1700" dirty="0">
              <a:latin typeface="Arial MT"/>
              <a:cs typeface="Arial MT"/>
            </a:endParaRPr>
          </a:p>
          <a:p>
            <a:pPr marL="241300" indent="-228600">
              <a:buChar char="•"/>
              <a:tabLst>
                <a:tab pos="240665" algn="l"/>
                <a:tab pos="241300" algn="l"/>
              </a:tabLst>
            </a:pPr>
            <a:endParaRPr lang="en-GB" sz="1700" dirty="0">
              <a:latin typeface="Arial MT"/>
              <a:cs typeface="Arial M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147</TotalTime>
  <Words>2502</Words>
  <Application>Microsoft Macintosh PowerPoint</Application>
  <PresentationFormat>On-screen Show (4:3)</PresentationFormat>
  <Paragraphs>268</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Arial MT</vt:lpstr>
      <vt:lpstr>Calibri</vt:lpstr>
      <vt:lpstr>Office Theme</vt:lpstr>
      <vt:lpstr>Week 6 - Skeleton</vt:lpstr>
      <vt:lpstr>UX Design - Skeleton</vt:lpstr>
      <vt:lpstr>Contents</vt:lpstr>
      <vt:lpstr>INTERFACE DESIGN</vt:lpstr>
      <vt:lpstr>Interface Design</vt:lpstr>
      <vt:lpstr>Interface Design Principles</vt:lpstr>
      <vt:lpstr>Interface Design Principles</vt:lpstr>
      <vt:lpstr>Interface Design Principles</vt:lpstr>
      <vt:lpstr>Interface Design Principles</vt:lpstr>
      <vt:lpstr>Other Principles of Interface Design</vt:lpstr>
      <vt:lpstr>Other Principles of Interface Design</vt:lpstr>
      <vt:lpstr>Interface Design - Techniques</vt:lpstr>
      <vt:lpstr>Outputs of Interface Design</vt:lpstr>
      <vt:lpstr>Class Exercise (5 – 10 Minutes)</vt:lpstr>
      <vt:lpstr>Testing Interface Design</vt:lpstr>
      <vt:lpstr>Testing Interface Design</vt:lpstr>
      <vt:lpstr>Testing Interface Design</vt:lpstr>
      <vt:lpstr>NAVIGATION DESIGN</vt:lpstr>
      <vt:lpstr>Navigation Design</vt:lpstr>
      <vt:lpstr>Navigation Design</vt:lpstr>
      <vt:lpstr>Principles of Navigation Design</vt:lpstr>
      <vt:lpstr>Principles of Navigation Design</vt:lpstr>
      <vt:lpstr>Navigation Design Fundamentals</vt:lpstr>
      <vt:lpstr>Navigation Design Fundamentals</vt:lpstr>
      <vt:lpstr>Navigation Design Fundamentals</vt:lpstr>
      <vt:lpstr>Navigation Design Fundamentals</vt:lpstr>
      <vt:lpstr>Navigation Design Patterns</vt:lpstr>
      <vt:lpstr>Navigation Design Patterns</vt:lpstr>
      <vt:lpstr>Navigation Design Patterns</vt:lpstr>
      <vt:lpstr>Navigation Design Patterns</vt:lpstr>
      <vt:lpstr>Navigation Design Patterns</vt:lpstr>
      <vt:lpstr>Navigation Design Patterns</vt:lpstr>
      <vt:lpstr>Navigation Design Patterns</vt:lpstr>
      <vt:lpstr>Navigation Design Patterns</vt:lpstr>
      <vt:lpstr>Navigation Design Testing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Bassma Al-Jubouri</cp:lastModifiedBy>
  <cp:revision>2</cp:revision>
  <dcterms:created xsi:type="dcterms:W3CDTF">2024-03-10T16:13:19Z</dcterms:created>
  <dcterms:modified xsi:type="dcterms:W3CDTF">2025-04-02T20:56:42Z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2023-03-04T00:00:00Z</vt:filetime>
  </property>
  <property fmtid="{D5CDD505-2E9C-101B-9397-08002B2CF9AE}" pid="3" name="LastSaved">
    <vt:filetime>2024-03-10T00:00:00Z</vt:filetime>
  </property>
</Properties>
</file>