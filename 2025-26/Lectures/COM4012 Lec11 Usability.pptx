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4" r:id="rId8"/>
    <p:sldId id="262" r:id="rId9"/>
    <p:sldId id="263" r:id="rId10"/>
    <p:sldId id="290" r:id="rId11"/>
    <p:sldId id="265" r:id="rId12"/>
    <p:sldId id="267" r:id="rId13"/>
    <p:sldId id="291" r:id="rId14"/>
    <p:sldId id="292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9" r:id="rId32"/>
    <p:sldId id="287" r:id="rId33"/>
    <p:sldId id="288" r:id="rId34"/>
    <p:sldId id="293" r:id="rId3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4"/>
  </p:normalViewPr>
  <p:slideViewPr>
    <p:cSldViewPr>
      <p:cViewPr varScale="1">
        <p:scale>
          <a:sx n="101" d="100"/>
          <a:sy n="101" d="100"/>
        </p:scale>
        <p:origin x="186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4AB2A5-978A-4899-9924-D874D2F80D48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0BD39BC-BC12-4E08-A6A5-6438611F14DD}">
      <dgm:prSet/>
      <dgm:spPr/>
      <dgm:t>
        <a:bodyPr/>
        <a:lstStyle/>
        <a:p>
          <a:r>
            <a:rPr lang="en-GB"/>
            <a:t>Users have varying experience levels:</a:t>
          </a:r>
          <a:endParaRPr lang="en-US"/>
        </a:p>
      </dgm:t>
    </dgm:pt>
    <dgm:pt modelId="{16F3F988-1F15-4EE7-8360-407517A8988A}" type="parTrans" cxnId="{0AED51CB-B021-4A48-B403-B70B77EDBC96}">
      <dgm:prSet/>
      <dgm:spPr/>
      <dgm:t>
        <a:bodyPr/>
        <a:lstStyle/>
        <a:p>
          <a:endParaRPr lang="en-US"/>
        </a:p>
      </dgm:t>
    </dgm:pt>
    <dgm:pt modelId="{0E403FAD-20D7-4E4C-8425-F80B5588106B}" type="sibTrans" cxnId="{0AED51CB-B021-4A48-B403-B70B77EDBC96}">
      <dgm:prSet/>
      <dgm:spPr/>
      <dgm:t>
        <a:bodyPr/>
        <a:lstStyle/>
        <a:p>
          <a:endParaRPr lang="en-US"/>
        </a:p>
      </dgm:t>
    </dgm:pt>
    <dgm:pt modelId="{C56AF20E-77C8-4DB2-8E61-2F0358CB19D9}">
      <dgm:prSet/>
      <dgm:spPr/>
      <dgm:t>
        <a:bodyPr/>
        <a:lstStyle/>
        <a:p>
          <a:r>
            <a:rPr lang="en-GB" b="1" i="1"/>
            <a:t>Domain </a:t>
          </a:r>
          <a:r>
            <a:rPr lang="en-GB"/>
            <a:t>experience.</a:t>
          </a:r>
          <a:endParaRPr lang="en-US"/>
        </a:p>
      </dgm:t>
    </dgm:pt>
    <dgm:pt modelId="{D3737885-71D0-4B1F-BA6E-670C643628B8}" type="parTrans" cxnId="{226683AC-246F-4F26-BFFA-75A09D50B2BE}">
      <dgm:prSet/>
      <dgm:spPr/>
      <dgm:t>
        <a:bodyPr/>
        <a:lstStyle/>
        <a:p>
          <a:endParaRPr lang="en-US"/>
        </a:p>
      </dgm:t>
    </dgm:pt>
    <dgm:pt modelId="{1F6F1948-83E7-4D85-979B-FB840FE81904}" type="sibTrans" cxnId="{226683AC-246F-4F26-BFFA-75A09D50B2BE}">
      <dgm:prSet/>
      <dgm:spPr/>
      <dgm:t>
        <a:bodyPr/>
        <a:lstStyle/>
        <a:p>
          <a:endParaRPr lang="en-US"/>
        </a:p>
      </dgm:t>
    </dgm:pt>
    <dgm:pt modelId="{447D82F7-AC1C-4FCA-AD72-4B69F5113F0E}">
      <dgm:prSet/>
      <dgm:spPr/>
      <dgm:t>
        <a:bodyPr/>
        <a:lstStyle/>
        <a:p>
          <a:r>
            <a:rPr lang="en-GB"/>
            <a:t>Example: A financial analyst using a trading platform versus a casual user.</a:t>
          </a:r>
          <a:endParaRPr lang="en-US"/>
        </a:p>
      </dgm:t>
    </dgm:pt>
    <dgm:pt modelId="{AB9E34E5-8E47-4A57-8646-22E1CC4B58E5}" type="parTrans" cxnId="{A4AA412E-A598-423C-AD1B-2F616D4967A1}">
      <dgm:prSet/>
      <dgm:spPr/>
      <dgm:t>
        <a:bodyPr/>
        <a:lstStyle/>
        <a:p>
          <a:endParaRPr lang="en-US"/>
        </a:p>
      </dgm:t>
    </dgm:pt>
    <dgm:pt modelId="{03BE2DFE-25DE-4236-AEAA-511F1DDF68A6}" type="sibTrans" cxnId="{A4AA412E-A598-423C-AD1B-2F616D4967A1}">
      <dgm:prSet/>
      <dgm:spPr/>
      <dgm:t>
        <a:bodyPr/>
        <a:lstStyle/>
        <a:p>
          <a:endParaRPr lang="en-US"/>
        </a:p>
      </dgm:t>
    </dgm:pt>
    <dgm:pt modelId="{5B57FD36-9E59-4CBF-8848-CD77AA6E99C7}">
      <dgm:prSet/>
      <dgm:spPr/>
      <dgm:t>
        <a:bodyPr/>
        <a:lstStyle/>
        <a:p>
          <a:r>
            <a:rPr lang="en-GB" b="1" i="1"/>
            <a:t>Application </a:t>
          </a:r>
          <a:r>
            <a:rPr lang="en-GB"/>
            <a:t>experience.</a:t>
          </a:r>
          <a:endParaRPr lang="en-US"/>
        </a:p>
      </dgm:t>
    </dgm:pt>
    <dgm:pt modelId="{615BC420-DEC0-4C47-BAA5-580BB7CDF9BC}" type="parTrans" cxnId="{31CA9444-3B69-4F23-8452-05A165D684FF}">
      <dgm:prSet/>
      <dgm:spPr/>
      <dgm:t>
        <a:bodyPr/>
        <a:lstStyle/>
        <a:p>
          <a:endParaRPr lang="en-US"/>
        </a:p>
      </dgm:t>
    </dgm:pt>
    <dgm:pt modelId="{9BBA0CA1-14B6-411E-A0AA-4BC342455EF3}" type="sibTrans" cxnId="{31CA9444-3B69-4F23-8452-05A165D684FF}">
      <dgm:prSet/>
      <dgm:spPr/>
      <dgm:t>
        <a:bodyPr/>
        <a:lstStyle/>
        <a:p>
          <a:endParaRPr lang="en-US"/>
        </a:p>
      </dgm:t>
    </dgm:pt>
    <dgm:pt modelId="{22900864-4F47-4915-BE58-74E11043D8AE}">
      <dgm:prSet/>
      <dgm:spPr/>
      <dgm:t>
        <a:bodyPr/>
        <a:lstStyle/>
        <a:p>
          <a:r>
            <a:rPr lang="en-GB"/>
            <a:t>Example: A user who regularly uses a content management system versus someone who is new to it.</a:t>
          </a:r>
          <a:endParaRPr lang="en-US"/>
        </a:p>
      </dgm:t>
    </dgm:pt>
    <dgm:pt modelId="{E24250E6-1374-45ED-9B43-BD42BEC26EA7}" type="parTrans" cxnId="{8B73365E-89F7-4C9C-8DA0-D8936C2DACEC}">
      <dgm:prSet/>
      <dgm:spPr/>
      <dgm:t>
        <a:bodyPr/>
        <a:lstStyle/>
        <a:p>
          <a:endParaRPr lang="en-US"/>
        </a:p>
      </dgm:t>
    </dgm:pt>
    <dgm:pt modelId="{B70A4600-0008-4CF3-86FE-E566CD37E4F7}" type="sibTrans" cxnId="{8B73365E-89F7-4C9C-8DA0-D8936C2DACEC}">
      <dgm:prSet/>
      <dgm:spPr/>
      <dgm:t>
        <a:bodyPr/>
        <a:lstStyle/>
        <a:p>
          <a:endParaRPr lang="en-US"/>
        </a:p>
      </dgm:t>
    </dgm:pt>
    <dgm:pt modelId="{41160CA1-B3E8-497A-99C8-2F0BBC67F46E}">
      <dgm:prSet/>
      <dgm:spPr/>
      <dgm:t>
        <a:bodyPr/>
        <a:lstStyle/>
        <a:p>
          <a:r>
            <a:rPr lang="en-GB" b="1" i="1"/>
            <a:t>Feature </a:t>
          </a:r>
          <a:r>
            <a:rPr lang="en-GB"/>
            <a:t>experience.</a:t>
          </a:r>
          <a:endParaRPr lang="en-US"/>
        </a:p>
      </dgm:t>
    </dgm:pt>
    <dgm:pt modelId="{31F54584-B909-4592-B56D-144B7F0917A2}" type="parTrans" cxnId="{490737D3-34AE-4D9C-ADBD-6074265C0A84}">
      <dgm:prSet/>
      <dgm:spPr/>
      <dgm:t>
        <a:bodyPr/>
        <a:lstStyle/>
        <a:p>
          <a:endParaRPr lang="en-US"/>
        </a:p>
      </dgm:t>
    </dgm:pt>
    <dgm:pt modelId="{1321BC08-6FB9-4125-A8B6-1B1DB30CA008}" type="sibTrans" cxnId="{490737D3-34AE-4D9C-ADBD-6074265C0A84}">
      <dgm:prSet/>
      <dgm:spPr/>
      <dgm:t>
        <a:bodyPr/>
        <a:lstStyle/>
        <a:p>
          <a:endParaRPr lang="en-US"/>
        </a:p>
      </dgm:t>
    </dgm:pt>
    <dgm:pt modelId="{EF525874-E429-4B33-8F24-3201781EC44D}">
      <dgm:prSet/>
      <dgm:spPr/>
      <dgm:t>
        <a:bodyPr/>
        <a:lstStyle/>
        <a:p>
          <a:r>
            <a:rPr lang="en-GB"/>
            <a:t>Example: A user familiar with advanced search filters versus a beginner who only knows basic navigation.</a:t>
          </a:r>
          <a:endParaRPr lang="en-US"/>
        </a:p>
      </dgm:t>
    </dgm:pt>
    <dgm:pt modelId="{F5FDFBF1-4F37-4F21-A588-7CF28F5C525B}" type="parTrans" cxnId="{213568E5-A122-43F7-8AD9-4955E58A19DC}">
      <dgm:prSet/>
      <dgm:spPr/>
      <dgm:t>
        <a:bodyPr/>
        <a:lstStyle/>
        <a:p>
          <a:endParaRPr lang="en-US"/>
        </a:p>
      </dgm:t>
    </dgm:pt>
    <dgm:pt modelId="{BE339CD2-E430-4D76-8006-43D6E1103019}" type="sibTrans" cxnId="{213568E5-A122-43F7-8AD9-4955E58A19DC}">
      <dgm:prSet/>
      <dgm:spPr/>
      <dgm:t>
        <a:bodyPr/>
        <a:lstStyle/>
        <a:p>
          <a:endParaRPr lang="en-US"/>
        </a:p>
      </dgm:t>
    </dgm:pt>
    <dgm:pt modelId="{59EB261A-12C5-B74E-A41C-424A6F463D1F}" type="pres">
      <dgm:prSet presAssocID="{614AB2A5-978A-4899-9924-D874D2F80D48}" presName="linear" presStyleCnt="0">
        <dgm:presLayoutVars>
          <dgm:dir/>
          <dgm:animLvl val="lvl"/>
          <dgm:resizeHandles val="exact"/>
        </dgm:presLayoutVars>
      </dgm:prSet>
      <dgm:spPr/>
    </dgm:pt>
    <dgm:pt modelId="{2240D6A2-3AED-6C48-90CB-E86D647838CE}" type="pres">
      <dgm:prSet presAssocID="{10BD39BC-BC12-4E08-A6A5-6438611F14DD}" presName="parentLin" presStyleCnt="0"/>
      <dgm:spPr/>
    </dgm:pt>
    <dgm:pt modelId="{C04F207A-56CB-DF42-AB08-996AAE18BEC1}" type="pres">
      <dgm:prSet presAssocID="{10BD39BC-BC12-4E08-A6A5-6438611F14DD}" presName="parentLeftMargin" presStyleLbl="node1" presStyleIdx="0" presStyleCnt="1"/>
      <dgm:spPr/>
    </dgm:pt>
    <dgm:pt modelId="{8A0B80F5-0E38-C940-A13E-51C242ABDEAB}" type="pres">
      <dgm:prSet presAssocID="{10BD39BC-BC12-4E08-A6A5-6438611F14D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54C6450-C04D-F64F-B839-94BC79868B8E}" type="pres">
      <dgm:prSet presAssocID="{10BD39BC-BC12-4E08-A6A5-6438611F14DD}" presName="negativeSpace" presStyleCnt="0"/>
      <dgm:spPr/>
    </dgm:pt>
    <dgm:pt modelId="{9D2BE086-FA96-5044-AB6C-7ED6D4DBD47A}" type="pres">
      <dgm:prSet presAssocID="{10BD39BC-BC12-4E08-A6A5-6438611F14DD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4798307-F871-854A-B324-CAEEE448AB25}" type="presOf" srcId="{22900864-4F47-4915-BE58-74E11043D8AE}" destId="{9D2BE086-FA96-5044-AB6C-7ED6D4DBD47A}" srcOrd="0" destOrd="3" presId="urn:microsoft.com/office/officeart/2005/8/layout/list1"/>
    <dgm:cxn modelId="{A8C2A613-6608-9245-97E8-AA4941CF183A}" type="presOf" srcId="{5B57FD36-9E59-4CBF-8848-CD77AA6E99C7}" destId="{9D2BE086-FA96-5044-AB6C-7ED6D4DBD47A}" srcOrd="0" destOrd="2" presId="urn:microsoft.com/office/officeart/2005/8/layout/list1"/>
    <dgm:cxn modelId="{FAB0CC20-1F33-4843-9D54-03BEB75D7DEF}" type="presOf" srcId="{10BD39BC-BC12-4E08-A6A5-6438611F14DD}" destId="{8A0B80F5-0E38-C940-A13E-51C242ABDEAB}" srcOrd="1" destOrd="0" presId="urn:microsoft.com/office/officeart/2005/8/layout/list1"/>
    <dgm:cxn modelId="{B5C6AE29-2F88-5543-9448-E2DAFB055F20}" type="presOf" srcId="{10BD39BC-BC12-4E08-A6A5-6438611F14DD}" destId="{C04F207A-56CB-DF42-AB08-996AAE18BEC1}" srcOrd="0" destOrd="0" presId="urn:microsoft.com/office/officeart/2005/8/layout/list1"/>
    <dgm:cxn modelId="{A4AA412E-A598-423C-AD1B-2F616D4967A1}" srcId="{C56AF20E-77C8-4DB2-8E61-2F0358CB19D9}" destId="{447D82F7-AC1C-4FCA-AD72-4B69F5113F0E}" srcOrd="0" destOrd="0" parTransId="{AB9E34E5-8E47-4A57-8646-22E1CC4B58E5}" sibTransId="{03BE2DFE-25DE-4236-AEAA-511F1DDF68A6}"/>
    <dgm:cxn modelId="{69403D30-DFE7-7A45-B788-FFBDA78EE4BD}" type="presOf" srcId="{C56AF20E-77C8-4DB2-8E61-2F0358CB19D9}" destId="{9D2BE086-FA96-5044-AB6C-7ED6D4DBD47A}" srcOrd="0" destOrd="0" presId="urn:microsoft.com/office/officeart/2005/8/layout/list1"/>
    <dgm:cxn modelId="{31CA9444-3B69-4F23-8452-05A165D684FF}" srcId="{10BD39BC-BC12-4E08-A6A5-6438611F14DD}" destId="{5B57FD36-9E59-4CBF-8848-CD77AA6E99C7}" srcOrd="1" destOrd="0" parTransId="{615BC420-DEC0-4C47-BAA5-580BB7CDF9BC}" sibTransId="{9BBA0CA1-14B6-411E-A0AA-4BC342455EF3}"/>
    <dgm:cxn modelId="{8B73365E-89F7-4C9C-8DA0-D8936C2DACEC}" srcId="{5B57FD36-9E59-4CBF-8848-CD77AA6E99C7}" destId="{22900864-4F47-4915-BE58-74E11043D8AE}" srcOrd="0" destOrd="0" parTransId="{E24250E6-1374-45ED-9B43-BD42BEC26EA7}" sibTransId="{B70A4600-0008-4CF3-86FE-E566CD37E4F7}"/>
    <dgm:cxn modelId="{FFB5C7A8-89A3-A849-9AFF-E12C463F4B90}" type="presOf" srcId="{EF525874-E429-4B33-8F24-3201781EC44D}" destId="{9D2BE086-FA96-5044-AB6C-7ED6D4DBD47A}" srcOrd="0" destOrd="5" presId="urn:microsoft.com/office/officeart/2005/8/layout/list1"/>
    <dgm:cxn modelId="{226683AC-246F-4F26-BFFA-75A09D50B2BE}" srcId="{10BD39BC-BC12-4E08-A6A5-6438611F14DD}" destId="{C56AF20E-77C8-4DB2-8E61-2F0358CB19D9}" srcOrd="0" destOrd="0" parTransId="{D3737885-71D0-4B1F-BA6E-670C643628B8}" sibTransId="{1F6F1948-83E7-4D85-979B-FB840FE81904}"/>
    <dgm:cxn modelId="{0AED51CB-B021-4A48-B403-B70B77EDBC96}" srcId="{614AB2A5-978A-4899-9924-D874D2F80D48}" destId="{10BD39BC-BC12-4E08-A6A5-6438611F14DD}" srcOrd="0" destOrd="0" parTransId="{16F3F988-1F15-4EE7-8360-407517A8988A}" sibTransId="{0E403FAD-20D7-4E4C-8425-F80B5588106B}"/>
    <dgm:cxn modelId="{50A7DDCC-13B3-7D4F-A35B-684037FBDB6A}" type="presOf" srcId="{614AB2A5-978A-4899-9924-D874D2F80D48}" destId="{59EB261A-12C5-B74E-A41C-424A6F463D1F}" srcOrd="0" destOrd="0" presId="urn:microsoft.com/office/officeart/2005/8/layout/list1"/>
    <dgm:cxn modelId="{56D908D0-21EC-9F40-87EB-AAC9F21C4416}" type="presOf" srcId="{41160CA1-B3E8-497A-99C8-2F0BBC67F46E}" destId="{9D2BE086-FA96-5044-AB6C-7ED6D4DBD47A}" srcOrd="0" destOrd="4" presId="urn:microsoft.com/office/officeart/2005/8/layout/list1"/>
    <dgm:cxn modelId="{490737D3-34AE-4D9C-ADBD-6074265C0A84}" srcId="{10BD39BC-BC12-4E08-A6A5-6438611F14DD}" destId="{41160CA1-B3E8-497A-99C8-2F0BBC67F46E}" srcOrd="2" destOrd="0" parTransId="{31F54584-B909-4592-B56D-144B7F0917A2}" sibTransId="{1321BC08-6FB9-4125-A8B6-1B1DB30CA008}"/>
    <dgm:cxn modelId="{A1B956DB-CEF3-324A-875B-C86D7E8F0A36}" type="presOf" srcId="{447D82F7-AC1C-4FCA-AD72-4B69F5113F0E}" destId="{9D2BE086-FA96-5044-AB6C-7ED6D4DBD47A}" srcOrd="0" destOrd="1" presId="urn:microsoft.com/office/officeart/2005/8/layout/list1"/>
    <dgm:cxn modelId="{213568E5-A122-43F7-8AD9-4955E58A19DC}" srcId="{41160CA1-B3E8-497A-99C8-2F0BBC67F46E}" destId="{EF525874-E429-4B33-8F24-3201781EC44D}" srcOrd="0" destOrd="0" parTransId="{F5FDFBF1-4F37-4F21-A588-7CF28F5C525B}" sibTransId="{BE339CD2-E430-4D76-8006-43D6E1103019}"/>
    <dgm:cxn modelId="{463F59AB-B98E-3F41-AE01-4D9857772728}" type="presParOf" srcId="{59EB261A-12C5-B74E-A41C-424A6F463D1F}" destId="{2240D6A2-3AED-6C48-90CB-E86D647838CE}" srcOrd="0" destOrd="0" presId="urn:microsoft.com/office/officeart/2005/8/layout/list1"/>
    <dgm:cxn modelId="{06015F56-F25A-E941-BAD6-933D15EF31E7}" type="presParOf" srcId="{2240D6A2-3AED-6C48-90CB-E86D647838CE}" destId="{C04F207A-56CB-DF42-AB08-996AAE18BEC1}" srcOrd="0" destOrd="0" presId="urn:microsoft.com/office/officeart/2005/8/layout/list1"/>
    <dgm:cxn modelId="{6FE23BB9-2ADD-4540-947A-B6ED921477A8}" type="presParOf" srcId="{2240D6A2-3AED-6C48-90CB-E86D647838CE}" destId="{8A0B80F5-0E38-C940-A13E-51C242ABDEAB}" srcOrd="1" destOrd="0" presId="urn:microsoft.com/office/officeart/2005/8/layout/list1"/>
    <dgm:cxn modelId="{02D7313F-8AE1-6145-8424-73EDF2AD039A}" type="presParOf" srcId="{59EB261A-12C5-B74E-A41C-424A6F463D1F}" destId="{A54C6450-C04D-F64F-B839-94BC79868B8E}" srcOrd="1" destOrd="0" presId="urn:microsoft.com/office/officeart/2005/8/layout/list1"/>
    <dgm:cxn modelId="{95E55BC3-6C47-754E-BFB1-79DA870C646D}" type="presParOf" srcId="{59EB261A-12C5-B74E-A41C-424A6F463D1F}" destId="{9D2BE086-FA96-5044-AB6C-7ED6D4DBD47A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2BE086-FA96-5044-AB6C-7ED6D4DBD47A}">
      <dsp:nvSpPr>
        <dsp:cNvPr id="0" name=""/>
        <dsp:cNvSpPr/>
      </dsp:nvSpPr>
      <dsp:spPr>
        <a:xfrm>
          <a:off x="0" y="1282640"/>
          <a:ext cx="5000124" cy="312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333248" rIns="38806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i="1" kern="1200"/>
            <a:t>Domain </a:t>
          </a:r>
          <a:r>
            <a:rPr lang="en-GB" sz="1600" kern="1200"/>
            <a:t>experience.</a:t>
          </a:r>
          <a:endParaRPr lang="en-US" sz="1600" kern="120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Example: A financial analyst using a trading platform versus a casual user.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i="1" kern="1200"/>
            <a:t>Application </a:t>
          </a:r>
          <a:r>
            <a:rPr lang="en-GB" sz="1600" kern="1200"/>
            <a:t>experience.</a:t>
          </a:r>
          <a:endParaRPr lang="en-US" sz="1600" kern="120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Example: A user who regularly uses a content management system versus someone who is new to it.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i="1" kern="1200"/>
            <a:t>Feature </a:t>
          </a:r>
          <a:r>
            <a:rPr lang="en-GB" sz="1600" kern="1200"/>
            <a:t>experience.</a:t>
          </a:r>
          <a:endParaRPr lang="en-US" sz="1600" kern="120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Example: A user familiar with advanced search filters versus a beginner who only knows basic navigation.</a:t>
          </a:r>
          <a:endParaRPr lang="en-US" sz="1600" kern="1200"/>
        </a:p>
      </dsp:txBody>
      <dsp:txXfrm>
        <a:off x="0" y="1282640"/>
        <a:ext cx="5000124" cy="3124799"/>
      </dsp:txXfrm>
    </dsp:sp>
    <dsp:sp modelId="{8A0B80F5-0E38-C940-A13E-51C242ABDEAB}">
      <dsp:nvSpPr>
        <dsp:cNvPr id="0" name=""/>
        <dsp:cNvSpPr/>
      </dsp:nvSpPr>
      <dsp:spPr>
        <a:xfrm>
          <a:off x="250006" y="1046480"/>
          <a:ext cx="3500086" cy="472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Users have varying experience levels:</a:t>
          </a:r>
          <a:endParaRPr lang="en-US" sz="1600" kern="1200"/>
        </a:p>
      </dsp:txBody>
      <dsp:txXfrm>
        <a:off x="273063" y="1069537"/>
        <a:ext cx="3453972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874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874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3029712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55591"/>
            <a:ext cx="3029712" cy="250240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33272"/>
            <a:ext cx="2599944" cy="41117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3029712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874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874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125470" cy="6858000"/>
          </a:xfrm>
          <a:custGeom>
            <a:avLst/>
            <a:gdLst/>
            <a:ahLst/>
            <a:cxnLst/>
            <a:rect l="l" t="t" r="r" b="b"/>
            <a:pathLst>
              <a:path w="3125470" h="6858000">
                <a:moveTo>
                  <a:pt x="1694662" y="0"/>
                </a:moveTo>
                <a:lnTo>
                  <a:pt x="0" y="0"/>
                </a:lnTo>
                <a:lnTo>
                  <a:pt x="0" y="6857999"/>
                </a:lnTo>
                <a:lnTo>
                  <a:pt x="1694662" y="6857999"/>
                </a:lnTo>
                <a:lnTo>
                  <a:pt x="1790852" y="6775778"/>
                </a:lnTo>
                <a:lnTo>
                  <a:pt x="1822912" y="6746498"/>
                </a:lnTo>
                <a:lnTo>
                  <a:pt x="1854675" y="6716687"/>
                </a:lnTo>
                <a:lnTo>
                  <a:pt x="1886136" y="6686348"/>
                </a:lnTo>
                <a:lnTo>
                  <a:pt x="1917292" y="6655488"/>
                </a:lnTo>
                <a:lnTo>
                  <a:pt x="1948140" y="6624110"/>
                </a:lnTo>
                <a:lnTo>
                  <a:pt x="1978675" y="6592219"/>
                </a:lnTo>
                <a:lnTo>
                  <a:pt x="2008895" y="6559821"/>
                </a:lnTo>
                <a:lnTo>
                  <a:pt x="2038795" y="6526920"/>
                </a:lnTo>
                <a:lnTo>
                  <a:pt x="2068372" y="6493521"/>
                </a:lnTo>
                <a:lnTo>
                  <a:pt x="2097622" y="6459629"/>
                </a:lnTo>
                <a:lnTo>
                  <a:pt x="2126542" y="6425248"/>
                </a:lnTo>
                <a:lnTo>
                  <a:pt x="2155129" y="6390384"/>
                </a:lnTo>
                <a:lnTo>
                  <a:pt x="2183378" y="6355041"/>
                </a:lnTo>
                <a:lnTo>
                  <a:pt x="2211285" y="6319224"/>
                </a:lnTo>
                <a:lnTo>
                  <a:pt x="2238848" y="6282937"/>
                </a:lnTo>
                <a:lnTo>
                  <a:pt x="2266063" y="6246187"/>
                </a:lnTo>
                <a:lnTo>
                  <a:pt x="2292926" y="6208976"/>
                </a:lnTo>
                <a:lnTo>
                  <a:pt x="2319433" y="6171311"/>
                </a:lnTo>
                <a:lnTo>
                  <a:pt x="2345581" y="6133196"/>
                </a:lnTo>
                <a:lnTo>
                  <a:pt x="2371367" y="6094636"/>
                </a:lnTo>
                <a:lnTo>
                  <a:pt x="2396786" y="6055636"/>
                </a:lnTo>
                <a:lnTo>
                  <a:pt x="2421835" y="6016199"/>
                </a:lnTo>
                <a:lnTo>
                  <a:pt x="2446511" y="5976333"/>
                </a:lnTo>
                <a:lnTo>
                  <a:pt x="2470810" y="5936040"/>
                </a:lnTo>
                <a:lnTo>
                  <a:pt x="2494728" y="5895326"/>
                </a:lnTo>
                <a:lnTo>
                  <a:pt x="2518261" y="5854196"/>
                </a:lnTo>
                <a:lnTo>
                  <a:pt x="2541406" y="5812654"/>
                </a:lnTo>
                <a:lnTo>
                  <a:pt x="2564160" y="5770706"/>
                </a:lnTo>
                <a:lnTo>
                  <a:pt x="2586519" y="5728356"/>
                </a:lnTo>
                <a:lnTo>
                  <a:pt x="2608479" y="5685609"/>
                </a:lnTo>
                <a:lnTo>
                  <a:pt x="2630037" y="5642469"/>
                </a:lnTo>
                <a:lnTo>
                  <a:pt x="2651188" y="5598942"/>
                </a:lnTo>
                <a:lnTo>
                  <a:pt x="2671930" y="5555033"/>
                </a:lnTo>
                <a:lnTo>
                  <a:pt x="2692259" y="5510745"/>
                </a:lnTo>
                <a:lnTo>
                  <a:pt x="2712171" y="5466085"/>
                </a:lnTo>
                <a:lnTo>
                  <a:pt x="2731662" y="5421056"/>
                </a:lnTo>
                <a:lnTo>
                  <a:pt x="2750730" y="5375664"/>
                </a:lnTo>
                <a:lnTo>
                  <a:pt x="2769370" y="5329914"/>
                </a:lnTo>
                <a:lnTo>
                  <a:pt x="2787578" y="5283809"/>
                </a:lnTo>
                <a:lnTo>
                  <a:pt x="2805352" y="5237356"/>
                </a:lnTo>
                <a:lnTo>
                  <a:pt x="2822687" y="5190559"/>
                </a:lnTo>
                <a:lnTo>
                  <a:pt x="2839581" y="5143422"/>
                </a:lnTo>
                <a:lnTo>
                  <a:pt x="2856028" y="5095950"/>
                </a:lnTo>
                <a:lnTo>
                  <a:pt x="2872026" y="5048149"/>
                </a:lnTo>
                <a:lnTo>
                  <a:pt x="2887572" y="5000023"/>
                </a:lnTo>
                <a:lnTo>
                  <a:pt x="2902661" y="4951577"/>
                </a:lnTo>
                <a:lnTo>
                  <a:pt x="2917290" y="4902815"/>
                </a:lnTo>
                <a:lnTo>
                  <a:pt x="2931455" y="4853743"/>
                </a:lnTo>
                <a:lnTo>
                  <a:pt x="2945152" y="4804365"/>
                </a:lnTo>
                <a:lnTo>
                  <a:pt x="2958379" y="4754687"/>
                </a:lnTo>
                <a:lnTo>
                  <a:pt x="2971132" y="4704712"/>
                </a:lnTo>
                <a:lnTo>
                  <a:pt x="2983406" y="4654446"/>
                </a:lnTo>
                <a:lnTo>
                  <a:pt x="2995198" y="4603894"/>
                </a:lnTo>
                <a:lnTo>
                  <a:pt x="3006505" y="4553060"/>
                </a:lnTo>
                <a:lnTo>
                  <a:pt x="3017324" y="4501949"/>
                </a:lnTo>
                <a:lnTo>
                  <a:pt x="3027649" y="4450566"/>
                </a:lnTo>
                <a:lnTo>
                  <a:pt x="3037479" y="4398916"/>
                </a:lnTo>
                <a:lnTo>
                  <a:pt x="3046808" y="4347003"/>
                </a:lnTo>
                <a:lnTo>
                  <a:pt x="3055635" y="4294833"/>
                </a:lnTo>
                <a:lnTo>
                  <a:pt x="3063954" y="4242410"/>
                </a:lnTo>
                <a:lnTo>
                  <a:pt x="3071763" y="4189739"/>
                </a:lnTo>
                <a:lnTo>
                  <a:pt x="3079057" y="4136825"/>
                </a:lnTo>
                <a:lnTo>
                  <a:pt x="3085834" y="4083672"/>
                </a:lnTo>
                <a:lnTo>
                  <a:pt x="3092089" y="4030286"/>
                </a:lnTo>
                <a:lnTo>
                  <a:pt x="3097820" y="3976671"/>
                </a:lnTo>
                <a:lnTo>
                  <a:pt x="3103021" y="3922832"/>
                </a:lnTo>
                <a:lnTo>
                  <a:pt x="3107691" y="3868775"/>
                </a:lnTo>
                <a:lnTo>
                  <a:pt x="3111824" y="3814502"/>
                </a:lnTo>
                <a:lnTo>
                  <a:pt x="3115418" y="3760021"/>
                </a:lnTo>
                <a:lnTo>
                  <a:pt x="3118469" y="3705334"/>
                </a:lnTo>
                <a:lnTo>
                  <a:pt x="3120974" y="3650448"/>
                </a:lnTo>
                <a:lnTo>
                  <a:pt x="3122928" y="3595366"/>
                </a:lnTo>
                <a:lnTo>
                  <a:pt x="3124328" y="3540095"/>
                </a:lnTo>
                <a:lnTo>
                  <a:pt x="3125171" y="3484637"/>
                </a:lnTo>
                <a:lnTo>
                  <a:pt x="3125453" y="3429000"/>
                </a:lnTo>
                <a:lnTo>
                  <a:pt x="3125171" y="3373362"/>
                </a:lnTo>
                <a:lnTo>
                  <a:pt x="3124328" y="3317904"/>
                </a:lnTo>
                <a:lnTo>
                  <a:pt x="3122928" y="3262633"/>
                </a:lnTo>
                <a:lnTo>
                  <a:pt x="3120974" y="3207551"/>
                </a:lnTo>
                <a:lnTo>
                  <a:pt x="3118469" y="3152665"/>
                </a:lnTo>
                <a:lnTo>
                  <a:pt x="3115418" y="3097979"/>
                </a:lnTo>
                <a:lnTo>
                  <a:pt x="3111824" y="3043497"/>
                </a:lnTo>
                <a:lnTo>
                  <a:pt x="3107691" y="2989225"/>
                </a:lnTo>
                <a:lnTo>
                  <a:pt x="3103021" y="2935167"/>
                </a:lnTo>
                <a:lnTo>
                  <a:pt x="3097820" y="2881328"/>
                </a:lnTo>
                <a:lnTo>
                  <a:pt x="3092089" y="2827713"/>
                </a:lnTo>
                <a:lnTo>
                  <a:pt x="3085834" y="2774327"/>
                </a:lnTo>
                <a:lnTo>
                  <a:pt x="3079057" y="2721174"/>
                </a:lnTo>
                <a:lnTo>
                  <a:pt x="3071763" y="2668260"/>
                </a:lnTo>
                <a:lnTo>
                  <a:pt x="3063954" y="2615589"/>
                </a:lnTo>
                <a:lnTo>
                  <a:pt x="3055635" y="2563166"/>
                </a:lnTo>
                <a:lnTo>
                  <a:pt x="3046808" y="2510996"/>
                </a:lnTo>
                <a:lnTo>
                  <a:pt x="3037479" y="2459084"/>
                </a:lnTo>
                <a:lnTo>
                  <a:pt x="3027649" y="2407434"/>
                </a:lnTo>
                <a:lnTo>
                  <a:pt x="3017324" y="2356051"/>
                </a:lnTo>
                <a:lnTo>
                  <a:pt x="3006505" y="2304940"/>
                </a:lnTo>
                <a:lnTo>
                  <a:pt x="2995198" y="2254106"/>
                </a:lnTo>
                <a:lnTo>
                  <a:pt x="2983406" y="2203553"/>
                </a:lnTo>
                <a:lnTo>
                  <a:pt x="2971132" y="2153287"/>
                </a:lnTo>
                <a:lnTo>
                  <a:pt x="2958379" y="2103313"/>
                </a:lnTo>
                <a:lnTo>
                  <a:pt x="2945152" y="2053634"/>
                </a:lnTo>
                <a:lnTo>
                  <a:pt x="2931455" y="2004256"/>
                </a:lnTo>
                <a:lnTo>
                  <a:pt x="2917290" y="1955184"/>
                </a:lnTo>
                <a:lnTo>
                  <a:pt x="2902661" y="1906423"/>
                </a:lnTo>
                <a:lnTo>
                  <a:pt x="2887572" y="1857977"/>
                </a:lnTo>
                <a:lnTo>
                  <a:pt x="2872026" y="1809850"/>
                </a:lnTo>
                <a:lnTo>
                  <a:pt x="2856028" y="1762049"/>
                </a:lnTo>
                <a:lnTo>
                  <a:pt x="2839581" y="1714578"/>
                </a:lnTo>
                <a:lnTo>
                  <a:pt x="2822687" y="1667441"/>
                </a:lnTo>
                <a:lnTo>
                  <a:pt x="2805352" y="1620644"/>
                </a:lnTo>
                <a:lnTo>
                  <a:pt x="2787578" y="1574190"/>
                </a:lnTo>
                <a:lnTo>
                  <a:pt x="2769370" y="1528086"/>
                </a:lnTo>
                <a:lnTo>
                  <a:pt x="2750730" y="1482335"/>
                </a:lnTo>
                <a:lnTo>
                  <a:pt x="2731662" y="1436943"/>
                </a:lnTo>
                <a:lnTo>
                  <a:pt x="2712171" y="1391915"/>
                </a:lnTo>
                <a:lnTo>
                  <a:pt x="2692259" y="1347254"/>
                </a:lnTo>
                <a:lnTo>
                  <a:pt x="2671930" y="1302967"/>
                </a:lnTo>
                <a:lnTo>
                  <a:pt x="2651188" y="1259057"/>
                </a:lnTo>
                <a:lnTo>
                  <a:pt x="2630037" y="1215531"/>
                </a:lnTo>
                <a:lnTo>
                  <a:pt x="2608479" y="1172391"/>
                </a:lnTo>
                <a:lnTo>
                  <a:pt x="2586519" y="1129644"/>
                </a:lnTo>
                <a:lnTo>
                  <a:pt x="2564160" y="1087294"/>
                </a:lnTo>
                <a:lnTo>
                  <a:pt x="2541406" y="1045345"/>
                </a:lnTo>
                <a:lnTo>
                  <a:pt x="2518261" y="1003804"/>
                </a:lnTo>
                <a:lnTo>
                  <a:pt x="2494728" y="962674"/>
                </a:lnTo>
                <a:lnTo>
                  <a:pt x="2470810" y="921960"/>
                </a:lnTo>
                <a:lnTo>
                  <a:pt x="2446511" y="881667"/>
                </a:lnTo>
                <a:lnTo>
                  <a:pt x="2421835" y="841801"/>
                </a:lnTo>
                <a:lnTo>
                  <a:pt x="2396786" y="802365"/>
                </a:lnTo>
                <a:lnTo>
                  <a:pt x="2371367" y="763364"/>
                </a:lnTo>
                <a:lnTo>
                  <a:pt x="2345581" y="724804"/>
                </a:lnTo>
                <a:lnTo>
                  <a:pt x="2319433" y="686689"/>
                </a:lnTo>
                <a:lnTo>
                  <a:pt x="2292926" y="649024"/>
                </a:lnTo>
                <a:lnTo>
                  <a:pt x="2266063" y="611814"/>
                </a:lnTo>
                <a:lnTo>
                  <a:pt x="2238848" y="575063"/>
                </a:lnTo>
                <a:lnTo>
                  <a:pt x="2211285" y="538777"/>
                </a:lnTo>
                <a:lnTo>
                  <a:pt x="2183378" y="502959"/>
                </a:lnTo>
                <a:lnTo>
                  <a:pt x="2155129" y="467616"/>
                </a:lnTo>
                <a:lnTo>
                  <a:pt x="2126542" y="432752"/>
                </a:lnTo>
                <a:lnTo>
                  <a:pt x="2097622" y="398371"/>
                </a:lnTo>
                <a:lnTo>
                  <a:pt x="2068372" y="364479"/>
                </a:lnTo>
                <a:lnTo>
                  <a:pt x="2038795" y="331080"/>
                </a:lnTo>
                <a:lnTo>
                  <a:pt x="2008895" y="298179"/>
                </a:lnTo>
                <a:lnTo>
                  <a:pt x="1978675" y="265781"/>
                </a:lnTo>
                <a:lnTo>
                  <a:pt x="1948140" y="233891"/>
                </a:lnTo>
                <a:lnTo>
                  <a:pt x="1917292" y="202513"/>
                </a:lnTo>
                <a:lnTo>
                  <a:pt x="1886136" y="171652"/>
                </a:lnTo>
                <a:lnTo>
                  <a:pt x="1854675" y="141313"/>
                </a:lnTo>
                <a:lnTo>
                  <a:pt x="1822912" y="111502"/>
                </a:lnTo>
                <a:lnTo>
                  <a:pt x="1790852" y="82222"/>
                </a:lnTo>
                <a:lnTo>
                  <a:pt x="1694662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874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6131" y="584224"/>
            <a:ext cx="8074839" cy="1260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7390" y="1852676"/>
            <a:ext cx="7571105" cy="4207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8965" y="6428920"/>
            <a:ext cx="2444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874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nngroup.com/articles/top-10-mistakes-web-desig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ngroup.com/articles/task-scenarios-usability-testing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userfocus.co.uk/articles/testtasks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ngroup.com/articles/ten-usability-heuristics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gtmetrix.com/" TargetMode="External"/><Relationship Id="rId7" Type="http://schemas.openxmlformats.org/officeDocument/2006/relationships/hyperlink" Target="https://readable.com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lorcombos.com/" TargetMode="External"/><Relationship Id="rId5" Type="http://schemas.openxmlformats.org/officeDocument/2006/relationships/hyperlink" Target="http://www.optimalworkshop.com/?uxp_welcome=1" TargetMode="External"/><Relationship Id="rId4" Type="http://schemas.openxmlformats.org/officeDocument/2006/relationships/hyperlink" Target="http://tools.pingdom.com/fpt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oop11.com/" TargetMode="Externa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useit.com/alertbox/20030825.ht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gtmetrix.com/" TargetMode="External"/><Relationship Id="rId7" Type="http://schemas.openxmlformats.org/officeDocument/2006/relationships/hyperlink" Target="https://readable.com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lorcombos.com/" TargetMode="External"/><Relationship Id="rId5" Type="http://schemas.openxmlformats.org/officeDocument/2006/relationships/hyperlink" Target="http://www.optimalworkshop.com/?uxp_welcome=1" TargetMode="External"/><Relationship Id="rId4" Type="http://schemas.openxmlformats.org/officeDocument/2006/relationships/hyperlink" Target="http://tools.pingdom.com/fp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493" y="2743200"/>
            <a:ext cx="2225307" cy="1399101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marR="5080">
              <a:lnSpc>
                <a:spcPts val="5110"/>
              </a:lnSpc>
              <a:spcBef>
                <a:spcPts val="710"/>
              </a:spcBef>
            </a:pPr>
            <a:r>
              <a:rPr sz="4700" dirty="0">
                <a:latin typeface="Calibri Light"/>
                <a:cs typeface="Calibri Light"/>
              </a:rPr>
              <a:t>Week</a:t>
            </a:r>
            <a:r>
              <a:rPr sz="4700" spc="-225" dirty="0">
                <a:latin typeface="Calibri Light"/>
                <a:cs typeface="Calibri Light"/>
              </a:rPr>
              <a:t> </a:t>
            </a:r>
            <a:r>
              <a:rPr lang="en-GB" sz="4700" spc="-50" dirty="0">
                <a:latin typeface="Calibri Light"/>
                <a:cs typeface="Calibri Light"/>
              </a:rPr>
              <a:t>11</a:t>
            </a:r>
            <a:r>
              <a:rPr sz="4700" spc="-50" dirty="0">
                <a:latin typeface="Calibri Light"/>
                <a:cs typeface="Calibri Light"/>
              </a:rPr>
              <a:t> </a:t>
            </a:r>
            <a:r>
              <a:rPr sz="4700" spc="-10" dirty="0">
                <a:latin typeface="Calibri Light"/>
                <a:cs typeface="Calibri Light"/>
              </a:rPr>
              <a:t>Usability</a:t>
            </a:r>
            <a:endParaRPr sz="47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6493" y="4629404"/>
            <a:ext cx="283490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COM4012M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Programming</a:t>
            </a:r>
            <a:r>
              <a:rPr lang="en-GB" sz="1800" spc="-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02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5433" y="4354664"/>
            <a:ext cx="2651760" cy="115570"/>
            <a:chOff x="645433" y="4354664"/>
            <a:chExt cx="2651760" cy="115570"/>
          </a:xfrm>
        </p:grpSpPr>
        <p:sp>
          <p:nvSpPr>
            <p:cNvPr id="5" name="object 5"/>
            <p:cNvSpPr/>
            <p:nvPr/>
          </p:nvSpPr>
          <p:spPr>
            <a:xfrm>
              <a:off x="666997" y="4390931"/>
              <a:ext cx="2607310" cy="45085"/>
            </a:xfrm>
            <a:custGeom>
              <a:avLst/>
              <a:gdLst/>
              <a:ahLst/>
              <a:cxnLst/>
              <a:rect l="l" t="t" r="r" b="b"/>
              <a:pathLst>
                <a:path w="2607310" h="45085">
                  <a:moveTo>
                    <a:pt x="1465055" y="16321"/>
                  </a:moveTo>
                  <a:lnTo>
                    <a:pt x="1303775" y="18336"/>
                  </a:lnTo>
                  <a:lnTo>
                    <a:pt x="1214766" y="22636"/>
                  </a:lnTo>
                  <a:lnTo>
                    <a:pt x="1233763" y="25435"/>
                  </a:lnTo>
                  <a:lnTo>
                    <a:pt x="1277715" y="36624"/>
                  </a:lnTo>
                  <a:lnTo>
                    <a:pt x="1324111" y="41329"/>
                  </a:lnTo>
                  <a:lnTo>
                    <a:pt x="1372721" y="43849"/>
                  </a:lnTo>
                  <a:lnTo>
                    <a:pt x="1423142" y="44551"/>
                  </a:lnTo>
                  <a:lnTo>
                    <a:pt x="1474967" y="43799"/>
                  </a:lnTo>
                  <a:lnTo>
                    <a:pt x="1527792" y="41957"/>
                  </a:lnTo>
                  <a:lnTo>
                    <a:pt x="1740985" y="31005"/>
                  </a:lnTo>
                  <a:lnTo>
                    <a:pt x="1792730" y="29196"/>
                  </a:lnTo>
                  <a:lnTo>
                    <a:pt x="1843044" y="28488"/>
                  </a:lnTo>
                  <a:lnTo>
                    <a:pt x="2173772" y="28488"/>
                  </a:lnTo>
                  <a:lnTo>
                    <a:pt x="2227196" y="27239"/>
                  </a:lnTo>
                  <a:lnTo>
                    <a:pt x="2275415" y="26674"/>
                  </a:lnTo>
                  <a:lnTo>
                    <a:pt x="2607065" y="26661"/>
                  </a:lnTo>
                  <a:lnTo>
                    <a:pt x="2606862" y="20392"/>
                  </a:lnTo>
                  <a:lnTo>
                    <a:pt x="1796844" y="20392"/>
                  </a:lnTo>
                  <a:lnTo>
                    <a:pt x="1759014" y="20301"/>
                  </a:lnTo>
                  <a:lnTo>
                    <a:pt x="1529892" y="16425"/>
                  </a:lnTo>
                  <a:lnTo>
                    <a:pt x="1465055" y="16321"/>
                  </a:lnTo>
                  <a:close/>
                </a:path>
                <a:path w="2607310" h="45085">
                  <a:moveTo>
                    <a:pt x="518291" y="14889"/>
                  </a:moveTo>
                  <a:lnTo>
                    <a:pt x="545799" y="18296"/>
                  </a:lnTo>
                  <a:lnTo>
                    <a:pt x="600072" y="26720"/>
                  </a:lnTo>
                  <a:lnTo>
                    <a:pt x="652265" y="36624"/>
                  </a:lnTo>
                  <a:lnTo>
                    <a:pt x="704235" y="41877"/>
                  </a:lnTo>
                  <a:lnTo>
                    <a:pt x="755611" y="43515"/>
                  </a:lnTo>
                  <a:lnTo>
                    <a:pt x="806382" y="42283"/>
                  </a:lnTo>
                  <a:lnTo>
                    <a:pt x="856532" y="38931"/>
                  </a:lnTo>
                  <a:lnTo>
                    <a:pt x="861696" y="38438"/>
                  </a:lnTo>
                  <a:lnTo>
                    <a:pt x="830198" y="38326"/>
                  </a:lnTo>
                  <a:lnTo>
                    <a:pt x="786968" y="37087"/>
                  </a:lnTo>
                  <a:lnTo>
                    <a:pt x="743049" y="34615"/>
                  </a:lnTo>
                  <a:lnTo>
                    <a:pt x="697738" y="30765"/>
                  </a:lnTo>
                  <a:lnTo>
                    <a:pt x="650337" y="25387"/>
                  </a:lnTo>
                  <a:lnTo>
                    <a:pt x="600144" y="18336"/>
                  </a:lnTo>
                  <a:lnTo>
                    <a:pt x="541606" y="15580"/>
                  </a:lnTo>
                  <a:lnTo>
                    <a:pt x="518291" y="14889"/>
                  </a:lnTo>
                  <a:close/>
                </a:path>
                <a:path w="2607310" h="45085">
                  <a:moveTo>
                    <a:pt x="1143643" y="16124"/>
                  </a:moveTo>
                  <a:lnTo>
                    <a:pt x="1097501" y="16509"/>
                  </a:lnTo>
                  <a:lnTo>
                    <a:pt x="1050657" y="19257"/>
                  </a:lnTo>
                  <a:lnTo>
                    <a:pt x="1003125" y="23620"/>
                  </a:lnTo>
                  <a:lnTo>
                    <a:pt x="958229" y="28492"/>
                  </a:lnTo>
                  <a:lnTo>
                    <a:pt x="906048" y="34205"/>
                  </a:lnTo>
                  <a:lnTo>
                    <a:pt x="861696" y="38438"/>
                  </a:lnTo>
                  <a:lnTo>
                    <a:pt x="917388" y="37696"/>
                  </a:lnTo>
                  <a:lnTo>
                    <a:pt x="962749" y="36123"/>
                  </a:lnTo>
                  <a:lnTo>
                    <a:pt x="1108085" y="28488"/>
                  </a:lnTo>
                  <a:lnTo>
                    <a:pt x="1214766" y="22636"/>
                  </a:lnTo>
                  <a:lnTo>
                    <a:pt x="1189068" y="18850"/>
                  </a:lnTo>
                  <a:lnTo>
                    <a:pt x="1143643" y="16124"/>
                  </a:lnTo>
                  <a:close/>
                </a:path>
                <a:path w="2607310" h="45085">
                  <a:moveTo>
                    <a:pt x="755" y="18336"/>
                  </a:moveTo>
                  <a:lnTo>
                    <a:pt x="44" y="23620"/>
                  </a:lnTo>
                  <a:lnTo>
                    <a:pt x="0" y="24872"/>
                  </a:lnTo>
                  <a:lnTo>
                    <a:pt x="771" y="28308"/>
                  </a:lnTo>
                  <a:lnTo>
                    <a:pt x="862" y="32862"/>
                  </a:lnTo>
                  <a:lnTo>
                    <a:pt x="755" y="36624"/>
                  </a:lnTo>
                  <a:lnTo>
                    <a:pt x="34241" y="25693"/>
                  </a:lnTo>
                  <a:lnTo>
                    <a:pt x="64246" y="18760"/>
                  </a:lnTo>
                  <a:lnTo>
                    <a:pt x="44291" y="18760"/>
                  </a:lnTo>
                  <a:lnTo>
                    <a:pt x="755" y="18336"/>
                  </a:lnTo>
                  <a:close/>
                </a:path>
                <a:path w="2607310" h="45085">
                  <a:moveTo>
                    <a:pt x="2173772" y="28488"/>
                  </a:moveTo>
                  <a:lnTo>
                    <a:pt x="1843044" y="28488"/>
                  </a:lnTo>
                  <a:lnTo>
                    <a:pt x="1891521" y="29246"/>
                  </a:lnTo>
                  <a:lnTo>
                    <a:pt x="1937756" y="31837"/>
                  </a:lnTo>
                  <a:lnTo>
                    <a:pt x="1981345" y="36624"/>
                  </a:lnTo>
                  <a:lnTo>
                    <a:pt x="2131547" y="29830"/>
                  </a:lnTo>
                  <a:lnTo>
                    <a:pt x="2173772" y="28488"/>
                  </a:lnTo>
                  <a:close/>
                </a:path>
                <a:path w="2607310" h="45085">
                  <a:moveTo>
                    <a:pt x="2607065" y="26661"/>
                  </a:moveTo>
                  <a:lnTo>
                    <a:pt x="2324670" y="26661"/>
                  </a:lnTo>
                  <a:lnTo>
                    <a:pt x="2375542" y="27251"/>
                  </a:lnTo>
                  <a:lnTo>
                    <a:pt x="2428610" y="28492"/>
                  </a:lnTo>
                  <a:lnTo>
                    <a:pt x="2484455" y="30435"/>
                  </a:lnTo>
                  <a:lnTo>
                    <a:pt x="2606795" y="36624"/>
                  </a:lnTo>
                  <a:lnTo>
                    <a:pt x="2607269" y="33129"/>
                  </a:lnTo>
                  <a:lnTo>
                    <a:pt x="2607149" y="28852"/>
                  </a:lnTo>
                  <a:lnTo>
                    <a:pt x="2607065" y="26661"/>
                  </a:lnTo>
                  <a:close/>
                </a:path>
                <a:path w="2607310" h="45085">
                  <a:moveTo>
                    <a:pt x="2116680" y="10980"/>
                  </a:moveTo>
                  <a:lnTo>
                    <a:pt x="2007482" y="12243"/>
                  </a:lnTo>
                  <a:lnTo>
                    <a:pt x="1958606" y="13650"/>
                  </a:lnTo>
                  <a:lnTo>
                    <a:pt x="1914827" y="15660"/>
                  </a:lnTo>
                  <a:lnTo>
                    <a:pt x="1877104" y="18336"/>
                  </a:lnTo>
                  <a:lnTo>
                    <a:pt x="1835683" y="19801"/>
                  </a:lnTo>
                  <a:lnTo>
                    <a:pt x="1796844" y="20392"/>
                  </a:lnTo>
                  <a:lnTo>
                    <a:pt x="2606862" y="20392"/>
                  </a:lnTo>
                  <a:lnTo>
                    <a:pt x="2606795" y="18336"/>
                  </a:lnTo>
                  <a:lnTo>
                    <a:pt x="2234738" y="11365"/>
                  </a:lnTo>
                  <a:lnTo>
                    <a:pt x="2116680" y="10980"/>
                  </a:lnTo>
                  <a:close/>
                </a:path>
                <a:path w="2607310" h="45085">
                  <a:moveTo>
                    <a:pt x="64708" y="18653"/>
                  </a:moveTo>
                  <a:lnTo>
                    <a:pt x="44291" y="18760"/>
                  </a:lnTo>
                  <a:lnTo>
                    <a:pt x="64246" y="18760"/>
                  </a:lnTo>
                  <a:lnTo>
                    <a:pt x="64708" y="18653"/>
                  </a:lnTo>
                  <a:close/>
                </a:path>
                <a:path w="2607310" h="45085">
                  <a:moveTo>
                    <a:pt x="266398" y="0"/>
                  </a:moveTo>
                  <a:lnTo>
                    <a:pt x="213541" y="1432"/>
                  </a:lnTo>
                  <a:lnTo>
                    <a:pt x="163236" y="4671"/>
                  </a:lnTo>
                  <a:lnTo>
                    <a:pt x="116143" y="9763"/>
                  </a:lnTo>
                  <a:lnTo>
                    <a:pt x="72924" y="16754"/>
                  </a:lnTo>
                  <a:lnTo>
                    <a:pt x="64708" y="18653"/>
                  </a:lnTo>
                  <a:lnTo>
                    <a:pt x="88597" y="18528"/>
                  </a:lnTo>
                  <a:lnTo>
                    <a:pt x="325840" y="13614"/>
                  </a:lnTo>
                  <a:lnTo>
                    <a:pt x="377261" y="13093"/>
                  </a:lnTo>
                  <a:lnTo>
                    <a:pt x="503795" y="13093"/>
                  </a:lnTo>
                  <a:lnTo>
                    <a:pt x="489754" y="11365"/>
                  </a:lnTo>
                  <a:lnTo>
                    <a:pt x="433661" y="6072"/>
                  </a:lnTo>
                  <a:lnTo>
                    <a:pt x="377120" y="2366"/>
                  </a:lnTo>
                  <a:lnTo>
                    <a:pt x="321145" y="327"/>
                  </a:lnTo>
                  <a:lnTo>
                    <a:pt x="266398" y="0"/>
                  </a:lnTo>
                  <a:close/>
                </a:path>
                <a:path w="2607310" h="45085">
                  <a:moveTo>
                    <a:pt x="503795" y="13093"/>
                  </a:moveTo>
                  <a:lnTo>
                    <a:pt x="377261" y="13093"/>
                  </a:lnTo>
                  <a:lnTo>
                    <a:pt x="430284" y="13132"/>
                  </a:lnTo>
                  <a:lnTo>
                    <a:pt x="485026" y="13903"/>
                  </a:lnTo>
                  <a:lnTo>
                    <a:pt x="518291" y="14889"/>
                  </a:lnTo>
                  <a:lnTo>
                    <a:pt x="503795" y="13093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7658" y="4376889"/>
              <a:ext cx="2607310" cy="71120"/>
            </a:xfrm>
            <a:custGeom>
              <a:avLst/>
              <a:gdLst/>
              <a:ahLst/>
              <a:cxnLst/>
              <a:rect l="l" t="t" r="r" b="b"/>
              <a:pathLst>
                <a:path w="2607310" h="71120">
                  <a:moveTo>
                    <a:pt x="95" y="32378"/>
                  </a:moveTo>
                  <a:lnTo>
                    <a:pt x="53952" y="27233"/>
                  </a:lnTo>
                  <a:lnTo>
                    <a:pt x="109572" y="22868"/>
                  </a:lnTo>
                  <a:lnTo>
                    <a:pt x="166329" y="19331"/>
                  </a:lnTo>
                  <a:lnTo>
                    <a:pt x="223601" y="16667"/>
                  </a:lnTo>
                  <a:lnTo>
                    <a:pt x="280765" y="14924"/>
                  </a:lnTo>
                  <a:lnTo>
                    <a:pt x="337197" y="14147"/>
                  </a:lnTo>
                  <a:lnTo>
                    <a:pt x="392275" y="14382"/>
                  </a:lnTo>
                  <a:lnTo>
                    <a:pt x="445376" y="15677"/>
                  </a:lnTo>
                  <a:lnTo>
                    <a:pt x="495877" y="18078"/>
                  </a:lnTo>
                  <a:lnTo>
                    <a:pt x="543154" y="21630"/>
                  </a:lnTo>
                  <a:lnTo>
                    <a:pt x="586584" y="26382"/>
                  </a:lnTo>
                  <a:lnTo>
                    <a:pt x="625545" y="32378"/>
                  </a:lnTo>
                  <a:lnTo>
                    <a:pt x="695655" y="31679"/>
                  </a:lnTo>
                  <a:lnTo>
                    <a:pt x="756803" y="31819"/>
                  </a:lnTo>
                  <a:lnTo>
                    <a:pt x="810577" y="32584"/>
                  </a:lnTo>
                  <a:lnTo>
                    <a:pt x="858566" y="33761"/>
                  </a:lnTo>
                  <a:lnTo>
                    <a:pt x="902360" y="35136"/>
                  </a:lnTo>
                  <a:lnTo>
                    <a:pt x="943548" y="36496"/>
                  </a:lnTo>
                  <a:lnTo>
                    <a:pt x="983719" y="37627"/>
                  </a:lnTo>
                  <a:lnTo>
                    <a:pt x="1024461" y="38316"/>
                  </a:lnTo>
                  <a:lnTo>
                    <a:pt x="1067365" y="38349"/>
                  </a:lnTo>
                  <a:lnTo>
                    <a:pt x="1114018" y="37512"/>
                  </a:lnTo>
                  <a:lnTo>
                    <a:pt x="1166012" y="35593"/>
                  </a:lnTo>
                  <a:lnTo>
                    <a:pt x="1224934" y="32378"/>
                  </a:lnTo>
                  <a:lnTo>
                    <a:pt x="1285338" y="30355"/>
                  </a:lnTo>
                  <a:lnTo>
                    <a:pt x="1339925" y="29743"/>
                  </a:lnTo>
                  <a:lnTo>
                    <a:pt x="1389868" y="30228"/>
                  </a:lnTo>
                  <a:lnTo>
                    <a:pt x="1436343" y="31498"/>
                  </a:lnTo>
                  <a:lnTo>
                    <a:pt x="1480525" y="33240"/>
                  </a:lnTo>
                  <a:lnTo>
                    <a:pt x="1523590" y="35141"/>
                  </a:lnTo>
                  <a:lnTo>
                    <a:pt x="1566712" y="36889"/>
                  </a:lnTo>
                  <a:lnTo>
                    <a:pt x="1611068" y="38170"/>
                  </a:lnTo>
                  <a:lnTo>
                    <a:pt x="1657831" y="38673"/>
                  </a:lnTo>
                  <a:lnTo>
                    <a:pt x="1708178" y="38083"/>
                  </a:lnTo>
                  <a:lnTo>
                    <a:pt x="1763283" y="36089"/>
                  </a:lnTo>
                  <a:lnTo>
                    <a:pt x="1824323" y="32378"/>
                  </a:lnTo>
                  <a:lnTo>
                    <a:pt x="1873079" y="20393"/>
                  </a:lnTo>
                  <a:lnTo>
                    <a:pt x="1921005" y="11479"/>
                  </a:lnTo>
                  <a:lnTo>
                    <a:pt x="1968282" y="5318"/>
                  </a:lnTo>
                  <a:lnTo>
                    <a:pt x="2015091" y="1597"/>
                  </a:lnTo>
                  <a:lnTo>
                    <a:pt x="2061612" y="0"/>
                  </a:lnTo>
                  <a:lnTo>
                    <a:pt x="2108027" y="210"/>
                  </a:lnTo>
                  <a:lnTo>
                    <a:pt x="2154516" y="1914"/>
                  </a:lnTo>
                  <a:lnTo>
                    <a:pt x="2201261" y="4794"/>
                  </a:lnTo>
                  <a:lnTo>
                    <a:pt x="2248443" y="8537"/>
                  </a:lnTo>
                  <a:lnTo>
                    <a:pt x="2296241" y="12827"/>
                  </a:lnTo>
                  <a:lnTo>
                    <a:pt x="2344839" y="17347"/>
                  </a:lnTo>
                  <a:lnTo>
                    <a:pt x="2394415" y="21784"/>
                  </a:lnTo>
                  <a:lnTo>
                    <a:pt x="2445152" y="25820"/>
                  </a:lnTo>
                  <a:lnTo>
                    <a:pt x="2497230" y="29142"/>
                  </a:lnTo>
                  <a:lnTo>
                    <a:pt x="2550831" y="31433"/>
                  </a:lnTo>
                  <a:lnTo>
                    <a:pt x="2606135" y="32378"/>
                  </a:lnTo>
                  <a:lnTo>
                    <a:pt x="2606740" y="36839"/>
                  </a:lnTo>
                  <a:lnTo>
                    <a:pt x="2535863" y="52528"/>
                  </a:lnTo>
                  <a:lnTo>
                    <a:pt x="2472607" y="53481"/>
                  </a:lnTo>
                  <a:lnTo>
                    <a:pt x="2415383" y="53681"/>
                  </a:lnTo>
                  <a:lnTo>
                    <a:pt x="2363206" y="53283"/>
                  </a:lnTo>
                  <a:lnTo>
                    <a:pt x="2315093" y="52443"/>
                  </a:lnTo>
                  <a:lnTo>
                    <a:pt x="2270058" y="51316"/>
                  </a:lnTo>
                  <a:lnTo>
                    <a:pt x="2227118" y="50058"/>
                  </a:lnTo>
                  <a:lnTo>
                    <a:pt x="2185288" y="48826"/>
                  </a:lnTo>
                  <a:lnTo>
                    <a:pt x="2143584" y="47773"/>
                  </a:lnTo>
                  <a:lnTo>
                    <a:pt x="2101021" y="47057"/>
                  </a:lnTo>
                  <a:lnTo>
                    <a:pt x="2056616" y="46832"/>
                  </a:lnTo>
                  <a:lnTo>
                    <a:pt x="2009385" y="47255"/>
                  </a:lnTo>
                  <a:lnTo>
                    <a:pt x="1958342" y="48481"/>
                  </a:lnTo>
                  <a:lnTo>
                    <a:pt x="1902504" y="50666"/>
                  </a:lnTo>
                  <a:lnTo>
                    <a:pt x="1843092" y="54578"/>
                  </a:lnTo>
                  <a:lnTo>
                    <a:pt x="1786492" y="56116"/>
                  </a:lnTo>
                  <a:lnTo>
                    <a:pt x="1732451" y="55749"/>
                  </a:lnTo>
                  <a:lnTo>
                    <a:pt x="1680715" y="53948"/>
                  </a:lnTo>
                  <a:lnTo>
                    <a:pt x="1631032" y="51181"/>
                  </a:lnTo>
                  <a:lnTo>
                    <a:pt x="1583147" y="47918"/>
                  </a:lnTo>
                  <a:lnTo>
                    <a:pt x="1536808" y="44630"/>
                  </a:lnTo>
                  <a:lnTo>
                    <a:pt x="1491761" y="41786"/>
                  </a:lnTo>
                  <a:lnTo>
                    <a:pt x="1447754" y="39856"/>
                  </a:lnTo>
                  <a:lnTo>
                    <a:pt x="1404533" y="39309"/>
                  </a:lnTo>
                  <a:lnTo>
                    <a:pt x="1361845" y="40615"/>
                  </a:lnTo>
                  <a:lnTo>
                    <a:pt x="1319436" y="44244"/>
                  </a:lnTo>
                  <a:lnTo>
                    <a:pt x="1277055" y="50666"/>
                  </a:lnTo>
                  <a:lnTo>
                    <a:pt x="1222841" y="49536"/>
                  </a:lnTo>
                  <a:lnTo>
                    <a:pt x="1169750" y="48194"/>
                  </a:lnTo>
                  <a:lnTo>
                    <a:pt x="1117680" y="46764"/>
                  </a:lnTo>
                  <a:lnTo>
                    <a:pt x="1066524" y="45372"/>
                  </a:lnTo>
                  <a:lnTo>
                    <a:pt x="1016178" y="44144"/>
                  </a:lnTo>
                  <a:lnTo>
                    <a:pt x="966538" y="43205"/>
                  </a:lnTo>
                  <a:lnTo>
                    <a:pt x="917499" y="42681"/>
                  </a:lnTo>
                  <a:lnTo>
                    <a:pt x="868957" y="42696"/>
                  </a:lnTo>
                  <a:lnTo>
                    <a:pt x="820807" y="43377"/>
                  </a:lnTo>
                  <a:lnTo>
                    <a:pt x="772945" y="44849"/>
                  </a:lnTo>
                  <a:lnTo>
                    <a:pt x="725265" y="47237"/>
                  </a:lnTo>
                  <a:lnTo>
                    <a:pt x="677665" y="50666"/>
                  </a:lnTo>
                  <a:lnTo>
                    <a:pt x="626179" y="54240"/>
                  </a:lnTo>
                  <a:lnTo>
                    <a:pt x="573315" y="57880"/>
                  </a:lnTo>
                  <a:lnTo>
                    <a:pt x="519420" y="61405"/>
                  </a:lnTo>
                  <a:lnTo>
                    <a:pt x="464842" y="64635"/>
                  </a:lnTo>
                  <a:lnTo>
                    <a:pt x="409926" y="67389"/>
                  </a:lnTo>
                  <a:lnTo>
                    <a:pt x="355020" y="69488"/>
                  </a:lnTo>
                  <a:lnTo>
                    <a:pt x="300471" y="70751"/>
                  </a:lnTo>
                  <a:lnTo>
                    <a:pt x="246626" y="70997"/>
                  </a:lnTo>
                  <a:lnTo>
                    <a:pt x="193831" y="70046"/>
                  </a:lnTo>
                  <a:lnTo>
                    <a:pt x="142433" y="67718"/>
                  </a:lnTo>
                  <a:lnTo>
                    <a:pt x="92780" y="63832"/>
                  </a:lnTo>
                  <a:lnTo>
                    <a:pt x="45218" y="58208"/>
                  </a:lnTo>
                  <a:lnTo>
                    <a:pt x="95" y="50666"/>
                  </a:lnTo>
                  <a:lnTo>
                    <a:pt x="1681" y="45400"/>
                  </a:lnTo>
                  <a:lnTo>
                    <a:pt x="0" y="36947"/>
                  </a:lnTo>
                  <a:lnTo>
                    <a:pt x="95" y="32378"/>
                  </a:lnTo>
                  <a:close/>
                </a:path>
              </a:pathLst>
            </a:custGeom>
            <a:ln w="4445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3802" y="10"/>
            <a:ext cx="5159054" cy="685792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52790" y="6444488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7999"/>
                </a:lnTo>
                <a:lnTo>
                  <a:pt x="9144000" y="6857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677199" y="2571520"/>
            <a:ext cx="2522855" cy="202311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080">
              <a:lnSpc>
                <a:spcPct val="92400"/>
              </a:lnSpc>
              <a:spcBef>
                <a:spcPts val="525"/>
              </a:spcBef>
            </a:pPr>
            <a:r>
              <a:rPr sz="4600" dirty="0">
                <a:solidFill>
                  <a:srgbClr val="FFFFFF"/>
                </a:solidFill>
                <a:latin typeface="Calibri Light"/>
                <a:cs typeface="Calibri Light"/>
              </a:rPr>
              <a:t>What</a:t>
            </a:r>
            <a:r>
              <a:rPr sz="4600" spc="1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600" spc="-25" dirty="0">
                <a:solidFill>
                  <a:srgbClr val="FFFFFF"/>
                </a:solidFill>
                <a:latin typeface="Calibri Light"/>
                <a:cs typeface="Calibri Light"/>
              </a:rPr>
              <a:t>we </a:t>
            </a:r>
            <a:r>
              <a:rPr sz="46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4600" spc="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600" spc="-20" dirty="0">
                <a:solidFill>
                  <a:srgbClr val="FFFFFF"/>
                </a:solidFill>
                <a:latin typeface="Calibri Light"/>
                <a:cs typeface="Calibri Light"/>
              </a:rPr>
              <a:t>done </a:t>
            </a:r>
            <a:r>
              <a:rPr sz="4600" dirty="0">
                <a:solidFill>
                  <a:srgbClr val="FFFFFF"/>
                </a:solidFill>
                <a:latin typeface="Calibri Light"/>
                <a:cs typeface="Calibri Light"/>
              </a:rPr>
              <a:t>so</a:t>
            </a:r>
            <a:r>
              <a:rPr sz="4600" spc="1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600" spc="-25" dirty="0">
                <a:solidFill>
                  <a:srgbClr val="FFFFFF"/>
                </a:solidFill>
                <a:latin typeface="Calibri Light"/>
                <a:cs typeface="Calibri Light"/>
              </a:rPr>
              <a:t>far</a:t>
            </a:r>
            <a:endParaRPr sz="4600">
              <a:latin typeface="Calibri Light"/>
              <a:cs typeface="Calibr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5391150" cy="6858000"/>
            <a:chOff x="0" y="0"/>
            <a:chExt cx="5391150" cy="68580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391150" cy="6858000"/>
            </a:xfrm>
            <a:custGeom>
              <a:avLst/>
              <a:gdLst/>
              <a:ahLst/>
              <a:cxnLst/>
              <a:rect l="l" t="t" r="r" b="b"/>
              <a:pathLst>
                <a:path w="5391150" h="6858000">
                  <a:moveTo>
                    <a:pt x="5309518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636465" y="6857999"/>
                  </a:lnTo>
                  <a:lnTo>
                    <a:pt x="3748016" y="6712660"/>
                  </a:lnTo>
                  <a:lnTo>
                    <a:pt x="3774462" y="6675931"/>
                  </a:lnTo>
                  <a:lnTo>
                    <a:pt x="3800731" y="6638972"/>
                  </a:lnTo>
                  <a:lnTo>
                    <a:pt x="3826820" y="6601785"/>
                  </a:lnTo>
                  <a:lnTo>
                    <a:pt x="3852728" y="6564372"/>
                  </a:lnTo>
                  <a:lnTo>
                    <a:pt x="3878455" y="6526734"/>
                  </a:lnTo>
                  <a:lnTo>
                    <a:pt x="3904000" y="6488871"/>
                  </a:lnTo>
                  <a:lnTo>
                    <a:pt x="3929362" y="6450786"/>
                  </a:lnTo>
                  <a:lnTo>
                    <a:pt x="3954540" y="6412479"/>
                  </a:lnTo>
                  <a:lnTo>
                    <a:pt x="3979533" y="6373952"/>
                  </a:lnTo>
                  <a:lnTo>
                    <a:pt x="4004340" y="6335206"/>
                  </a:lnTo>
                  <a:lnTo>
                    <a:pt x="4028961" y="6296241"/>
                  </a:lnTo>
                  <a:lnTo>
                    <a:pt x="4053393" y="6257060"/>
                  </a:lnTo>
                  <a:lnTo>
                    <a:pt x="4077637" y="6217664"/>
                  </a:lnTo>
                  <a:lnTo>
                    <a:pt x="4101691" y="6178053"/>
                  </a:lnTo>
                  <a:lnTo>
                    <a:pt x="4125555" y="6138230"/>
                  </a:lnTo>
                  <a:lnTo>
                    <a:pt x="4149227" y="6098195"/>
                  </a:lnTo>
                  <a:lnTo>
                    <a:pt x="4172707" y="6057949"/>
                  </a:lnTo>
                  <a:lnTo>
                    <a:pt x="4195994" y="6017494"/>
                  </a:lnTo>
                  <a:lnTo>
                    <a:pt x="4219086" y="5976831"/>
                  </a:lnTo>
                  <a:lnTo>
                    <a:pt x="4241984" y="5935961"/>
                  </a:lnTo>
                  <a:lnTo>
                    <a:pt x="4264685" y="5894885"/>
                  </a:lnTo>
                  <a:lnTo>
                    <a:pt x="4287189" y="5853605"/>
                  </a:lnTo>
                  <a:lnTo>
                    <a:pt x="4309495" y="5812122"/>
                  </a:lnTo>
                  <a:lnTo>
                    <a:pt x="4331603" y="5770438"/>
                  </a:lnTo>
                  <a:lnTo>
                    <a:pt x="4353511" y="5728552"/>
                  </a:lnTo>
                  <a:lnTo>
                    <a:pt x="4375218" y="5686467"/>
                  </a:lnTo>
                  <a:lnTo>
                    <a:pt x="4396723" y="5644184"/>
                  </a:lnTo>
                  <a:lnTo>
                    <a:pt x="4418026" y="5601704"/>
                  </a:lnTo>
                  <a:lnTo>
                    <a:pt x="4439126" y="5559029"/>
                  </a:lnTo>
                  <a:lnTo>
                    <a:pt x="4460021" y="5516159"/>
                  </a:lnTo>
                  <a:lnTo>
                    <a:pt x="4480711" y="5473095"/>
                  </a:lnTo>
                  <a:lnTo>
                    <a:pt x="4501194" y="5429840"/>
                  </a:lnTo>
                  <a:lnTo>
                    <a:pt x="4521470" y="5386394"/>
                  </a:lnTo>
                  <a:lnTo>
                    <a:pt x="4541539" y="5342758"/>
                  </a:lnTo>
                  <a:lnTo>
                    <a:pt x="4561398" y="5298934"/>
                  </a:lnTo>
                  <a:lnTo>
                    <a:pt x="4581047" y="5254923"/>
                  </a:lnTo>
                  <a:lnTo>
                    <a:pt x="4600486" y="5210726"/>
                  </a:lnTo>
                  <a:lnTo>
                    <a:pt x="4619713" y="5166345"/>
                  </a:lnTo>
                  <a:lnTo>
                    <a:pt x="4638727" y="5121780"/>
                  </a:lnTo>
                  <a:lnTo>
                    <a:pt x="4657527" y="5077033"/>
                  </a:lnTo>
                  <a:lnTo>
                    <a:pt x="4676113" y="5032105"/>
                  </a:lnTo>
                  <a:lnTo>
                    <a:pt x="4694483" y="4986997"/>
                  </a:lnTo>
                  <a:lnTo>
                    <a:pt x="4712637" y="4941711"/>
                  </a:lnTo>
                  <a:lnTo>
                    <a:pt x="4730573" y="4896248"/>
                  </a:lnTo>
                  <a:lnTo>
                    <a:pt x="4748292" y="4850609"/>
                  </a:lnTo>
                  <a:lnTo>
                    <a:pt x="4765791" y="4804795"/>
                  </a:lnTo>
                  <a:lnTo>
                    <a:pt x="4783070" y="4758807"/>
                  </a:lnTo>
                  <a:lnTo>
                    <a:pt x="4800128" y="4712647"/>
                  </a:lnTo>
                  <a:lnTo>
                    <a:pt x="4816964" y="4666317"/>
                  </a:lnTo>
                  <a:lnTo>
                    <a:pt x="4833577" y="4619816"/>
                  </a:lnTo>
                  <a:lnTo>
                    <a:pt x="4849966" y="4573147"/>
                  </a:lnTo>
                  <a:lnTo>
                    <a:pt x="4866131" y="4526310"/>
                  </a:lnTo>
                  <a:lnTo>
                    <a:pt x="4882070" y="4479308"/>
                  </a:lnTo>
                  <a:lnTo>
                    <a:pt x="4897782" y="4432140"/>
                  </a:lnTo>
                  <a:lnTo>
                    <a:pt x="4913267" y="4384809"/>
                  </a:lnTo>
                  <a:lnTo>
                    <a:pt x="4928524" y="4337315"/>
                  </a:lnTo>
                  <a:lnTo>
                    <a:pt x="4943551" y="4289661"/>
                  </a:lnTo>
                  <a:lnTo>
                    <a:pt x="4958347" y="4241846"/>
                  </a:lnTo>
                  <a:lnTo>
                    <a:pt x="4972913" y="4193873"/>
                  </a:lnTo>
                  <a:lnTo>
                    <a:pt x="4987246" y="4145742"/>
                  </a:lnTo>
                  <a:lnTo>
                    <a:pt x="5001347" y="4097455"/>
                  </a:lnTo>
                  <a:lnTo>
                    <a:pt x="5015213" y="4049012"/>
                  </a:lnTo>
                  <a:lnTo>
                    <a:pt x="5028845" y="4000417"/>
                  </a:lnTo>
                  <a:lnTo>
                    <a:pt x="5042240" y="3951668"/>
                  </a:lnTo>
                  <a:lnTo>
                    <a:pt x="5055399" y="3902768"/>
                  </a:lnTo>
                  <a:lnTo>
                    <a:pt x="5068320" y="3853719"/>
                  </a:lnTo>
                  <a:lnTo>
                    <a:pt x="5081003" y="3804520"/>
                  </a:lnTo>
                  <a:lnTo>
                    <a:pt x="5093446" y="3755174"/>
                  </a:lnTo>
                  <a:lnTo>
                    <a:pt x="5105649" y="3705681"/>
                  </a:lnTo>
                  <a:lnTo>
                    <a:pt x="5117610" y="3656043"/>
                  </a:lnTo>
                  <a:lnTo>
                    <a:pt x="5129329" y="3606261"/>
                  </a:lnTo>
                  <a:lnTo>
                    <a:pt x="5140805" y="3556337"/>
                  </a:lnTo>
                  <a:lnTo>
                    <a:pt x="5152036" y="3506271"/>
                  </a:lnTo>
                  <a:lnTo>
                    <a:pt x="5163023" y="3456065"/>
                  </a:lnTo>
                  <a:lnTo>
                    <a:pt x="5173763" y="3405720"/>
                  </a:lnTo>
                  <a:lnTo>
                    <a:pt x="5184257" y="3355237"/>
                  </a:lnTo>
                  <a:lnTo>
                    <a:pt x="5194502" y="3304618"/>
                  </a:lnTo>
                  <a:lnTo>
                    <a:pt x="5204499" y="3253863"/>
                  </a:lnTo>
                  <a:lnTo>
                    <a:pt x="5214246" y="3202975"/>
                  </a:lnTo>
                  <a:lnTo>
                    <a:pt x="5223743" y="3151953"/>
                  </a:lnTo>
                  <a:lnTo>
                    <a:pt x="5232988" y="3100800"/>
                  </a:lnTo>
                  <a:lnTo>
                    <a:pt x="5241980" y="3049517"/>
                  </a:lnTo>
                  <a:lnTo>
                    <a:pt x="5250720" y="2998104"/>
                  </a:lnTo>
                  <a:lnTo>
                    <a:pt x="5259204" y="2946564"/>
                  </a:lnTo>
                  <a:lnTo>
                    <a:pt x="5267434" y="2894897"/>
                  </a:lnTo>
                  <a:lnTo>
                    <a:pt x="5275407" y="2843104"/>
                  </a:lnTo>
                  <a:lnTo>
                    <a:pt x="5283123" y="2791188"/>
                  </a:lnTo>
                  <a:lnTo>
                    <a:pt x="5290582" y="2739148"/>
                  </a:lnTo>
                  <a:lnTo>
                    <a:pt x="5297781" y="2686987"/>
                  </a:lnTo>
                  <a:lnTo>
                    <a:pt x="5304720" y="2634705"/>
                  </a:lnTo>
                  <a:lnTo>
                    <a:pt x="5311399" y="2582304"/>
                  </a:lnTo>
                  <a:lnTo>
                    <a:pt x="5317816" y="2529785"/>
                  </a:lnTo>
                  <a:lnTo>
                    <a:pt x="5323970" y="2477149"/>
                  </a:lnTo>
                  <a:lnTo>
                    <a:pt x="5329861" y="2424398"/>
                  </a:lnTo>
                  <a:lnTo>
                    <a:pt x="5335487" y="2371532"/>
                  </a:lnTo>
                  <a:lnTo>
                    <a:pt x="5340847" y="2318554"/>
                  </a:lnTo>
                  <a:lnTo>
                    <a:pt x="5345942" y="2265463"/>
                  </a:lnTo>
                  <a:lnTo>
                    <a:pt x="5350769" y="2212262"/>
                  </a:lnTo>
                  <a:lnTo>
                    <a:pt x="5355328" y="2158951"/>
                  </a:lnTo>
                  <a:lnTo>
                    <a:pt x="5359617" y="2105532"/>
                  </a:lnTo>
                  <a:lnTo>
                    <a:pt x="5363637" y="2052007"/>
                  </a:lnTo>
                  <a:lnTo>
                    <a:pt x="5367386" y="1998375"/>
                  </a:lnTo>
                  <a:lnTo>
                    <a:pt x="5370863" y="1944640"/>
                  </a:lnTo>
                  <a:lnTo>
                    <a:pt x="5374066" y="1890800"/>
                  </a:lnTo>
                  <a:lnTo>
                    <a:pt x="5376997" y="1836859"/>
                  </a:lnTo>
                  <a:lnTo>
                    <a:pt x="5379652" y="1782818"/>
                  </a:lnTo>
                  <a:lnTo>
                    <a:pt x="5382032" y="1728676"/>
                  </a:lnTo>
                  <a:lnTo>
                    <a:pt x="5384136" y="1674437"/>
                  </a:lnTo>
                  <a:lnTo>
                    <a:pt x="5385961" y="1620100"/>
                  </a:lnTo>
                  <a:lnTo>
                    <a:pt x="5387509" y="1565668"/>
                  </a:lnTo>
                  <a:lnTo>
                    <a:pt x="5388777" y="1511141"/>
                  </a:lnTo>
                  <a:lnTo>
                    <a:pt x="5389765" y="1456520"/>
                  </a:lnTo>
                  <a:lnTo>
                    <a:pt x="5390472" y="1401808"/>
                  </a:lnTo>
                  <a:lnTo>
                    <a:pt x="5390897" y="1347005"/>
                  </a:lnTo>
                  <a:lnTo>
                    <a:pt x="5391039" y="1292111"/>
                  </a:lnTo>
                  <a:lnTo>
                    <a:pt x="5390538" y="1188990"/>
                  </a:lnTo>
                  <a:lnTo>
                    <a:pt x="5389040" y="1086189"/>
                  </a:lnTo>
                  <a:lnTo>
                    <a:pt x="5386551" y="983717"/>
                  </a:lnTo>
                  <a:lnTo>
                    <a:pt x="5383077" y="881582"/>
                  </a:lnTo>
                  <a:lnTo>
                    <a:pt x="5378624" y="779792"/>
                  </a:lnTo>
                  <a:lnTo>
                    <a:pt x="5373198" y="678356"/>
                  </a:lnTo>
                  <a:lnTo>
                    <a:pt x="5366806" y="577281"/>
                  </a:lnTo>
                  <a:lnTo>
                    <a:pt x="5359453" y="476577"/>
                  </a:lnTo>
                  <a:lnTo>
                    <a:pt x="5351146" y="376250"/>
                  </a:lnTo>
                  <a:lnTo>
                    <a:pt x="5341890" y="276310"/>
                  </a:lnTo>
                  <a:lnTo>
                    <a:pt x="5331693" y="176764"/>
                  </a:lnTo>
                  <a:lnTo>
                    <a:pt x="5309518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" y="10"/>
              <a:ext cx="5271352" cy="6857989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8252459" y="603504"/>
            <a:ext cx="411480" cy="548640"/>
          </a:xfrm>
          <a:custGeom>
            <a:avLst/>
            <a:gdLst/>
            <a:ahLst/>
            <a:cxnLst/>
            <a:rect l="l" t="t" r="r" b="b"/>
            <a:pathLst>
              <a:path w="411479" h="548640">
                <a:moveTo>
                  <a:pt x="205740" y="0"/>
                </a:moveTo>
                <a:lnTo>
                  <a:pt x="164276" y="5573"/>
                </a:lnTo>
                <a:lnTo>
                  <a:pt x="125656" y="21557"/>
                </a:lnTo>
                <a:lnTo>
                  <a:pt x="90708" y="46849"/>
                </a:lnTo>
                <a:lnTo>
                  <a:pt x="60259" y="80346"/>
                </a:lnTo>
                <a:lnTo>
                  <a:pt x="35137" y="120944"/>
                </a:lnTo>
                <a:lnTo>
                  <a:pt x="16168" y="167542"/>
                </a:lnTo>
                <a:lnTo>
                  <a:pt x="4179" y="219034"/>
                </a:lnTo>
                <a:lnTo>
                  <a:pt x="0" y="274320"/>
                </a:lnTo>
                <a:lnTo>
                  <a:pt x="4179" y="329604"/>
                </a:lnTo>
                <a:lnTo>
                  <a:pt x="16168" y="381097"/>
                </a:lnTo>
                <a:lnTo>
                  <a:pt x="35137" y="427694"/>
                </a:lnTo>
                <a:lnTo>
                  <a:pt x="60259" y="468293"/>
                </a:lnTo>
                <a:lnTo>
                  <a:pt x="90708" y="501790"/>
                </a:lnTo>
                <a:lnTo>
                  <a:pt x="125656" y="527082"/>
                </a:lnTo>
                <a:lnTo>
                  <a:pt x="164276" y="543066"/>
                </a:lnTo>
                <a:lnTo>
                  <a:pt x="205740" y="548640"/>
                </a:lnTo>
                <a:lnTo>
                  <a:pt x="247203" y="543066"/>
                </a:lnTo>
                <a:lnTo>
                  <a:pt x="285823" y="527082"/>
                </a:lnTo>
                <a:lnTo>
                  <a:pt x="320771" y="501790"/>
                </a:lnTo>
                <a:lnTo>
                  <a:pt x="351220" y="468293"/>
                </a:lnTo>
                <a:lnTo>
                  <a:pt x="376342" y="427694"/>
                </a:lnTo>
                <a:lnTo>
                  <a:pt x="395311" y="381097"/>
                </a:lnTo>
                <a:lnTo>
                  <a:pt x="407300" y="329604"/>
                </a:lnTo>
                <a:lnTo>
                  <a:pt x="411480" y="274320"/>
                </a:lnTo>
                <a:lnTo>
                  <a:pt x="407300" y="219034"/>
                </a:lnTo>
                <a:lnTo>
                  <a:pt x="395311" y="167542"/>
                </a:lnTo>
                <a:lnTo>
                  <a:pt x="376342" y="120944"/>
                </a:lnTo>
                <a:lnTo>
                  <a:pt x="351220" y="80346"/>
                </a:lnTo>
                <a:lnTo>
                  <a:pt x="320771" y="46849"/>
                </a:lnTo>
                <a:lnTo>
                  <a:pt x="285823" y="21557"/>
                </a:lnTo>
                <a:lnTo>
                  <a:pt x="247203" y="5573"/>
                </a:lnTo>
                <a:lnTo>
                  <a:pt x="20574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03429" y="751839"/>
            <a:ext cx="1092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356" y="2464477"/>
            <a:ext cx="2660650" cy="17145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 algn="ctr">
              <a:lnSpc>
                <a:spcPts val="4300"/>
              </a:lnSpc>
              <a:spcBef>
                <a:spcPts val="580"/>
              </a:spcBef>
            </a:pPr>
            <a:r>
              <a:rPr sz="3900" dirty="0">
                <a:solidFill>
                  <a:srgbClr val="FFFFFF"/>
                </a:solidFill>
                <a:latin typeface="Calibri Light"/>
                <a:cs typeface="Calibri Light"/>
              </a:rPr>
              <a:t>Usability</a:t>
            </a:r>
            <a:r>
              <a:rPr sz="3900" spc="2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9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39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3900" spc="1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900" spc="-20" dirty="0">
                <a:solidFill>
                  <a:srgbClr val="FFFFFF"/>
                </a:solidFill>
                <a:latin typeface="Calibri Light"/>
                <a:cs typeface="Calibri Light"/>
              </a:rPr>
              <a:t>User </a:t>
            </a:r>
            <a:r>
              <a:rPr sz="3900" spc="-10" dirty="0">
                <a:solidFill>
                  <a:srgbClr val="FFFFFF"/>
                </a:solidFill>
                <a:latin typeface="Calibri Light"/>
                <a:cs typeface="Calibri Light"/>
              </a:rPr>
              <a:t>Experience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28240" y="1247887"/>
            <a:ext cx="5354320" cy="42704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4150" marR="5080" indent="-171450">
              <a:spcBef>
                <a:spcPts val="500"/>
              </a:spcBef>
              <a:buFont typeface="Arial MT"/>
              <a:buChar char="•"/>
              <a:tabLst>
                <a:tab pos="184150" algn="l"/>
              </a:tabLst>
            </a:pPr>
            <a:r>
              <a:rPr sz="2800" dirty="0">
                <a:latin typeface="Calibri"/>
                <a:cs typeface="Calibri"/>
              </a:rPr>
              <a:t>Usability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across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levels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experience</a:t>
            </a:r>
            <a:r>
              <a:rPr lang="en-GB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184150" marR="836930" indent="-171450">
              <a:spcBef>
                <a:spcPts val="710"/>
              </a:spcBef>
              <a:buFont typeface="Arial MT"/>
              <a:buChar char="•"/>
              <a:tabLst>
                <a:tab pos="184150" algn="l"/>
              </a:tabLst>
            </a:pPr>
            <a:r>
              <a:rPr sz="2800" spc="-40" dirty="0">
                <a:latin typeface="Calibri"/>
                <a:cs typeface="Calibri"/>
              </a:rPr>
              <a:t>You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influence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most </a:t>
            </a:r>
            <a:r>
              <a:rPr sz="2800" spc="-10" dirty="0">
                <a:latin typeface="Calibri"/>
                <a:cs typeface="Calibri"/>
              </a:rPr>
              <a:t>directly:</a:t>
            </a:r>
            <a:endParaRPr sz="2800" dirty="0">
              <a:latin typeface="Calibri"/>
              <a:cs typeface="Calibri"/>
            </a:endParaRPr>
          </a:p>
          <a:p>
            <a:pPr marL="525780" lvl="1" indent="-170180">
              <a:spcBef>
                <a:spcPts val="75"/>
              </a:spcBef>
              <a:buFont typeface="Arial MT"/>
              <a:buChar char="•"/>
              <a:tabLst>
                <a:tab pos="525780" algn="l"/>
              </a:tabLst>
            </a:pPr>
            <a:r>
              <a:rPr sz="2400" dirty="0">
                <a:latin typeface="Calibri"/>
                <a:cs typeface="Calibri"/>
              </a:rPr>
              <a:t>Visual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Interface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</a:t>
            </a:r>
            <a:endParaRPr sz="2400" dirty="0">
              <a:latin typeface="Calibri"/>
              <a:cs typeface="Calibri"/>
            </a:endParaRPr>
          </a:p>
          <a:p>
            <a:pPr marL="183515" indent="-170815">
              <a:spcBef>
                <a:spcPts val="415"/>
              </a:spcBef>
              <a:buFont typeface="Arial MT"/>
              <a:buChar char="•"/>
              <a:tabLst>
                <a:tab pos="183515" algn="l"/>
              </a:tabLst>
            </a:pPr>
            <a:r>
              <a:rPr sz="2800" dirty="0">
                <a:latin typeface="Calibri"/>
                <a:cs typeface="Calibri"/>
              </a:rPr>
              <a:t>Also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significant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role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lang="en-GB" sz="2800" spc="-2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868680" lvl="1" indent="-170180">
              <a:spcBef>
                <a:spcPts val="160"/>
              </a:spcBef>
              <a:buFont typeface="Arial MT"/>
              <a:buChar char="•"/>
              <a:tabLst>
                <a:tab pos="868680" algn="l"/>
              </a:tabLst>
            </a:pPr>
            <a:r>
              <a:rPr sz="2400" spc="-10" dirty="0">
                <a:latin typeface="Calibri"/>
                <a:cs typeface="Calibri"/>
              </a:rPr>
              <a:t>Interaction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</a:t>
            </a:r>
            <a:endParaRPr sz="2400" dirty="0">
              <a:latin typeface="Calibri"/>
              <a:cs typeface="Calibri"/>
            </a:endParaRPr>
          </a:p>
          <a:p>
            <a:pPr marL="868680" lvl="1" indent="-170180">
              <a:spcBef>
                <a:spcPts val="120"/>
              </a:spcBef>
              <a:buFont typeface="Arial MT"/>
              <a:buChar char="•"/>
              <a:tabLst>
                <a:tab pos="868680" algn="l"/>
              </a:tabLst>
            </a:pPr>
            <a:r>
              <a:rPr sz="2400" spc="-10" dirty="0">
                <a:latin typeface="Calibri"/>
                <a:cs typeface="Calibri"/>
              </a:rPr>
              <a:t>Navigation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</a:t>
            </a:r>
            <a:endParaRPr sz="2400" dirty="0">
              <a:latin typeface="Calibri"/>
              <a:cs typeface="Calibri"/>
            </a:endParaRPr>
          </a:p>
          <a:p>
            <a:pPr marL="868680" lvl="1" indent="-170180">
              <a:spcBef>
                <a:spcPts val="120"/>
              </a:spcBef>
              <a:buFont typeface="Arial MT"/>
              <a:buChar char="•"/>
              <a:tabLst>
                <a:tab pos="868680" algn="l"/>
              </a:tabLst>
            </a:pP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</a:t>
            </a:r>
            <a:endParaRPr sz="2400" dirty="0">
              <a:latin typeface="Calibri"/>
              <a:cs typeface="Calibri"/>
            </a:endParaRPr>
          </a:p>
          <a:p>
            <a:pPr marL="868680" lvl="1" indent="-170180">
              <a:buFont typeface="Arial MT"/>
              <a:buChar char="•"/>
              <a:tabLst>
                <a:tab pos="868680" algn="l"/>
              </a:tabLst>
            </a:pP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830" y="2509066"/>
            <a:ext cx="2332990" cy="14998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715" algn="r">
              <a:lnSpc>
                <a:spcPts val="3890"/>
              </a:lnSpc>
              <a:spcBef>
                <a:spcPts val="130"/>
              </a:spcBef>
            </a:pPr>
            <a:r>
              <a:rPr sz="3400" dirty="0">
                <a:solidFill>
                  <a:srgbClr val="FFFFFF"/>
                </a:solidFill>
                <a:latin typeface="Calibri Light"/>
                <a:cs typeface="Calibri Light"/>
              </a:rPr>
              <a:t>Usability</a:t>
            </a:r>
            <a:r>
              <a:rPr sz="3400" spc="2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400" spc="-25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endParaRPr sz="3400">
              <a:latin typeface="Calibri Light"/>
              <a:cs typeface="Calibri Light"/>
            </a:endParaRPr>
          </a:p>
          <a:p>
            <a:pPr marL="353695" marR="5080" indent="441325" algn="r">
              <a:lnSpc>
                <a:spcPts val="3790"/>
              </a:lnSpc>
              <a:spcBef>
                <a:spcPts val="175"/>
              </a:spcBef>
            </a:pPr>
            <a:r>
              <a:rPr sz="34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3400" spc="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400" spc="-20" dirty="0">
                <a:solidFill>
                  <a:srgbClr val="FFFFFF"/>
                </a:solidFill>
                <a:latin typeface="Calibri Light"/>
                <a:cs typeface="Calibri Light"/>
              </a:rPr>
              <a:t>User </a:t>
            </a:r>
            <a:r>
              <a:rPr sz="3400" spc="-10" dirty="0">
                <a:solidFill>
                  <a:srgbClr val="FFFFFF"/>
                </a:solidFill>
                <a:latin typeface="Calibri Light"/>
                <a:cs typeface="Calibri Light"/>
              </a:rPr>
              <a:t>Experience</a:t>
            </a:r>
            <a:endParaRPr sz="3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8788" y="4042168"/>
            <a:ext cx="5000124" cy="21597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44190" y="4670552"/>
            <a:ext cx="4469765" cy="8178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19685">
              <a:lnSpc>
                <a:spcPts val="3000"/>
              </a:lnSpc>
              <a:spcBef>
                <a:spcPts val="400"/>
              </a:spcBef>
            </a:pP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7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7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site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isn’t</a:t>
            </a:r>
            <a:r>
              <a:rPr sz="27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usable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27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7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UX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been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designed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 correctly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8788" y="752899"/>
            <a:ext cx="5000123" cy="332166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6131" y="584224"/>
            <a:ext cx="8074839" cy="919714"/>
          </a:xfrm>
          <a:prstGeom prst="rect">
            <a:avLst/>
          </a:prstGeom>
        </p:spPr>
        <p:txBody>
          <a:bodyPr vert="horz" wrap="square" lIns="0" tIns="499339" rIns="0" bIns="0" rtlCol="0">
            <a:spAutoFit/>
          </a:bodyPr>
          <a:lstStyle/>
          <a:p>
            <a:pPr marL="3107055">
              <a:lnSpc>
                <a:spcPct val="100000"/>
              </a:lnSpc>
              <a:spcBef>
                <a:spcPts val="100"/>
              </a:spcBef>
            </a:pPr>
            <a:r>
              <a:rPr lang="en-GB" sz="270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ill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teaching</a:t>
            </a:r>
            <a:r>
              <a:rPr sz="27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usability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78788" y="1918803"/>
            <a:ext cx="5000625" cy="993775"/>
          </a:xfrm>
          <a:prstGeom prst="rect">
            <a:avLst/>
          </a:prstGeom>
          <a:solidFill>
            <a:srgbClr val="F8D7CD">
              <a:alpha val="90199"/>
            </a:srgbClr>
          </a:solidFill>
          <a:ln w="6350">
            <a:solidFill>
              <a:srgbClr val="F8D7CD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248920" marR="241935" indent="429259">
              <a:lnSpc>
                <a:spcPts val="2590"/>
              </a:lnSpc>
              <a:spcBef>
                <a:spcPts val="120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important </a:t>
            </a:r>
            <a:r>
              <a:rPr sz="2400" dirty="0">
                <a:latin typeface="Calibri"/>
                <a:cs typeface="Calibri"/>
              </a:rPr>
              <a:t>technique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UX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658" rIns="0" bIns="0" rtlCol="0">
            <a:spAutoFit/>
          </a:bodyPr>
          <a:lstStyle/>
          <a:p>
            <a:pPr marL="2789555">
              <a:lnSpc>
                <a:spcPct val="100000"/>
              </a:lnSpc>
              <a:spcBef>
                <a:spcPts val="110"/>
              </a:spcBef>
            </a:pPr>
            <a:r>
              <a:rPr sz="4400" spc="-10" dirty="0"/>
              <a:t>Usability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-6349" y="1825355"/>
            <a:ext cx="9154795" cy="1371600"/>
            <a:chOff x="-6349" y="1825355"/>
            <a:chExt cx="9154795" cy="1371600"/>
          </a:xfrm>
        </p:grpSpPr>
        <p:sp>
          <p:nvSpPr>
            <p:cNvPr id="4" name="object 4"/>
            <p:cNvSpPr/>
            <p:nvPr/>
          </p:nvSpPr>
          <p:spPr>
            <a:xfrm>
              <a:off x="0" y="2333546"/>
              <a:ext cx="9142095" cy="857250"/>
            </a:xfrm>
            <a:custGeom>
              <a:avLst/>
              <a:gdLst/>
              <a:ahLst/>
              <a:cxnLst/>
              <a:rect l="l" t="t" r="r" b="b"/>
              <a:pathLst>
                <a:path w="9142095" h="857250">
                  <a:moveTo>
                    <a:pt x="9141711" y="0"/>
                  </a:moveTo>
                  <a:lnTo>
                    <a:pt x="0" y="0"/>
                  </a:lnTo>
                  <a:lnTo>
                    <a:pt x="0" y="856799"/>
                  </a:lnTo>
                  <a:lnTo>
                    <a:pt x="9141711" y="856799"/>
                  </a:lnTo>
                  <a:lnTo>
                    <a:pt x="9141711" y="0"/>
                  </a:lnTo>
                  <a:close/>
                </a:path>
              </a:pathLst>
            </a:custGeom>
            <a:solidFill>
              <a:srgbClr val="E7E6E6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333546"/>
              <a:ext cx="9142095" cy="857250"/>
            </a:xfrm>
            <a:custGeom>
              <a:avLst/>
              <a:gdLst/>
              <a:ahLst/>
              <a:cxnLst/>
              <a:rect l="l" t="t" r="r" b="b"/>
              <a:pathLst>
                <a:path w="9142095" h="857250">
                  <a:moveTo>
                    <a:pt x="0" y="0"/>
                  </a:moveTo>
                  <a:lnTo>
                    <a:pt x="9141712" y="0"/>
                  </a:lnTo>
                  <a:lnTo>
                    <a:pt x="9141712" y="856800"/>
                  </a:lnTo>
                  <a:lnTo>
                    <a:pt x="0" y="856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085" y="1831705"/>
              <a:ext cx="6399530" cy="1003935"/>
            </a:xfrm>
            <a:custGeom>
              <a:avLst/>
              <a:gdLst/>
              <a:ahLst/>
              <a:cxnLst/>
              <a:rect l="l" t="t" r="r" b="b"/>
              <a:pathLst>
                <a:path w="6399530" h="1003935">
                  <a:moveTo>
                    <a:pt x="6231918" y="0"/>
                  </a:moveTo>
                  <a:lnTo>
                    <a:pt x="167279" y="0"/>
                  </a:lnTo>
                  <a:lnTo>
                    <a:pt x="122809" y="5975"/>
                  </a:lnTo>
                  <a:lnTo>
                    <a:pt x="82850" y="22838"/>
                  </a:lnTo>
                  <a:lnTo>
                    <a:pt x="48994" y="48995"/>
                  </a:lnTo>
                  <a:lnTo>
                    <a:pt x="22838" y="82851"/>
                  </a:lnTo>
                  <a:lnTo>
                    <a:pt x="5975" y="122810"/>
                  </a:lnTo>
                  <a:lnTo>
                    <a:pt x="0" y="167280"/>
                  </a:lnTo>
                  <a:lnTo>
                    <a:pt x="0" y="836400"/>
                  </a:lnTo>
                  <a:lnTo>
                    <a:pt x="5975" y="880869"/>
                  </a:lnTo>
                  <a:lnTo>
                    <a:pt x="22838" y="920829"/>
                  </a:lnTo>
                  <a:lnTo>
                    <a:pt x="48994" y="954684"/>
                  </a:lnTo>
                  <a:lnTo>
                    <a:pt x="82850" y="980841"/>
                  </a:lnTo>
                  <a:lnTo>
                    <a:pt x="122809" y="997704"/>
                  </a:lnTo>
                  <a:lnTo>
                    <a:pt x="167279" y="1003679"/>
                  </a:lnTo>
                  <a:lnTo>
                    <a:pt x="6231918" y="1003679"/>
                  </a:lnTo>
                  <a:lnTo>
                    <a:pt x="6276388" y="997704"/>
                  </a:lnTo>
                  <a:lnTo>
                    <a:pt x="6316347" y="980841"/>
                  </a:lnTo>
                  <a:lnTo>
                    <a:pt x="6350202" y="954684"/>
                  </a:lnTo>
                  <a:lnTo>
                    <a:pt x="6376359" y="920829"/>
                  </a:lnTo>
                  <a:lnTo>
                    <a:pt x="6393222" y="880869"/>
                  </a:lnTo>
                  <a:lnTo>
                    <a:pt x="6399198" y="836400"/>
                  </a:lnTo>
                  <a:lnTo>
                    <a:pt x="6399198" y="167280"/>
                  </a:lnTo>
                  <a:lnTo>
                    <a:pt x="6393222" y="122810"/>
                  </a:lnTo>
                  <a:lnTo>
                    <a:pt x="6376359" y="82851"/>
                  </a:lnTo>
                  <a:lnTo>
                    <a:pt x="6350202" y="48995"/>
                  </a:lnTo>
                  <a:lnTo>
                    <a:pt x="6316347" y="22838"/>
                  </a:lnTo>
                  <a:lnTo>
                    <a:pt x="6276388" y="5975"/>
                  </a:lnTo>
                  <a:lnTo>
                    <a:pt x="6231918" y="0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085" y="1831705"/>
              <a:ext cx="6399530" cy="1003935"/>
            </a:xfrm>
            <a:custGeom>
              <a:avLst/>
              <a:gdLst/>
              <a:ahLst/>
              <a:cxnLst/>
              <a:rect l="l" t="t" r="r" b="b"/>
              <a:pathLst>
                <a:path w="6399530" h="1003935">
                  <a:moveTo>
                    <a:pt x="0" y="167280"/>
                  </a:moveTo>
                  <a:lnTo>
                    <a:pt x="5975" y="122810"/>
                  </a:lnTo>
                  <a:lnTo>
                    <a:pt x="22838" y="82850"/>
                  </a:lnTo>
                  <a:lnTo>
                    <a:pt x="48994" y="48995"/>
                  </a:lnTo>
                  <a:lnTo>
                    <a:pt x="82850" y="22838"/>
                  </a:lnTo>
                  <a:lnTo>
                    <a:pt x="122809" y="5975"/>
                  </a:lnTo>
                  <a:lnTo>
                    <a:pt x="167279" y="0"/>
                  </a:lnTo>
                  <a:lnTo>
                    <a:pt x="6231919" y="0"/>
                  </a:lnTo>
                  <a:lnTo>
                    <a:pt x="6276388" y="5975"/>
                  </a:lnTo>
                  <a:lnTo>
                    <a:pt x="6316348" y="22838"/>
                  </a:lnTo>
                  <a:lnTo>
                    <a:pt x="6350203" y="48995"/>
                  </a:lnTo>
                  <a:lnTo>
                    <a:pt x="6376359" y="82850"/>
                  </a:lnTo>
                  <a:lnTo>
                    <a:pt x="6393222" y="122810"/>
                  </a:lnTo>
                  <a:lnTo>
                    <a:pt x="6399198" y="167280"/>
                  </a:lnTo>
                  <a:lnTo>
                    <a:pt x="6399198" y="836400"/>
                  </a:lnTo>
                  <a:lnTo>
                    <a:pt x="6393222" y="880869"/>
                  </a:lnTo>
                  <a:lnTo>
                    <a:pt x="6376359" y="920829"/>
                  </a:lnTo>
                  <a:lnTo>
                    <a:pt x="6350203" y="954684"/>
                  </a:lnTo>
                  <a:lnTo>
                    <a:pt x="6316348" y="980841"/>
                  </a:lnTo>
                  <a:lnTo>
                    <a:pt x="6276388" y="997704"/>
                  </a:lnTo>
                  <a:lnTo>
                    <a:pt x="6231919" y="1003680"/>
                  </a:lnTo>
                  <a:lnTo>
                    <a:pt x="167279" y="1003680"/>
                  </a:lnTo>
                  <a:lnTo>
                    <a:pt x="122809" y="997704"/>
                  </a:lnTo>
                  <a:lnTo>
                    <a:pt x="82850" y="980841"/>
                  </a:lnTo>
                  <a:lnTo>
                    <a:pt x="48994" y="954684"/>
                  </a:lnTo>
                  <a:lnTo>
                    <a:pt x="22838" y="920829"/>
                  </a:lnTo>
                  <a:lnTo>
                    <a:pt x="5975" y="880869"/>
                  </a:lnTo>
                  <a:lnTo>
                    <a:pt x="0" y="836400"/>
                  </a:lnTo>
                  <a:lnTo>
                    <a:pt x="0" y="167280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35254" y="2157476"/>
            <a:ext cx="597034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Usability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system’s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functionality</a:t>
            </a:r>
            <a:r>
              <a:rPr lang="en-GB" sz="1800" b="1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-6349" y="3869437"/>
            <a:ext cx="9154795" cy="2315845"/>
            <a:chOff x="-6349" y="3869437"/>
            <a:chExt cx="9154795" cy="2315845"/>
          </a:xfrm>
        </p:grpSpPr>
        <p:sp>
          <p:nvSpPr>
            <p:cNvPr id="10" name="object 10"/>
            <p:cNvSpPr/>
            <p:nvPr/>
          </p:nvSpPr>
          <p:spPr>
            <a:xfrm>
              <a:off x="0" y="3875787"/>
              <a:ext cx="9142095" cy="2303145"/>
            </a:xfrm>
            <a:custGeom>
              <a:avLst/>
              <a:gdLst/>
              <a:ahLst/>
              <a:cxnLst/>
              <a:rect l="l" t="t" r="r" b="b"/>
              <a:pathLst>
                <a:path w="9142095" h="2303145">
                  <a:moveTo>
                    <a:pt x="9141711" y="0"/>
                  </a:moveTo>
                  <a:lnTo>
                    <a:pt x="0" y="0"/>
                  </a:lnTo>
                  <a:lnTo>
                    <a:pt x="0" y="2302649"/>
                  </a:lnTo>
                  <a:lnTo>
                    <a:pt x="9141711" y="2302649"/>
                  </a:lnTo>
                  <a:lnTo>
                    <a:pt x="9141711" y="0"/>
                  </a:lnTo>
                  <a:close/>
                </a:path>
              </a:pathLst>
            </a:custGeom>
            <a:solidFill>
              <a:srgbClr val="E7E6E6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875787"/>
              <a:ext cx="9142095" cy="2303145"/>
            </a:xfrm>
            <a:custGeom>
              <a:avLst/>
              <a:gdLst/>
              <a:ahLst/>
              <a:cxnLst/>
              <a:rect l="l" t="t" r="r" b="b"/>
              <a:pathLst>
                <a:path w="9142095" h="2303145">
                  <a:moveTo>
                    <a:pt x="0" y="0"/>
                  </a:moveTo>
                  <a:lnTo>
                    <a:pt x="9141712" y="0"/>
                  </a:lnTo>
                  <a:lnTo>
                    <a:pt x="9141712" y="2302650"/>
                  </a:lnTo>
                  <a:lnTo>
                    <a:pt x="0" y="23026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96798" y="4513579"/>
            <a:ext cx="5447665" cy="148844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183515" algn="l"/>
              </a:tabLst>
            </a:pPr>
            <a:r>
              <a:rPr sz="1800" b="1" dirty="0">
                <a:latin typeface="Calibri"/>
                <a:cs typeface="Calibri"/>
              </a:rPr>
              <a:t>Learnability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easy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learn?</a:t>
            </a:r>
            <a:endParaRPr sz="18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183515" algn="l"/>
              </a:tabLst>
            </a:pPr>
            <a:r>
              <a:rPr sz="1800" b="1" dirty="0">
                <a:latin typeface="Calibri"/>
                <a:cs typeface="Calibri"/>
              </a:rPr>
              <a:t>Efficiency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learned,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use?</a:t>
            </a:r>
            <a:endParaRPr sz="18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183515" algn="l"/>
              </a:tabLst>
            </a:pPr>
            <a:r>
              <a:rPr sz="1800" b="1" dirty="0">
                <a:latin typeface="Calibri"/>
                <a:cs typeface="Calibri"/>
              </a:rPr>
              <a:t>Memorability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easy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remember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learned?</a:t>
            </a:r>
            <a:endParaRPr sz="18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183515" algn="l"/>
              </a:tabLst>
            </a:pPr>
            <a:r>
              <a:rPr sz="1800" b="1" dirty="0">
                <a:latin typeface="Calibri"/>
                <a:cs typeface="Calibri"/>
              </a:rPr>
              <a:t>Errors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few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recoverable</a:t>
            </a:r>
            <a:r>
              <a:rPr lang="en-GB" sz="1800" spc="-10" dirty="0">
                <a:latin typeface="Calibri"/>
                <a:cs typeface="Calibri"/>
              </a:rPr>
              <a:t>?</a:t>
            </a:r>
            <a:endParaRPr sz="18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183515" algn="l"/>
              </a:tabLst>
            </a:pPr>
            <a:r>
              <a:rPr sz="1800" b="1" spc="-10" dirty="0">
                <a:latin typeface="Calibri"/>
                <a:cs typeface="Calibri"/>
              </a:rPr>
              <a:t>Satisfaction</a:t>
            </a:r>
            <a:r>
              <a:rPr sz="1800" spc="-10" dirty="0">
                <a:latin typeface="Calibri"/>
                <a:cs typeface="Calibri"/>
              </a:rPr>
              <a:t>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enjoyable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use?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0735" y="3367596"/>
            <a:ext cx="6412230" cy="1016635"/>
            <a:chOff x="450735" y="3367596"/>
            <a:chExt cx="6412230" cy="1016635"/>
          </a:xfrm>
        </p:grpSpPr>
        <p:sp>
          <p:nvSpPr>
            <p:cNvPr id="14" name="object 14"/>
            <p:cNvSpPr/>
            <p:nvPr/>
          </p:nvSpPr>
          <p:spPr>
            <a:xfrm>
              <a:off x="457085" y="3373946"/>
              <a:ext cx="6399530" cy="1003935"/>
            </a:xfrm>
            <a:custGeom>
              <a:avLst/>
              <a:gdLst/>
              <a:ahLst/>
              <a:cxnLst/>
              <a:rect l="l" t="t" r="r" b="b"/>
              <a:pathLst>
                <a:path w="6399530" h="1003935">
                  <a:moveTo>
                    <a:pt x="6231918" y="0"/>
                  </a:moveTo>
                  <a:lnTo>
                    <a:pt x="167279" y="0"/>
                  </a:lnTo>
                  <a:lnTo>
                    <a:pt x="122809" y="5975"/>
                  </a:lnTo>
                  <a:lnTo>
                    <a:pt x="82850" y="22838"/>
                  </a:lnTo>
                  <a:lnTo>
                    <a:pt x="48994" y="48995"/>
                  </a:lnTo>
                  <a:lnTo>
                    <a:pt x="22838" y="82851"/>
                  </a:lnTo>
                  <a:lnTo>
                    <a:pt x="5975" y="122810"/>
                  </a:lnTo>
                  <a:lnTo>
                    <a:pt x="0" y="167280"/>
                  </a:lnTo>
                  <a:lnTo>
                    <a:pt x="0" y="836400"/>
                  </a:lnTo>
                  <a:lnTo>
                    <a:pt x="5975" y="880869"/>
                  </a:lnTo>
                  <a:lnTo>
                    <a:pt x="22838" y="920829"/>
                  </a:lnTo>
                  <a:lnTo>
                    <a:pt x="48994" y="954684"/>
                  </a:lnTo>
                  <a:lnTo>
                    <a:pt x="82850" y="980841"/>
                  </a:lnTo>
                  <a:lnTo>
                    <a:pt x="122809" y="997704"/>
                  </a:lnTo>
                  <a:lnTo>
                    <a:pt x="167279" y="1003679"/>
                  </a:lnTo>
                  <a:lnTo>
                    <a:pt x="6231918" y="1003679"/>
                  </a:lnTo>
                  <a:lnTo>
                    <a:pt x="6276388" y="997704"/>
                  </a:lnTo>
                  <a:lnTo>
                    <a:pt x="6316347" y="980841"/>
                  </a:lnTo>
                  <a:lnTo>
                    <a:pt x="6350202" y="954684"/>
                  </a:lnTo>
                  <a:lnTo>
                    <a:pt x="6376359" y="920829"/>
                  </a:lnTo>
                  <a:lnTo>
                    <a:pt x="6393222" y="880869"/>
                  </a:lnTo>
                  <a:lnTo>
                    <a:pt x="6399198" y="836400"/>
                  </a:lnTo>
                  <a:lnTo>
                    <a:pt x="6399198" y="167280"/>
                  </a:lnTo>
                  <a:lnTo>
                    <a:pt x="6393222" y="122810"/>
                  </a:lnTo>
                  <a:lnTo>
                    <a:pt x="6376359" y="82851"/>
                  </a:lnTo>
                  <a:lnTo>
                    <a:pt x="6350202" y="48995"/>
                  </a:lnTo>
                  <a:lnTo>
                    <a:pt x="6316347" y="22838"/>
                  </a:lnTo>
                  <a:lnTo>
                    <a:pt x="6276388" y="5975"/>
                  </a:lnTo>
                  <a:lnTo>
                    <a:pt x="6231918" y="0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085" y="3373946"/>
              <a:ext cx="6399530" cy="1003935"/>
            </a:xfrm>
            <a:custGeom>
              <a:avLst/>
              <a:gdLst/>
              <a:ahLst/>
              <a:cxnLst/>
              <a:rect l="l" t="t" r="r" b="b"/>
              <a:pathLst>
                <a:path w="6399530" h="1003935">
                  <a:moveTo>
                    <a:pt x="0" y="167280"/>
                  </a:moveTo>
                  <a:lnTo>
                    <a:pt x="5975" y="122810"/>
                  </a:lnTo>
                  <a:lnTo>
                    <a:pt x="22838" y="82850"/>
                  </a:lnTo>
                  <a:lnTo>
                    <a:pt x="48994" y="48995"/>
                  </a:lnTo>
                  <a:lnTo>
                    <a:pt x="82850" y="22838"/>
                  </a:lnTo>
                  <a:lnTo>
                    <a:pt x="122809" y="5975"/>
                  </a:lnTo>
                  <a:lnTo>
                    <a:pt x="167279" y="0"/>
                  </a:lnTo>
                  <a:lnTo>
                    <a:pt x="6231919" y="0"/>
                  </a:lnTo>
                  <a:lnTo>
                    <a:pt x="6276388" y="5975"/>
                  </a:lnTo>
                  <a:lnTo>
                    <a:pt x="6316348" y="22838"/>
                  </a:lnTo>
                  <a:lnTo>
                    <a:pt x="6350203" y="48995"/>
                  </a:lnTo>
                  <a:lnTo>
                    <a:pt x="6376359" y="82850"/>
                  </a:lnTo>
                  <a:lnTo>
                    <a:pt x="6393222" y="122810"/>
                  </a:lnTo>
                  <a:lnTo>
                    <a:pt x="6399198" y="167280"/>
                  </a:lnTo>
                  <a:lnTo>
                    <a:pt x="6399198" y="836400"/>
                  </a:lnTo>
                  <a:lnTo>
                    <a:pt x="6393222" y="880869"/>
                  </a:lnTo>
                  <a:lnTo>
                    <a:pt x="6376359" y="920829"/>
                  </a:lnTo>
                  <a:lnTo>
                    <a:pt x="6350203" y="954684"/>
                  </a:lnTo>
                  <a:lnTo>
                    <a:pt x="6316348" y="980841"/>
                  </a:lnTo>
                  <a:lnTo>
                    <a:pt x="6276388" y="997704"/>
                  </a:lnTo>
                  <a:lnTo>
                    <a:pt x="6231919" y="1003680"/>
                  </a:lnTo>
                  <a:lnTo>
                    <a:pt x="167279" y="1003680"/>
                  </a:lnTo>
                  <a:lnTo>
                    <a:pt x="122809" y="997704"/>
                  </a:lnTo>
                  <a:lnTo>
                    <a:pt x="82850" y="980841"/>
                  </a:lnTo>
                  <a:lnTo>
                    <a:pt x="48994" y="954684"/>
                  </a:lnTo>
                  <a:lnTo>
                    <a:pt x="22838" y="920829"/>
                  </a:lnTo>
                  <a:lnTo>
                    <a:pt x="5975" y="880869"/>
                  </a:lnTo>
                  <a:lnTo>
                    <a:pt x="0" y="836400"/>
                  </a:lnTo>
                  <a:lnTo>
                    <a:pt x="0" y="167280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5254" y="3699764"/>
            <a:ext cx="254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Dimensions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usability</a:t>
            </a:r>
            <a:r>
              <a:rPr lang="en-GB" sz="1800" b="1" spc="-1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030220" cy="6858000"/>
            <a:chOff x="0" y="0"/>
            <a:chExt cx="303022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"/>
              <a:ext cx="3029712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355591"/>
              <a:ext cx="3029712" cy="2502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033272"/>
              <a:ext cx="2599944" cy="41117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3029712" cy="684885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44693" y="2086546"/>
            <a:ext cx="1928495" cy="18268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indent="498475" algn="r">
              <a:lnSpc>
                <a:spcPts val="3500"/>
              </a:lnSpc>
              <a:spcBef>
                <a:spcPts val="434"/>
              </a:spcBef>
            </a:pPr>
            <a:r>
              <a:rPr sz="3100" spc="-10" dirty="0">
                <a:solidFill>
                  <a:srgbClr val="FFFFFF"/>
                </a:solidFill>
                <a:latin typeface="Calibri Light"/>
                <a:cs typeface="Calibri Light"/>
              </a:rPr>
              <a:t>Usability Dimensions</a:t>
            </a:r>
            <a:endParaRPr sz="3100">
              <a:latin typeface="Calibri Light"/>
              <a:cs typeface="Calibri Light"/>
            </a:endParaRPr>
          </a:p>
          <a:p>
            <a:pPr marR="5080" algn="r">
              <a:lnSpc>
                <a:spcPts val="3225"/>
              </a:lnSpc>
            </a:pPr>
            <a:r>
              <a:rPr sz="3100" dirty="0">
                <a:solidFill>
                  <a:srgbClr val="FFFFFF"/>
                </a:solidFill>
                <a:latin typeface="Calibri Light"/>
                <a:cs typeface="Calibri Light"/>
              </a:rPr>
              <a:t>Vary</a:t>
            </a:r>
            <a:r>
              <a:rPr sz="3100" spc="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endParaRPr sz="3100">
              <a:latin typeface="Calibri Light"/>
              <a:cs typeface="Calibri Light"/>
            </a:endParaRPr>
          </a:p>
          <a:p>
            <a:pPr marR="5715" algn="r">
              <a:lnSpc>
                <a:spcPts val="3610"/>
              </a:lnSpc>
            </a:pPr>
            <a:r>
              <a:rPr sz="3100" spc="-10" dirty="0">
                <a:solidFill>
                  <a:srgbClr val="FFFFFF"/>
                </a:solidFill>
                <a:latin typeface="Calibri Light"/>
                <a:cs typeface="Calibri Light"/>
              </a:rPr>
              <a:t>Importance</a:t>
            </a:r>
            <a:endParaRPr sz="31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74405" y="1828800"/>
            <a:ext cx="4575014" cy="2957861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231775" algn="l"/>
              </a:tabLst>
            </a:pPr>
            <a:r>
              <a:rPr lang="en-GB" sz="2400" dirty="0">
                <a:latin typeface="Calibri"/>
                <a:cs typeface="Calibri"/>
              </a:rPr>
              <a:t>Depends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on</a:t>
            </a:r>
            <a:r>
              <a:rPr lang="en-GB" sz="2400" spc="-4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the</a:t>
            </a:r>
            <a:r>
              <a:rPr lang="en-GB" sz="2400" spc="-35" dirty="0">
                <a:latin typeface="Calibri"/>
                <a:cs typeface="Calibri"/>
              </a:rPr>
              <a:t> </a:t>
            </a:r>
            <a:r>
              <a:rPr lang="en-GB" sz="2400" spc="-20" dirty="0">
                <a:latin typeface="Calibri"/>
                <a:cs typeface="Calibri"/>
              </a:rPr>
              <a:t>user:</a:t>
            </a:r>
            <a:endParaRPr lang="en-GB" sz="2400" dirty="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505"/>
              </a:spcBef>
              <a:buChar char="–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Novice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learnability</a:t>
            </a:r>
            <a:r>
              <a:rPr lang="en-GB" sz="2400" b="1" i="1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409"/>
              </a:spcBef>
              <a:buChar char="–"/>
              <a:tabLst>
                <a:tab pos="231775" algn="l"/>
              </a:tabLst>
            </a:pPr>
            <a:r>
              <a:rPr sz="2400" spc="-10" dirty="0">
                <a:latin typeface="Calibri"/>
                <a:cs typeface="Calibri"/>
              </a:rPr>
              <a:t>Infrequent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memorability</a:t>
            </a:r>
            <a:r>
              <a:rPr lang="en-GB" sz="2400" b="1" i="1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525"/>
              </a:spcBef>
              <a:buChar char="–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Experts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efficiency</a:t>
            </a:r>
            <a:r>
              <a:rPr lang="en-GB" sz="2400" b="1" i="1" spc="-10" dirty="0">
                <a:latin typeface="Calibri"/>
                <a:cs typeface="Calibri"/>
              </a:rPr>
              <a:t>.</a:t>
            </a:r>
          </a:p>
          <a:p>
            <a:pPr marL="231775" indent="-219075">
              <a:lnSpc>
                <a:spcPct val="100000"/>
              </a:lnSpc>
              <a:spcBef>
                <a:spcPts val="525"/>
              </a:spcBef>
              <a:buChar char="–"/>
              <a:tabLst>
                <a:tab pos="231775" algn="l"/>
              </a:tabLst>
            </a:pPr>
            <a:endParaRPr lang="en-GB" sz="2400" b="1" i="1" spc="-10" dirty="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525"/>
              </a:spcBef>
              <a:buChar char="–"/>
              <a:tabLst>
                <a:tab pos="231775" algn="l"/>
              </a:tabLst>
            </a:pPr>
            <a:endParaRPr lang="en-GB" sz="2400" b="1" i="1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33806-201F-AC99-5E6D-EF57A711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 rtl="0"/>
            <a:r>
              <a:rPr lang="en-GB" sz="3500" dirty="0">
                <a:solidFill>
                  <a:srgbClr val="FFFFFF"/>
                </a:solidFill>
              </a:rPr>
              <a:t>User Experience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E319615-1852-F762-556F-5A540E77B5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449537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4482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6131" y="584224"/>
            <a:ext cx="8074839" cy="47961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00785">
              <a:lnSpc>
                <a:spcPct val="100000"/>
              </a:lnSpc>
              <a:spcBef>
                <a:spcPts val="140"/>
              </a:spcBef>
            </a:pPr>
            <a:r>
              <a:rPr sz="3000" b="1" dirty="0"/>
              <a:t>User</a:t>
            </a:r>
            <a:r>
              <a:rPr sz="3000" b="1" spc="155" dirty="0"/>
              <a:t> </a:t>
            </a:r>
            <a:r>
              <a:rPr sz="3000" b="1" dirty="0"/>
              <a:t>Interfaces</a:t>
            </a:r>
            <a:r>
              <a:rPr sz="3000" b="1" spc="145" dirty="0"/>
              <a:t> </a:t>
            </a:r>
            <a:r>
              <a:rPr sz="3000" b="1" dirty="0"/>
              <a:t>are</a:t>
            </a:r>
            <a:r>
              <a:rPr sz="3000" b="1" spc="150" dirty="0"/>
              <a:t> </a:t>
            </a:r>
            <a:r>
              <a:rPr sz="3000" b="1" dirty="0"/>
              <a:t>Hard</a:t>
            </a:r>
            <a:r>
              <a:rPr sz="3000" b="1" spc="145" dirty="0"/>
              <a:t> </a:t>
            </a:r>
            <a:r>
              <a:rPr sz="3000" b="1" dirty="0"/>
              <a:t>to</a:t>
            </a:r>
            <a:r>
              <a:rPr sz="3000" b="1" spc="135" dirty="0"/>
              <a:t> </a:t>
            </a:r>
            <a:r>
              <a:rPr sz="3000" b="1" spc="-10" dirty="0"/>
              <a:t>Build</a:t>
            </a:r>
            <a:endParaRPr sz="3000" b="1" dirty="0"/>
          </a:p>
        </p:txBody>
      </p:sp>
      <p:sp>
        <p:nvSpPr>
          <p:cNvPr id="3" name="object 3"/>
          <p:cNvSpPr/>
          <p:nvPr/>
        </p:nvSpPr>
        <p:spPr>
          <a:xfrm>
            <a:off x="8132178" y="713130"/>
            <a:ext cx="1012190" cy="2533015"/>
          </a:xfrm>
          <a:custGeom>
            <a:avLst/>
            <a:gdLst/>
            <a:ahLst/>
            <a:cxnLst/>
            <a:rect l="l" t="t" r="r" b="b"/>
            <a:pathLst>
              <a:path w="1012190" h="2533015">
                <a:moveTo>
                  <a:pt x="1011821" y="0"/>
                </a:moveTo>
                <a:lnTo>
                  <a:pt x="57035" y="1266418"/>
                </a:lnTo>
                <a:lnTo>
                  <a:pt x="207086" y="1465453"/>
                </a:lnTo>
                <a:lnTo>
                  <a:pt x="0" y="1672539"/>
                </a:lnTo>
                <a:lnTo>
                  <a:pt x="456349" y="2128888"/>
                </a:lnTo>
                <a:lnTo>
                  <a:pt x="599401" y="1985822"/>
                </a:lnTo>
                <a:lnTo>
                  <a:pt x="1011821" y="2532837"/>
                </a:lnTo>
                <a:lnTo>
                  <a:pt x="1011821" y="0"/>
                </a:lnTo>
                <a:close/>
              </a:path>
            </a:pathLst>
          </a:custGeom>
          <a:solidFill>
            <a:srgbClr val="FFC000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601502"/>
            <a:ext cx="803910" cy="2018030"/>
          </a:xfrm>
          <a:custGeom>
            <a:avLst/>
            <a:gdLst/>
            <a:ahLst/>
            <a:cxnLst/>
            <a:rect l="l" t="t" r="r" b="b"/>
            <a:pathLst>
              <a:path w="803910" h="2018029">
                <a:moveTo>
                  <a:pt x="803452" y="1412925"/>
                </a:moveTo>
                <a:lnTo>
                  <a:pt x="605269" y="1214742"/>
                </a:lnTo>
                <a:lnTo>
                  <a:pt x="760539" y="1008786"/>
                </a:lnTo>
                <a:lnTo>
                  <a:pt x="0" y="0"/>
                </a:lnTo>
                <a:lnTo>
                  <a:pt x="0" y="2017585"/>
                </a:lnTo>
                <a:lnTo>
                  <a:pt x="383882" y="1508391"/>
                </a:lnTo>
                <a:lnTo>
                  <a:pt x="545947" y="1670431"/>
                </a:lnTo>
                <a:lnTo>
                  <a:pt x="803452" y="1412925"/>
                </a:lnTo>
                <a:close/>
              </a:path>
            </a:pathLst>
          </a:custGeom>
          <a:solidFill>
            <a:srgbClr val="4472C4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511" y="1862327"/>
            <a:ext cx="1271015" cy="12710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5775" y="3246145"/>
            <a:ext cx="7652450" cy="421948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187450" marR="5080" indent="-1175385" algn="ctr">
              <a:lnSpc>
                <a:spcPts val="2590"/>
              </a:lnSpc>
              <a:spcBef>
                <a:spcPts val="425"/>
              </a:spcBef>
            </a:pPr>
            <a:r>
              <a:rPr sz="2000" b="1" dirty="0">
                <a:latin typeface="Calibri"/>
                <a:cs typeface="Calibri"/>
              </a:rPr>
              <a:t>User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interface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takes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lot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of </a:t>
            </a:r>
            <a:r>
              <a:rPr sz="2000" b="1" spc="-10" dirty="0">
                <a:latin typeface="Calibri"/>
                <a:cs typeface="Calibri"/>
              </a:rPr>
              <a:t>software</a:t>
            </a:r>
            <a:r>
              <a:rPr lang="en-GB" sz="2000" b="1" spc="-10" dirty="0">
                <a:latin typeface="Calibri"/>
                <a:cs typeface="Calibri"/>
              </a:rPr>
              <a:t> &amp; development</a:t>
            </a:r>
            <a:r>
              <a:rPr lang="en-GB" sz="2000" b="1" spc="-35" dirty="0">
                <a:latin typeface="Calibri"/>
                <a:cs typeface="Calibri"/>
              </a:rPr>
              <a:t> </a:t>
            </a:r>
            <a:r>
              <a:rPr lang="en-GB" sz="2000" b="1" spc="-10" dirty="0">
                <a:latin typeface="Calibri"/>
                <a:cs typeface="Calibri"/>
              </a:rPr>
              <a:t>effort.</a:t>
            </a:r>
          </a:p>
          <a:p>
            <a:pPr marL="1187450" marR="5080" indent="-1175385" algn="ctr">
              <a:lnSpc>
                <a:spcPts val="2590"/>
              </a:lnSpc>
              <a:spcBef>
                <a:spcPts val="425"/>
              </a:spcBef>
            </a:pPr>
            <a:endParaRPr lang="en-GB" sz="2000" b="1" spc="-10" dirty="0">
              <a:latin typeface="Calibri"/>
              <a:cs typeface="Calibri"/>
            </a:endParaRPr>
          </a:p>
          <a:p>
            <a:pPr marL="1187450" marR="5080" indent="-1175385" algn="ctr">
              <a:lnSpc>
                <a:spcPts val="2590"/>
              </a:lnSpc>
              <a:spcBef>
                <a:spcPts val="425"/>
              </a:spcBef>
            </a:pPr>
            <a:endParaRPr lang="en-GB" sz="2000" b="1" spc="-10" dirty="0">
              <a:latin typeface="Calibri"/>
              <a:cs typeface="Calibri"/>
            </a:endParaRPr>
          </a:p>
          <a:p>
            <a:pPr marL="1187450" marR="5080" indent="-1175385" algn="ctr">
              <a:lnSpc>
                <a:spcPts val="2590"/>
              </a:lnSpc>
              <a:spcBef>
                <a:spcPts val="425"/>
              </a:spcBef>
            </a:pPr>
            <a:endParaRPr lang="en-GB" sz="2000" b="1" spc="-10" dirty="0">
              <a:latin typeface="Calibri"/>
              <a:cs typeface="Calibri"/>
            </a:endParaRPr>
          </a:p>
          <a:p>
            <a:pPr marL="1187450" marR="5080" indent="-1175385" algn="ctr">
              <a:lnSpc>
                <a:spcPts val="2590"/>
              </a:lnSpc>
              <a:spcBef>
                <a:spcPts val="425"/>
              </a:spcBef>
            </a:pPr>
            <a:endParaRPr lang="en-GB" sz="2000" b="1" spc="-10" dirty="0">
              <a:latin typeface="Calibri"/>
              <a:cs typeface="Calibri"/>
            </a:endParaRPr>
          </a:p>
          <a:p>
            <a:pPr marL="1187450" marR="5080" indent="-1175385" algn="ctr">
              <a:lnSpc>
                <a:spcPts val="2590"/>
              </a:lnSpc>
              <a:spcBef>
                <a:spcPts val="425"/>
              </a:spcBef>
            </a:pPr>
            <a:endParaRPr lang="en-GB" sz="2000" b="1" spc="-10" dirty="0">
              <a:latin typeface="Calibri"/>
              <a:cs typeface="Calibri"/>
            </a:endParaRPr>
          </a:p>
          <a:p>
            <a:pPr marL="1187450" marR="5080" indent="-1175385" algn="ctr">
              <a:lnSpc>
                <a:spcPts val="2590"/>
              </a:lnSpc>
              <a:spcBef>
                <a:spcPts val="425"/>
              </a:spcBef>
            </a:pPr>
            <a:r>
              <a:rPr lang="en-GB" sz="2000" b="1" dirty="0">
                <a:latin typeface="Calibri"/>
                <a:cs typeface="Calibri"/>
              </a:rPr>
              <a:t>Usability</a:t>
            </a:r>
            <a:r>
              <a:rPr lang="en-GB" sz="2000" b="1" spc="-30" dirty="0">
                <a:latin typeface="Calibri"/>
                <a:cs typeface="Calibri"/>
              </a:rPr>
              <a:t> </a:t>
            </a:r>
            <a:r>
              <a:rPr lang="en-GB" sz="2000" b="1" dirty="0">
                <a:latin typeface="Calibri"/>
                <a:cs typeface="Calibri"/>
              </a:rPr>
              <a:t>is</a:t>
            </a:r>
            <a:r>
              <a:rPr lang="en-GB" sz="2000" b="1" spc="-25" dirty="0">
                <a:latin typeface="Calibri"/>
                <a:cs typeface="Calibri"/>
              </a:rPr>
              <a:t> </a:t>
            </a:r>
            <a:r>
              <a:rPr lang="en-GB" sz="2000" b="1" spc="-20" dirty="0">
                <a:latin typeface="Calibri"/>
                <a:cs typeface="Calibri"/>
              </a:rPr>
              <a:t>therefore</a:t>
            </a:r>
            <a:r>
              <a:rPr lang="en-GB" sz="2000" b="1" spc="-25" dirty="0">
                <a:latin typeface="Calibri"/>
                <a:cs typeface="Calibri"/>
              </a:rPr>
              <a:t> </a:t>
            </a:r>
            <a:r>
              <a:rPr lang="en-GB" sz="2000" b="1" dirty="0">
                <a:latin typeface="Calibri"/>
                <a:cs typeface="Calibri"/>
              </a:rPr>
              <a:t>the</a:t>
            </a:r>
            <a:r>
              <a:rPr lang="en-GB" sz="2000" b="1" spc="-30" dirty="0">
                <a:latin typeface="Calibri"/>
                <a:cs typeface="Calibri"/>
              </a:rPr>
              <a:t> </a:t>
            </a:r>
            <a:r>
              <a:rPr lang="en-GB" sz="2000" b="1" spc="-20" dirty="0">
                <a:latin typeface="Calibri"/>
                <a:cs typeface="Calibri"/>
              </a:rPr>
              <a:t>most </a:t>
            </a:r>
            <a:r>
              <a:rPr lang="en-GB" sz="2000" b="1" spc="-10" dirty="0">
                <a:latin typeface="Calibri"/>
                <a:cs typeface="Calibri"/>
              </a:rPr>
              <a:t>important</a:t>
            </a:r>
            <a:r>
              <a:rPr lang="en-GB" sz="2000" b="1" spc="-20" dirty="0">
                <a:latin typeface="Calibri"/>
                <a:cs typeface="Calibri"/>
              </a:rPr>
              <a:t> </a:t>
            </a:r>
            <a:r>
              <a:rPr lang="en-GB" sz="2000" b="1" spc="-10" dirty="0">
                <a:latin typeface="Calibri"/>
                <a:cs typeface="Calibri"/>
              </a:rPr>
              <a:t>aspect.</a:t>
            </a:r>
            <a:endParaRPr lang="en-GB" sz="2000" b="1" dirty="0">
              <a:latin typeface="Calibri"/>
              <a:cs typeface="Calibri"/>
            </a:endParaRPr>
          </a:p>
          <a:p>
            <a:pPr marL="1187450" marR="5080" indent="-1175385" algn="ctr">
              <a:lnSpc>
                <a:spcPts val="2590"/>
              </a:lnSpc>
              <a:spcBef>
                <a:spcPts val="425"/>
              </a:spcBef>
            </a:pPr>
            <a:endParaRPr lang="en-GB" sz="2000" b="1" spc="-10" dirty="0">
              <a:latin typeface="Calibri"/>
              <a:cs typeface="Calibri"/>
            </a:endParaRPr>
          </a:p>
          <a:p>
            <a:pPr marL="1187450" marR="5080" indent="-1175385">
              <a:lnSpc>
                <a:spcPts val="2590"/>
              </a:lnSpc>
              <a:spcBef>
                <a:spcPts val="425"/>
              </a:spcBef>
            </a:pPr>
            <a:endParaRPr lang="en-GB" sz="2000" b="1" spc="-10" dirty="0">
              <a:latin typeface="Calibri"/>
              <a:cs typeface="Calibri"/>
            </a:endParaRPr>
          </a:p>
          <a:p>
            <a:pPr marL="1187450" marR="5080" indent="-1175385">
              <a:lnSpc>
                <a:spcPts val="2590"/>
              </a:lnSpc>
              <a:spcBef>
                <a:spcPts val="425"/>
              </a:spcBef>
            </a:pPr>
            <a:endParaRPr lang="en-GB" sz="2000" dirty="0">
              <a:latin typeface="Calibri"/>
              <a:cs typeface="Calibri"/>
            </a:endParaRPr>
          </a:p>
          <a:p>
            <a:pPr marL="1187450" marR="5080" indent="-1175385">
              <a:lnSpc>
                <a:spcPts val="2590"/>
              </a:lnSpc>
              <a:spcBef>
                <a:spcPts val="425"/>
              </a:spcBef>
            </a:pPr>
            <a:endParaRPr sz="20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2471" y="1862327"/>
            <a:ext cx="1271016" cy="1271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79DDDA-B970-9BE8-6872-6D12141F9EE0}"/>
              </a:ext>
            </a:extLst>
          </p:cNvPr>
          <p:cNvSpPr txBox="1"/>
          <p:nvPr/>
        </p:nvSpPr>
        <p:spPr>
          <a:xfrm>
            <a:off x="2971800" y="3775164"/>
            <a:ext cx="6553200" cy="205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625"/>
              </a:spcBef>
            </a:pPr>
            <a:r>
              <a:rPr lang="en-GB" sz="2000" dirty="0">
                <a:latin typeface="Calibri"/>
                <a:cs typeface="Calibri"/>
              </a:rPr>
              <a:t>UI</a:t>
            </a:r>
            <a:r>
              <a:rPr lang="en-GB" sz="2000" spc="-35" dirty="0">
                <a:latin typeface="Calibri"/>
                <a:cs typeface="Calibri"/>
              </a:rPr>
              <a:t> </a:t>
            </a:r>
            <a:r>
              <a:rPr lang="en-GB" sz="2000" spc="-10" dirty="0">
                <a:latin typeface="Calibri"/>
                <a:cs typeface="Calibri"/>
              </a:rPr>
              <a:t>accounts</a:t>
            </a:r>
            <a:r>
              <a:rPr lang="en-GB" sz="2000" spc="-3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for</a:t>
            </a:r>
            <a:r>
              <a:rPr lang="en-GB" sz="2000" spc="-35" dirty="0">
                <a:latin typeface="Calibri"/>
                <a:cs typeface="Calibri"/>
              </a:rPr>
              <a:t> </a:t>
            </a:r>
            <a:r>
              <a:rPr lang="en-GB" sz="2000" dirty="0">
                <a:latin typeface="Calibri"/>
                <a:cs typeface="Calibri"/>
              </a:rPr>
              <a:t>~50%</a:t>
            </a:r>
            <a:r>
              <a:rPr lang="en-GB" sz="2000" spc="-40" dirty="0">
                <a:latin typeface="Calibri"/>
                <a:cs typeface="Calibri"/>
              </a:rPr>
              <a:t> </a:t>
            </a:r>
            <a:r>
              <a:rPr lang="en-GB" sz="2000" spc="-25" dirty="0">
                <a:latin typeface="Calibri"/>
                <a:cs typeface="Calibri"/>
              </a:rPr>
              <a:t>of:</a:t>
            </a:r>
            <a:endParaRPr lang="en-GB" sz="2000" dirty="0">
              <a:latin typeface="Calibri"/>
              <a:cs typeface="Calibri"/>
            </a:endParaRPr>
          </a:p>
          <a:p>
            <a:pPr marL="184150" indent="-171450">
              <a:spcBef>
                <a:spcPts val="530"/>
              </a:spcBef>
              <a:buChar char="•"/>
              <a:tabLst>
                <a:tab pos="184150" algn="l"/>
              </a:tabLst>
            </a:pPr>
            <a:r>
              <a:rPr lang="en-GB" sz="2000" dirty="0">
                <a:latin typeface="Calibri"/>
                <a:cs typeface="Calibri"/>
              </a:rPr>
              <a:t>Design</a:t>
            </a:r>
            <a:r>
              <a:rPr lang="en-GB" sz="2000" spc="-55" dirty="0">
                <a:latin typeface="Calibri"/>
                <a:cs typeface="Calibri"/>
              </a:rPr>
              <a:t> </a:t>
            </a:r>
            <a:r>
              <a:rPr lang="en-GB" sz="2000" spc="-20" dirty="0">
                <a:latin typeface="Calibri"/>
                <a:cs typeface="Calibri"/>
              </a:rPr>
              <a:t>time</a:t>
            </a:r>
            <a:endParaRPr lang="en-GB" sz="2000" dirty="0">
              <a:latin typeface="Calibri"/>
              <a:cs typeface="Calibri"/>
            </a:endParaRPr>
          </a:p>
          <a:p>
            <a:pPr marL="184150" indent="-171450">
              <a:spcBef>
                <a:spcPts val="145"/>
              </a:spcBef>
              <a:buChar char="•"/>
              <a:tabLst>
                <a:tab pos="184150" algn="l"/>
              </a:tabLst>
            </a:pPr>
            <a:r>
              <a:rPr lang="en-GB" sz="2000" spc="-10" dirty="0">
                <a:latin typeface="Calibri"/>
                <a:cs typeface="Calibri"/>
              </a:rPr>
              <a:t>Implementation</a:t>
            </a:r>
            <a:r>
              <a:rPr lang="en-GB" sz="2000" spc="-35" dirty="0">
                <a:latin typeface="Calibri"/>
                <a:cs typeface="Calibri"/>
              </a:rPr>
              <a:t> </a:t>
            </a:r>
            <a:r>
              <a:rPr lang="en-GB" sz="2000" spc="-20" dirty="0">
                <a:latin typeface="Calibri"/>
                <a:cs typeface="Calibri"/>
              </a:rPr>
              <a:t>time</a:t>
            </a:r>
            <a:endParaRPr lang="en-GB" sz="2000" dirty="0">
              <a:latin typeface="Calibri"/>
              <a:cs typeface="Calibri"/>
            </a:endParaRPr>
          </a:p>
          <a:p>
            <a:pPr marL="184150" indent="-171450">
              <a:spcBef>
                <a:spcPts val="240"/>
              </a:spcBef>
              <a:buChar char="•"/>
              <a:tabLst>
                <a:tab pos="184150" algn="l"/>
              </a:tabLst>
            </a:pPr>
            <a:r>
              <a:rPr lang="en-GB" sz="2000" spc="-10" dirty="0">
                <a:latin typeface="Calibri"/>
                <a:cs typeface="Calibri"/>
              </a:rPr>
              <a:t>Maintenance</a:t>
            </a:r>
            <a:r>
              <a:rPr lang="en-GB" sz="2000" spc="-35" dirty="0">
                <a:latin typeface="Calibri"/>
                <a:cs typeface="Calibri"/>
              </a:rPr>
              <a:t> </a:t>
            </a:r>
            <a:r>
              <a:rPr lang="en-GB" sz="2000" spc="-20" dirty="0">
                <a:latin typeface="Calibri"/>
                <a:cs typeface="Calibri"/>
              </a:rPr>
              <a:t>time</a:t>
            </a:r>
            <a:endParaRPr lang="en-GB" sz="2000" dirty="0">
              <a:latin typeface="Calibri"/>
              <a:cs typeface="Calibri"/>
            </a:endParaRPr>
          </a:p>
          <a:p>
            <a:pPr marL="184150" indent="-171450">
              <a:spcBef>
                <a:spcPts val="140"/>
              </a:spcBef>
              <a:buChar char="•"/>
              <a:tabLst>
                <a:tab pos="184150" algn="l"/>
              </a:tabLst>
            </a:pPr>
            <a:r>
              <a:rPr lang="en-GB" sz="2000" dirty="0">
                <a:latin typeface="Calibri"/>
                <a:cs typeface="Calibri"/>
              </a:rPr>
              <a:t>Code</a:t>
            </a:r>
            <a:r>
              <a:rPr lang="en-GB" sz="2000" spc="-45" dirty="0">
                <a:latin typeface="Calibri"/>
                <a:cs typeface="Calibri"/>
              </a:rPr>
              <a:t> </a:t>
            </a:r>
            <a:r>
              <a:rPr lang="en-GB" sz="2000" spc="-20" dirty="0">
                <a:latin typeface="Calibri"/>
                <a:cs typeface="Calibri"/>
              </a:rPr>
              <a:t>size</a:t>
            </a:r>
            <a:endParaRPr lang="en-GB" sz="2000" dirty="0">
              <a:latin typeface="Calibri"/>
              <a:cs typeface="Calibri"/>
            </a:endParaRPr>
          </a:p>
          <a:p>
            <a:endParaRPr lang="en-GB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340" y="580644"/>
            <a:ext cx="54095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Usability</a:t>
            </a:r>
            <a:r>
              <a:rPr sz="3200" spc="-35" dirty="0"/>
              <a:t> </a:t>
            </a:r>
            <a:r>
              <a:rPr sz="3200" dirty="0"/>
              <a:t>Engineering</a:t>
            </a:r>
            <a:r>
              <a:rPr sz="3200" spc="-35" dirty="0"/>
              <a:t> </a:t>
            </a:r>
            <a:r>
              <a:rPr sz="3200" dirty="0"/>
              <a:t>is</a:t>
            </a:r>
            <a:r>
              <a:rPr sz="3200" spc="-30" dirty="0"/>
              <a:t> </a:t>
            </a:r>
            <a:r>
              <a:rPr sz="3200" dirty="0"/>
              <a:t>a</a:t>
            </a:r>
            <a:r>
              <a:rPr sz="3200" spc="-30" dirty="0"/>
              <a:t> </a:t>
            </a:r>
            <a:r>
              <a:rPr sz="3200" spc="-10" dirty="0"/>
              <a:t>Process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61341" y="1753106"/>
            <a:ext cx="3832972" cy="277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b="1" dirty="0">
                <a:latin typeface="Calibri"/>
                <a:cs typeface="Calibri"/>
              </a:rPr>
              <a:t>Usability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test</a:t>
            </a:r>
            <a:endParaRPr sz="3200" dirty="0">
              <a:latin typeface="Calibri"/>
              <a:cs typeface="Calibri"/>
            </a:endParaRPr>
          </a:p>
          <a:p>
            <a:pPr marL="526415" marR="76835" lvl="1" indent="-228600">
              <a:spcBef>
                <a:spcPts val="459"/>
              </a:spcBef>
              <a:buFont typeface="Arial MT"/>
              <a:buChar char="•"/>
              <a:tabLst>
                <a:tab pos="526415" algn="l"/>
              </a:tabLst>
            </a:pPr>
            <a:r>
              <a:rPr sz="2800" dirty="0">
                <a:latin typeface="Calibri"/>
                <a:cs typeface="Calibri"/>
              </a:rPr>
              <a:t>How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good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UX </a:t>
            </a:r>
            <a:r>
              <a:rPr sz="2800" spc="-10" dirty="0">
                <a:latin typeface="Calibri"/>
                <a:cs typeface="Calibri"/>
              </a:rPr>
              <a:t>design</a:t>
            </a:r>
            <a:r>
              <a:rPr lang="en-GB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526415" marR="5080" lvl="1" indent="-228600">
              <a:spcBef>
                <a:spcPts val="360"/>
              </a:spcBef>
              <a:buFont typeface="Arial MT"/>
              <a:buChar char="•"/>
              <a:tabLst>
                <a:tab pos="526415" algn="l"/>
              </a:tabLst>
            </a:pPr>
            <a:r>
              <a:rPr sz="2800" dirty="0">
                <a:latin typeface="Calibri"/>
                <a:cs typeface="Calibri"/>
              </a:rPr>
              <a:t>Usability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dimensions: ways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evaluate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UX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</a:t>
            </a:r>
            <a:r>
              <a:rPr lang="en-GB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1502"/>
            <a:ext cx="803910" cy="2018030"/>
          </a:xfrm>
          <a:custGeom>
            <a:avLst/>
            <a:gdLst/>
            <a:ahLst/>
            <a:cxnLst/>
            <a:rect l="l" t="t" r="r" b="b"/>
            <a:pathLst>
              <a:path w="803910" h="2018029">
                <a:moveTo>
                  <a:pt x="803452" y="1412925"/>
                </a:moveTo>
                <a:lnTo>
                  <a:pt x="605269" y="1214742"/>
                </a:lnTo>
                <a:lnTo>
                  <a:pt x="760539" y="1008786"/>
                </a:lnTo>
                <a:lnTo>
                  <a:pt x="0" y="0"/>
                </a:lnTo>
                <a:lnTo>
                  <a:pt x="0" y="2017585"/>
                </a:lnTo>
                <a:lnTo>
                  <a:pt x="383882" y="1508391"/>
                </a:lnTo>
                <a:lnTo>
                  <a:pt x="545947" y="1670431"/>
                </a:lnTo>
                <a:lnTo>
                  <a:pt x="803452" y="1412925"/>
                </a:lnTo>
                <a:close/>
              </a:path>
            </a:pathLst>
          </a:custGeom>
          <a:solidFill>
            <a:srgbClr val="4472C4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8219" y="3429000"/>
            <a:ext cx="3902656" cy="21369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370875" y="12"/>
            <a:ext cx="773430" cy="1935480"/>
          </a:xfrm>
          <a:custGeom>
            <a:avLst/>
            <a:gdLst/>
            <a:ahLst/>
            <a:cxnLst/>
            <a:rect l="l" t="t" r="r" b="b"/>
            <a:pathLst>
              <a:path w="773429" h="1935480">
                <a:moveTo>
                  <a:pt x="773125" y="0"/>
                </a:moveTo>
                <a:lnTo>
                  <a:pt x="43586" y="967651"/>
                </a:lnTo>
                <a:lnTo>
                  <a:pt x="158229" y="1119733"/>
                </a:lnTo>
                <a:lnTo>
                  <a:pt x="0" y="1277962"/>
                </a:lnTo>
                <a:lnTo>
                  <a:pt x="348691" y="1626654"/>
                </a:lnTo>
                <a:lnTo>
                  <a:pt x="458000" y="1517345"/>
                </a:lnTo>
                <a:lnTo>
                  <a:pt x="773125" y="1935302"/>
                </a:lnTo>
                <a:lnTo>
                  <a:pt x="773125" y="0"/>
                </a:lnTo>
                <a:close/>
              </a:path>
            </a:pathLst>
          </a:custGeom>
          <a:solidFill>
            <a:srgbClr val="FFC000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888" y="381000"/>
            <a:ext cx="8104474" cy="17985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4600" dirty="0"/>
              <a:t>Top 10 Mistakes in Web Design</a:t>
            </a:r>
            <a:br>
              <a:rPr lang="en-GB" sz="4600" dirty="0"/>
            </a:br>
            <a:r>
              <a:rPr lang="en-GB" sz="24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https://www.nngroup.com/articles/top-10-mistakes-web-design/</a:t>
            </a:r>
            <a:r>
              <a:rPr lang="en-GB" sz="24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 </a:t>
            </a:r>
            <a:br>
              <a:rPr lang="en-GB" sz="2400" dirty="0">
                <a:latin typeface="Calibri"/>
                <a:cs typeface="Calibri"/>
              </a:rPr>
            </a:br>
            <a:endParaRPr lang="en-GB" sz="4600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550" y="1631268"/>
            <a:ext cx="8182310" cy="1090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7390" y="1843532"/>
            <a:ext cx="7955470" cy="4465966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400" dirty="0">
                <a:latin typeface="Calibri"/>
                <a:cs typeface="Calibri"/>
              </a:rPr>
              <a:t>Bad Search </a:t>
            </a:r>
            <a:r>
              <a:rPr lang="en-GB" sz="1400" dirty="0">
                <a:latin typeface="Calibri"/>
                <a:cs typeface="Calibri"/>
              </a:rPr>
              <a:t>(unable to handle typos plurals hyphens etc.)</a:t>
            </a:r>
            <a:endParaRPr lang="en-GB" sz="2400" dirty="0">
              <a:latin typeface="Calibri"/>
              <a:cs typeface="Calibri"/>
            </a:endParaRP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400" dirty="0">
                <a:latin typeface="Calibri"/>
                <a:cs typeface="Calibri"/>
              </a:rPr>
              <a:t>PDF Files for Online Reading </a:t>
            </a:r>
            <a:r>
              <a:rPr lang="en-GB" sz="1400" dirty="0">
                <a:latin typeface="Calibri"/>
                <a:cs typeface="Calibri"/>
              </a:rPr>
              <a:t>(good for printing bad for navigating)</a:t>
            </a: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400" dirty="0">
                <a:latin typeface="Calibri"/>
                <a:cs typeface="Calibri"/>
              </a:rPr>
              <a:t>Not Changing Colour of Links </a:t>
            </a:r>
            <a:r>
              <a:rPr lang="en-GB" sz="1400" dirty="0">
                <a:latin typeface="Calibri"/>
                <a:cs typeface="Calibri"/>
              </a:rPr>
              <a:t>(help distinguish past &amp; present)</a:t>
            </a: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400" dirty="0">
                <a:latin typeface="Calibri"/>
                <a:cs typeface="Calibri"/>
              </a:rPr>
              <a:t>Non-Scannable Text </a:t>
            </a:r>
            <a:r>
              <a:rPr lang="en-GB" sz="1400" dirty="0">
                <a:latin typeface="Calibri"/>
                <a:cs typeface="Calibri"/>
              </a:rPr>
              <a:t>(use headings, lists, bold, paragraphs &amp; inverted pyramid)</a:t>
            </a:r>
            <a:endParaRPr lang="en-GB" sz="2400" dirty="0">
              <a:latin typeface="Calibri"/>
              <a:cs typeface="Calibri"/>
            </a:endParaRP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400" dirty="0">
                <a:latin typeface="Calibri"/>
                <a:cs typeface="Calibri"/>
              </a:rPr>
              <a:t>Fixed Font Size </a:t>
            </a:r>
            <a:r>
              <a:rPr lang="en-GB" sz="1400" dirty="0">
                <a:latin typeface="Calibri"/>
                <a:cs typeface="Calibri"/>
              </a:rPr>
              <a:t>(resize text for different parts &amp; have a button to increase text size)</a:t>
            </a:r>
            <a:endParaRPr lang="en-GB" sz="2400" dirty="0">
              <a:latin typeface="Calibri"/>
              <a:cs typeface="Calibri"/>
            </a:endParaRP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400" dirty="0">
                <a:latin typeface="Calibri"/>
                <a:cs typeface="Calibri"/>
              </a:rPr>
              <a:t>Page Titles with Low Search Engine Visibility </a:t>
            </a:r>
            <a:r>
              <a:rPr lang="en-GB" sz="1400" dirty="0">
                <a:latin typeface="Calibri"/>
                <a:cs typeface="Calibri"/>
              </a:rPr>
              <a:t>(for bookmarking)</a:t>
            </a:r>
            <a:endParaRPr lang="en-GB" sz="2400" dirty="0">
              <a:latin typeface="Calibri"/>
              <a:cs typeface="Calibri"/>
            </a:endParaRP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400" dirty="0">
                <a:latin typeface="Calibri"/>
                <a:cs typeface="Calibri"/>
              </a:rPr>
              <a:t>Anything that Looks Like an AD </a:t>
            </a:r>
            <a:r>
              <a:rPr lang="en-GB" sz="1400" dirty="0">
                <a:latin typeface="Calibri"/>
                <a:cs typeface="Calibri"/>
              </a:rPr>
              <a:t>(people try to ignore ads) </a:t>
            </a:r>
            <a:endParaRPr lang="en-GB" sz="2400" dirty="0">
              <a:latin typeface="Calibri"/>
              <a:cs typeface="Calibri"/>
            </a:endParaRP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400" dirty="0">
                <a:latin typeface="Calibri"/>
                <a:cs typeface="Calibri"/>
              </a:rPr>
              <a:t>Violating Design Conventions </a:t>
            </a:r>
            <a:r>
              <a:rPr lang="en-GB" sz="1400" dirty="0">
                <a:latin typeface="Calibri"/>
                <a:cs typeface="Calibri"/>
              </a:rPr>
              <a:t>(key one being having a consistent design)</a:t>
            </a:r>
            <a:endParaRPr lang="en-GB" sz="2400" dirty="0">
              <a:latin typeface="Calibri"/>
              <a:cs typeface="Calibri"/>
            </a:endParaRP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400" dirty="0">
                <a:latin typeface="Calibri"/>
                <a:cs typeface="Calibri"/>
              </a:rPr>
              <a:t>Opening New Browser Windows </a:t>
            </a:r>
            <a:r>
              <a:rPr lang="en-GB" sz="1400" dirty="0">
                <a:latin typeface="Calibri"/>
                <a:cs typeface="Calibri"/>
              </a:rPr>
              <a:t>(lose control &amp; use of back button)</a:t>
            </a:r>
            <a:endParaRPr lang="en-GB" sz="2400" dirty="0">
              <a:latin typeface="Calibri"/>
              <a:cs typeface="Calibri"/>
            </a:endParaRP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400" dirty="0">
                <a:latin typeface="Calibri"/>
                <a:cs typeface="Calibri"/>
              </a:rPr>
              <a:t>Not Answering the Users’ Questions </a:t>
            </a:r>
            <a:r>
              <a:rPr lang="en-GB" sz="1400" dirty="0">
                <a:latin typeface="Calibri"/>
                <a:cs typeface="Calibri"/>
              </a:rPr>
              <a:t>(users want to achieve their goal)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502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6274" y="2738797"/>
            <a:ext cx="1778000" cy="11690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39700" marR="5080" indent="-127635">
              <a:lnSpc>
                <a:spcPts val="4300"/>
              </a:lnSpc>
              <a:spcBef>
                <a:spcPts val="580"/>
              </a:spcBef>
            </a:pPr>
            <a:r>
              <a:rPr sz="3900" spc="-10" dirty="0">
                <a:solidFill>
                  <a:srgbClr val="FFFFFF"/>
                </a:solidFill>
                <a:latin typeface="Calibri Light"/>
                <a:cs typeface="Calibri Light"/>
              </a:rPr>
              <a:t>Usability Criteria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26058" y="965242"/>
            <a:ext cx="4649470" cy="183896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5600" marR="5080" indent="-342900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sz="2100" dirty="0">
                <a:latin typeface="Calibri"/>
                <a:cs typeface="Calibri"/>
              </a:rPr>
              <a:t>A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system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usable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if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users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do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what </a:t>
            </a:r>
            <a:r>
              <a:rPr sz="2100" dirty="0">
                <a:latin typeface="Calibri"/>
                <a:cs typeface="Calibri"/>
              </a:rPr>
              <a:t>they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need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25" dirty="0">
                <a:latin typeface="Calibri"/>
                <a:cs typeface="Calibri"/>
              </a:rPr>
              <a:t> do</a:t>
            </a:r>
            <a:r>
              <a:rPr lang="en-GB" sz="2100" spc="-25" dirty="0">
                <a:latin typeface="Calibri"/>
                <a:cs typeface="Calibri"/>
              </a:rPr>
              <a:t>:</a:t>
            </a:r>
            <a:endParaRPr sz="2100" dirty="0">
              <a:latin typeface="Calibri"/>
              <a:cs typeface="Calibri"/>
            </a:endParaRPr>
          </a:p>
          <a:p>
            <a:pPr marL="742950" lvl="1" indent="-285750"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735965" algn="l"/>
              </a:tabLst>
            </a:pPr>
            <a:r>
              <a:rPr lang="en-GB" spc="-10" dirty="0">
                <a:latin typeface="Calibri"/>
                <a:cs typeface="Calibri"/>
              </a:rPr>
              <a:t>Quickly.</a:t>
            </a:r>
          </a:p>
          <a:p>
            <a:pPr marL="742950" lvl="1" indent="-285750"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735965" algn="l"/>
              </a:tabLst>
            </a:pPr>
            <a:r>
              <a:rPr lang="en-GB" spc="-10" dirty="0">
                <a:latin typeface="Calibri"/>
                <a:cs typeface="Calibri"/>
              </a:rPr>
              <a:t>Easily.</a:t>
            </a:r>
          </a:p>
          <a:p>
            <a:pPr marL="742950" lvl="1" indent="-285750">
              <a:spcBef>
                <a:spcPts val="140"/>
              </a:spcBef>
              <a:buFont typeface="Arial" panose="020B0604020202020204" pitchFamily="34" charset="0"/>
              <a:buChar char="•"/>
              <a:tabLst>
                <a:tab pos="735965" algn="l"/>
              </a:tabLst>
            </a:pPr>
            <a:r>
              <a:rPr lang="en-GB" spc="-40" dirty="0">
                <a:latin typeface="Calibri"/>
                <a:cs typeface="Calibri"/>
              </a:rPr>
              <a:t>If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mistakes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corrects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without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fuss</a:t>
            </a:r>
            <a:r>
              <a:rPr lang="en-GB" sz="1800" spc="-2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09782" y="3323314"/>
            <a:ext cx="4665746" cy="303865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56565" lvl="1" indent="-443865"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456565" algn="l"/>
              </a:tabLst>
            </a:pPr>
            <a:r>
              <a:rPr sz="2100" dirty="0">
                <a:latin typeface="Calibri"/>
                <a:cs typeface="Calibri"/>
              </a:rPr>
              <a:t>Many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metrics</a:t>
            </a:r>
            <a:r>
              <a:rPr lang="en-GB"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measured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terms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of</a:t>
            </a:r>
            <a:endParaRPr sz="2100" dirty="0">
              <a:latin typeface="Calibri"/>
              <a:cs typeface="Calibri"/>
            </a:endParaRPr>
          </a:p>
          <a:p>
            <a:pPr marL="824230" marR="391795" lvl="2" indent="-367030">
              <a:spcBef>
                <a:spcPts val="459"/>
              </a:spcBef>
              <a:buFont typeface="Arial" panose="020B0604020202020204" pitchFamily="34" charset="0"/>
              <a:buChar char="•"/>
              <a:tabLst>
                <a:tab pos="824230" algn="l"/>
              </a:tabLst>
            </a:pPr>
            <a:r>
              <a:rPr spc="-20" dirty="0">
                <a:latin typeface="Calibri"/>
                <a:cs typeface="Calibri"/>
              </a:rPr>
              <a:t>Task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performance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e.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g.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how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long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buy </a:t>
            </a:r>
            <a:r>
              <a:rPr dirty="0">
                <a:latin typeface="Calibri"/>
                <a:cs typeface="Calibri"/>
              </a:rPr>
              <a:t>something/how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many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clicks</a:t>
            </a:r>
            <a:r>
              <a:rPr lang="en-GB" spc="-10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  <a:p>
            <a:pPr marL="823594" lvl="2" indent="-366395">
              <a:spcBef>
                <a:spcPts val="215"/>
              </a:spcBef>
              <a:buFont typeface="Arial" panose="020B0604020202020204" pitchFamily="34" charset="0"/>
              <a:buChar char="•"/>
              <a:tabLst>
                <a:tab pos="823594" algn="l"/>
              </a:tabLst>
            </a:pPr>
            <a:r>
              <a:rPr dirty="0">
                <a:latin typeface="Calibri"/>
                <a:cs typeface="Calibri"/>
              </a:rPr>
              <a:t>User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cost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e.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g.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lang="en-GB" dirty="0">
                <a:latin typeface="Calibri"/>
                <a:cs typeface="Calibri"/>
              </a:rPr>
              <a:t>The amount of effort or information required from users to complete tasks.</a:t>
            </a:r>
          </a:p>
          <a:p>
            <a:pPr marL="823594" lvl="2" indent="-366395">
              <a:spcBef>
                <a:spcPts val="215"/>
              </a:spcBef>
              <a:buFont typeface="Arial" panose="020B0604020202020204" pitchFamily="34" charset="0"/>
              <a:buChar char="•"/>
              <a:tabLst>
                <a:tab pos="823594" algn="l"/>
              </a:tabLst>
            </a:pPr>
            <a:r>
              <a:rPr dirty="0">
                <a:latin typeface="Calibri"/>
                <a:cs typeface="Calibri"/>
              </a:rPr>
              <a:t>User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satisfaction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lang="en-GB" b="0" i="0" dirty="0">
                <a:solidFill>
                  <a:schemeClr val="tx1"/>
                </a:solidFill>
                <a:effectLst/>
                <a:latin typeface="Atkinson Hyperlegible"/>
              </a:rPr>
              <a:t>How users feel about their experience—emotional responses, enjoyment, frustration, etc.</a:t>
            </a:r>
            <a:r>
              <a:rPr lang="en-GB" spc="-10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74" y="2807900"/>
            <a:ext cx="3672066" cy="115672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485140">
              <a:spcBef>
                <a:spcPts val="380"/>
              </a:spcBef>
            </a:pPr>
            <a:r>
              <a:rPr sz="3600" spc="-10" dirty="0">
                <a:solidFill>
                  <a:srgbClr val="FFFFFF"/>
                </a:solidFill>
                <a:latin typeface="Calibri Light"/>
                <a:cs typeface="Calibri Light"/>
              </a:rPr>
              <a:t>Usability Tests/Evaluation</a:t>
            </a:r>
            <a:endParaRPr sz="36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14221" y="1101344"/>
            <a:ext cx="4979670" cy="4569841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67030" marR="533400" indent="-354330">
              <a:spcBef>
                <a:spcPts val="375"/>
              </a:spcBef>
              <a:buFont typeface="Arial MT"/>
              <a:buChar char="•"/>
              <a:tabLst>
                <a:tab pos="367030" algn="l"/>
              </a:tabLst>
            </a:pPr>
            <a:r>
              <a:rPr sz="2100" dirty="0">
                <a:latin typeface="Calibri"/>
                <a:cs typeface="Calibri"/>
              </a:rPr>
              <a:t>Usability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testing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refers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evaluating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50" dirty="0">
                <a:latin typeface="Calibri"/>
                <a:cs typeface="Calibri"/>
              </a:rPr>
              <a:t>a </a:t>
            </a:r>
            <a:r>
              <a:rPr sz="2100" dirty="0">
                <a:latin typeface="Calibri"/>
                <a:cs typeface="Calibri"/>
              </a:rPr>
              <a:t>product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service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by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testing</a:t>
            </a:r>
            <a:r>
              <a:rPr sz="2100" b="1" i="1" spc="-4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it</a:t>
            </a:r>
            <a:r>
              <a:rPr sz="2100" b="1" i="1" spc="-45" dirty="0">
                <a:latin typeface="Calibri"/>
                <a:cs typeface="Calibri"/>
              </a:rPr>
              <a:t> </a:t>
            </a:r>
            <a:r>
              <a:rPr sz="2100" b="1" i="1" spc="-20" dirty="0">
                <a:latin typeface="Calibri"/>
                <a:cs typeface="Calibri"/>
              </a:rPr>
              <a:t>with </a:t>
            </a:r>
            <a:r>
              <a:rPr sz="2100" b="1" i="1" spc="-10" dirty="0">
                <a:latin typeface="Calibri"/>
                <a:cs typeface="Calibri"/>
              </a:rPr>
              <a:t>representative users</a:t>
            </a:r>
            <a:r>
              <a:rPr sz="2100" spc="-10" dirty="0">
                <a:latin typeface="Calibri"/>
                <a:cs typeface="Calibri"/>
              </a:rPr>
              <a:t>.</a:t>
            </a:r>
            <a:endParaRPr sz="2100" dirty="0">
              <a:latin typeface="Calibri"/>
              <a:cs typeface="Calibri"/>
            </a:endParaRPr>
          </a:p>
          <a:p>
            <a:pPr marL="367030" marR="5080" indent="-354330">
              <a:spcBef>
                <a:spcPts val="825"/>
              </a:spcBef>
              <a:buFont typeface="Arial MT"/>
              <a:buChar char="•"/>
              <a:tabLst>
                <a:tab pos="367030" algn="l"/>
              </a:tabLst>
            </a:pPr>
            <a:r>
              <a:rPr sz="2100" spc="-25" dirty="0">
                <a:latin typeface="Calibri"/>
                <a:cs typeface="Calibri"/>
              </a:rPr>
              <a:t>Typically,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during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test,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participants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will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try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b="1" i="1" spc="-10" dirty="0">
                <a:latin typeface="Calibri"/>
                <a:cs typeface="Calibri"/>
              </a:rPr>
              <a:t>complete</a:t>
            </a:r>
            <a:r>
              <a:rPr sz="2100" b="1" i="1" spc="-45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typical</a:t>
            </a:r>
            <a:r>
              <a:rPr sz="2100" b="1" i="1" spc="-55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tasks</a:t>
            </a:r>
            <a:r>
              <a:rPr sz="2100" b="1" i="1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while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observers </a:t>
            </a:r>
            <a:r>
              <a:rPr sz="2100" dirty="0">
                <a:latin typeface="Calibri"/>
                <a:cs typeface="Calibri"/>
              </a:rPr>
              <a:t>watch,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listen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takes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notes.</a:t>
            </a:r>
            <a:endParaRPr sz="2100" dirty="0">
              <a:latin typeface="Calibri"/>
              <a:cs typeface="Calibri"/>
            </a:endParaRPr>
          </a:p>
          <a:p>
            <a:pPr marL="367030" marR="670560" indent="-354330">
              <a:spcBef>
                <a:spcPts val="730"/>
              </a:spcBef>
              <a:buFont typeface="Arial MT"/>
              <a:buChar char="•"/>
              <a:tabLst>
                <a:tab pos="367030" algn="l"/>
              </a:tabLst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goal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identify</a:t>
            </a:r>
            <a:r>
              <a:rPr sz="2100" b="1" i="1" spc="-5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any</a:t>
            </a:r>
            <a:r>
              <a:rPr sz="2100" b="1" i="1" spc="-50" dirty="0">
                <a:latin typeface="Calibri"/>
                <a:cs typeface="Calibri"/>
              </a:rPr>
              <a:t> </a:t>
            </a:r>
            <a:r>
              <a:rPr sz="2100" b="1" i="1" spc="-10" dirty="0">
                <a:latin typeface="Calibri"/>
                <a:cs typeface="Calibri"/>
              </a:rPr>
              <a:t>usability </a:t>
            </a:r>
            <a:r>
              <a:rPr sz="2100" b="1" i="1" dirty="0">
                <a:latin typeface="Calibri"/>
                <a:cs typeface="Calibri"/>
              </a:rPr>
              <a:t>problems</a:t>
            </a:r>
            <a:r>
              <a:rPr sz="2100" dirty="0">
                <a:latin typeface="Calibri"/>
                <a:cs typeface="Calibri"/>
              </a:rPr>
              <a:t>,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collect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qualitative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and </a:t>
            </a:r>
            <a:r>
              <a:rPr sz="2100" spc="-10" dirty="0">
                <a:latin typeface="Calibri"/>
                <a:cs typeface="Calibri"/>
              </a:rPr>
              <a:t>quantitative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data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determine</a:t>
            </a:r>
            <a:r>
              <a:rPr sz="2100" b="1" i="1" spc="-55" dirty="0">
                <a:latin typeface="Calibri"/>
                <a:cs typeface="Calibri"/>
              </a:rPr>
              <a:t> </a:t>
            </a:r>
            <a:r>
              <a:rPr sz="2100" b="1" i="1" spc="-25" dirty="0">
                <a:latin typeface="Calibri"/>
                <a:cs typeface="Calibri"/>
              </a:rPr>
              <a:t>the </a:t>
            </a:r>
            <a:r>
              <a:rPr sz="2100" b="1" i="1" dirty="0">
                <a:latin typeface="Calibri"/>
                <a:cs typeface="Calibri"/>
              </a:rPr>
              <a:t>participant's</a:t>
            </a:r>
            <a:r>
              <a:rPr sz="2100" b="1" i="1" spc="-9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satisfaction</a:t>
            </a:r>
            <a:r>
              <a:rPr sz="2100" b="1" i="1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8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the </a:t>
            </a:r>
            <a:r>
              <a:rPr sz="2100" spc="-10" dirty="0">
                <a:latin typeface="Calibri"/>
                <a:cs typeface="Calibri"/>
              </a:rPr>
              <a:t>product.</a:t>
            </a:r>
            <a:endParaRPr sz="2100" dirty="0">
              <a:latin typeface="Calibri"/>
              <a:cs typeface="Calibri"/>
            </a:endParaRPr>
          </a:p>
          <a:p>
            <a:pPr marL="367030" marR="477520" indent="-354330">
              <a:spcBef>
                <a:spcPts val="955"/>
              </a:spcBef>
              <a:buFont typeface="Arial MT"/>
              <a:buChar char="•"/>
              <a:tabLst>
                <a:tab pos="367030" algn="l"/>
              </a:tabLst>
            </a:pPr>
            <a:r>
              <a:rPr sz="2100" dirty="0">
                <a:latin typeface="Calibri"/>
                <a:cs typeface="Calibri"/>
              </a:rPr>
              <a:t>No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one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test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–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bank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tests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usually required</a:t>
            </a:r>
            <a:r>
              <a:rPr lang="en-GB" sz="2100" spc="-10" dirty="0">
                <a:latin typeface="Calibri"/>
                <a:cs typeface="Calibri"/>
              </a:rPr>
              <a:t>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3000" y="5671185"/>
            <a:ext cx="15303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Calibri"/>
                <a:cs typeface="Calibri"/>
              </a:rPr>
              <a:t>(usability.gov)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125470" cy="6858000"/>
          </a:xfrm>
          <a:custGeom>
            <a:avLst/>
            <a:gdLst/>
            <a:ahLst/>
            <a:cxnLst/>
            <a:rect l="l" t="t" r="r" b="b"/>
            <a:pathLst>
              <a:path w="3125470" h="6858000">
                <a:moveTo>
                  <a:pt x="1694662" y="0"/>
                </a:moveTo>
                <a:lnTo>
                  <a:pt x="0" y="0"/>
                </a:lnTo>
                <a:lnTo>
                  <a:pt x="0" y="6857999"/>
                </a:lnTo>
                <a:lnTo>
                  <a:pt x="1694662" y="6857999"/>
                </a:lnTo>
                <a:lnTo>
                  <a:pt x="1790852" y="6775778"/>
                </a:lnTo>
                <a:lnTo>
                  <a:pt x="1822912" y="6746498"/>
                </a:lnTo>
                <a:lnTo>
                  <a:pt x="1854675" y="6716687"/>
                </a:lnTo>
                <a:lnTo>
                  <a:pt x="1886136" y="6686348"/>
                </a:lnTo>
                <a:lnTo>
                  <a:pt x="1917292" y="6655488"/>
                </a:lnTo>
                <a:lnTo>
                  <a:pt x="1948140" y="6624110"/>
                </a:lnTo>
                <a:lnTo>
                  <a:pt x="1978675" y="6592219"/>
                </a:lnTo>
                <a:lnTo>
                  <a:pt x="2008895" y="6559821"/>
                </a:lnTo>
                <a:lnTo>
                  <a:pt x="2038795" y="6526920"/>
                </a:lnTo>
                <a:lnTo>
                  <a:pt x="2068372" y="6493521"/>
                </a:lnTo>
                <a:lnTo>
                  <a:pt x="2097622" y="6459629"/>
                </a:lnTo>
                <a:lnTo>
                  <a:pt x="2126542" y="6425248"/>
                </a:lnTo>
                <a:lnTo>
                  <a:pt x="2155129" y="6390384"/>
                </a:lnTo>
                <a:lnTo>
                  <a:pt x="2183378" y="6355041"/>
                </a:lnTo>
                <a:lnTo>
                  <a:pt x="2211285" y="6319224"/>
                </a:lnTo>
                <a:lnTo>
                  <a:pt x="2238848" y="6282937"/>
                </a:lnTo>
                <a:lnTo>
                  <a:pt x="2266063" y="6246187"/>
                </a:lnTo>
                <a:lnTo>
                  <a:pt x="2292926" y="6208976"/>
                </a:lnTo>
                <a:lnTo>
                  <a:pt x="2319433" y="6171311"/>
                </a:lnTo>
                <a:lnTo>
                  <a:pt x="2345581" y="6133196"/>
                </a:lnTo>
                <a:lnTo>
                  <a:pt x="2371367" y="6094636"/>
                </a:lnTo>
                <a:lnTo>
                  <a:pt x="2396786" y="6055636"/>
                </a:lnTo>
                <a:lnTo>
                  <a:pt x="2421835" y="6016199"/>
                </a:lnTo>
                <a:lnTo>
                  <a:pt x="2446511" y="5976333"/>
                </a:lnTo>
                <a:lnTo>
                  <a:pt x="2470810" y="5936040"/>
                </a:lnTo>
                <a:lnTo>
                  <a:pt x="2494728" y="5895326"/>
                </a:lnTo>
                <a:lnTo>
                  <a:pt x="2518261" y="5854196"/>
                </a:lnTo>
                <a:lnTo>
                  <a:pt x="2541406" y="5812654"/>
                </a:lnTo>
                <a:lnTo>
                  <a:pt x="2564160" y="5770706"/>
                </a:lnTo>
                <a:lnTo>
                  <a:pt x="2586519" y="5728356"/>
                </a:lnTo>
                <a:lnTo>
                  <a:pt x="2608479" y="5685609"/>
                </a:lnTo>
                <a:lnTo>
                  <a:pt x="2630037" y="5642469"/>
                </a:lnTo>
                <a:lnTo>
                  <a:pt x="2651188" y="5598942"/>
                </a:lnTo>
                <a:lnTo>
                  <a:pt x="2671930" y="5555033"/>
                </a:lnTo>
                <a:lnTo>
                  <a:pt x="2692259" y="5510745"/>
                </a:lnTo>
                <a:lnTo>
                  <a:pt x="2712171" y="5466085"/>
                </a:lnTo>
                <a:lnTo>
                  <a:pt x="2731662" y="5421056"/>
                </a:lnTo>
                <a:lnTo>
                  <a:pt x="2750730" y="5375664"/>
                </a:lnTo>
                <a:lnTo>
                  <a:pt x="2769370" y="5329914"/>
                </a:lnTo>
                <a:lnTo>
                  <a:pt x="2787578" y="5283809"/>
                </a:lnTo>
                <a:lnTo>
                  <a:pt x="2805352" y="5237356"/>
                </a:lnTo>
                <a:lnTo>
                  <a:pt x="2822687" y="5190559"/>
                </a:lnTo>
                <a:lnTo>
                  <a:pt x="2839581" y="5143422"/>
                </a:lnTo>
                <a:lnTo>
                  <a:pt x="2856028" y="5095950"/>
                </a:lnTo>
                <a:lnTo>
                  <a:pt x="2872026" y="5048149"/>
                </a:lnTo>
                <a:lnTo>
                  <a:pt x="2887572" y="5000023"/>
                </a:lnTo>
                <a:lnTo>
                  <a:pt x="2902661" y="4951577"/>
                </a:lnTo>
                <a:lnTo>
                  <a:pt x="2917290" y="4902815"/>
                </a:lnTo>
                <a:lnTo>
                  <a:pt x="2931455" y="4853743"/>
                </a:lnTo>
                <a:lnTo>
                  <a:pt x="2945152" y="4804365"/>
                </a:lnTo>
                <a:lnTo>
                  <a:pt x="2958379" y="4754687"/>
                </a:lnTo>
                <a:lnTo>
                  <a:pt x="2971132" y="4704712"/>
                </a:lnTo>
                <a:lnTo>
                  <a:pt x="2983406" y="4654446"/>
                </a:lnTo>
                <a:lnTo>
                  <a:pt x="2995198" y="4603894"/>
                </a:lnTo>
                <a:lnTo>
                  <a:pt x="3006505" y="4553060"/>
                </a:lnTo>
                <a:lnTo>
                  <a:pt x="3017324" y="4501949"/>
                </a:lnTo>
                <a:lnTo>
                  <a:pt x="3027649" y="4450566"/>
                </a:lnTo>
                <a:lnTo>
                  <a:pt x="3037479" y="4398916"/>
                </a:lnTo>
                <a:lnTo>
                  <a:pt x="3046808" y="4347003"/>
                </a:lnTo>
                <a:lnTo>
                  <a:pt x="3055635" y="4294833"/>
                </a:lnTo>
                <a:lnTo>
                  <a:pt x="3063954" y="4242410"/>
                </a:lnTo>
                <a:lnTo>
                  <a:pt x="3071763" y="4189739"/>
                </a:lnTo>
                <a:lnTo>
                  <a:pt x="3079057" y="4136825"/>
                </a:lnTo>
                <a:lnTo>
                  <a:pt x="3085834" y="4083672"/>
                </a:lnTo>
                <a:lnTo>
                  <a:pt x="3092089" y="4030286"/>
                </a:lnTo>
                <a:lnTo>
                  <a:pt x="3097820" y="3976671"/>
                </a:lnTo>
                <a:lnTo>
                  <a:pt x="3103021" y="3922832"/>
                </a:lnTo>
                <a:lnTo>
                  <a:pt x="3107691" y="3868775"/>
                </a:lnTo>
                <a:lnTo>
                  <a:pt x="3111824" y="3814502"/>
                </a:lnTo>
                <a:lnTo>
                  <a:pt x="3115418" y="3760021"/>
                </a:lnTo>
                <a:lnTo>
                  <a:pt x="3118469" y="3705334"/>
                </a:lnTo>
                <a:lnTo>
                  <a:pt x="3120974" y="3650448"/>
                </a:lnTo>
                <a:lnTo>
                  <a:pt x="3122928" y="3595366"/>
                </a:lnTo>
                <a:lnTo>
                  <a:pt x="3124328" y="3540095"/>
                </a:lnTo>
                <a:lnTo>
                  <a:pt x="3125171" y="3484637"/>
                </a:lnTo>
                <a:lnTo>
                  <a:pt x="3125453" y="3429000"/>
                </a:lnTo>
                <a:lnTo>
                  <a:pt x="3125171" y="3373362"/>
                </a:lnTo>
                <a:lnTo>
                  <a:pt x="3124328" y="3317904"/>
                </a:lnTo>
                <a:lnTo>
                  <a:pt x="3122928" y="3262633"/>
                </a:lnTo>
                <a:lnTo>
                  <a:pt x="3120974" y="3207551"/>
                </a:lnTo>
                <a:lnTo>
                  <a:pt x="3118469" y="3152665"/>
                </a:lnTo>
                <a:lnTo>
                  <a:pt x="3115418" y="3097979"/>
                </a:lnTo>
                <a:lnTo>
                  <a:pt x="3111824" y="3043497"/>
                </a:lnTo>
                <a:lnTo>
                  <a:pt x="3107691" y="2989225"/>
                </a:lnTo>
                <a:lnTo>
                  <a:pt x="3103021" y="2935167"/>
                </a:lnTo>
                <a:lnTo>
                  <a:pt x="3097820" y="2881328"/>
                </a:lnTo>
                <a:lnTo>
                  <a:pt x="3092089" y="2827713"/>
                </a:lnTo>
                <a:lnTo>
                  <a:pt x="3085834" y="2774327"/>
                </a:lnTo>
                <a:lnTo>
                  <a:pt x="3079057" y="2721174"/>
                </a:lnTo>
                <a:lnTo>
                  <a:pt x="3071763" y="2668260"/>
                </a:lnTo>
                <a:lnTo>
                  <a:pt x="3063954" y="2615589"/>
                </a:lnTo>
                <a:lnTo>
                  <a:pt x="3055635" y="2563166"/>
                </a:lnTo>
                <a:lnTo>
                  <a:pt x="3046808" y="2510996"/>
                </a:lnTo>
                <a:lnTo>
                  <a:pt x="3037479" y="2459084"/>
                </a:lnTo>
                <a:lnTo>
                  <a:pt x="3027649" y="2407434"/>
                </a:lnTo>
                <a:lnTo>
                  <a:pt x="3017324" y="2356051"/>
                </a:lnTo>
                <a:lnTo>
                  <a:pt x="3006505" y="2304940"/>
                </a:lnTo>
                <a:lnTo>
                  <a:pt x="2995198" y="2254106"/>
                </a:lnTo>
                <a:lnTo>
                  <a:pt x="2983406" y="2203553"/>
                </a:lnTo>
                <a:lnTo>
                  <a:pt x="2971132" y="2153287"/>
                </a:lnTo>
                <a:lnTo>
                  <a:pt x="2958379" y="2103313"/>
                </a:lnTo>
                <a:lnTo>
                  <a:pt x="2945152" y="2053634"/>
                </a:lnTo>
                <a:lnTo>
                  <a:pt x="2931455" y="2004256"/>
                </a:lnTo>
                <a:lnTo>
                  <a:pt x="2917290" y="1955184"/>
                </a:lnTo>
                <a:lnTo>
                  <a:pt x="2902661" y="1906423"/>
                </a:lnTo>
                <a:lnTo>
                  <a:pt x="2887572" y="1857977"/>
                </a:lnTo>
                <a:lnTo>
                  <a:pt x="2872026" y="1809850"/>
                </a:lnTo>
                <a:lnTo>
                  <a:pt x="2856028" y="1762049"/>
                </a:lnTo>
                <a:lnTo>
                  <a:pt x="2839581" y="1714578"/>
                </a:lnTo>
                <a:lnTo>
                  <a:pt x="2822687" y="1667441"/>
                </a:lnTo>
                <a:lnTo>
                  <a:pt x="2805352" y="1620644"/>
                </a:lnTo>
                <a:lnTo>
                  <a:pt x="2787578" y="1574190"/>
                </a:lnTo>
                <a:lnTo>
                  <a:pt x="2769370" y="1528086"/>
                </a:lnTo>
                <a:lnTo>
                  <a:pt x="2750730" y="1482335"/>
                </a:lnTo>
                <a:lnTo>
                  <a:pt x="2731662" y="1436943"/>
                </a:lnTo>
                <a:lnTo>
                  <a:pt x="2712171" y="1391915"/>
                </a:lnTo>
                <a:lnTo>
                  <a:pt x="2692259" y="1347254"/>
                </a:lnTo>
                <a:lnTo>
                  <a:pt x="2671930" y="1302967"/>
                </a:lnTo>
                <a:lnTo>
                  <a:pt x="2651188" y="1259057"/>
                </a:lnTo>
                <a:lnTo>
                  <a:pt x="2630037" y="1215531"/>
                </a:lnTo>
                <a:lnTo>
                  <a:pt x="2608479" y="1172391"/>
                </a:lnTo>
                <a:lnTo>
                  <a:pt x="2586519" y="1129644"/>
                </a:lnTo>
                <a:lnTo>
                  <a:pt x="2564160" y="1087294"/>
                </a:lnTo>
                <a:lnTo>
                  <a:pt x="2541406" y="1045345"/>
                </a:lnTo>
                <a:lnTo>
                  <a:pt x="2518261" y="1003804"/>
                </a:lnTo>
                <a:lnTo>
                  <a:pt x="2494728" y="962674"/>
                </a:lnTo>
                <a:lnTo>
                  <a:pt x="2470810" y="921960"/>
                </a:lnTo>
                <a:lnTo>
                  <a:pt x="2446511" y="881667"/>
                </a:lnTo>
                <a:lnTo>
                  <a:pt x="2421835" y="841801"/>
                </a:lnTo>
                <a:lnTo>
                  <a:pt x="2396786" y="802365"/>
                </a:lnTo>
                <a:lnTo>
                  <a:pt x="2371367" y="763364"/>
                </a:lnTo>
                <a:lnTo>
                  <a:pt x="2345581" y="724804"/>
                </a:lnTo>
                <a:lnTo>
                  <a:pt x="2319433" y="686689"/>
                </a:lnTo>
                <a:lnTo>
                  <a:pt x="2292926" y="649024"/>
                </a:lnTo>
                <a:lnTo>
                  <a:pt x="2266063" y="611814"/>
                </a:lnTo>
                <a:lnTo>
                  <a:pt x="2238848" y="575063"/>
                </a:lnTo>
                <a:lnTo>
                  <a:pt x="2211285" y="538777"/>
                </a:lnTo>
                <a:lnTo>
                  <a:pt x="2183378" y="502959"/>
                </a:lnTo>
                <a:lnTo>
                  <a:pt x="2155129" y="467616"/>
                </a:lnTo>
                <a:lnTo>
                  <a:pt x="2126542" y="432752"/>
                </a:lnTo>
                <a:lnTo>
                  <a:pt x="2097622" y="398371"/>
                </a:lnTo>
                <a:lnTo>
                  <a:pt x="2068372" y="364479"/>
                </a:lnTo>
                <a:lnTo>
                  <a:pt x="2038795" y="331080"/>
                </a:lnTo>
                <a:lnTo>
                  <a:pt x="2008895" y="298179"/>
                </a:lnTo>
                <a:lnTo>
                  <a:pt x="1978675" y="265781"/>
                </a:lnTo>
                <a:lnTo>
                  <a:pt x="1948140" y="233891"/>
                </a:lnTo>
                <a:lnTo>
                  <a:pt x="1917292" y="202513"/>
                </a:lnTo>
                <a:lnTo>
                  <a:pt x="1886136" y="171652"/>
                </a:lnTo>
                <a:lnTo>
                  <a:pt x="1854675" y="141313"/>
                </a:lnTo>
                <a:lnTo>
                  <a:pt x="1822912" y="111502"/>
                </a:lnTo>
                <a:lnTo>
                  <a:pt x="1790852" y="82222"/>
                </a:lnTo>
                <a:lnTo>
                  <a:pt x="1694662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57600" y="450030"/>
            <a:ext cx="4956175" cy="528670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106045">
              <a:lnSpc>
                <a:spcPts val="3000"/>
              </a:lnSpc>
              <a:spcBef>
                <a:spcPts val="500"/>
              </a:spcBef>
              <a:tabLst>
                <a:tab pos="368300" algn="l"/>
              </a:tabLst>
            </a:pPr>
            <a:r>
              <a:rPr lang="en-GB" dirty="0">
                <a:latin typeface="Calibri"/>
                <a:cs typeface="Calibri"/>
              </a:rPr>
              <a:t>When you know what your users’ goals are you can formulate task scenarios like for example:</a:t>
            </a:r>
          </a:p>
          <a:p>
            <a:pPr marL="12700" marR="106045">
              <a:lnSpc>
                <a:spcPts val="3000"/>
              </a:lnSpc>
              <a:spcBef>
                <a:spcPts val="500"/>
              </a:spcBef>
              <a:tabLst>
                <a:tab pos="368300" algn="l"/>
              </a:tabLst>
            </a:pPr>
            <a:r>
              <a:rPr lang="en-GB" i="1" dirty="0">
                <a:latin typeface="Calibri"/>
                <a:cs typeface="Calibri"/>
              </a:rPr>
              <a:t>“You're planning a vacation to New York City, March 3 − March 14. You need to buy both airfare and hotel. Go to the American Airlines site and JetBlue Airlines site and see who has the best deals.”</a:t>
            </a:r>
          </a:p>
          <a:p>
            <a:pPr marL="527050" marR="106045" indent="-514350">
              <a:lnSpc>
                <a:spcPts val="3000"/>
              </a:lnSpc>
              <a:spcBef>
                <a:spcPts val="500"/>
              </a:spcBef>
              <a:buFont typeface="+mj-lt"/>
              <a:buAutoNum type="arabicPeriod"/>
              <a:tabLst>
                <a:tab pos="368300" algn="l"/>
              </a:tabLst>
            </a:pPr>
            <a:r>
              <a:rPr lang="en-GB" b="1" i="1" dirty="0">
                <a:latin typeface="Calibri"/>
                <a:cs typeface="Calibri"/>
              </a:rPr>
              <a:t>Make the task &amp; scenario realistic. </a:t>
            </a:r>
          </a:p>
          <a:p>
            <a:pPr marL="527050" marR="106045" indent="-514350">
              <a:lnSpc>
                <a:spcPts val="3000"/>
              </a:lnSpc>
              <a:spcBef>
                <a:spcPts val="500"/>
              </a:spcBef>
              <a:buFont typeface="+mj-lt"/>
              <a:buAutoNum type="arabicPeriod"/>
              <a:tabLst>
                <a:tab pos="368300" algn="l"/>
              </a:tabLst>
            </a:pPr>
            <a:r>
              <a:rPr lang="en-GB" b="1" i="1" dirty="0">
                <a:latin typeface="Calibri"/>
                <a:cs typeface="Calibri"/>
              </a:rPr>
              <a:t>Make the task actionable. </a:t>
            </a:r>
            <a:r>
              <a:rPr lang="en-GB" dirty="0">
                <a:latin typeface="Calibri"/>
                <a:cs typeface="Calibri"/>
              </a:rPr>
              <a:t>Ask the user to do an action rather than telling them how they would do it.</a:t>
            </a:r>
          </a:p>
          <a:p>
            <a:pPr marL="527050" marR="106045" indent="-514350">
              <a:lnSpc>
                <a:spcPts val="3000"/>
              </a:lnSpc>
              <a:spcBef>
                <a:spcPts val="500"/>
              </a:spcBef>
              <a:buFont typeface="+mj-lt"/>
              <a:buAutoNum type="arabicPeriod"/>
              <a:tabLst>
                <a:tab pos="368300" algn="l"/>
              </a:tabLst>
            </a:pPr>
            <a:r>
              <a:rPr lang="en-GB" b="1" i="1" dirty="0">
                <a:latin typeface="Calibri"/>
                <a:cs typeface="Calibri"/>
              </a:rPr>
              <a:t>Avoid giving clues or describing steps. </a:t>
            </a:r>
            <a:r>
              <a:rPr lang="en-GB" dirty="0">
                <a:latin typeface="Calibri"/>
                <a:cs typeface="Calibri"/>
              </a:rPr>
              <a:t>Avoid step by step instructions.</a:t>
            </a:r>
            <a:endParaRPr lang="en-GB" b="1" i="1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997" y="2020922"/>
            <a:ext cx="2795475" cy="281615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spcBef>
                <a:spcPts val="359"/>
              </a:spcBef>
              <a:tabLst>
                <a:tab pos="184150" algn="l"/>
              </a:tabLst>
            </a:pPr>
            <a:r>
              <a:rPr lang="en-GB" sz="3600" spc="-10" dirty="0">
                <a:solidFill>
                  <a:schemeClr val="bg1"/>
                </a:solidFill>
                <a:latin typeface="Calibri"/>
                <a:cs typeface="Calibri"/>
              </a:rPr>
              <a:t>Turn</a:t>
            </a:r>
            <a:r>
              <a:rPr lang="en-GB" sz="3600" spc="-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GB" sz="3600" dirty="0">
                <a:solidFill>
                  <a:schemeClr val="bg1"/>
                </a:solidFill>
                <a:latin typeface="Calibri"/>
                <a:cs typeface="Calibri"/>
              </a:rPr>
              <a:t>User</a:t>
            </a:r>
            <a:r>
              <a:rPr lang="en-GB" sz="3600" spc="-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GB" sz="3600" dirty="0">
                <a:solidFill>
                  <a:schemeClr val="bg1"/>
                </a:solidFill>
                <a:latin typeface="Calibri"/>
                <a:cs typeface="Calibri"/>
              </a:rPr>
              <a:t>Goals</a:t>
            </a:r>
            <a:r>
              <a:rPr lang="en-GB" sz="3600" spc="-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GB" sz="3600" dirty="0">
                <a:solidFill>
                  <a:schemeClr val="bg1"/>
                </a:solidFill>
                <a:latin typeface="Calibri"/>
                <a:cs typeface="Calibri"/>
              </a:rPr>
              <a:t>into</a:t>
            </a:r>
            <a:r>
              <a:rPr lang="en-GB" sz="3600" spc="-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GB" sz="3600" spc="-30" dirty="0">
                <a:solidFill>
                  <a:schemeClr val="bg1"/>
                </a:solidFill>
                <a:latin typeface="Calibri"/>
                <a:cs typeface="Calibri"/>
              </a:rPr>
              <a:t>Task</a:t>
            </a:r>
            <a:r>
              <a:rPr lang="en-GB" sz="3600" spc="-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GB" sz="3600" dirty="0">
                <a:solidFill>
                  <a:schemeClr val="bg1"/>
                </a:solidFill>
                <a:latin typeface="Calibri"/>
                <a:cs typeface="Calibri"/>
              </a:rPr>
              <a:t>Scenarios</a:t>
            </a:r>
            <a:r>
              <a:rPr lang="en-GB" sz="3600" spc="-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GB" sz="3600" spc="-25" dirty="0">
                <a:solidFill>
                  <a:schemeClr val="bg1"/>
                </a:solidFill>
                <a:latin typeface="Calibri"/>
                <a:cs typeface="Calibri"/>
              </a:rPr>
              <a:t>for </a:t>
            </a:r>
            <a:r>
              <a:rPr lang="en-GB" sz="3600" dirty="0">
                <a:solidFill>
                  <a:schemeClr val="bg1"/>
                </a:solidFill>
                <a:latin typeface="Calibri"/>
                <a:cs typeface="Calibri"/>
              </a:rPr>
              <a:t>Usability</a:t>
            </a:r>
            <a:r>
              <a:rPr lang="en-GB" sz="3600" spc="-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GB" sz="3600" spc="-10" dirty="0">
                <a:solidFill>
                  <a:schemeClr val="bg1"/>
                </a:solidFill>
                <a:latin typeface="Calibri"/>
                <a:cs typeface="Calibri"/>
              </a:rPr>
              <a:t>Testing</a:t>
            </a:r>
            <a:endParaRPr lang="en-GB" sz="36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4F8BAFB8-0281-73BA-680C-7D018250A483}"/>
              </a:ext>
            </a:extLst>
          </p:cNvPr>
          <p:cNvSpPr txBox="1"/>
          <p:nvPr/>
        </p:nvSpPr>
        <p:spPr>
          <a:xfrm>
            <a:off x="2960472" y="5991867"/>
            <a:ext cx="5181600" cy="61100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6515">
              <a:lnSpc>
                <a:spcPts val="2210"/>
              </a:lnSpc>
              <a:spcBef>
                <a:spcPts val="869"/>
              </a:spcBef>
            </a:pPr>
            <a:r>
              <a:rPr lang="en-GB" sz="21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https://www.nngroup.com/articles/task-scenarios-usability-testing/</a:t>
            </a:r>
            <a:r>
              <a:rPr lang="en-GB" sz="21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 </a:t>
            </a:r>
            <a:endParaRPr sz="2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4543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888" y="381000"/>
            <a:ext cx="8104474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spcBef>
                <a:spcPts val="380"/>
              </a:spcBef>
            </a:pPr>
            <a:r>
              <a:rPr lang="en-GB" sz="4800" b="1" spc="-10" dirty="0">
                <a:latin typeface="Calibri"/>
                <a:cs typeface="Calibri"/>
              </a:rPr>
              <a:t>Types of Task Scenarios</a:t>
            </a:r>
            <a:br>
              <a:rPr lang="en-GB" sz="3600" spc="-10" dirty="0">
                <a:latin typeface="Calibri"/>
                <a:cs typeface="Calibri"/>
              </a:rPr>
            </a:br>
            <a:r>
              <a:rPr lang="en-GB" sz="28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</a:t>
            </a:r>
            <a:r>
              <a:rPr lang="en-GB" sz="28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www.userfocus.co.uk/articles/testtasks.html</a:t>
            </a:r>
            <a:endParaRPr lang="en-GB" sz="36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550" y="1631268"/>
            <a:ext cx="8182310" cy="1090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7390" y="1843532"/>
            <a:ext cx="7955470" cy="4465966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000" b="1" dirty="0">
                <a:latin typeface="Calibri"/>
                <a:cs typeface="Calibri"/>
              </a:rPr>
              <a:t>Scavenger Hunt </a:t>
            </a:r>
            <a:r>
              <a:rPr lang="en-GB" sz="2000" dirty="0">
                <a:latin typeface="Calibri"/>
                <a:cs typeface="Calibri"/>
              </a:rPr>
              <a:t>– Ask your user to find/do something that has one clear answer.</a:t>
            </a: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000" b="1" dirty="0">
                <a:latin typeface="Calibri"/>
                <a:cs typeface="Calibri"/>
              </a:rPr>
              <a:t>Reverse Scavenger Hunt </a:t>
            </a:r>
            <a:r>
              <a:rPr lang="en-GB" sz="2000" dirty="0">
                <a:latin typeface="Calibri"/>
                <a:cs typeface="Calibri"/>
              </a:rPr>
              <a:t>– Show users the answer and then ask them to find it.</a:t>
            </a: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000" b="1" dirty="0">
                <a:latin typeface="Calibri"/>
                <a:cs typeface="Calibri"/>
              </a:rPr>
              <a:t>Self-generated tasks </a:t>
            </a:r>
            <a:r>
              <a:rPr lang="en-GB" sz="2000" dirty="0">
                <a:latin typeface="Calibri"/>
                <a:cs typeface="Calibri"/>
              </a:rPr>
              <a:t>– No goal, instead you ask the user what they’d expect to do with the site then test it.</a:t>
            </a: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000" b="1" dirty="0">
                <a:latin typeface="Calibri"/>
                <a:cs typeface="Calibri"/>
              </a:rPr>
              <a:t>Part self-generated </a:t>
            </a:r>
            <a:r>
              <a:rPr lang="en-GB" sz="2000" dirty="0">
                <a:latin typeface="Calibri"/>
                <a:cs typeface="Calibri"/>
              </a:rPr>
              <a:t>– Design an overall goal then get the user to fill the gaps.</a:t>
            </a: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000" b="1" dirty="0">
                <a:latin typeface="Calibri"/>
                <a:cs typeface="Calibri"/>
              </a:rPr>
              <a:t>‘Skin in the game' tasks </a:t>
            </a:r>
            <a:r>
              <a:rPr lang="en-GB" sz="2000" dirty="0">
                <a:latin typeface="Calibri"/>
                <a:cs typeface="Calibri"/>
              </a:rPr>
              <a:t>– Users react differently when it’s not their money – less risk. Pretending to buy a holiday vs really buying one. Give them a reimbursement or voucher.</a:t>
            </a:r>
          </a:p>
          <a:p>
            <a:pPr marL="469900" indent="-457200">
              <a:spcBef>
                <a:spcPts val="625"/>
              </a:spcBef>
              <a:buFont typeface="+mj-lt"/>
              <a:buAutoNum type="arabicPeriod"/>
              <a:tabLst>
                <a:tab pos="231775" algn="l"/>
              </a:tabLst>
            </a:pPr>
            <a:r>
              <a:rPr lang="en-GB" sz="2000" b="1" dirty="0">
                <a:latin typeface="Calibri"/>
                <a:cs typeface="Calibri"/>
              </a:rPr>
              <a:t>Troubleshooting tasks </a:t>
            </a:r>
            <a:r>
              <a:rPr lang="en-GB" sz="2000" dirty="0">
                <a:latin typeface="Calibri"/>
                <a:cs typeface="Calibri"/>
              </a:rPr>
              <a:t>– something has gone wrong how do users respond? Try recreate an issue and ask users to solve it.</a:t>
            </a:r>
          </a:p>
        </p:txBody>
      </p:sp>
    </p:spTree>
    <p:extLst>
      <p:ext uri="{BB962C8B-B14F-4D97-AF65-F5344CB8AC3E}">
        <p14:creationId xmlns:p14="http://schemas.microsoft.com/office/powerpoint/2010/main" val="3797910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263" y="2779570"/>
            <a:ext cx="2204085" cy="108458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indent="92710">
              <a:lnSpc>
                <a:spcPts val="3979"/>
              </a:lnSpc>
              <a:spcBef>
                <a:spcPts val="540"/>
              </a:spcBef>
            </a:pPr>
            <a:r>
              <a:rPr sz="3600" dirty="0">
                <a:solidFill>
                  <a:srgbClr val="FFFFFF"/>
                </a:solidFill>
                <a:latin typeface="Calibri Light"/>
                <a:cs typeface="Calibri Light"/>
              </a:rPr>
              <a:t>What</a:t>
            </a:r>
            <a:r>
              <a:rPr sz="3600" spc="1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3600" spc="1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libri Light"/>
                <a:cs typeface="Calibri Light"/>
              </a:rPr>
              <a:t>an </a:t>
            </a:r>
            <a:r>
              <a:rPr sz="3600" spc="-10" dirty="0">
                <a:solidFill>
                  <a:srgbClr val="FFFFFF"/>
                </a:solidFill>
                <a:latin typeface="Calibri Light"/>
                <a:cs typeface="Calibri Light"/>
              </a:rPr>
              <a:t>evaluation?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80313" y="838200"/>
            <a:ext cx="4379595" cy="5427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67665" algn="l"/>
              </a:tabLst>
            </a:pPr>
            <a:r>
              <a:rPr sz="2400" spc="-10" dirty="0">
                <a:latin typeface="Calibri"/>
                <a:cs typeface="Calibri"/>
              </a:rPr>
              <a:t>Performance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assessed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against</a:t>
            </a:r>
            <a:r>
              <a:rPr lang="en-GB" sz="2400" dirty="0">
                <a:latin typeface="Calibri"/>
                <a:cs typeface="Calibri"/>
              </a:rPr>
              <a:t> </a:t>
            </a:r>
            <a:r>
              <a:rPr lang="en-GB" sz="2400" b="1" dirty="0">
                <a:latin typeface="Calibri"/>
                <a:cs typeface="Calibri"/>
              </a:rPr>
              <a:t>E</a:t>
            </a:r>
            <a:r>
              <a:rPr sz="2400" b="1" spc="-10" dirty="0">
                <a:latin typeface="Calibri"/>
                <a:cs typeface="Calibri"/>
              </a:rPr>
              <a:t>valuation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criteria</a:t>
            </a:r>
            <a:r>
              <a:rPr lang="en-GB" sz="2400" b="1" spc="-10" dirty="0">
                <a:latin typeface="Calibri"/>
                <a:cs typeface="Calibri"/>
              </a:rPr>
              <a:t>:</a:t>
            </a:r>
          </a:p>
          <a:p>
            <a:pPr marL="367665" indent="-354965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67665" algn="l"/>
              </a:tabLst>
            </a:pPr>
            <a:endParaRPr sz="2400" dirty="0">
              <a:latin typeface="Calibri"/>
              <a:cs typeface="Calibri"/>
            </a:endParaRPr>
          </a:p>
          <a:p>
            <a:pPr marL="469900" lvl="1" indent="-457200">
              <a:spcBef>
                <a:spcPts val="575"/>
              </a:spcBef>
              <a:buFont typeface="+mj-lt"/>
              <a:buAutoNum type="arabicPeriod"/>
              <a:tabLst>
                <a:tab pos="36766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metrics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this?</a:t>
            </a:r>
            <a:endParaRPr lang="en-GB" sz="2400" spc="-10" dirty="0">
              <a:latin typeface="Calibri"/>
              <a:cs typeface="Calibri"/>
            </a:endParaRPr>
          </a:p>
          <a:p>
            <a:pPr marL="469900" lvl="1" indent="-457200">
              <a:spcBef>
                <a:spcPts val="34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GB" sz="2400" dirty="0">
                <a:latin typeface="Calibri"/>
                <a:cs typeface="Calibri"/>
              </a:rPr>
              <a:t>Which</a:t>
            </a:r>
            <a:r>
              <a:rPr lang="en-GB" sz="2400" spc="-4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criteria</a:t>
            </a:r>
            <a:r>
              <a:rPr lang="en-GB" sz="2400" spc="-4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(learnability,</a:t>
            </a:r>
            <a:r>
              <a:rPr lang="en-GB" sz="2400" spc="-4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memorability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spc="-20" dirty="0">
                <a:latin typeface="Calibri"/>
                <a:cs typeface="Calibri"/>
              </a:rPr>
              <a:t>etc) to</a:t>
            </a:r>
            <a:r>
              <a:rPr lang="en-GB" sz="2400" spc="-2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select</a:t>
            </a:r>
            <a:r>
              <a:rPr lang="en-GB" sz="2400" spc="-2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depending</a:t>
            </a:r>
            <a:r>
              <a:rPr lang="en-GB" sz="2400" spc="-3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on</a:t>
            </a:r>
            <a:r>
              <a:rPr lang="en-GB" sz="2400" spc="-2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the</a:t>
            </a:r>
            <a:r>
              <a:rPr lang="en-GB" sz="2400" spc="-2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type</a:t>
            </a:r>
            <a:r>
              <a:rPr lang="en-GB" sz="2400" spc="-25" dirty="0">
                <a:latin typeface="Calibri"/>
                <a:cs typeface="Calibri"/>
              </a:rPr>
              <a:t> of </a:t>
            </a:r>
            <a:r>
              <a:rPr lang="en-GB" sz="2400" spc="-10" dirty="0">
                <a:latin typeface="Calibri"/>
                <a:cs typeface="Calibri"/>
              </a:rPr>
              <a:t>system</a:t>
            </a:r>
            <a:r>
              <a:rPr lang="en-GB" sz="2400" spc="-3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and</a:t>
            </a:r>
            <a:r>
              <a:rPr lang="en-GB" sz="2400" spc="36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context</a:t>
            </a:r>
            <a:r>
              <a:rPr lang="en-GB" sz="2400" spc="-3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of</a:t>
            </a:r>
            <a:r>
              <a:rPr lang="en-GB" sz="2400" spc="-25" dirty="0">
                <a:latin typeface="Calibri"/>
                <a:cs typeface="Calibri"/>
              </a:rPr>
              <a:t> use.</a:t>
            </a:r>
          </a:p>
          <a:p>
            <a:pPr marL="469900" lvl="1" indent="-457200">
              <a:spcBef>
                <a:spcPts val="34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GB" sz="2400" dirty="0">
                <a:latin typeface="Calibri"/>
                <a:cs typeface="Calibri"/>
              </a:rPr>
              <a:t>Threshold</a:t>
            </a:r>
            <a:r>
              <a:rPr lang="en-GB" sz="2400" spc="-5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of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what</a:t>
            </a:r>
            <a:r>
              <a:rPr lang="en-GB" sz="2400" spc="-5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is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acceptable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(benchmark </a:t>
            </a:r>
            <a:r>
              <a:rPr lang="en-GB" sz="2400" dirty="0">
                <a:latin typeface="Calibri"/>
                <a:cs typeface="Calibri"/>
              </a:rPr>
              <a:t>for</a:t>
            </a:r>
            <a:r>
              <a:rPr lang="en-GB" sz="2400" spc="-6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pass/fail)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should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be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determined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b="1" dirty="0">
                <a:latin typeface="Calibri"/>
                <a:cs typeface="Calibri"/>
              </a:rPr>
              <a:t>prior</a:t>
            </a:r>
            <a:r>
              <a:rPr lang="en-GB" sz="2400" b="1" spc="-55" dirty="0">
                <a:latin typeface="Calibri"/>
                <a:cs typeface="Calibri"/>
              </a:rPr>
              <a:t> </a:t>
            </a:r>
            <a:r>
              <a:rPr lang="en-GB" sz="2400" b="1" spc="-25" dirty="0">
                <a:latin typeface="Calibri"/>
                <a:cs typeface="Calibri"/>
              </a:rPr>
              <a:t>to </a:t>
            </a:r>
            <a:r>
              <a:rPr lang="en-GB" sz="2400" b="1" spc="-10" dirty="0">
                <a:latin typeface="Calibri"/>
                <a:cs typeface="Calibri"/>
              </a:rPr>
              <a:t>evaluation.</a:t>
            </a:r>
            <a:endParaRPr lang="en-GB" sz="2400" dirty="0">
              <a:latin typeface="Calibri"/>
              <a:cs typeface="Calibri"/>
            </a:endParaRPr>
          </a:p>
          <a:p>
            <a:pPr marL="12700">
              <a:spcBef>
                <a:spcPts val="575"/>
              </a:spcBef>
              <a:tabLst>
                <a:tab pos="367665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125470" cy="6858000"/>
          </a:xfrm>
          <a:custGeom>
            <a:avLst/>
            <a:gdLst/>
            <a:ahLst/>
            <a:cxnLst/>
            <a:rect l="l" t="t" r="r" b="b"/>
            <a:pathLst>
              <a:path w="3125470" h="6858000">
                <a:moveTo>
                  <a:pt x="1694662" y="0"/>
                </a:moveTo>
                <a:lnTo>
                  <a:pt x="0" y="0"/>
                </a:lnTo>
                <a:lnTo>
                  <a:pt x="0" y="6857999"/>
                </a:lnTo>
                <a:lnTo>
                  <a:pt x="1694662" y="6857999"/>
                </a:lnTo>
                <a:lnTo>
                  <a:pt x="1790852" y="6775778"/>
                </a:lnTo>
                <a:lnTo>
                  <a:pt x="1822912" y="6746498"/>
                </a:lnTo>
                <a:lnTo>
                  <a:pt x="1854675" y="6716687"/>
                </a:lnTo>
                <a:lnTo>
                  <a:pt x="1886136" y="6686348"/>
                </a:lnTo>
                <a:lnTo>
                  <a:pt x="1917292" y="6655488"/>
                </a:lnTo>
                <a:lnTo>
                  <a:pt x="1948140" y="6624110"/>
                </a:lnTo>
                <a:lnTo>
                  <a:pt x="1978675" y="6592219"/>
                </a:lnTo>
                <a:lnTo>
                  <a:pt x="2008895" y="6559821"/>
                </a:lnTo>
                <a:lnTo>
                  <a:pt x="2038795" y="6526920"/>
                </a:lnTo>
                <a:lnTo>
                  <a:pt x="2068372" y="6493521"/>
                </a:lnTo>
                <a:lnTo>
                  <a:pt x="2097622" y="6459629"/>
                </a:lnTo>
                <a:lnTo>
                  <a:pt x="2126542" y="6425248"/>
                </a:lnTo>
                <a:lnTo>
                  <a:pt x="2155129" y="6390384"/>
                </a:lnTo>
                <a:lnTo>
                  <a:pt x="2183378" y="6355041"/>
                </a:lnTo>
                <a:lnTo>
                  <a:pt x="2211285" y="6319224"/>
                </a:lnTo>
                <a:lnTo>
                  <a:pt x="2238848" y="6282937"/>
                </a:lnTo>
                <a:lnTo>
                  <a:pt x="2266063" y="6246187"/>
                </a:lnTo>
                <a:lnTo>
                  <a:pt x="2292926" y="6208976"/>
                </a:lnTo>
                <a:lnTo>
                  <a:pt x="2319433" y="6171311"/>
                </a:lnTo>
                <a:lnTo>
                  <a:pt x="2345581" y="6133196"/>
                </a:lnTo>
                <a:lnTo>
                  <a:pt x="2371367" y="6094636"/>
                </a:lnTo>
                <a:lnTo>
                  <a:pt x="2396786" y="6055636"/>
                </a:lnTo>
                <a:lnTo>
                  <a:pt x="2421835" y="6016199"/>
                </a:lnTo>
                <a:lnTo>
                  <a:pt x="2446511" y="5976333"/>
                </a:lnTo>
                <a:lnTo>
                  <a:pt x="2470810" y="5936040"/>
                </a:lnTo>
                <a:lnTo>
                  <a:pt x="2494728" y="5895326"/>
                </a:lnTo>
                <a:lnTo>
                  <a:pt x="2518261" y="5854196"/>
                </a:lnTo>
                <a:lnTo>
                  <a:pt x="2541406" y="5812654"/>
                </a:lnTo>
                <a:lnTo>
                  <a:pt x="2564160" y="5770706"/>
                </a:lnTo>
                <a:lnTo>
                  <a:pt x="2586519" y="5728356"/>
                </a:lnTo>
                <a:lnTo>
                  <a:pt x="2608479" y="5685609"/>
                </a:lnTo>
                <a:lnTo>
                  <a:pt x="2630037" y="5642469"/>
                </a:lnTo>
                <a:lnTo>
                  <a:pt x="2651188" y="5598942"/>
                </a:lnTo>
                <a:lnTo>
                  <a:pt x="2671930" y="5555033"/>
                </a:lnTo>
                <a:lnTo>
                  <a:pt x="2692259" y="5510745"/>
                </a:lnTo>
                <a:lnTo>
                  <a:pt x="2712171" y="5466085"/>
                </a:lnTo>
                <a:lnTo>
                  <a:pt x="2731662" y="5421056"/>
                </a:lnTo>
                <a:lnTo>
                  <a:pt x="2750730" y="5375664"/>
                </a:lnTo>
                <a:lnTo>
                  <a:pt x="2769370" y="5329914"/>
                </a:lnTo>
                <a:lnTo>
                  <a:pt x="2787578" y="5283809"/>
                </a:lnTo>
                <a:lnTo>
                  <a:pt x="2805352" y="5237356"/>
                </a:lnTo>
                <a:lnTo>
                  <a:pt x="2822687" y="5190559"/>
                </a:lnTo>
                <a:lnTo>
                  <a:pt x="2839581" y="5143422"/>
                </a:lnTo>
                <a:lnTo>
                  <a:pt x="2856028" y="5095950"/>
                </a:lnTo>
                <a:lnTo>
                  <a:pt x="2872026" y="5048149"/>
                </a:lnTo>
                <a:lnTo>
                  <a:pt x="2887572" y="5000023"/>
                </a:lnTo>
                <a:lnTo>
                  <a:pt x="2902661" y="4951577"/>
                </a:lnTo>
                <a:lnTo>
                  <a:pt x="2917290" y="4902815"/>
                </a:lnTo>
                <a:lnTo>
                  <a:pt x="2931455" y="4853743"/>
                </a:lnTo>
                <a:lnTo>
                  <a:pt x="2945152" y="4804365"/>
                </a:lnTo>
                <a:lnTo>
                  <a:pt x="2958379" y="4754687"/>
                </a:lnTo>
                <a:lnTo>
                  <a:pt x="2971132" y="4704712"/>
                </a:lnTo>
                <a:lnTo>
                  <a:pt x="2983406" y="4654446"/>
                </a:lnTo>
                <a:lnTo>
                  <a:pt x="2995198" y="4603894"/>
                </a:lnTo>
                <a:lnTo>
                  <a:pt x="3006505" y="4553060"/>
                </a:lnTo>
                <a:lnTo>
                  <a:pt x="3017324" y="4501949"/>
                </a:lnTo>
                <a:lnTo>
                  <a:pt x="3027649" y="4450566"/>
                </a:lnTo>
                <a:lnTo>
                  <a:pt x="3037479" y="4398916"/>
                </a:lnTo>
                <a:lnTo>
                  <a:pt x="3046808" y="4347003"/>
                </a:lnTo>
                <a:lnTo>
                  <a:pt x="3055635" y="4294833"/>
                </a:lnTo>
                <a:lnTo>
                  <a:pt x="3063954" y="4242410"/>
                </a:lnTo>
                <a:lnTo>
                  <a:pt x="3071763" y="4189739"/>
                </a:lnTo>
                <a:lnTo>
                  <a:pt x="3079057" y="4136825"/>
                </a:lnTo>
                <a:lnTo>
                  <a:pt x="3085834" y="4083672"/>
                </a:lnTo>
                <a:lnTo>
                  <a:pt x="3092089" y="4030286"/>
                </a:lnTo>
                <a:lnTo>
                  <a:pt x="3097820" y="3976671"/>
                </a:lnTo>
                <a:lnTo>
                  <a:pt x="3103021" y="3922832"/>
                </a:lnTo>
                <a:lnTo>
                  <a:pt x="3107691" y="3868775"/>
                </a:lnTo>
                <a:lnTo>
                  <a:pt x="3111824" y="3814502"/>
                </a:lnTo>
                <a:lnTo>
                  <a:pt x="3115418" y="3760021"/>
                </a:lnTo>
                <a:lnTo>
                  <a:pt x="3118469" y="3705334"/>
                </a:lnTo>
                <a:lnTo>
                  <a:pt x="3120974" y="3650448"/>
                </a:lnTo>
                <a:lnTo>
                  <a:pt x="3122928" y="3595366"/>
                </a:lnTo>
                <a:lnTo>
                  <a:pt x="3124328" y="3540095"/>
                </a:lnTo>
                <a:lnTo>
                  <a:pt x="3125171" y="3484637"/>
                </a:lnTo>
                <a:lnTo>
                  <a:pt x="3125453" y="3429000"/>
                </a:lnTo>
                <a:lnTo>
                  <a:pt x="3125171" y="3373362"/>
                </a:lnTo>
                <a:lnTo>
                  <a:pt x="3124328" y="3317904"/>
                </a:lnTo>
                <a:lnTo>
                  <a:pt x="3122928" y="3262633"/>
                </a:lnTo>
                <a:lnTo>
                  <a:pt x="3120974" y="3207551"/>
                </a:lnTo>
                <a:lnTo>
                  <a:pt x="3118469" y="3152665"/>
                </a:lnTo>
                <a:lnTo>
                  <a:pt x="3115418" y="3097979"/>
                </a:lnTo>
                <a:lnTo>
                  <a:pt x="3111824" y="3043497"/>
                </a:lnTo>
                <a:lnTo>
                  <a:pt x="3107691" y="2989225"/>
                </a:lnTo>
                <a:lnTo>
                  <a:pt x="3103021" y="2935167"/>
                </a:lnTo>
                <a:lnTo>
                  <a:pt x="3097820" y="2881328"/>
                </a:lnTo>
                <a:lnTo>
                  <a:pt x="3092089" y="2827713"/>
                </a:lnTo>
                <a:lnTo>
                  <a:pt x="3085834" y="2774327"/>
                </a:lnTo>
                <a:lnTo>
                  <a:pt x="3079057" y="2721174"/>
                </a:lnTo>
                <a:lnTo>
                  <a:pt x="3071763" y="2668260"/>
                </a:lnTo>
                <a:lnTo>
                  <a:pt x="3063954" y="2615589"/>
                </a:lnTo>
                <a:lnTo>
                  <a:pt x="3055635" y="2563166"/>
                </a:lnTo>
                <a:lnTo>
                  <a:pt x="3046808" y="2510996"/>
                </a:lnTo>
                <a:lnTo>
                  <a:pt x="3037479" y="2459084"/>
                </a:lnTo>
                <a:lnTo>
                  <a:pt x="3027649" y="2407434"/>
                </a:lnTo>
                <a:lnTo>
                  <a:pt x="3017324" y="2356051"/>
                </a:lnTo>
                <a:lnTo>
                  <a:pt x="3006505" y="2304940"/>
                </a:lnTo>
                <a:lnTo>
                  <a:pt x="2995198" y="2254106"/>
                </a:lnTo>
                <a:lnTo>
                  <a:pt x="2983406" y="2203553"/>
                </a:lnTo>
                <a:lnTo>
                  <a:pt x="2971132" y="2153287"/>
                </a:lnTo>
                <a:lnTo>
                  <a:pt x="2958379" y="2103313"/>
                </a:lnTo>
                <a:lnTo>
                  <a:pt x="2945152" y="2053634"/>
                </a:lnTo>
                <a:lnTo>
                  <a:pt x="2931455" y="2004256"/>
                </a:lnTo>
                <a:lnTo>
                  <a:pt x="2917290" y="1955184"/>
                </a:lnTo>
                <a:lnTo>
                  <a:pt x="2902661" y="1906423"/>
                </a:lnTo>
                <a:lnTo>
                  <a:pt x="2887572" y="1857977"/>
                </a:lnTo>
                <a:lnTo>
                  <a:pt x="2872026" y="1809850"/>
                </a:lnTo>
                <a:lnTo>
                  <a:pt x="2856028" y="1762049"/>
                </a:lnTo>
                <a:lnTo>
                  <a:pt x="2839581" y="1714578"/>
                </a:lnTo>
                <a:lnTo>
                  <a:pt x="2822687" y="1667441"/>
                </a:lnTo>
                <a:lnTo>
                  <a:pt x="2805352" y="1620644"/>
                </a:lnTo>
                <a:lnTo>
                  <a:pt x="2787578" y="1574190"/>
                </a:lnTo>
                <a:lnTo>
                  <a:pt x="2769370" y="1528086"/>
                </a:lnTo>
                <a:lnTo>
                  <a:pt x="2750730" y="1482335"/>
                </a:lnTo>
                <a:lnTo>
                  <a:pt x="2731662" y="1436943"/>
                </a:lnTo>
                <a:lnTo>
                  <a:pt x="2712171" y="1391915"/>
                </a:lnTo>
                <a:lnTo>
                  <a:pt x="2692259" y="1347254"/>
                </a:lnTo>
                <a:lnTo>
                  <a:pt x="2671930" y="1302967"/>
                </a:lnTo>
                <a:lnTo>
                  <a:pt x="2651188" y="1259057"/>
                </a:lnTo>
                <a:lnTo>
                  <a:pt x="2630037" y="1215531"/>
                </a:lnTo>
                <a:lnTo>
                  <a:pt x="2608479" y="1172391"/>
                </a:lnTo>
                <a:lnTo>
                  <a:pt x="2586519" y="1129644"/>
                </a:lnTo>
                <a:lnTo>
                  <a:pt x="2564160" y="1087294"/>
                </a:lnTo>
                <a:lnTo>
                  <a:pt x="2541406" y="1045345"/>
                </a:lnTo>
                <a:lnTo>
                  <a:pt x="2518261" y="1003804"/>
                </a:lnTo>
                <a:lnTo>
                  <a:pt x="2494728" y="962674"/>
                </a:lnTo>
                <a:lnTo>
                  <a:pt x="2470810" y="921960"/>
                </a:lnTo>
                <a:lnTo>
                  <a:pt x="2446511" y="881667"/>
                </a:lnTo>
                <a:lnTo>
                  <a:pt x="2421835" y="841801"/>
                </a:lnTo>
                <a:lnTo>
                  <a:pt x="2396786" y="802365"/>
                </a:lnTo>
                <a:lnTo>
                  <a:pt x="2371367" y="763364"/>
                </a:lnTo>
                <a:lnTo>
                  <a:pt x="2345581" y="724804"/>
                </a:lnTo>
                <a:lnTo>
                  <a:pt x="2319433" y="686689"/>
                </a:lnTo>
                <a:lnTo>
                  <a:pt x="2292926" y="649024"/>
                </a:lnTo>
                <a:lnTo>
                  <a:pt x="2266063" y="611814"/>
                </a:lnTo>
                <a:lnTo>
                  <a:pt x="2238848" y="575063"/>
                </a:lnTo>
                <a:lnTo>
                  <a:pt x="2211285" y="538777"/>
                </a:lnTo>
                <a:lnTo>
                  <a:pt x="2183378" y="502959"/>
                </a:lnTo>
                <a:lnTo>
                  <a:pt x="2155129" y="467616"/>
                </a:lnTo>
                <a:lnTo>
                  <a:pt x="2126542" y="432752"/>
                </a:lnTo>
                <a:lnTo>
                  <a:pt x="2097622" y="398371"/>
                </a:lnTo>
                <a:lnTo>
                  <a:pt x="2068372" y="364479"/>
                </a:lnTo>
                <a:lnTo>
                  <a:pt x="2038795" y="331080"/>
                </a:lnTo>
                <a:lnTo>
                  <a:pt x="2008895" y="298179"/>
                </a:lnTo>
                <a:lnTo>
                  <a:pt x="1978675" y="265781"/>
                </a:lnTo>
                <a:lnTo>
                  <a:pt x="1948140" y="233891"/>
                </a:lnTo>
                <a:lnTo>
                  <a:pt x="1917292" y="202513"/>
                </a:lnTo>
                <a:lnTo>
                  <a:pt x="1886136" y="171652"/>
                </a:lnTo>
                <a:lnTo>
                  <a:pt x="1854675" y="141313"/>
                </a:lnTo>
                <a:lnTo>
                  <a:pt x="1822912" y="111502"/>
                </a:lnTo>
                <a:lnTo>
                  <a:pt x="1790852" y="82222"/>
                </a:lnTo>
                <a:lnTo>
                  <a:pt x="1694662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5966" y="2464477"/>
            <a:ext cx="2138045" cy="17145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 algn="ctr">
              <a:lnSpc>
                <a:spcPts val="4300"/>
              </a:lnSpc>
              <a:spcBef>
                <a:spcPts val="580"/>
              </a:spcBef>
            </a:pPr>
            <a:r>
              <a:rPr sz="3900" spc="-10" dirty="0">
                <a:solidFill>
                  <a:srgbClr val="FFFFFF"/>
                </a:solidFill>
                <a:latin typeface="Calibri Light"/>
                <a:cs typeface="Calibri Light"/>
              </a:rPr>
              <a:t>Evaluation </a:t>
            </a:r>
            <a:r>
              <a:rPr sz="3900" dirty="0">
                <a:solidFill>
                  <a:srgbClr val="FFFFFF"/>
                </a:solidFill>
                <a:latin typeface="Calibri Light"/>
                <a:cs typeface="Calibri Light"/>
              </a:rPr>
              <a:t>Goal</a:t>
            </a:r>
            <a:r>
              <a:rPr sz="3900" spc="1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9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3900" spc="-10" dirty="0">
                <a:solidFill>
                  <a:srgbClr val="FFFFFF"/>
                </a:solidFill>
                <a:latin typeface="Calibri Light"/>
                <a:cs typeface="Calibri Light"/>
              </a:rPr>
              <a:t>Scope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13372" y="885996"/>
            <a:ext cx="5830628" cy="5086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380"/>
              </a:spcBef>
            </a:pPr>
            <a:r>
              <a:rPr lang="en-GB" sz="3200" b="1" spc="-10" dirty="0">
                <a:latin typeface="Calibri"/>
                <a:cs typeface="Calibri"/>
              </a:rPr>
              <a:t>Goal</a:t>
            </a:r>
          </a:p>
          <a:p>
            <a:pPr marL="574675" indent="-219075">
              <a:spcBef>
                <a:spcPts val="100"/>
              </a:spcBef>
              <a:buChar char="–"/>
              <a:tabLst>
                <a:tab pos="574675" algn="l"/>
              </a:tabLst>
            </a:pPr>
            <a:r>
              <a:rPr lang="en-GB" sz="2400" spc="-10" dirty="0">
                <a:latin typeface="Calibri"/>
                <a:cs typeface="Calibri"/>
              </a:rPr>
              <a:t>Statement</a:t>
            </a:r>
            <a:r>
              <a:rPr lang="en-GB" sz="2400" spc="-6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of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evaluation</a:t>
            </a:r>
            <a:r>
              <a:rPr lang="en-GB" sz="2400" spc="-55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question.</a:t>
            </a:r>
            <a:endParaRPr lang="en-GB" sz="2400" dirty="0">
              <a:latin typeface="Calibri"/>
              <a:cs typeface="Calibri"/>
            </a:endParaRPr>
          </a:p>
          <a:p>
            <a:pPr marL="527050" marR="1446530" indent="-171450">
              <a:spcBef>
                <a:spcPts val="445"/>
              </a:spcBef>
              <a:buChar char="–"/>
              <a:tabLst>
                <a:tab pos="527050" algn="l"/>
                <a:tab pos="574675" algn="l"/>
              </a:tabLst>
            </a:pPr>
            <a:r>
              <a:rPr lang="en-GB" sz="2400" dirty="0">
                <a:latin typeface="Calibri"/>
                <a:cs typeface="Calibri"/>
              </a:rPr>
              <a:t>	</a:t>
            </a:r>
            <a:r>
              <a:rPr lang="en-GB" sz="2400" b="1" i="1" dirty="0">
                <a:latin typeface="Calibri"/>
                <a:cs typeface="Calibri"/>
              </a:rPr>
              <a:t>Summative</a:t>
            </a:r>
            <a:r>
              <a:rPr lang="en-GB" sz="2400" spc="-70" dirty="0">
                <a:latin typeface="Calibri"/>
                <a:cs typeface="Calibri"/>
              </a:rPr>
              <a:t> (final) </a:t>
            </a:r>
            <a:r>
              <a:rPr lang="en-GB" sz="2400" dirty="0">
                <a:latin typeface="Calibri"/>
                <a:cs typeface="Calibri"/>
              </a:rPr>
              <a:t>or</a:t>
            </a:r>
            <a:r>
              <a:rPr lang="en-GB" sz="2400" spc="-75" dirty="0">
                <a:latin typeface="Calibri"/>
                <a:cs typeface="Calibri"/>
              </a:rPr>
              <a:t> </a:t>
            </a:r>
            <a:r>
              <a:rPr lang="en-GB" sz="2400" b="1" i="1" spc="-10" dirty="0">
                <a:latin typeface="Calibri"/>
                <a:cs typeface="Calibri"/>
              </a:rPr>
              <a:t>Formative</a:t>
            </a:r>
            <a:r>
              <a:rPr lang="en-GB" sz="2400" spc="-10" dirty="0">
                <a:latin typeface="Calibri"/>
                <a:cs typeface="Calibri"/>
              </a:rPr>
              <a:t> (low stakes) evaluation?</a:t>
            </a:r>
          </a:p>
          <a:p>
            <a:pPr marL="527050" marR="1446530" indent="-171450">
              <a:spcBef>
                <a:spcPts val="445"/>
              </a:spcBef>
              <a:buChar char="–"/>
              <a:tabLst>
                <a:tab pos="527050" algn="l"/>
                <a:tab pos="574675" algn="l"/>
              </a:tabLst>
            </a:pPr>
            <a:endParaRPr lang="en-GB" sz="2400" dirty="0">
              <a:latin typeface="Calibri"/>
              <a:cs typeface="Calibri"/>
            </a:endParaRPr>
          </a:p>
          <a:p>
            <a:pPr marL="12700">
              <a:spcBef>
                <a:spcPts val="380"/>
              </a:spcBef>
            </a:pPr>
            <a:r>
              <a:rPr lang="en-GB" sz="3200" b="1" dirty="0">
                <a:latin typeface="Calibri"/>
                <a:cs typeface="Calibri"/>
              </a:rPr>
              <a:t>Scope</a:t>
            </a:r>
          </a:p>
          <a:p>
            <a:pPr marL="574675" indent="-219075">
              <a:spcBef>
                <a:spcPts val="160"/>
              </a:spcBef>
              <a:buChar char="–"/>
              <a:tabLst>
                <a:tab pos="574675" algn="l"/>
              </a:tabLst>
            </a:pPr>
            <a:r>
              <a:rPr lang="en-GB" sz="2400" dirty="0">
                <a:latin typeface="Calibri"/>
                <a:cs typeface="Calibri"/>
              </a:rPr>
              <a:t>Full/final</a:t>
            </a:r>
            <a:r>
              <a:rPr lang="en-GB" sz="2400" spc="-7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or</a:t>
            </a:r>
            <a:r>
              <a:rPr lang="en-GB" sz="2400" spc="-65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iterative</a:t>
            </a:r>
            <a:r>
              <a:rPr lang="en-GB" sz="2400" spc="-6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evaluation?</a:t>
            </a:r>
            <a:endParaRPr lang="en-GB" sz="2400" dirty="0">
              <a:latin typeface="Calibri"/>
              <a:cs typeface="Calibri"/>
            </a:endParaRPr>
          </a:p>
          <a:p>
            <a:pPr marL="574675" indent="-219075">
              <a:spcBef>
                <a:spcPts val="120"/>
              </a:spcBef>
              <a:buChar char="–"/>
              <a:tabLst>
                <a:tab pos="574675" algn="l"/>
              </a:tabLst>
            </a:pPr>
            <a:r>
              <a:rPr lang="en-GB" sz="2400" spc="-10" dirty="0">
                <a:latin typeface="Calibri"/>
                <a:cs typeface="Calibri"/>
              </a:rPr>
              <a:t>Working</a:t>
            </a:r>
            <a:r>
              <a:rPr lang="en-GB" sz="2400" spc="-8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system,</a:t>
            </a:r>
            <a:r>
              <a:rPr lang="en-GB" sz="2400" spc="-75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prototype,</a:t>
            </a:r>
            <a:r>
              <a:rPr lang="en-GB" sz="2400" spc="-8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design?</a:t>
            </a:r>
            <a:endParaRPr lang="en-GB" sz="2400" dirty="0">
              <a:latin typeface="Calibri"/>
              <a:cs typeface="Calibri"/>
            </a:endParaRPr>
          </a:p>
          <a:p>
            <a:pPr marL="574675" indent="-219075">
              <a:spcBef>
                <a:spcPts val="120"/>
              </a:spcBef>
              <a:buChar char="–"/>
              <a:tabLst>
                <a:tab pos="574675" algn="l"/>
              </a:tabLst>
            </a:pPr>
            <a:r>
              <a:rPr lang="en-GB" sz="2400" spc="-10" dirty="0">
                <a:latin typeface="Calibri"/>
                <a:cs typeface="Calibri"/>
              </a:rPr>
              <a:t>Resources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(time,</a:t>
            </a:r>
            <a:r>
              <a:rPr lang="en-GB" sz="2400" spc="-4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number</a:t>
            </a:r>
            <a:r>
              <a:rPr lang="en-GB" sz="2400" spc="-4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of</a:t>
            </a:r>
            <a:r>
              <a:rPr lang="en-GB" sz="2400" spc="-35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staff)</a:t>
            </a:r>
            <a:endParaRPr lang="en-GB" sz="2400" dirty="0">
              <a:latin typeface="Calibri"/>
              <a:cs typeface="Calibri"/>
            </a:endParaRPr>
          </a:p>
          <a:p>
            <a:pPr marL="527050" marR="1196975" indent="-171450">
              <a:spcBef>
                <a:spcPts val="450"/>
              </a:spcBef>
              <a:buChar char="–"/>
              <a:tabLst>
                <a:tab pos="527050" algn="l"/>
                <a:tab pos="574675" algn="l"/>
              </a:tabLst>
            </a:pPr>
            <a:r>
              <a:rPr lang="en-GB" sz="2400" dirty="0">
                <a:latin typeface="Calibri"/>
                <a:cs typeface="Calibri"/>
              </a:rPr>
              <a:t>	Skills</a:t>
            </a:r>
            <a:r>
              <a:rPr lang="en-GB" sz="2400" spc="-5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(required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to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perform methods)</a:t>
            </a:r>
            <a:endParaRPr lang="en-GB" sz="2400" dirty="0">
              <a:latin typeface="Calibri"/>
              <a:cs typeface="Calibri"/>
            </a:endParaRPr>
          </a:p>
          <a:p>
            <a:pPr marL="12700">
              <a:spcBef>
                <a:spcPts val="380"/>
              </a:spcBef>
            </a:pPr>
            <a:endParaRPr lang="en-GB" sz="28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125470" cy="6858000"/>
          </a:xfrm>
          <a:custGeom>
            <a:avLst/>
            <a:gdLst/>
            <a:ahLst/>
            <a:cxnLst/>
            <a:rect l="l" t="t" r="r" b="b"/>
            <a:pathLst>
              <a:path w="3125470" h="6858000">
                <a:moveTo>
                  <a:pt x="1694662" y="0"/>
                </a:moveTo>
                <a:lnTo>
                  <a:pt x="0" y="0"/>
                </a:lnTo>
                <a:lnTo>
                  <a:pt x="0" y="6857999"/>
                </a:lnTo>
                <a:lnTo>
                  <a:pt x="1694662" y="6857999"/>
                </a:lnTo>
                <a:lnTo>
                  <a:pt x="1790852" y="6775778"/>
                </a:lnTo>
                <a:lnTo>
                  <a:pt x="1822912" y="6746498"/>
                </a:lnTo>
                <a:lnTo>
                  <a:pt x="1854675" y="6716687"/>
                </a:lnTo>
                <a:lnTo>
                  <a:pt x="1886136" y="6686348"/>
                </a:lnTo>
                <a:lnTo>
                  <a:pt x="1917292" y="6655488"/>
                </a:lnTo>
                <a:lnTo>
                  <a:pt x="1948140" y="6624110"/>
                </a:lnTo>
                <a:lnTo>
                  <a:pt x="1978675" y="6592219"/>
                </a:lnTo>
                <a:lnTo>
                  <a:pt x="2008895" y="6559821"/>
                </a:lnTo>
                <a:lnTo>
                  <a:pt x="2038795" y="6526920"/>
                </a:lnTo>
                <a:lnTo>
                  <a:pt x="2068372" y="6493521"/>
                </a:lnTo>
                <a:lnTo>
                  <a:pt x="2097622" y="6459629"/>
                </a:lnTo>
                <a:lnTo>
                  <a:pt x="2126542" y="6425248"/>
                </a:lnTo>
                <a:lnTo>
                  <a:pt x="2155129" y="6390384"/>
                </a:lnTo>
                <a:lnTo>
                  <a:pt x="2183378" y="6355041"/>
                </a:lnTo>
                <a:lnTo>
                  <a:pt x="2211285" y="6319224"/>
                </a:lnTo>
                <a:lnTo>
                  <a:pt x="2238848" y="6282937"/>
                </a:lnTo>
                <a:lnTo>
                  <a:pt x="2266063" y="6246187"/>
                </a:lnTo>
                <a:lnTo>
                  <a:pt x="2292926" y="6208976"/>
                </a:lnTo>
                <a:lnTo>
                  <a:pt x="2319433" y="6171311"/>
                </a:lnTo>
                <a:lnTo>
                  <a:pt x="2345581" y="6133196"/>
                </a:lnTo>
                <a:lnTo>
                  <a:pt x="2371367" y="6094636"/>
                </a:lnTo>
                <a:lnTo>
                  <a:pt x="2396786" y="6055636"/>
                </a:lnTo>
                <a:lnTo>
                  <a:pt x="2421835" y="6016199"/>
                </a:lnTo>
                <a:lnTo>
                  <a:pt x="2446511" y="5976333"/>
                </a:lnTo>
                <a:lnTo>
                  <a:pt x="2470810" y="5936040"/>
                </a:lnTo>
                <a:lnTo>
                  <a:pt x="2494728" y="5895326"/>
                </a:lnTo>
                <a:lnTo>
                  <a:pt x="2518261" y="5854196"/>
                </a:lnTo>
                <a:lnTo>
                  <a:pt x="2541406" y="5812654"/>
                </a:lnTo>
                <a:lnTo>
                  <a:pt x="2564160" y="5770706"/>
                </a:lnTo>
                <a:lnTo>
                  <a:pt x="2586519" y="5728356"/>
                </a:lnTo>
                <a:lnTo>
                  <a:pt x="2608479" y="5685609"/>
                </a:lnTo>
                <a:lnTo>
                  <a:pt x="2630037" y="5642469"/>
                </a:lnTo>
                <a:lnTo>
                  <a:pt x="2651188" y="5598942"/>
                </a:lnTo>
                <a:lnTo>
                  <a:pt x="2671930" y="5555033"/>
                </a:lnTo>
                <a:lnTo>
                  <a:pt x="2692259" y="5510745"/>
                </a:lnTo>
                <a:lnTo>
                  <a:pt x="2712171" y="5466085"/>
                </a:lnTo>
                <a:lnTo>
                  <a:pt x="2731662" y="5421056"/>
                </a:lnTo>
                <a:lnTo>
                  <a:pt x="2750730" y="5375664"/>
                </a:lnTo>
                <a:lnTo>
                  <a:pt x="2769370" y="5329914"/>
                </a:lnTo>
                <a:lnTo>
                  <a:pt x="2787578" y="5283809"/>
                </a:lnTo>
                <a:lnTo>
                  <a:pt x="2805352" y="5237356"/>
                </a:lnTo>
                <a:lnTo>
                  <a:pt x="2822687" y="5190559"/>
                </a:lnTo>
                <a:lnTo>
                  <a:pt x="2839581" y="5143422"/>
                </a:lnTo>
                <a:lnTo>
                  <a:pt x="2856028" y="5095950"/>
                </a:lnTo>
                <a:lnTo>
                  <a:pt x="2872026" y="5048149"/>
                </a:lnTo>
                <a:lnTo>
                  <a:pt x="2887572" y="5000023"/>
                </a:lnTo>
                <a:lnTo>
                  <a:pt x="2902661" y="4951577"/>
                </a:lnTo>
                <a:lnTo>
                  <a:pt x="2917290" y="4902815"/>
                </a:lnTo>
                <a:lnTo>
                  <a:pt x="2931455" y="4853743"/>
                </a:lnTo>
                <a:lnTo>
                  <a:pt x="2945152" y="4804365"/>
                </a:lnTo>
                <a:lnTo>
                  <a:pt x="2958379" y="4754687"/>
                </a:lnTo>
                <a:lnTo>
                  <a:pt x="2971132" y="4704712"/>
                </a:lnTo>
                <a:lnTo>
                  <a:pt x="2983406" y="4654446"/>
                </a:lnTo>
                <a:lnTo>
                  <a:pt x="2995198" y="4603894"/>
                </a:lnTo>
                <a:lnTo>
                  <a:pt x="3006505" y="4553060"/>
                </a:lnTo>
                <a:lnTo>
                  <a:pt x="3017324" y="4501949"/>
                </a:lnTo>
                <a:lnTo>
                  <a:pt x="3027649" y="4450566"/>
                </a:lnTo>
                <a:lnTo>
                  <a:pt x="3037479" y="4398916"/>
                </a:lnTo>
                <a:lnTo>
                  <a:pt x="3046808" y="4347003"/>
                </a:lnTo>
                <a:lnTo>
                  <a:pt x="3055635" y="4294833"/>
                </a:lnTo>
                <a:lnTo>
                  <a:pt x="3063954" y="4242410"/>
                </a:lnTo>
                <a:lnTo>
                  <a:pt x="3071763" y="4189739"/>
                </a:lnTo>
                <a:lnTo>
                  <a:pt x="3079057" y="4136825"/>
                </a:lnTo>
                <a:lnTo>
                  <a:pt x="3085834" y="4083672"/>
                </a:lnTo>
                <a:lnTo>
                  <a:pt x="3092089" y="4030286"/>
                </a:lnTo>
                <a:lnTo>
                  <a:pt x="3097820" y="3976671"/>
                </a:lnTo>
                <a:lnTo>
                  <a:pt x="3103021" y="3922832"/>
                </a:lnTo>
                <a:lnTo>
                  <a:pt x="3107691" y="3868775"/>
                </a:lnTo>
                <a:lnTo>
                  <a:pt x="3111824" y="3814502"/>
                </a:lnTo>
                <a:lnTo>
                  <a:pt x="3115418" y="3760021"/>
                </a:lnTo>
                <a:lnTo>
                  <a:pt x="3118469" y="3705334"/>
                </a:lnTo>
                <a:lnTo>
                  <a:pt x="3120974" y="3650448"/>
                </a:lnTo>
                <a:lnTo>
                  <a:pt x="3122928" y="3595366"/>
                </a:lnTo>
                <a:lnTo>
                  <a:pt x="3124328" y="3540095"/>
                </a:lnTo>
                <a:lnTo>
                  <a:pt x="3125171" y="3484637"/>
                </a:lnTo>
                <a:lnTo>
                  <a:pt x="3125453" y="3429000"/>
                </a:lnTo>
                <a:lnTo>
                  <a:pt x="3125171" y="3373362"/>
                </a:lnTo>
                <a:lnTo>
                  <a:pt x="3124328" y="3317904"/>
                </a:lnTo>
                <a:lnTo>
                  <a:pt x="3122928" y="3262633"/>
                </a:lnTo>
                <a:lnTo>
                  <a:pt x="3120974" y="3207551"/>
                </a:lnTo>
                <a:lnTo>
                  <a:pt x="3118469" y="3152665"/>
                </a:lnTo>
                <a:lnTo>
                  <a:pt x="3115418" y="3097979"/>
                </a:lnTo>
                <a:lnTo>
                  <a:pt x="3111824" y="3043497"/>
                </a:lnTo>
                <a:lnTo>
                  <a:pt x="3107691" y="2989225"/>
                </a:lnTo>
                <a:lnTo>
                  <a:pt x="3103021" y="2935167"/>
                </a:lnTo>
                <a:lnTo>
                  <a:pt x="3097820" y="2881328"/>
                </a:lnTo>
                <a:lnTo>
                  <a:pt x="3092089" y="2827713"/>
                </a:lnTo>
                <a:lnTo>
                  <a:pt x="3085834" y="2774327"/>
                </a:lnTo>
                <a:lnTo>
                  <a:pt x="3079057" y="2721174"/>
                </a:lnTo>
                <a:lnTo>
                  <a:pt x="3071763" y="2668260"/>
                </a:lnTo>
                <a:lnTo>
                  <a:pt x="3063954" y="2615589"/>
                </a:lnTo>
                <a:lnTo>
                  <a:pt x="3055635" y="2563166"/>
                </a:lnTo>
                <a:lnTo>
                  <a:pt x="3046808" y="2510996"/>
                </a:lnTo>
                <a:lnTo>
                  <a:pt x="3037479" y="2459084"/>
                </a:lnTo>
                <a:lnTo>
                  <a:pt x="3027649" y="2407434"/>
                </a:lnTo>
                <a:lnTo>
                  <a:pt x="3017324" y="2356051"/>
                </a:lnTo>
                <a:lnTo>
                  <a:pt x="3006505" y="2304940"/>
                </a:lnTo>
                <a:lnTo>
                  <a:pt x="2995198" y="2254106"/>
                </a:lnTo>
                <a:lnTo>
                  <a:pt x="2983406" y="2203553"/>
                </a:lnTo>
                <a:lnTo>
                  <a:pt x="2971132" y="2153287"/>
                </a:lnTo>
                <a:lnTo>
                  <a:pt x="2958379" y="2103313"/>
                </a:lnTo>
                <a:lnTo>
                  <a:pt x="2945152" y="2053634"/>
                </a:lnTo>
                <a:lnTo>
                  <a:pt x="2931455" y="2004256"/>
                </a:lnTo>
                <a:lnTo>
                  <a:pt x="2917290" y="1955184"/>
                </a:lnTo>
                <a:lnTo>
                  <a:pt x="2902661" y="1906423"/>
                </a:lnTo>
                <a:lnTo>
                  <a:pt x="2887572" y="1857977"/>
                </a:lnTo>
                <a:lnTo>
                  <a:pt x="2872026" y="1809850"/>
                </a:lnTo>
                <a:lnTo>
                  <a:pt x="2856028" y="1762049"/>
                </a:lnTo>
                <a:lnTo>
                  <a:pt x="2839581" y="1714578"/>
                </a:lnTo>
                <a:lnTo>
                  <a:pt x="2822687" y="1667441"/>
                </a:lnTo>
                <a:lnTo>
                  <a:pt x="2805352" y="1620644"/>
                </a:lnTo>
                <a:lnTo>
                  <a:pt x="2787578" y="1574190"/>
                </a:lnTo>
                <a:lnTo>
                  <a:pt x="2769370" y="1528086"/>
                </a:lnTo>
                <a:lnTo>
                  <a:pt x="2750730" y="1482335"/>
                </a:lnTo>
                <a:lnTo>
                  <a:pt x="2731662" y="1436943"/>
                </a:lnTo>
                <a:lnTo>
                  <a:pt x="2712171" y="1391915"/>
                </a:lnTo>
                <a:lnTo>
                  <a:pt x="2692259" y="1347254"/>
                </a:lnTo>
                <a:lnTo>
                  <a:pt x="2671930" y="1302967"/>
                </a:lnTo>
                <a:lnTo>
                  <a:pt x="2651188" y="1259057"/>
                </a:lnTo>
                <a:lnTo>
                  <a:pt x="2630037" y="1215531"/>
                </a:lnTo>
                <a:lnTo>
                  <a:pt x="2608479" y="1172391"/>
                </a:lnTo>
                <a:lnTo>
                  <a:pt x="2586519" y="1129644"/>
                </a:lnTo>
                <a:lnTo>
                  <a:pt x="2564160" y="1087294"/>
                </a:lnTo>
                <a:lnTo>
                  <a:pt x="2541406" y="1045345"/>
                </a:lnTo>
                <a:lnTo>
                  <a:pt x="2518261" y="1003804"/>
                </a:lnTo>
                <a:lnTo>
                  <a:pt x="2494728" y="962674"/>
                </a:lnTo>
                <a:lnTo>
                  <a:pt x="2470810" y="921960"/>
                </a:lnTo>
                <a:lnTo>
                  <a:pt x="2446511" y="881667"/>
                </a:lnTo>
                <a:lnTo>
                  <a:pt x="2421835" y="841801"/>
                </a:lnTo>
                <a:lnTo>
                  <a:pt x="2396786" y="802365"/>
                </a:lnTo>
                <a:lnTo>
                  <a:pt x="2371367" y="763364"/>
                </a:lnTo>
                <a:lnTo>
                  <a:pt x="2345581" y="724804"/>
                </a:lnTo>
                <a:lnTo>
                  <a:pt x="2319433" y="686689"/>
                </a:lnTo>
                <a:lnTo>
                  <a:pt x="2292926" y="649024"/>
                </a:lnTo>
                <a:lnTo>
                  <a:pt x="2266063" y="611814"/>
                </a:lnTo>
                <a:lnTo>
                  <a:pt x="2238848" y="575063"/>
                </a:lnTo>
                <a:lnTo>
                  <a:pt x="2211285" y="538777"/>
                </a:lnTo>
                <a:lnTo>
                  <a:pt x="2183378" y="502959"/>
                </a:lnTo>
                <a:lnTo>
                  <a:pt x="2155129" y="467616"/>
                </a:lnTo>
                <a:lnTo>
                  <a:pt x="2126542" y="432752"/>
                </a:lnTo>
                <a:lnTo>
                  <a:pt x="2097622" y="398371"/>
                </a:lnTo>
                <a:lnTo>
                  <a:pt x="2068372" y="364479"/>
                </a:lnTo>
                <a:lnTo>
                  <a:pt x="2038795" y="331080"/>
                </a:lnTo>
                <a:lnTo>
                  <a:pt x="2008895" y="298179"/>
                </a:lnTo>
                <a:lnTo>
                  <a:pt x="1978675" y="265781"/>
                </a:lnTo>
                <a:lnTo>
                  <a:pt x="1948140" y="233891"/>
                </a:lnTo>
                <a:lnTo>
                  <a:pt x="1917292" y="202513"/>
                </a:lnTo>
                <a:lnTo>
                  <a:pt x="1886136" y="171652"/>
                </a:lnTo>
                <a:lnTo>
                  <a:pt x="1854675" y="141313"/>
                </a:lnTo>
                <a:lnTo>
                  <a:pt x="1822912" y="111502"/>
                </a:lnTo>
                <a:lnTo>
                  <a:pt x="1790852" y="82222"/>
                </a:lnTo>
                <a:lnTo>
                  <a:pt x="1694662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5966" y="2738797"/>
            <a:ext cx="2138045" cy="11690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66370" marR="5080" indent="-154305">
              <a:lnSpc>
                <a:spcPts val="4300"/>
              </a:lnSpc>
              <a:spcBef>
                <a:spcPts val="580"/>
              </a:spcBef>
            </a:pPr>
            <a:r>
              <a:rPr sz="3900" spc="-10" dirty="0">
                <a:solidFill>
                  <a:srgbClr val="FFFFFF"/>
                </a:solidFill>
                <a:latin typeface="Calibri Light"/>
                <a:cs typeface="Calibri Light"/>
              </a:rPr>
              <a:t>Evaluation methods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28497" y="410225"/>
            <a:ext cx="4884420" cy="603755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spcBef>
                <a:spcPts val="580"/>
              </a:spcBef>
            </a:pPr>
            <a:r>
              <a:rPr lang="en-GB" sz="2400" b="1" dirty="0">
                <a:latin typeface="Calibri"/>
                <a:cs typeface="Calibri"/>
              </a:rPr>
              <a:t>Empirical</a:t>
            </a:r>
            <a:r>
              <a:rPr lang="en-GB" sz="2400" b="1" spc="-75" dirty="0">
                <a:latin typeface="Calibri"/>
                <a:cs typeface="Calibri"/>
              </a:rPr>
              <a:t> </a:t>
            </a:r>
            <a:r>
              <a:rPr lang="en-GB" sz="2400" b="1" spc="-10" dirty="0">
                <a:latin typeface="Calibri"/>
                <a:cs typeface="Calibri"/>
              </a:rPr>
              <a:t>evaluation:</a:t>
            </a:r>
            <a:endParaRPr lang="en-GB" sz="2400" b="1" dirty="0">
              <a:latin typeface="Calibri"/>
              <a:cs typeface="Calibri"/>
            </a:endParaRPr>
          </a:p>
          <a:p>
            <a:pPr marL="355600" marR="5080" indent="-342900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205740" algn="l"/>
              </a:tabLst>
            </a:pPr>
            <a:r>
              <a:rPr lang="en-GB" sz="2400" spc="-20" dirty="0">
                <a:latin typeface="Calibri"/>
                <a:cs typeface="Calibri"/>
              </a:rPr>
              <a:t>Observation-</a:t>
            </a:r>
            <a:r>
              <a:rPr lang="en-GB" sz="2400" dirty="0">
                <a:latin typeface="Calibri"/>
                <a:cs typeface="Calibri"/>
              </a:rPr>
              <a:t>based</a:t>
            </a:r>
            <a:r>
              <a:rPr lang="en-GB" sz="2400" spc="15" dirty="0">
                <a:latin typeface="Calibri"/>
                <a:cs typeface="Calibri"/>
              </a:rPr>
              <a:t> </a:t>
            </a:r>
            <a:r>
              <a:rPr lang="en-GB" sz="2400" spc="-40" dirty="0">
                <a:latin typeface="Calibri"/>
                <a:cs typeface="Calibri"/>
              </a:rPr>
              <a:t>(key-</a:t>
            </a:r>
            <a:r>
              <a:rPr lang="en-GB" sz="2400" spc="-10" dirty="0">
                <a:latin typeface="Calibri"/>
                <a:cs typeface="Calibri"/>
              </a:rPr>
              <a:t>stroke,</a:t>
            </a:r>
            <a:r>
              <a:rPr lang="en-GB" sz="2400" spc="25" dirty="0">
                <a:latin typeface="Calibri"/>
                <a:cs typeface="Calibri"/>
              </a:rPr>
              <a:t> </a:t>
            </a:r>
            <a:r>
              <a:rPr lang="en-GB" sz="2400" spc="-25" dirty="0">
                <a:latin typeface="Calibri"/>
                <a:cs typeface="Calibri"/>
              </a:rPr>
              <a:t>eye-</a:t>
            </a:r>
            <a:r>
              <a:rPr lang="en-GB" sz="2400" spc="-10" dirty="0">
                <a:latin typeface="Calibri"/>
                <a:cs typeface="Calibri"/>
              </a:rPr>
              <a:t>tracking, </a:t>
            </a:r>
            <a:r>
              <a:rPr lang="en-GB" sz="2400" dirty="0">
                <a:latin typeface="Calibri"/>
                <a:cs typeface="Calibri"/>
              </a:rPr>
              <a:t>think</a:t>
            </a:r>
            <a:r>
              <a:rPr lang="en-GB" sz="2400" spc="-4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aloud);</a:t>
            </a:r>
            <a:r>
              <a:rPr lang="en-GB" sz="2400" spc="-3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At</a:t>
            </a:r>
            <a:r>
              <a:rPr lang="en-GB" sz="2400" spc="-4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the</a:t>
            </a:r>
            <a:r>
              <a:rPr lang="en-GB" sz="2400" spc="-30" dirty="0">
                <a:latin typeface="Calibri"/>
                <a:cs typeface="Calibri"/>
              </a:rPr>
              <a:t> </a:t>
            </a:r>
            <a:r>
              <a:rPr lang="en-GB" sz="2400" spc="-20" dirty="0">
                <a:latin typeface="Calibri"/>
                <a:cs typeface="Calibri"/>
              </a:rPr>
              <a:t>time.</a:t>
            </a:r>
            <a:endParaRPr lang="en-GB" sz="2400" dirty="0">
              <a:latin typeface="Calibri"/>
              <a:cs typeface="Calibri"/>
            </a:endParaRPr>
          </a:p>
          <a:p>
            <a:pPr marL="355600" indent="-342900">
              <a:spcBef>
                <a:spcPts val="445"/>
              </a:spcBef>
              <a:buFont typeface="Arial" panose="020B0604020202020204" pitchFamily="34" charset="0"/>
              <a:buChar char="•"/>
              <a:tabLst>
                <a:tab pos="205740" algn="l"/>
              </a:tabLst>
            </a:pPr>
            <a:r>
              <a:rPr lang="en-GB" sz="2400" dirty="0">
                <a:latin typeface="Calibri"/>
                <a:cs typeface="Calibri"/>
              </a:rPr>
              <a:t>User</a:t>
            </a:r>
            <a:r>
              <a:rPr lang="en-GB" sz="2400" spc="-25" dirty="0">
                <a:latin typeface="Calibri"/>
                <a:cs typeface="Calibri"/>
              </a:rPr>
              <a:t> </a:t>
            </a:r>
            <a:r>
              <a:rPr lang="en-GB" sz="2400" spc="-30" dirty="0">
                <a:latin typeface="Calibri"/>
                <a:cs typeface="Calibri"/>
              </a:rPr>
              <a:t>report-</a:t>
            </a:r>
            <a:r>
              <a:rPr lang="en-GB" sz="2400" dirty="0">
                <a:latin typeface="Calibri"/>
                <a:cs typeface="Calibri"/>
              </a:rPr>
              <a:t>based;</a:t>
            </a:r>
            <a:r>
              <a:rPr lang="en-GB" sz="2400" spc="-2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Done</a:t>
            </a:r>
            <a:r>
              <a:rPr lang="en-GB" sz="2400" spc="-20" dirty="0">
                <a:latin typeface="Calibri"/>
                <a:cs typeface="Calibri"/>
              </a:rPr>
              <a:t> </a:t>
            </a:r>
            <a:r>
              <a:rPr lang="en-GB" sz="2400" spc="-10" dirty="0">
                <a:latin typeface="Calibri"/>
                <a:cs typeface="Calibri"/>
              </a:rPr>
              <a:t>after.</a:t>
            </a:r>
            <a:endParaRPr lang="en-GB" sz="2400" b="1" dirty="0">
              <a:latin typeface="Calibri"/>
              <a:cs typeface="Calibri"/>
            </a:endParaRPr>
          </a:p>
          <a:p>
            <a:pPr marL="12700">
              <a:spcBef>
                <a:spcPts val="580"/>
              </a:spcBef>
            </a:pPr>
            <a:endParaRPr lang="en-GB" sz="2400" b="1" dirty="0">
              <a:latin typeface="Calibri"/>
              <a:cs typeface="Calibri"/>
            </a:endParaRPr>
          </a:p>
          <a:p>
            <a:pPr marL="12700">
              <a:spcBef>
                <a:spcPts val="580"/>
              </a:spcBef>
            </a:pPr>
            <a:r>
              <a:rPr sz="2400" b="1" dirty="0">
                <a:latin typeface="Calibri"/>
                <a:cs typeface="Calibri"/>
              </a:rPr>
              <a:t>Analytic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evaluation</a:t>
            </a:r>
            <a:r>
              <a:rPr lang="en-GB" sz="2400" b="1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spcBef>
                <a:spcPts val="725"/>
              </a:spcBef>
              <a:buFont typeface="Arial" panose="020B0604020202020204" pitchFamily="34" charset="0"/>
              <a:buChar char="•"/>
              <a:tabLst>
                <a:tab pos="184150" algn="l"/>
                <a:tab pos="205740" algn="l"/>
              </a:tabLst>
            </a:pPr>
            <a:r>
              <a:rPr lang="en-GB" sz="2400" dirty="0">
                <a:latin typeface="Calibri"/>
                <a:cs typeface="Calibri"/>
              </a:rPr>
              <a:t>Detailed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analysis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user-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interaction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performance: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Keystroke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(KLM),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Goals,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Operators,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Methods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(GOMS),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cognitive walkthrough</a:t>
            </a:r>
            <a:r>
              <a:rPr lang="en-GB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205740" algn="l"/>
              </a:tabLst>
            </a:pPr>
            <a:r>
              <a:rPr sz="2400" dirty="0">
                <a:latin typeface="Calibri"/>
                <a:cs typeface="Calibri"/>
              </a:rPr>
              <a:t>Heuristic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evaluation</a:t>
            </a:r>
            <a:r>
              <a:rPr lang="en-GB" sz="2400" spc="-10" dirty="0">
                <a:latin typeface="Calibri"/>
                <a:cs typeface="Calibri"/>
              </a:rPr>
              <a:t> - identify design problems in a user interface, judging against a set of guidelines make systems easy to use.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579245"/>
            <a:chOff x="0" y="0"/>
            <a:chExt cx="9144000" cy="15792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5788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0"/>
              <a:ext cx="3048000" cy="15788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157886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17633" y="463857"/>
            <a:ext cx="5354320" cy="548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00" dirty="0">
                <a:solidFill>
                  <a:srgbClr val="FFFFFF"/>
                </a:solidFill>
              </a:rPr>
              <a:t>Observation-based</a:t>
            </a:r>
            <a:r>
              <a:rPr sz="3400" spc="640" dirty="0">
                <a:solidFill>
                  <a:srgbClr val="FFFFFF"/>
                </a:solidFill>
              </a:rPr>
              <a:t> </a:t>
            </a:r>
            <a:r>
              <a:rPr sz="3400" spc="-10" dirty="0">
                <a:solidFill>
                  <a:srgbClr val="FFFFFF"/>
                </a:solidFill>
              </a:rPr>
              <a:t>evaluation</a:t>
            </a:r>
            <a:endParaRPr sz="34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914" y="2301749"/>
            <a:ext cx="673608" cy="6705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7186" y="3111500"/>
            <a:ext cx="1807845" cy="11290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b="1" dirty="0">
                <a:latin typeface="Calibri"/>
                <a:cs typeface="Calibri"/>
              </a:rPr>
              <a:t>Observe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users interacting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10" dirty="0">
                <a:latin typeface="Calibri"/>
                <a:cs typeface="Calibri"/>
              </a:rPr>
              <a:t> system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9083" y="2304288"/>
            <a:ext cx="670560" cy="6705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68691" y="3111500"/>
            <a:ext cx="1871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usability</a:t>
            </a:r>
            <a:r>
              <a:rPr sz="2400" b="1" spc="-25" dirty="0">
                <a:latin typeface="Calibri"/>
                <a:cs typeface="Calibri"/>
              </a:rPr>
              <a:t> lab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3638" y="3639312"/>
            <a:ext cx="2052161" cy="180722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50"/>
              </a:spcBef>
            </a:pPr>
            <a:r>
              <a:rPr lang="en-GB" dirty="0">
                <a:latin typeface="Calibri"/>
                <a:cs typeface="Calibri"/>
              </a:rPr>
              <a:t>Range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endParaRPr lang="en-GB" spc="-55" dirty="0">
              <a:latin typeface="Calibri"/>
              <a:cs typeface="Calibri"/>
            </a:endParaRPr>
          </a:p>
          <a:p>
            <a:pPr marL="298450" marR="5080" indent="-285750">
              <a:lnSpc>
                <a:spcPct val="1022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sz="1800" spc="-10" dirty="0">
                <a:latin typeface="Calibri"/>
                <a:cs typeface="Calibri"/>
              </a:rPr>
              <a:t>formal </a:t>
            </a:r>
            <a:r>
              <a:rPr sz="1800" spc="-30" dirty="0">
                <a:latin typeface="Calibri"/>
                <a:cs typeface="Calibri"/>
              </a:rPr>
              <a:t>task-</a:t>
            </a:r>
            <a:r>
              <a:rPr sz="1800" spc="-10" dirty="0">
                <a:latin typeface="Calibri"/>
                <a:cs typeface="Calibri"/>
              </a:rPr>
              <a:t>based assessment</a:t>
            </a:r>
            <a:endParaRPr sz="1800" dirty="0">
              <a:latin typeface="Calibri"/>
              <a:cs typeface="Calibri"/>
            </a:endParaRPr>
          </a:p>
          <a:p>
            <a:pPr marL="298450" marR="143510" indent="-285750">
              <a:lnSpc>
                <a:spcPct val="101699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sz="1800" spc="-10" dirty="0">
                <a:latin typeface="Calibri"/>
                <a:cs typeface="Calibri"/>
              </a:rPr>
              <a:t>(benchmarking)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less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structured observation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70223" y="2301749"/>
            <a:ext cx="673608" cy="67056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783696" y="3111500"/>
            <a:ext cx="1652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In </a:t>
            </a:r>
            <a:r>
              <a:rPr sz="2400" b="1" spc="-10" dirty="0">
                <a:latin typeface="Calibri"/>
                <a:cs typeface="Calibri"/>
              </a:rPr>
              <a:t>workplace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56433" y="3676015"/>
            <a:ext cx="1039567" cy="112678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8450" marR="5080" indent="-285750">
              <a:lnSpc>
                <a:spcPct val="1022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GB" spc="-10" dirty="0">
                <a:latin typeface="Calibri"/>
                <a:cs typeface="Calibri"/>
              </a:rPr>
              <a:t>Long</a:t>
            </a:r>
            <a:r>
              <a:rPr sz="1800" spc="-10" dirty="0">
                <a:latin typeface="Calibri"/>
                <a:cs typeface="Calibri"/>
              </a:rPr>
              <a:t>-</a:t>
            </a:r>
            <a:r>
              <a:rPr sz="1800" spc="-20" dirty="0">
                <a:latin typeface="Calibri"/>
                <a:cs typeface="Calibri"/>
              </a:rPr>
              <a:t>term </a:t>
            </a:r>
            <a:r>
              <a:rPr sz="1800" spc="-10" dirty="0">
                <a:latin typeface="Calibri"/>
                <a:cs typeface="Calibri"/>
              </a:rPr>
              <a:t>observation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71953" y="2301749"/>
            <a:ext cx="670559" cy="67056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879626" y="3111500"/>
            <a:ext cx="191770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b="1" dirty="0">
                <a:latin typeface="Calibri"/>
                <a:cs typeface="Calibri"/>
              </a:rPr>
              <a:t>Usually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collect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range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data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6131" y="584224"/>
            <a:ext cx="8074839" cy="699560"/>
          </a:xfrm>
          <a:prstGeom prst="rect">
            <a:avLst/>
          </a:prstGeom>
        </p:spPr>
        <p:txBody>
          <a:bodyPr vert="horz" wrap="square" lIns="0" tIns="52714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14"/>
              </a:spcBef>
            </a:pPr>
            <a:r>
              <a:rPr dirty="0"/>
              <a:t>Observation-based</a:t>
            </a:r>
            <a:r>
              <a:rPr spc="310" dirty="0"/>
              <a:t> </a:t>
            </a:r>
            <a:r>
              <a:rPr lang="en-GB" spc="310" dirty="0"/>
              <a:t>Data</a:t>
            </a:r>
            <a:r>
              <a:rPr spc="315" dirty="0"/>
              <a:t> </a:t>
            </a:r>
            <a:r>
              <a:rPr lang="en-GB" spc="-10" dirty="0"/>
              <a:t>Collection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607423" y="1799295"/>
            <a:ext cx="7860030" cy="137160"/>
            <a:chOff x="607423" y="1799295"/>
            <a:chExt cx="7860030" cy="137160"/>
          </a:xfrm>
        </p:grpSpPr>
        <p:sp>
          <p:nvSpPr>
            <p:cNvPr id="4" name="object 4"/>
            <p:cNvSpPr/>
            <p:nvPr/>
          </p:nvSpPr>
          <p:spPr>
            <a:xfrm>
              <a:off x="627377" y="1799295"/>
              <a:ext cx="7820025" cy="107950"/>
            </a:xfrm>
            <a:custGeom>
              <a:avLst/>
              <a:gdLst/>
              <a:ahLst/>
              <a:cxnLst/>
              <a:rect l="l" t="t" r="r" b="b"/>
              <a:pathLst>
                <a:path w="7820025" h="107950">
                  <a:moveTo>
                    <a:pt x="5864862" y="66040"/>
                  </a:moveTo>
                  <a:lnTo>
                    <a:pt x="5792865" y="68961"/>
                  </a:lnTo>
                  <a:lnTo>
                    <a:pt x="5553543" y="75946"/>
                  </a:lnTo>
                  <a:lnTo>
                    <a:pt x="5455447" y="76962"/>
                  </a:lnTo>
                  <a:lnTo>
                    <a:pt x="5408493" y="76962"/>
                  </a:lnTo>
                  <a:lnTo>
                    <a:pt x="5447895" y="84328"/>
                  </a:lnTo>
                  <a:lnTo>
                    <a:pt x="5486963" y="94996"/>
                  </a:lnTo>
                  <a:lnTo>
                    <a:pt x="5530190" y="102108"/>
                  </a:lnTo>
                  <a:lnTo>
                    <a:pt x="5576945" y="106172"/>
                  </a:lnTo>
                  <a:lnTo>
                    <a:pt x="5626596" y="107696"/>
                  </a:lnTo>
                  <a:lnTo>
                    <a:pt x="5678509" y="107187"/>
                  </a:lnTo>
                  <a:lnTo>
                    <a:pt x="5732053" y="105029"/>
                  </a:lnTo>
                  <a:lnTo>
                    <a:pt x="5786595" y="101726"/>
                  </a:lnTo>
                  <a:lnTo>
                    <a:pt x="5949889" y="89662"/>
                  </a:lnTo>
                  <a:lnTo>
                    <a:pt x="6002102" y="86487"/>
                  </a:lnTo>
                  <a:lnTo>
                    <a:pt x="6052151" y="84582"/>
                  </a:lnTo>
                  <a:lnTo>
                    <a:pt x="6099405" y="84328"/>
                  </a:lnTo>
                  <a:lnTo>
                    <a:pt x="6146119" y="79756"/>
                  </a:lnTo>
                  <a:lnTo>
                    <a:pt x="6184681" y="77470"/>
                  </a:lnTo>
                  <a:lnTo>
                    <a:pt x="6669812" y="77216"/>
                  </a:lnTo>
                  <a:lnTo>
                    <a:pt x="6673737" y="76962"/>
                  </a:lnTo>
                  <a:lnTo>
                    <a:pt x="5409883" y="76962"/>
                  </a:lnTo>
                  <a:lnTo>
                    <a:pt x="6673865" y="76953"/>
                  </a:lnTo>
                  <a:lnTo>
                    <a:pt x="6732604" y="73151"/>
                  </a:lnTo>
                  <a:lnTo>
                    <a:pt x="6755135" y="72390"/>
                  </a:lnTo>
                  <a:lnTo>
                    <a:pt x="6097229" y="72390"/>
                  </a:lnTo>
                  <a:lnTo>
                    <a:pt x="6028289" y="71882"/>
                  </a:lnTo>
                  <a:lnTo>
                    <a:pt x="5951110" y="69976"/>
                  </a:lnTo>
                  <a:lnTo>
                    <a:pt x="5864862" y="66040"/>
                  </a:lnTo>
                  <a:close/>
                </a:path>
                <a:path w="7820025" h="107950">
                  <a:moveTo>
                    <a:pt x="4063269" y="83185"/>
                  </a:moveTo>
                  <a:lnTo>
                    <a:pt x="3521063" y="83185"/>
                  </a:lnTo>
                  <a:lnTo>
                    <a:pt x="3571546" y="84328"/>
                  </a:lnTo>
                  <a:lnTo>
                    <a:pt x="3617285" y="87249"/>
                  </a:lnTo>
                  <a:lnTo>
                    <a:pt x="3653128" y="90043"/>
                  </a:lnTo>
                  <a:lnTo>
                    <a:pt x="3704603" y="94869"/>
                  </a:lnTo>
                  <a:lnTo>
                    <a:pt x="3724974" y="96520"/>
                  </a:lnTo>
                  <a:lnTo>
                    <a:pt x="3744925" y="97662"/>
                  </a:lnTo>
                  <a:lnTo>
                    <a:pt x="3766827" y="97917"/>
                  </a:lnTo>
                  <a:lnTo>
                    <a:pt x="3793048" y="97409"/>
                  </a:lnTo>
                  <a:lnTo>
                    <a:pt x="3825958" y="96012"/>
                  </a:lnTo>
                  <a:lnTo>
                    <a:pt x="3988513" y="84328"/>
                  </a:lnTo>
                  <a:lnTo>
                    <a:pt x="4063269" y="83185"/>
                  </a:lnTo>
                  <a:close/>
                </a:path>
                <a:path w="7820025" h="107950">
                  <a:moveTo>
                    <a:pt x="3165708" y="84328"/>
                  </a:moveTo>
                  <a:lnTo>
                    <a:pt x="3076399" y="84328"/>
                  </a:lnTo>
                  <a:lnTo>
                    <a:pt x="3136782" y="91440"/>
                  </a:lnTo>
                  <a:lnTo>
                    <a:pt x="3192119" y="95123"/>
                  </a:lnTo>
                  <a:lnTo>
                    <a:pt x="3243398" y="96138"/>
                  </a:lnTo>
                  <a:lnTo>
                    <a:pt x="3291604" y="94996"/>
                  </a:lnTo>
                  <a:lnTo>
                    <a:pt x="3337723" y="92583"/>
                  </a:lnTo>
                  <a:lnTo>
                    <a:pt x="3427648" y="86487"/>
                  </a:lnTo>
                  <a:lnTo>
                    <a:pt x="3447994" y="85471"/>
                  </a:lnTo>
                  <a:lnTo>
                    <a:pt x="3256102" y="85471"/>
                  </a:lnTo>
                  <a:lnTo>
                    <a:pt x="3200506" y="85217"/>
                  </a:lnTo>
                  <a:lnTo>
                    <a:pt x="3165708" y="84328"/>
                  </a:lnTo>
                  <a:close/>
                </a:path>
                <a:path w="7820025" h="107950">
                  <a:moveTo>
                    <a:pt x="3090778" y="81407"/>
                  </a:moveTo>
                  <a:lnTo>
                    <a:pt x="2477363" y="81407"/>
                  </a:lnTo>
                  <a:lnTo>
                    <a:pt x="2595744" y="83185"/>
                  </a:lnTo>
                  <a:lnTo>
                    <a:pt x="2838269" y="91059"/>
                  </a:lnTo>
                  <a:lnTo>
                    <a:pt x="2880292" y="91948"/>
                  </a:lnTo>
                  <a:lnTo>
                    <a:pt x="2920935" y="92329"/>
                  </a:lnTo>
                  <a:lnTo>
                    <a:pt x="2960532" y="91821"/>
                  </a:lnTo>
                  <a:lnTo>
                    <a:pt x="2999419" y="90550"/>
                  </a:lnTo>
                  <a:lnTo>
                    <a:pt x="3037929" y="88011"/>
                  </a:lnTo>
                  <a:lnTo>
                    <a:pt x="3076399" y="84328"/>
                  </a:lnTo>
                  <a:lnTo>
                    <a:pt x="3165708" y="84328"/>
                  </a:lnTo>
                  <a:lnTo>
                    <a:pt x="3145824" y="83820"/>
                  </a:lnTo>
                  <a:lnTo>
                    <a:pt x="3092550" y="81534"/>
                  </a:lnTo>
                  <a:lnTo>
                    <a:pt x="3090778" y="81407"/>
                  </a:lnTo>
                  <a:close/>
                </a:path>
                <a:path w="7820025" h="107950">
                  <a:moveTo>
                    <a:pt x="7512489" y="70231"/>
                  </a:moveTo>
                  <a:lnTo>
                    <a:pt x="6866314" y="70231"/>
                  </a:lnTo>
                  <a:lnTo>
                    <a:pt x="6930566" y="71120"/>
                  </a:lnTo>
                  <a:lnTo>
                    <a:pt x="6992560" y="73151"/>
                  </a:lnTo>
                  <a:lnTo>
                    <a:pt x="7051906" y="75946"/>
                  </a:lnTo>
                  <a:lnTo>
                    <a:pt x="7255003" y="88773"/>
                  </a:lnTo>
                  <a:lnTo>
                    <a:pt x="7295252" y="90805"/>
                  </a:lnTo>
                  <a:lnTo>
                    <a:pt x="7330509" y="91694"/>
                  </a:lnTo>
                  <a:lnTo>
                    <a:pt x="7360384" y="91059"/>
                  </a:lnTo>
                  <a:lnTo>
                    <a:pt x="7384486" y="88773"/>
                  </a:lnTo>
                  <a:lnTo>
                    <a:pt x="7402425" y="84328"/>
                  </a:lnTo>
                  <a:lnTo>
                    <a:pt x="7448330" y="76708"/>
                  </a:lnTo>
                  <a:lnTo>
                    <a:pt x="7492442" y="71500"/>
                  </a:lnTo>
                  <a:lnTo>
                    <a:pt x="7512489" y="70231"/>
                  </a:lnTo>
                  <a:close/>
                </a:path>
                <a:path w="7820025" h="107950">
                  <a:moveTo>
                    <a:pt x="3074835" y="80263"/>
                  </a:moveTo>
                  <a:lnTo>
                    <a:pt x="1344338" y="80263"/>
                  </a:lnTo>
                  <a:lnTo>
                    <a:pt x="1384613" y="80518"/>
                  </a:lnTo>
                  <a:lnTo>
                    <a:pt x="1803516" y="88900"/>
                  </a:lnTo>
                  <a:lnTo>
                    <a:pt x="1874608" y="89535"/>
                  </a:lnTo>
                  <a:lnTo>
                    <a:pt x="2268526" y="84328"/>
                  </a:lnTo>
                  <a:lnTo>
                    <a:pt x="2342753" y="82423"/>
                  </a:lnTo>
                  <a:lnTo>
                    <a:pt x="2412254" y="81534"/>
                  </a:lnTo>
                  <a:lnTo>
                    <a:pt x="3090778" y="81407"/>
                  </a:lnTo>
                  <a:lnTo>
                    <a:pt x="3074835" y="80263"/>
                  </a:lnTo>
                  <a:close/>
                </a:path>
                <a:path w="7820025" h="107950">
                  <a:moveTo>
                    <a:pt x="6669812" y="77216"/>
                  </a:moveTo>
                  <a:lnTo>
                    <a:pt x="6217696" y="77216"/>
                  </a:lnTo>
                  <a:lnTo>
                    <a:pt x="6247767" y="78486"/>
                  </a:lnTo>
                  <a:lnTo>
                    <a:pt x="6309491" y="83185"/>
                  </a:lnTo>
                  <a:lnTo>
                    <a:pt x="6346353" y="85598"/>
                  </a:lnTo>
                  <a:lnTo>
                    <a:pt x="6390686" y="87503"/>
                  </a:lnTo>
                  <a:lnTo>
                    <a:pt x="6445095" y="88265"/>
                  </a:lnTo>
                  <a:lnTo>
                    <a:pt x="6512182" y="87375"/>
                  </a:lnTo>
                  <a:lnTo>
                    <a:pt x="6594553" y="84328"/>
                  </a:lnTo>
                  <a:lnTo>
                    <a:pt x="6663925" y="77597"/>
                  </a:lnTo>
                  <a:lnTo>
                    <a:pt x="6669812" y="77216"/>
                  </a:lnTo>
                  <a:close/>
                </a:path>
                <a:path w="7820025" h="107950">
                  <a:moveTo>
                    <a:pt x="3946339" y="44831"/>
                  </a:moveTo>
                  <a:lnTo>
                    <a:pt x="3889174" y="46990"/>
                  </a:lnTo>
                  <a:lnTo>
                    <a:pt x="3825399" y="53721"/>
                  </a:lnTo>
                  <a:lnTo>
                    <a:pt x="3753969" y="66040"/>
                  </a:lnTo>
                  <a:lnTo>
                    <a:pt x="3423450" y="81915"/>
                  </a:lnTo>
                  <a:lnTo>
                    <a:pt x="3312120" y="84962"/>
                  </a:lnTo>
                  <a:lnTo>
                    <a:pt x="3256102" y="85471"/>
                  </a:lnTo>
                  <a:lnTo>
                    <a:pt x="3447994" y="85471"/>
                  </a:lnTo>
                  <a:lnTo>
                    <a:pt x="3473426" y="84200"/>
                  </a:lnTo>
                  <a:lnTo>
                    <a:pt x="3521063" y="83185"/>
                  </a:lnTo>
                  <a:lnTo>
                    <a:pt x="4063269" y="83185"/>
                  </a:lnTo>
                  <a:lnTo>
                    <a:pt x="4343947" y="78867"/>
                  </a:lnTo>
                  <a:lnTo>
                    <a:pt x="4671298" y="78867"/>
                  </a:lnTo>
                  <a:lnTo>
                    <a:pt x="4692391" y="75184"/>
                  </a:lnTo>
                  <a:lnTo>
                    <a:pt x="4745737" y="67563"/>
                  </a:lnTo>
                  <a:lnTo>
                    <a:pt x="4752225" y="66801"/>
                  </a:lnTo>
                  <a:lnTo>
                    <a:pt x="4208988" y="66801"/>
                  </a:lnTo>
                  <a:lnTo>
                    <a:pt x="4169557" y="64388"/>
                  </a:lnTo>
                  <a:lnTo>
                    <a:pt x="4129781" y="60071"/>
                  </a:lnTo>
                  <a:lnTo>
                    <a:pt x="4088616" y="54863"/>
                  </a:lnTo>
                  <a:lnTo>
                    <a:pt x="4045016" y="49911"/>
                  </a:lnTo>
                  <a:lnTo>
                    <a:pt x="3997939" y="46228"/>
                  </a:lnTo>
                  <a:lnTo>
                    <a:pt x="3946339" y="44831"/>
                  </a:lnTo>
                  <a:close/>
                </a:path>
                <a:path w="7820025" h="107950">
                  <a:moveTo>
                    <a:pt x="265393" y="59182"/>
                  </a:moveTo>
                  <a:lnTo>
                    <a:pt x="217735" y="59436"/>
                  </a:lnTo>
                  <a:lnTo>
                    <a:pt x="129463" y="61213"/>
                  </a:lnTo>
                  <a:lnTo>
                    <a:pt x="1272" y="66040"/>
                  </a:lnTo>
                  <a:lnTo>
                    <a:pt x="0" y="73787"/>
                  </a:lnTo>
                  <a:lnTo>
                    <a:pt x="2908" y="80263"/>
                  </a:lnTo>
                  <a:lnTo>
                    <a:pt x="2964" y="80645"/>
                  </a:lnTo>
                  <a:lnTo>
                    <a:pt x="1272" y="84328"/>
                  </a:lnTo>
                  <a:lnTo>
                    <a:pt x="74414" y="85090"/>
                  </a:lnTo>
                  <a:lnTo>
                    <a:pt x="145309" y="84709"/>
                  </a:lnTo>
                  <a:lnTo>
                    <a:pt x="213959" y="83566"/>
                  </a:lnTo>
                  <a:lnTo>
                    <a:pt x="280370" y="81787"/>
                  </a:lnTo>
                  <a:lnTo>
                    <a:pt x="466203" y="73151"/>
                  </a:lnTo>
                  <a:lnTo>
                    <a:pt x="582885" y="66040"/>
                  </a:lnTo>
                  <a:lnTo>
                    <a:pt x="574600" y="66040"/>
                  </a:lnTo>
                  <a:lnTo>
                    <a:pt x="372214" y="60071"/>
                  </a:lnTo>
                  <a:lnTo>
                    <a:pt x="316588" y="59309"/>
                  </a:lnTo>
                  <a:lnTo>
                    <a:pt x="265393" y="59182"/>
                  </a:lnTo>
                  <a:close/>
                </a:path>
                <a:path w="7820025" h="107950">
                  <a:moveTo>
                    <a:pt x="1105089" y="61722"/>
                  </a:moveTo>
                  <a:lnTo>
                    <a:pt x="1048994" y="62611"/>
                  </a:lnTo>
                  <a:lnTo>
                    <a:pt x="1047998" y="62670"/>
                  </a:lnTo>
                  <a:lnTo>
                    <a:pt x="1070492" y="67310"/>
                  </a:lnTo>
                  <a:lnTo>
                    <a:pt x="1097263" y="74930"/>
                  </a:lnTo>
                  <a:lnTo>
                    <a:pt x="1121869" y="84328"/>
                  </a:lnTo>
                  <a:lnTo>
                    <a:pt x="1267252" y="80899"/>
                  </a:lnTo>
                  <a:lnTo>
                    <a:pt x="3074835" y="80263"/>
                  </a:lnTo>
                  <a:lnTo>
                    <a:pt x="3041175" y="77850"/>
                  </a:lnTo>
                  <a:lnTo>
                    <a:pt x="2992193" y="72771"/>
                  </a:lnTo>
                  <a:lnTo>
                    <a:pt x="2965231" y="68834"/>
                  </a:lnTo>
                  <a:lnTo>
                    <a:pt x="1700300" y="68834"/>
                  </a:lnTo>
                  <a:lnTo>
                    <a:pt x="1694318" y="68707"/>
                  </a:lnTo>
                  <a:lnTo>
                    <a:pt x="1309654" y="68707"/>
                  </a:lnTo>
                  <a:lnTo>
                    <a:pt x="1262134" y="67183"/>
                  </a:lnTo>
                  <a:lnTo>
                    <a:pt x="1159527" y="62865"/>
                  </a:lnTo>
                  <a:lnTo>
                    <a:pt x="1105089" y="61722"/>
                  </a:lnTo>
                  <a:close/>
                </a:path>
                <a:path w="7820025" h="107950">
                  <a:moveTo>
                    <a:pt x="4671298" y="78867"/>
                  </a:moveTo>
                  <a:lnTo>
                    <a:pt x="4385025" y="78867"/>
                  </a:lnTo>
                  <a:lnTo>
                    <a:pt x="4473136" y="79756"/>
                  </a:lnTo>
                  <a:lnTo>
                    <a:pt x="4640023" y="84328"/>
                  </a:lnTo>
                  <a:lnTo>
                    <a:pt x="4671298" y="78867"/>
                  </a:lnTo>
                  <a:close/>
                </a:path>
                <a:path w="7820025" h="107950">
                  <a:moveTo>
                    <a:pt x="7819401" y="68072"/>
                  </a:moveTo>
                  <a:lnTo>
                    <a:pt x="7582426" y="68072"/>
                  </a:lnTo>
                  <a:lnTo>
                    <a:pt x="7631866" y="69469"/>
                  </a:lnTo>
                  <a:lnTo>
                    <a:pt x="7686651" y="72771"/>
                  </a:lnTo>
                  <a:lnTo>
                    <a:pt x="7737730" y="76962"/>
                  </a:lnTo>
                  <a:lnTo>
                    <a:pt x="7819392" y="84328"/>
                  </a:lnTo>
                  <a:lnTo>
                    <a:pt x="7820021" y="75946"/>
                  </a:lnTo>
                  <a:lnTo>
                    <a:pt x="7819508" y="75057"/>
                  </a:lnTo>
                  <a:lnTo>
                    <a:pt x="7819401" y="68072"/>
                  </a:lnTo>
                  <a:close/>
                </a:path>
                <a:path w="7820025" h="107950">
                  <a:moveTo>
                    <a:pt x="5071620" y="49149"/>
                  </a:moveTo>
                  <a:lnTo>
                    <a:pt x="5017932" y="49149"/>
                  </a:lnTo>
                  <a:lnTo>
                    <a:pt x="4963642" y="50292"/>
                  </a:lnTo>
                  <a:lnTo>
                    <a:pt x="4909015" y="52705"/>
                  </a:lnTo>
                  <a:lnTo>
                    <a:pt x="4854313" y="56387"/>
                  </a:lnTo>
                  <a:lnTo>
                    <a:pt x="4846765" y="57056"/>
                  </a:lnTo>
                  <a:lnTo>
                    <a:pt x="5195081" y="72262"/>
                  </a:lnTo>
                  <a:lnTo>
                    <a:pt x="5322994" y="76073"/>
                  </a:lnTo>
                  <a:lnTo>
                    <a:pt x="5408440" y="76953"/>
                  </a:lnTo>
                  <a:lnTo>
                    <a:pt x="5366384" y="70358"/>
                  </a:lnTo>
                  <a:lnTo>
                    <a:pt x="5321831" y="64516"/>
                  </a:lnTo>
                  <a:lnTo>
                    <a:pt x="5275097" y="59562"/>
                  </a:lnTo>
                  <a:lnTo>
                    <a:pt x="5226446" y="55372"/>
                  </a:lnTo>
                  <a:lnTo>
                    <a:pt x="5176140" y="52324"/>
                  </a:lnTo>
                  <a:lnTo>
                    <a:pt x="5124444" y="50165"/>
                  </a:lnTo>
                  <a:lnTo>
                    <a:pt x="5071620" y="49149"/>
                  </a:lnTo>
                  <a:close/>
                </a:path>
                <a:path w="7820025" h="107950">
                  <a:moveTo>
                    <a:pt x="6418947" y="60198"/>
                  </a:moveTo>
                  <a:lnTo>
                    <a:pt x="6384403" y="61087"/>
                  </a:lnTo>
                  <a:lnTo>
                    <a:pt x="6213717" y="69850"/>
                  </a:lnTo>
                  <a:lnTo>
                    <a:pt x="6158761" y="71500"/>
                  </a:lnTo>
                  <a:lnTo>
                    <a:pt x="6097229" y="72390"/>
                  </a:lnTo>
                  <a:lnTo>
                    <a:pt x="6755135" y="72390"/>
                  </a:lnTo>
                  <a:lnTo>
                    <a:pt x="6800197" y="70866"/>
                  </a:lnTo>
                  <a:lnTo>
                    <a:pt x="7512489" y="70231"/>
                  </a:lnTo>
                  <a:lnTo>
                    <a:pt x="7536546" y="68707"/>
                  </a:lnTo>
                  <a:lnTo>
                    <a:pt x="7582426" y="68072"/>
                  </a:lnTo>
                  <a:lnTo>
                    <a:pt x="7819401" y="68072"/>
                  </a:lnTo>
                  <a:lnTo>
                    <a:pt x="7819392" y="66040"/>
                  </a:lnTo>
                  <a:lnTo>
                    <a:pt x="6516372" y="66040"/>
                  </a:lnTo>
                  <a:lnTo>
                    <a:pt x="6484100" y="62357"/>
                  </a:lnTo>
                  <a:lnTo>
                    <a:pt x="6451902" y="60451"/>
                  </a:lnTo>
                  <a:lnTo>
                    <a:pt x="6418947" y="60198"/>
                  </a:lnTo>
                  <a:close/>
                </a:path>
                <a:path w="7820025" h="107950">
                  <a:moveTo>
                    <a:pt x="1799439" y="66040"/>
                  </a:moveTo>
                  <a:lnTo>
                    <a:pt x="1751801" y="68580"/>
                  </a:lnTo>
                  <a:lnTo>
                    <a:pt x="1700300" y="68834"/>
                  </a:lnTo>
                  <a:lnTo>
                    <a:pt x="2965231" y="68834"/>
                  </a:lnTo>
                  <a:lnTo>
                    <a:pt x="2952185" y="66929"/>
                  </a:lnTo>
                  <a:lnTo>
                    <a:pt x="1856660" y="66929"/>
                  </a:lnTo>
                  <a:lnTo>
                    <a:pt x="1799439" y="66040"/>
                  </a:lnTo>
                  <a:close/>
                </a:path>
                <a:path w="7820025" h="107950">
                  <a:moveTo>
                    <a:pt x="1486147" y="62865"/>
                  </a:moveTo>
                  <a:lnTo>
                    <a:pt x="1438186" y="63373"/>
                  </a:lnTo>
                  <a:lnTo>
                    <a:pt x="1354218" y="68707"/>
                  </a:lnTo>
                  <a:lnTo>
                    <a:pt x="1694318" y="68707"/>
                  </a:lnTo>
                  <a:lnTo>
                    <a:pt x="1646462" y="67691"/>
                  </a:lnTo>
                  <a:lnTo>
                    <a:pt x="1537862" y="64008"/>
                  </a:lnTo>
                  <a:lnTo>
                    <a:pt x="1486147" y="62865"/>
                  </a:lnTo>
                  <a:close/>
                </a:path>
                <a:path w="7820025" h="107950">
                  <a:moveTo>
                    <a:pt x="2181502" y="60071"/>
                  </a:moveTo>
                  <a:lnTo>
                    <a:pt x="2131421" y="60451"/>
                  </a:lnTo>
                  <a:lnTo>
                    <a:pt x="2085372" y="61468"/>
                  </a:lnTo>
                  <a:lnTo>
                    <a:pt x="1954573" y="65912"/>
                  </a:lnTo>
                  <a:lnTo>
                    <a:pt x="1907810" y="66801"/>
                  </a:lnTo>
                  <a:lnTo>
                    <a:pt x="1856660" y="66929"/>
                  </a:lnTo>
                  <a:lnTo>
                    <a:pt x="2952185" y="66929"/>
                  </a:lnTo>
                  <a:lnTo>
                    <a:pt x="2949576" y="66548"/>
                  </a:lnTo>
                  <a:lnTo>
                    <a:pt x="2442703" y="66548"/>
                  </a:lnTo>
                  <a:lnTo>
                    <a:pt x="2372768" y="66040"/>
                  </a:lnTo>
                  <a:lnTo>
                    <a:pt x="2300492" y="62611"/>
                  </a:lnTo>
                  <a:lnTo>
                    <a:pt x="2237298" y="60706"/>
                  </a:lnTo>
                  <a:lnTo>
                    <a:pt x="2181502" y="60071"/>
                  </a:lnTo>
                  <a:close/>
                </a:path>
                <a:path w="7820025" h="107950">
                  <a:moveTo>
                    <a:pt x="4518937" y="47244"/>
                  </a:moveTo>
                  <a:lnTo>
                    <a:pt x="4464657" y="47625"/>
                  </a:lnTo>
                  <a:lnTo>
                    <a:pt x="4413149" y="48768"/>
                  </a:lnTo>
                  <a:lnTo>
                    <a:pt x="4365126" y="51181"/>
                  </a:lnTo>
                  <a:lnTo>
                    <a:pt x="4321303" y="54737"/>
                  </a:lnTo>
                  <a:lnTo>
                    <a:pt x="4282396" y="59690"/>
                  </a:lnTo>
                  <a:lnTo>
                    <a:pt x="4249117" y="66040"/>
                  </a:lnTo>
                  <a:lnTo>
                    <a:pt x="4208988" y="66801"/>
                  </a:lnTo>
                  <a:lnTo>
                    <a:pt x="4752225" y="66801"/>
                  </a:lnTo>
                  <a:lnTo>
                    <a:pt x="4799799" y="61213"/>
                  </a:lnTo>
                  <a:lnTo>
                    <a:pt x="4846765" y="57056"/>
                  </a:lnTo>
                  <a:lnTo>
                    <a:pt x="4632953" y="49022"/>
                  </a:lnTo>
                  <a:lnTo>
                    <a:pt x="4575274" y="47751"/>
                  </a:lnTo>
                  <a:lnTo>
                    <a:pt x="4518937" y="47244"/>
                  </a:lnTo>
                  <a:close/>
                </a:path>
                <a:path w="7820025" h="107950">
                  <a:moveTo>
                    <a:pt x="2784058" y="59944"/>
                  </a:moveTo>
                  <a:lnTo>
                    <a:pt x="2739062" y="60198"/>
                  </a:lnTo>
                  <a:lnTo>
                    <a:pt x="2503886" y="66167"/>
                  </a:lnTo>
                  <a:lnTo>
                    <a:pt x="2442703" y="66548"/>
                  </a:lnTo>
                  <a:lnTo>
                    <a:pt x="2949576" y="66548"/>
                  </a:lnTo>
                  <a:lnTo>
                    <a:pt x="2946097" y="66040"/>
                  </a:lnTo>
                  <a:lnTo>
                    <a:pt x="2885845" y="62737"/>
                  </a:lnTo>
                  <a:lnTo>
                    <a:pt x="2832409" y="60706"/>
                  </a:lnTo>
                  <a:lnTo>
                    <a:pt x="2784058" y="59944"/>
                  </a:lnTo>
                  <a:close/>
                </a:path>
                <a:path w="7820025" h="107950">
                  <a:moveTo>
                    <a:pt x="588570" y="65671"/>
                  </a:moveTo>
                  <a:lnTo>
                    <a:pt x="574600" y="66040"/>
                  </a:lnTo>
                  <a:lnTo>
                    <a:pt x="582885" y="66040"/>
                  </a:lnTo>
                  <a:lnTo>
                    <a:pt x="588570" y="65671"/>
                  </a:lnTo>
                  <a:close/>
                </a:path>
                <a:path w="7820025" h="107950">
                  <a:moveTo>
                    <a:pt x="1043400" y="61722"/>
                  </a:moveTo>
                  <a:lnTo>
                    <a:pt x="797724" y="61722"/>
                  </a:lnTo>
                  <a:lnTo>
                    <a:pt x="828570" y="61975"/>
                  </a:lnTo>
                  <a:lnTo>
                    <a:pt x="911945" y="64388"/>
                  </a:lnTo>
                  <a:lnTo>
                    <a:pt x="991567" y="66040"/>
                  </a:lnTo>
                  <a:lnTo>
                    <a:pt x="1047998" y="62670"/>
                  </a:lnTo>
                  <a:lnTo>
                    <a:pt x="1043400" y="61722"/>
                  </a:lnTo>
                  <a:close/>
                </a:path>
                <a:path w="7820025" h="107950">
                  <a:moveTo>
                    <a:pt x="7236001" y="0"/>
                  </a:moveTo>
                  <a:lnTo>
                    <a:pt x="7175972" y="254"/>
                  </a:lnTo>
                  <a:lnTo>
                    <a:pt x="7116705" y="1397"/>
                  </a:lnTo>
                  <a:lnTo>
                    <a:pt x="7058465" y="3301"/>
                  </a:lnTo>
                  <a:lnTo>
                    <a:pt x="7001521" y="6096"/>
                  </a:lnTo>
                  <a:lnTo>
                    <a:pt x="6946138" y="9525"/>
                  </a:lnTo>
                  <a:lnTo>
                    <a:pt x="6892584" y="13462"/>
                  </a:lnTo>
                  <a:lnTo>
                    <a:pt x="6841126" y="17907"/>
                  </a:lnTo>
                  <a:lnTo>
                    <a:pt x="6792031" y="22733"/>
                  </a:lnTo>
                  <a:lnTo>
                    <a:pt x="6745566" y="27940"/>
                  </a:lnTo>
                  <a:lnTo>
                    <a:pt x="6661592" y="38862"/>
                  </a:lnTo>
                  <a:lnTo>
                    <a:pt x="6591343" y="50165"/>
                  </a:lnTo>
                  <a:lnTo>
                    <a:pt x="6536952" y="60960"/>
                  </a:lnTo>
                  <a:lnTo>
                    <a:pt x="6516372" y="66040"/>
                  </a:lnTo>
                  <a:lnTo>
                    <a:pt x="7819392" y="66040"/>
                  </a:lnTo>
                  <a:lnTo>
                    <a:pt x="7766439" y="52578"/>
                  </a:lnTo>
                  <a:lnTo>
                    <a:pt x="7711578" y="40894"/>
                  </a:lnTo>
                  <a:lnTo>
                    <a:pt x="7655075" y="30734"/>
                  </a:lnTo>
                  <a:lnTo>
                    <a:pt x="7597196" y="22351"/>
                  </a:lnTo>
                  <a:lnTo>
                    <a:pt x="7538210" y="15367"/>
                  </a:lnTo>
                  <a:lnTo>
                    <a:pt x="7478382" y="9779"/>
                  </a:lnTo>
                  <a:lnTo>
                    <a:pt x="7417980" y="5461"/>
                  </a:lnTo>
                  <a:lnTo>
                    <a:pt x="7357272" y="2540"/>
                  </a:lnTo>
                  <a:lnTo>
                    <a:pt x="7296523" y="635"/>
                  </a:lnTo>
                  <a:lnTo>
                    <a:pt x="7236001" y="0"/>
                  </a:lnTo>
                  <a:close/>
                </a:path>
                <a:path w="7820025" h="107950">
                  <a:moveTo>
                    <a:pt x="904031" y="51181"/>
                  </a:moveTo>
                  <a:lnTo>
                    <a:pt x="864190" y="51435"/>
                  </a:lnTo>
                  <a:lnTo>
                    <a:pt x="822156" y="52450"/>
                  </a:lnTo>
                  <a:lnTo>
                    <a:pt x="731496" y="56769"/>
                  </a:lnTo>
                  <a:lnTo>
                    <a:pt x="588570" y="65671"/>
                  </a:lnTo>
                  <a:lnTo>
                    <a:pt x="760071" y="61849"/>
                  </a:lnTo>
                  <a:lnTo>
                    <a:pt x="1043400" y="61722"/>
                  </a:lnTo>
                  <a:lnTo>
                    <a:pt x="1041553" y="61341"/>
                  </a:lnTo>
                  <a:lnTo>
                    <a:pt x="1010441" y="56896"/>
                  </a:lnTo>
                  <a:lnTo>
                    <a:pt x="977153" y="53721"/>
                  </a:lnTo>
                  <a:lnTo>
                    <a:pt x="941684" y="51943"/>
                  </a:lnTo>
                  <a:lnTo>
                    <a:pt x="904031" y="51181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8060" y="1837705"/>
              <a:ext cx="7818755" cy="78105"/>
            </a:xfrm>
            <a:custGeom>
              <a:avLst/>
              <a:gdLst/>
              <a:ahLst/>
              <a:cxnLst/>
              <a:rect l="l" t="t" r="r" b="b"/>
              <a:pathLst>
                <a:path w="7818755" h="78105">
                  <a:moveTo>
                    <a:pt x="589" y="27607"/>
                  </a:moveTo>
                  <a:lnTo>
                    <a:pt x="39253" y="22418"/>
                  </a:lnTo>
                  <a:lnTo>
                    <a:pt x="80062" y="21095"/>
                  </a:lnTo>
                  <a:lnTo>
                    <a:pt x="123865" y="22445"/>
                  </a:lnTo>
                  <a:lnTo>
                    <a:pt x="171513" y="25277"/>
                  </a:lnTo>
                  <a:lnTo>
                    <a:pt x="223856" y="28401"/>
                  </a:lnTo>
                  <a:lnTo>
                    <a:pt x="281743" y="30625"/>
                  </a:lnTo>
                  <a:lnTo>
                    <a:pt x="346026" y="30757"/>
                  </a:lnTo>
                  <a:lnTo>
                    <a:pt x="417555" y="27607"/>
                  </a:lnTo>
                  <a:lnTo>
                    <a:pt x="453534" y="29407"/>
                  </a:lnTo>
                  <a:lnTo>
                    <a:pt x="494132" y="30793"/>
                  </a:lnTo>
                  <a:lnTo>
                    <a:pt x="538814" y="31799"/>
                  </a:lnTo>
                  <a:lnTo>
                    <a:pt x="587047" y="32460"/>
                  </a:lnTo>
                  <a:lnTo>
                    <a:pt x="638297" y="32809"/>
                  </a:lnTo>
                  <a:lnTo>
                    <a:pt x="692030" y="32881"/>
                  </a:lnTo>
                  <a:lnTo>
                    <a:pt x="747713" y="32710"/>
                  </a:lnTo>
                  <a:lnTo>
                    <a:pt x="804811" y="32332"/>
                  </a:lnTo>
                  <a:lnTo>
                    <a:pt x="862792" y="31779"/>
                  </a:lnTo>
                  <a:lnTo>
                    <a:pt x="921121" y="31086"/>
                  </a:lnTo>
                  <a:lnTo>
                    <a:pt x="979265" y="30288"/>
                  </a:lnTo>
                  <a:lnTo>
                    <a:pt x="1036689" y="29420"/>
                  </a:lnTo>
                  <a:lnTo>
                    <a:pt x="1092861" y="28514"/>
                  </a:lnTo>
                  <a:lnTo>
                    <a:pt x="1147247" y="27607"/>
                  </a:lnTo>
                  <a:lnTo>
                    <a:pt x="1217820" y="30489"/>
                  </a:lnTo>
                  <a:lnTo>
                    <a:pt x="1273757" y="31986"/>
                  </a:lnTo>
                  <a:lnTo>
                    <a:pt x="1318140" y="32378"/>
                  </a:lnTo>
                  <a:lnTo>
                    <a:pt x="1354051" y="31942"/>
                  </a:lnTo>
                  <a:lnTo>
                    <a:pt x="1384573" y="30959"/>
                  </a:lnTo>
                  <a:lnTo>
                    <a:pt x="1412787" y="29708"/>
                  </a:lnTo>
                  <a:lnTo>
                    <a:pt x="1441775" y="28468"/>
                  </a:lnTo>
                  <a:lnTo>
                    <a:pt x="1474621" y="27519"/>
                  </a:lnTo>
                  <a:lnTo>
                    <a:pt x="1514406" y="27138"/>
                  </a:lnTo>
                  <a:lnTo>
                    <a:pt x="1564213" y="27607"/>
                  </a:lnTo>
                  <a:lnTo>
                    <a:pt x="1617582" y="29993"/>
                  </a:lnTo>
                  <a:lnTo>
                    <a:pt x="1671455" y="31143"/>
                  </a:lnTo>
                  <a:lnTo>
                    <a:pt x="1725579" y="31308"/>
                  </a:lnTo>
                  <a:lnTo>
                    <a:pt x="1779705" y="30743"/>
                  </a:lnTo>
                  <a:lnTo>
                    <a:pt x="1833581" y="29700"/>
                  </a:lnTo>
                  <a:lnTo>
                    <a:pt x="1886956" y="28434"/>
                  </a:lnTo>
                  <a:lnTo>
                    <a:pt x="1939580" y="27196"/>
                  </a:lnTo>
                  <a:lnTo>
                    <a:pt x="1991201" y="26242"/>
                  </a:lnTo>
                  <a:lnTo>
                    <a:pt x="2041569" y="25823"/>
                  </a:lnTo>
                  <a:lnTo>
                    <a:pt x="2090433" y="26193"/>
                  </a:lnTo>
                  <a:lnTo>
                    <a:pt x="2137542" y="27607"/>
                  </a:lnTo>
                  <a:lnTo>
                    <a:pt x="2179686" y="26879"/>
                  </a:lnTo>
                  <a:lnTo>
                    <a:pt x="2224234" y="26777"/>
                  </a:lnTo>
                  <a:lnTo>
                    <a:pt x="2270908" y="27187"/>
                  </a:lnTo>
                  <a:lnTo>
                    <a:pt x="2319432" y="27997"/>
                  </a:lnTo>
                  <a:lnTo>
                    <a:pt x="2369530" y="29092"/>
                  </a:lnTo>
                  <a:lnTo>
                    <a:pt x="2420925" y="30360"/>
                  </a:lnTo>
                  <a:lnTo>
                    <a:pt x="2473341" y="31688"/>
                  </a:lnTo>
                  <a:lnTo>
                    <a:pt x="2526501" y="32961"/>
                  </a:lnTo>
                  <a:lnTo>
                    <a:pt x="2580129" y="34067"/>
                  </a:lnTo>
                  <a:lnTo>
                    <a:pt x="2633949" y="34892"/>
                  </a:lnTo>
                  <a:lnTo>
                    <a:pt x="2687684" y="35323"/>
                  </a:lnTo>
                  <a:lnTo>
                    <a:pt x="2741058" y="35248"/>
                  </a:lnTo>
                  <a:lnTo>
                    <a:pt x="2793794" y="34551"/>
                  </a:lnTo>
                  <a:lnTo>
                    <a:pt x="2845617" y="33121"/>
                  </a:lnTo>
                  <a:lnTo>
                    <a:pt x="2896248" y="30844"/>
                  </a:lnTo>
                  <a:lnTo>
                    <a:pt x="2945414" y="27607"/>
                  </a:lnTo>
                  <a:lnTo>
                    <a:pt x="3011241" y="31156"/>
                  </a:lnTo>
                  <a:lnTo>
                    <a:pt x="3073241" y="34676"/>
                  </a:lnTo>
                  <a:lnTo>
                    <a:pt x="3131742" y="38013"/>
                  </a:lnTo>
                  <a:lnTo>
                    <a:pt x="3187076" y="41014"/>
                  </a:lnTo>
                  <a:lnTo>
                    <a:pt x="3239570" y="43525"/>
                  </a:lnTo>
                  <a:lnTo>
                    <a:pt x="3289556" y="45393"/>
                  </a:lnTo>
                  <a:lnTo>
                    <a:pt x="3337364" y="46465"/>
                  </a:lnTo>
                  <a:lnTo>
                    <a:pt x="3383322" y="46589"/>
                  </a:lnTo>
                  <a:lnTo>
                    <a:pt x="3427762" y="45610"/>
                  </a:lnTo>
                  <a:lnTo>
                    <a:pt x="3471011" y="43375"/>
                  </a:lnTo>
                  <a:lnTo>
                    <a:pt x="3513402" y="39732"/>
                  </a:lnTo>
                  <a:lnTo>
                    <a:pt x="3555263" y="34527"/>
                  </a:lnTo>
                  <a:lnTo>
                    <a:pt x="3596924" y="27607"/>
                  </a:lnTo>
                  <a:lnTo>
                    <a:pt x="3639935" y="29078"/>
                  </a:lnTo>
                  <a:lnTo>
                    <a:pt x="3681767" y="28441"/>
                  </a:lnTo>
                  <a:lnTo>
                    <a:pt x="3722877" y="26133"/>
                  </a:lnTo>
                  <a:lnTo>
                    <a:pt x="3763722" y="22592"/>
                  </a:lnTo>
                  <a:lnTo>
                    <a:pt x="3804762" y="18257"/>
                  </a:lnTo>
                  <a:lnTo>
                    <a:pt x="3846454" y="13565"/>
                  </a:lnTo>
                  <a:lnTo>
                    <a:pt x="3889257" y="8956"/>
                  </a:lnTo>
                  <a:lnTo>
                    <a:pt x="3933627" y="4866"/>
                  </a:lnTo>
                  <a:lnTo>
                    <a:pt x="3980024" y="1735"/>
                  </a:lnTo>
                  <a:lnTo>
                    <a:pt x="4028906" y="0"/>
                  </a:lnTo>
                  <a:lnTo>
                    <a:pt x="4080730" y="99"/>
                  </a:lnTo>
                  <a:lnTo>
                    <a:pt x="4135955" y="2471"/>
                  </a:lnTo>
                  <a:lnTo>
                    <a:pt x="4195039" y="7555"/>
                  </a:lnTo>
                  <a:lnTo>
                    <a:pt x="4258439" y="15787"/>
                  </a:lnTo>
                  <a:lnTo>
                    <a:pt x="4326615" y="27607"/>
                  </a:lnTo>
                  <a:lnTo>
                    <a:pt x="4407927" y="36626"/>
                  </a:lnTo>
                  <a:lnTo>
                    <a:pt x="4481995" y="42227"/>
                  </a:lnTo>
                  <a:lnTo>
                    <a:pt x="4549287" y="44949"/>
                  </a:lnTo>
                  <a:lnTo>
                    <a:pt x="4610272" y="45329"/>
                  </a:lnTo>
                  <a:lnTo>
                    <a:pt x="4665419" y="43904"/>
                  </a:lnTo>
                  <a:lnTo>
                    <a:pt x="4715196" y="41214"/>
                  </a:lnTo>
                  <a:lnTo>
                    <a:pt x="4760072" y="37796"/>
                  </a:lnTo>
                  <a:lnTo>
                    <a:pt x="4800516" y="34188"/>
                  </a:lnTo>
                  <a:lnTo>
                    <a:pt x="4836996" y="30929"/>
                  </a:lnTo>
                  <a:lnTo>
                    <a:pt x="4869983" y="28556"/>
                  </a:lnTo>
                  <a:lnTo>
                    <a:pt x="4899944" y="27607"/>
                  </a:lnTo>
                  <a:lnTo>
                    <a:pt x="4933735" y="24196"/>
                  </a:lnTo>
                  <a:lnTo>
                    <a:pt x="4971311" y="20292"/>
                  </a:lnTo>
                  <a:lnTo>
                    <a:pt x="5012380" y="16186"/>
                  </a:lnTo>
                  <a:lnTo>
                    <a:pt x="5056653" y="12166"/>
                  </a:lnTo>
                  <a:lnTo>
                    <a:pt x="5103840" y="8522"/>
                  </a:lnTo>
                  <a:lnTo>
                    <a:pt x="5153652" y="5542"/>
                  </a:lnTo>
                  <a:lnTo>
                    <a:pt x="5205797" y="3517"/>
                  </a:lnTo>
                  <a:lnTo>
                    <a:pt x="5259987" y="2735"/>
                  </a:lnTo>
                  <a:lnTo>
                    <a:pt x="5315931" y="3487"/>
                  </a:lnTo>
                  <a:lnTo>
                    <a:pt x="5373339" y="6060"/>
                  </a:lnTo>
                  <a:lnTo>
                    <a:pt x="5431923" y="10745"/>
                  </a:lnTo>
                  <a:lnTo>
                    <a:pt x="5491391" y="17831"/>
                  </a:lnTo>
                  <a:lnTo>
                    <a:pt x="5551454" y="27607"/>
                  </a:lnTo>
                  <a:lnTo>
                    <a:pt x="5589346" y="30436"/>
                  </a:lnTo>
                  <a:lnTo>
                    <a:pt x="5631671" y="31882"/>
                  </a:lnTo>
                  <a:lnTo>
                    <a:pt x="5677838" y="32160"/>
                  </a:lnTo>
                  <a:lnTo>
                    <a:pt x="5727259" y="31485"/>
                  </a:lnTo>
                  <a:lnTo>
                    <a:pt x="5779343" y="30074"/>
                  </a:lnTo>
                  <a:lnTo>
                    <a:pt x="5833500" y="28142"/>
                  </a:lnTo>
                  <a:lnTo>
                    <a:pt x="5889140" y="25904"/>
                  </a:lnTo>
                  <a:lnTo>
                    <a:pt x="5945674" y="23577"/>
                  </a:lnTo>
                  <a:lnTo>
                    <a:pt x="6002511" y="21376"/>
                  </a:lnTo>
                  <a:lnTo>
                    <a:pt x="6059062" y="19516"/>
                  </a:lnTo>
                  <a:lnTo>
                    <a:pt x="6114738" y="18213"/>
                  </a:lnTo>
                  <a:lnTo>
                    <a:pt x="6168947" y="17684"/>
                  </a:lnTo>
                  <a:lnTo>
                    <a:pt x="6221100" y="18142"/>
                  </a:lnTo>
                  <a:lnTo>
                    <a:pt x="6270608" y="19805"/>
                  </a:lnTo>
                  <a:lnTo>
                    <a:pt x="6316880" y="22888"/>
                  </a:lnTo>
                  <a:lnTo>
                    <a:pt x="6359327" y="27607"/>
                  </a:lnTo>
                  <a:lnTo>
                    <a:pt x="6418201" y="31602"/>
                  </a:lnTo>
                  <a:lnTo>
                    <a:pt x="6475959" y="32712"/>
                  </a:lnTo>
                  <a:lnTo>
                    <a:pt x="6532241" y="31688"/>
                  </a:lnTo>
                  <a:lnTo>
                    <a:pt x="6586683" y="29277"/>
                  </a:lnTo>
                  <a:lnTo>
                    <a:pt x="6638925" y="26227"/>
                  </a:lnTo>
                  <a:lnTo>
                    <a:pt x="6688606" y="23288"/>
                  </a:lnTo>
                  <a:lnTo>
                    <a:pt x="6735362" y="21208"/>
                  </a:lnTo>
                  <a:lnTo>
                    <a:pt x="6778833" y="20735"/>
                  </a:lnTo>
                  <a:lnTo>
                    <a:pt x="6818658" y="22618"/>
                  </a:lnTo>
                  <a:lnTo>
                    <a:pt x="6854474" y="27607"/>
                  </a:lnTo>
                  <a:lnTo>
                    <a:pt x="6879477" y="30564"/>
                  </a:lnTo>
                  <a:lnTo>
                    <a:pt x="6943769" y="34911"/>
                  </a:lnTo>
                  <a:lnTo>
                    <a:pt x="6982345" y="36374"/>
                  </a:lnTo>
                  <a:lnTo>
                    <a:pt x="7024732" y="37412"/>
                  </a:lnTo>
                  <a:lnTo>
                    <a:pt x="7070574" y="38060"/>
                  </a:lnTo>
                  <a:lnTo>
                    <a:pt x="7119515" y="38356"/>
                  </a:lnTo>
                  <a:lnTo>
                    <a:pt x="7171198" y="38335"/>
                  </a:lnTo>
                  <a:lnTo>
                    <a:pt x="7225265" y="38034"/>
                  </a:lnTo>
                  <a:lnTo>
                    <a:pt x="7281362" y="37489"/>
                  </a:lnTo>
                  <a:lnTo>
                    <a:pt x="7339131" y="36737"/>
                  </a:lnTo>
                  <a:lnTo>
                    <a:pt x="7398216" y="35813"/>
                  </a:lnTo>
                  <a:lnTo>
                    <a:pt x="7458260" y="34755"/>
                  </a:lnTo>
                  <a:lnTo>
                    <a:pt x="7518907" y="33598"/>
                  </a:lnTo>
                  <a:lnTo>
                    <a:pt x="7579801" y="32379"/>
                  </a:lnTo>
                  <a:lnTo>
                    <a:pt x="7640584" y="31134"/>
                  </a:lnTo>
                  <a:lnTo>
                    <a:pt x="7700901" y="29899"/>
                  </a:lnTo>
                  <a:lnTo>
                    <a:pt x="7760395" y="28711"/>
                  </a:lnTo>
                  <a:lnTo>
                    <a:pt x="7818709" y="27607"/>
                  </a:lnTo>
                  <a:lnTo>
                    <a:pt x="7818141" y="35469"/>
                  </a:lnTo>
                  <a:lnTo>
                    <a:pt x="7818490" y="40876"/>
                  </a:lnTo>
                  <a:lnTo>
                    <a:pt x="7818709" y="45895"/>
                  </a:lnTo>
                  <a:lnTo>
                    <a:pt x="7785895" y="34731"/>
                  </a:lnTo>
                  <a:lnTo>
                    <a:pt x="7746369" y="27069"/>
                  </a:lnTo>
                  <a:lnTo>
                    <a:pt x="7701330" y="22467"/>
                  </a:lnTo>
                  <a:lnTo>
                    <a:pt x="7651974" y="20484"/>
                  </a:lnTo>
                  <a:lnTo>
                    <a:pt x="7599498" y="20678"/>
                  </a:lnTo>
                  <a:lnTo>
                    <a:pt x="7545100" y="22607"/>
                  </a:lnTo>
                  <a:lnTo>
                    <a:pt x="7489976" y="25830"/>
                  </a:lnTo>
                  <a:lnTo>
                    <a:pt x="7435324" y="29906"/>
                  </a:lnTo>
                  <a:lnTo>
                    <a:pt x="7382341" y="34391"/>
                  </a:lnTo>
                  <a:lnTo>
                    <a:pt x="7332225" y="38846"/>
                  </a:lnTo>
                  <a:lnTo>
                    <a:pt x="7286172" y="42827"/>
                  </a:lnTo>
                  <a:lnTo>
                    <a:pt x="7245380" y="45895"/>
                  </a:lnTo>
                  <a:lnTo>
                    <a:pt x="7187874" y="44888"/>
                  </a:lnTo>
                  <a:lnTo>
                    <a:pt x="7132530" y="44625"/>
                  </a:lnTo>
                  <a:lnTo>
                    <a:pt x="7079038" y="44878"/>
                  </a:lnTo>
                  <a:lnTo>
                    <a:pt x="7027083" y="45419"/>
                  </a:lnTo>
                  <a:lnTo>
                    <a:pt x="6976356" y="46020"/>
                  </a:lnTo>
                  <a:lnTo>
                    <a:pt x="6926543" y="46452"/>
                  </a:lnTo>
                  <a:lnTo>
                    <a:pt x="6877333" y="46486"/>
                  </a:lnTo>
                  <a:lnTo>
                    <a:pt x="6828414" y="45895"/>
                  </a:lnTo>
                  <a:lnTo>
                    <a:pt x="6798342" y="41990"/>
                  </a:lnTo>
                  <a:lnTo>
                    <a:pt x="6760673" y="39816"/>
                  </a:lnTo>
                  <a:lnTo>
                    <a:pt x="6716567" y="39077"/>
                  </a:lnTo>
                  <a:lnTo>
                    <a:pt x="6667185" y="39480"/>
                  </a:lnTo>
                  <a:lnTo>
                    <a:pt x="6613688" y="40730"/>
                  </a:lnTo>
                  <a:lnTo>
                    <a:pt x="6557238" y="42532"/>
                  </a:lnTo>
                  <a:lnTo>
                    <a:pt x="6498995" y="44592"/>
                  </a:lnTo>
                  <a:lnTo>
                    <a:pt x="6440120" y="46617"/>
                  </a:lnTo>
                  <a:lnTo>
                    <a:pt x="6381775" y="48311"/>
                  </a:lnTo>
                  <a:lnTo>
                    <a:pt x="6325119" y="49380"/>
                  </a:lnTo>
                  <a:lnTo>
                    <a:pt x="6271315" y="49530"/>
                  </a:lnTo>
                  <a:lnTo>
                    <a:pt x="6221523" y="48466"/>
                  </a:lnTo>
                  <a:lnTo>
                    <a:pt x="6176904" y="45895"/>
                  </a:lnTo>
                  <a:lnTo>
                    <a:pt x="6128673" y="39661"/>
                  </a:lnTo>
                  <a:lnTo>
                    <a:pt x="6080232" y="35054"/>
                  </a:lnTo>
                  <a:lnTo>
                    <a:pt x="6031551" y="31983"/>
                  </a:lnTo>
                  <a:lnTo>
                    <a:pt x="5982604" y="30358"/>
                  </a:lnTo>
                  <a:lnTo>
                    <a:pt x="5933362" y="30088"/>
                  </a:lnTo>
                  <a:lnTo>
                    <a:pt x="5883798" y="31082"/>
                  </a:lnTo>
                  <a:lnTo>
                    <a:pt x="5833883" y="33250"/>
                  </a:lnTo>
                  <a:lnTo>
                    <a:pt x="5783590" y="36502"/>
                  </a:lnTo>
                  <a:lnTo>
                    <a:pt x="5732890" y="40747"/>
                  </a:lnTo>
                  <a:lnTo>
                    <a:pt x="5681756" y="45895"/>
                  </a:lnTo>
                  <a:lnTo>
                    <a:pt x="5641245" y="51464"/>
                  </a:lnTo>
                  <a:lnTo>
                    <a:pt x="5599559" y="54424"/>
                  </a:lnTo>
                  <a:lnTo>
                    <a:pt x="5556582" y="55232"/>
                  </a:lnTo>
                  <a:lnTo>
                    <a:pt x="5512196" y="54347"/>
                  </a:lnTo>
                  <a:lnTo>
                    <a:pt x="5466287" y="52228"/>
                  </a:lnTo>
                  <a:lnTo>
                    <a:pt x="5418739" y="49334"/>
                  </a:lnTo>
                  <a:lnTo>
                    <a:pt x="5369434" y="46123"/>
                  </a:lnTo>
                  <a:lnTo>
                    <a:pt x="5318259" y="43054"/>
                  </a:lnTo>
                  <a:lnTo>
                    <a:pt x="5265095" y="40586"/>
                  </a:lnTo>
                  <a:lnTo>
                    <a:pt x="5209828" y="39177"/>
                  </a:lnTo>
                  <a:lnTo>
                    <a:pt x="5152341" y="39286"/>
                  </a:lnTo>
                  <a:lnTo>
                    <a:pt x="5092519" y="41373"/>
                  </a:lnTo>
                  <a:lnTo>
                    <a:pt x="5030246" y="45895"/>
                  </a:lnTo>
                  <a:lnTo>
                    <a:pt x="4970572" y="51784"/>
                  </a:lnTo>
                  <a:lnTo>
                    <a:pt x="4915321" y="56358"/>
                  </a:lnTo>
                  <a:lnTo>
                    <a:pt x="4863721" y="59708"/>
                  </a:lnTo>
                  <a:lnTo>
                    <a:pt x="4815000" y="61924"/>
                  </a:lnTo>
                  <a:lnTo>
                    <a:pt x="4768387" y="63098"/>
                  </a:lnTo>
                  <a:lnTo>
                    <a:pt x="4723109" y="63321"/>
                  </a:lnTo>
                  <a:lnTo>
                    <a:pt x="4678395" y="62684"/>
                  </a:lnTo>
                  <a:lnTo>
                    <a:pt x="4633473" y="61277"/>
                  </a:lnTo>
                  <a:lnTo>
                    <a:pt x="4587572" y="59193"/>
                  </a:lnTo>
                  <a:lnTo>
                    <a:pt x="4539919" y="56521"/>
                  </a:lnTo>
                  <a:lnTo>
                    <a:pt x="4489743" y="53354"/>
                  </a:lnTo>
                  <a:lnTo>
                    <a:pt x="4436273" y="49781"/>
                  </a:lnTo>
                  <a:lnTo>
                    <a:pt x="4378736" y="45895"/>
                  </a:lnTo>
                  <a:lnTo>
                    <a:pt x="4317167" y="44032"/>
                  </a:lnTo>
                  <a:lnTo>
                    <a:pt x="4262300" y="43067"/>
                  </a:lnTo>
                  <a:lnTo>
                    <a:pt x="4212826" y="42838"/>
                  </a:lnTo>
                  <a:lnTo>
                    <a:pt x="4167440" y="43187"/>
                  </a:lnTo>
                  <a:lnTo>
                    <a:pt x="4124834" y="43952"/>
                  </a:lnTo>
                  <a:lnTo>
                    <a:pt x="4083701" y="44975"/>
                  </a:lnTo>
                  <a:lnTo>
                    <a:pt x="4042734" y="46095"/>
                  </a:lnTo>
                  <a:lnTo>
                    <a:pt x="4000626" y="47152"/>
                  </a:lnTo>
                  <a:lnTo>
                    <a:pt x="3956070" y="47986"/>
                  </a:lnTo>
                  <a:lnTo>
                    <a:pt x="3907759" y="48437"/>
                  </a:lnTo>
                  <a:lnTo>
                    <a:pt x="3854386" y="48346"/>
                  </a:lnTo>
                  <a:lnTo>
                    <a:pt x="3794644" y="47551"/>
                  </a:lnTo>
                  <a:lnTo>
                    <a:pt x="3727226" y="45895"/>
                  </a:lnTo>
                  <a:lnTo>
                    <a:pt x="3656117" y="42516"/>
                  </a:lnTo>
                  <a:lnTo>
                    <a:pt x="3592640" y="41608"/>
                  </a:lnTo>
                  <a:lnTo>
                    <a:pt x="3535667" y="42652"/>
                  </a:lnTo>
                  <a:lnTo>
                    <a:pt x="3484071" y="45126"/>
                  </a:lnTo>
                  <a:lnTo>
                    <a:pt x="3436725" y="48509"/>
                  </a:lnTo>
                  <a:lnTo>
                    <a:pt x="3392502" y="52283"/>
                  </a:lnTo>
                  <a:lnTo>
                    <a:pt x="3350275" y="55926"/>
                  </a:lnTo>
                  <a:lnTo>
                    <a:pt x="3308917" y="58917"/>
                  </a:lnTo>
                  <a:lnTo>
                    <a:pt x="3267301" y="60737"/>
                  </a:lnTo>
                  <a:lnTo>
                    <a:pt x="3224300" y="60866"/>
                  </a:lnTo>
                  <a:lnTo>
                    <a:pt x="3178786" y="58781"/>
                  </a:lnTo>
                  <a:lnTo>
                    <a:pt x="3129634" y="53965"/>
                  </a:lnTo>
                  <a:lnTo>
                    <a:pt x="3075716" y="45895"/>
                  </a:lnTo>
                  <a:lnTo>
                    <a:pt x="3012428" y="36608"/>
                  </a:lnTo>
                  <a:lnTo>
                    <a:pt x="2954893" y="30475"/>
                  </a:lnTo>
                  <a:lnTo>
                    <a:pt x="2902230" y="27058"/>
                  </a:lnTo>
                  <a:lnTo>
                    <a:pt x="2853559" y="25917"/>
                  </a:lnTo>
                  <a:lnTo>
                    <a:pt x="2808002" y="26610"/>
                  </a:lnTo>
                  <a:lnTo>
                    <a:pt x="2764678" y="28699"/>
                  </a:lnTo>
                  <a:lnTo>
                    <a:pt x="2722709" y="31743"/>
                  </a:lnTo>
                  <a:lnTo>
                    <a:pt x="2681214" y="35302"/>
                  </a:lnTo>
                  <a:lnTo>
                    <a:pt x="2639313" y="38937"/>
                  </a:lnTo>
                  <a:lnTo>
                    <a:pt x="2596129" y="42207"/>
                  </a:lnTo>
                  <a:lnTo>
                    <a:pt x="2550779" y="44673"/>
                  </a:lnTo>
                  <a:lnTo>
                    <a:pt x="2502387" y="45895"/>
                  </a:lnTo>
                  <a:lnTo>
                    <a:pt x="2460437" y="46169"/>
                  </a:lnTo>
                  <a:lnTo>
                    <a:pt x="2417291" y="46002"/>
                  </a:lnTo>
                  <a:lnTo>
                    <a:pt x="2372855" y="45493"/>
                  </a:lnTo>
                  <a:lnTo>
                    <a:pt x="2327039" y="44744"/>
                  </a:lnTo>
                  <a:lnTo>
                    <a:pt x="2279749" y="43852"/>
                  </a:lnTo>
                  <a:lnTo>
                    <a:pt x="2230895" y="42918"/>
                  </a:lnTo>
                  <a:lnTo>
                    <a:pt x="2180384" y="42041"/>
                  </a:lnTo>
                  <a:lnTo>
                    <a:pt x="2128124" y="41322"/>
                  </a:lnTo>
                  <a:lnTo>
                    <a:pt x="2074023" y="40860"/>
                  </a:lnTo>
                  <a:lnTo>
                    <a:pt x="2017990" y="40755"/>
                  </a:lnTo>
                  <a:lnTo>
                    <a:pt x="1959933" y="41106"/>
                  </a:lnTo>
                  <a:lnTo>
                    <a:pt x="1899759" y="42013"/>
                  </a:lnTo>
                  <a:lnTo>
                    <a:pt x="1837377" y="43576"/>
                  </a:lnTo>
                  <a:lnTo>
                    <a:pt x="1772696" y="45895"/>
                  </a:lnTo>
                  <a:lnTo>
                    <a:pt x="1702601" y="51362"/>
                  </a:lnTo>
                  <a:lnTo>
                    <a:pt x="1642132" y="55513"/>
                  </a:lnTo>
                  <a:lnTo>
                    <a:pt x="1589788" y="58465"/>
                  </a:lnTo>
                  <a:lnTo>
                    <a:pt x="1544071" y="60337"/>
                  </a:lnTo>
                  <a:lnTo>
                    <a:pt x="1503478" y="61250"/>
                  </a:lnTo>
                  <a:lnTo>
                    <a:pt x="1466509" y="61321"/>
                  </a:lnTo>
                  <a:lnTo>
                    <a:pt x="1431664" y="60670"/>
                  </a:lnTo>
                  <a:lnTo>
                    <a:pt x="1397443" y="59416"/>
                  </a:lnTo>
                  <a:lnTo>
                    <a:pt x="1362345" y="57678"/>
                  </a:lnTo>
                  <a:lnTo>
                    <a:pt x="1324869" y="55575"/>
                  </a:lnTo>
                  <a:lnTo>
                    <a:pt x="1283516" y="53226"/>
                  </a:lnTo>
                  <a:lnTo>
                    <a:pt x="1236785" y="50750"/>
                  </a:lnTo>
                  <a:lnTo>
                    <a:pt x="1183175" y="48267"/>
                  </a:lnTo>
                  <a:lnTo>
                    <a:pt x="1121186" y="45895"/>
                  </a:lnTo>
                  <a:lnTo>
                    <a:pt x="1074927" y="47928"/>
                  </a:lnTo>
                  <a:lnTo>
                    <a:pt x="1026175" y="50340"/>
                  </a:lnTo>
                  <a:lnTo>
                    <a:pt x="975235" y="53044"/>
                  </a:lnTo>
                  <a:lnTo>
                    <a:pt x="922416" y="55954"/>
                  </a:lnTo>
                  <a:lnTo>
                    <a:pt x="868025" y="58985"/>
                  </a:lnTo>
                  <a:lnTo>
                    <a:pt x="812368" y="62050"/>
                  </a:lnTo>
                  <a:lnTo>
                    <a:pt x="755754" y="65065"/>
                  </a:lnTo>
                  <a:lnTo>
                    <a:pt x="698490" y="67943"/>
                  </a:lnTo>
                  <a:lnTo>
                    <a:pt x="640882" y="70600"/>
                  </a:lnTo>
                  <a:lnTo>
                    <a:pt x="583239" y="72948"/>
                  </a:lnTo>
                  <a:lnTo>
                    <a:pt x="525867" y="74902"/>
                  </a:lnTo>
                  <a:lnTo>
                    <a:pt x="469074" y="76377"/>
                  </a:lnTo>
                  <a:lnTo>
                    <a:pt x="413168" y="77287"/>
                  </a:lnTo>
                  <a:lnTo>
                    <a:pt x="358454" y="77545"/>
                  </a:lnTo>
                  <a:lnTo>
                    <a:pt x="305242" y="77068"/>
                  </a:lnTo>
                  <a:lnTo>
                    <a:pt x="253837" y="75767"/>
                  </a:lnTo>
                  <a:lnTo>
                    <a:pt x="204548" y="73559"/>
                  </a:lnTo>
                  <a:lnTo>
                    <a:pt x="157681" y="70357"/>
                  </a:lnTo>
                  <a:lnTo>
                    <a:pt x="113545" y="66075"/>
                  </a:lnTo>
                  <a:lnTo>
                    <a:pt x="72446" y="60628"/>
                  </a:lnTo>
                  <a:lnTo>
                    <a:pt x="34691" y="53930"/>
                  </a:lnTo>
                  <a:lnTo>
                    <a:pt x="0" y="41078"/>
                  </a:lnTo>
                  <a:lnTo>
                    <a:pt x="115" y="35016"/>
                  </a:lnTo>
                  <a:lnTo>
                    <a:pt x="589" y="27607"/>
                  </a:lnTo>
                  <a:close/>
                </a:path>
              </a:pathLst>
            </a:custGeom>
            <a:ln w="41275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15406" y="2228303"/>
            <a:ext cx="2160905" cy="1296670"/>
          </a:xfrm>
          <a:prstGeom prst="rect">
            <a:avLst/>
          </a:prstGeom>
          <a:solidFill>
            <a:srgbClr val="ED7D31"/>
          </a:solidFill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1700">
              <a:latin typeface="Times New Roman"/>
              <a:cs typeface="Times New Roman"/>
            </a:endParaRPr>
          </a:p>
          <a:p>
            <a:pPr marL="291465" marR="128270" indent="-155575">
              <a:lnSpc>
                <a:spcPts val="1900"/>
              </a:lnSpc>
              <a:spcBef>
                <a:spcPts val="5"/>
              </a:spcBef>
              <a:buChar char="•"/>
              <a:tabLst>
                <a:tab pos="303530" algn="l"/>
              </a:tabLst>
            </a:pP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Task</a:t>
            </a:r>
            <a:r>
              <a:rPr sz="1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measures:</a:t>
            </a:r>
            <a:r>
              <a:rPr sz="1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task 	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completion,</a:t>
            </a:r>
            <a:r>
              <a:rPr sz="17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time,</a:t>
            </a:r>
            <a:endParaRPr sz="1700">
              <a:latin typeface="Calibri"/>
              <a:cs typeface="Calibri"/>
            </a:endParaRPr>
          </a:p>
          <a:p>
            <a:pPr marL="817880">
              <a:lnSpc>
                <a:spcPts val="1755"/>
              </a:lnSpc>
            </a:pP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errors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91814" y="2228303"/>
            <a:ext cx="2160905" cy="1296670"/>
          </a:xfrm>
          <a:prstGeom prst="rect">
            <a:avLst/>
          </a:prstGeom>
          <a:solidFill>
            <a:srgbClr val="DE7A47"/>
          </a:solidFill>
        </p:spPr>
        <p:txBody>
          <a:bodyPr vert="horz" wrap="square" lIns="0" tIns="2425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10"/>
              </a:spcBef>
            </a:pPr>
            <a:endParaRPr sz="1700">
              <a:latin typeface="Times New Roman"/>
              <a:cs typeface="Times New Roman"/>
            </a:endParaRPr>
          </a:p>
          <a:p>
            <a:pPr marL="645795" indent="-155575">
              <a:lnSpc>
                <a:spcPct val="100000"/>
              </a:lnSpc>
              <a:buChar char="•"/>
              <a:tabLst>
                <a:tab pos="645795" algn="l"/>
              </a:tabLst>
            </a:pP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logs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68221" y="2228303"/>
            <a:ext cx="2160905" cy="1296670"/>
          </a:xfrm>
          <a:prstGeom prst="rect">
            <a:avLst/>
          </a:prstGeom>
          <a:solidFill>
            <a:srgbClr val="D17B5C"/>
          </a:solidFill>
        </p:spPr>
        <p:txBody>
          <a:bodyPr vert="horz" wrap="square" lIns="0" tIns="146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imes New Roman"/>
              <a:cs typeface="Times New Roman"/>
            </a:endParaRPr>
          </a:p>
          <a:p>
            <a:pPr marL="92710" marR="84455" indent="340360">
              <a:lnSpc>
                <a:spcPts val="1900"/>
              </a:lnSpc>
              <a:buChar char="•"/>
              <a:tabLst>
                <a:tab pos="433070" algn="l"/>
              </a:tabLst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Video</a:t>
            </a:r>
            <a:r>
              <a:rPr sz="1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recording: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screen,</a:t>
            </a:r>
            <a:r>
              <a:rPr sz="17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keyboard,</a:t>
            </a:r>
            <a:r>
              <a:rPr sz="17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5406" y="3740562"/>
            <a:ext cx="2160905" cy="1296670"/>
          </a:xfrm>
          <a:prstGeom prst="rect">
            <a:avLst/>
          </a:prstGeom>
          <a:solidFill>
            <a:srgbClr val="C48170"/>
          </a:solidFill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700">
              <a:latin typeface="Times New Roman"/>
              <a:cs typeface="Times New Roman"/>
            </a:endParaRPr>
          </a:p>
          <a:p>
            <a:pPr marL="458470" marR="295275" indent="-155575">
              <a:lnSpc>
                <a:spcPts val="1920"/>
              </a:lnSpc>
              <a:spcBef>
                <a:spcPts val="5"/>
              </a:spcBef>
              <a:buChar char="•"/>
              <a:tabLst>
                <a:tab pos="470534" algn="l"/>
              </a:tabLst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Audio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recording 	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(especially</a:t>
            </a:r>
            <a:r>
              <a:rPr sz="1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endParaRPr sz="1700">
              <a:latin typeface="Calibri"/>
              <a:cs typeface="Calibri"/>
            </a:endParaRPr>
          </a:p>
          <a:p>
            <a:pPr marL="329565">
              <a:lnSpc>
                <a:spcPts val="1755"/>
              </a:lnSpc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“thinking</a:t>
            </a:r>
            <a:r>
              <a:rPr sz="17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aloud”)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91814" y="3740562"/>
            <a:ext cx="2160905" cy="1296670"/>
          </a:xfrm>
          <a:prstGeom prst="rect">
            <a:avLst/>
          </a:prstGeom>
          <a:solidFill>
            <a:srgbClr val="B98A82"/>
          </a:solidFill>
        </p:spPr>
        <p:txBody>
          <a:bodyPr vert="horz" wrap="square" lIns="0" tIns="2419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5"/>
              </a:spcBef>
            </a:pPr>
            <a:endParaRPr sz="1700">
              <a:latin typeface="Times New Roman"/>
              <a:cs typeface="Times New Roman"/>
            </a:endParaRPr>
          </a:p>
          <a:p>
            <a:pPr marL="622300" indent="-155575">
              <a:lnSpc>
                <a:spcPct val="100000"/>
              </a:lnSpc>
              <a:buChar char="•"/>
              <a:tabLst>
                <a:tab pos="622300" algn="l"/>
              </a:tabLst>
            </a:pPr>
            <a:r>
              <a:rPr sz="1700" spc="-30" dirty="0">
                <a:solidFill>
                  <a:srgbClr val="FFFFFF"/>
                </a:solidFill>
                <a:latin typeface="Calibri"/>
                <a:cs typeface="Calibri"/>
              </a:rPr>
              <a:t>Eye-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tracking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68221" y="3740562"/>
            <a:ext cx="2160905" cy="1296670"/>
          </a:xfrm>
          <a:prstGeom prst="rect">
            <a:avLst/>
          </a:prstGeom>
          <a:solidFill>
            <a:srgbClr val="AE9694"/>
          </a:solidFill>
        </p:spPr>
        <p:txBody>
          <a:bodyPr vert="horz" wrap="square" lIns="0" tIns="144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35"/>
              </a:spcBef>
            </a:pPr>
            <a:endParaRPr sz="1700">
              <a:latin typeface="Times New Roman"/>
              <a:cs typeface="Times New Roman"/>
            </a:endParaRPr>
          </a:p>
          <a:p>
            <a:pPr marL="596265" marR="433705" indent="-155575">
              <a:lnSpc>
                <a:spcPts val="1920"/>
              </a:lnSpc>
              <a:buChar char="•"/>
              <a:tabLst>
                <a:tab pos="639445" algn="l"/>
              </a:tabLst>
            </a:pP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Physiological 	responses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1814" y="5252822"/>
            <a:ext cx="2160905" cy="1296670"/>
          </a:xfrm>
          <a:prstGeom prst="rect">
            <a:avLst/>
          </a:prstGeom>
          <a:solidFill>
            <a:srgbClr val="A5A5A5"/>
          </a:solidFill>
        </p:spPr>
        <p:txBody>
          <a:bodyPr vert="horz" wrap="square" lIns="0" tIns="50800" rIns="0" bIns="0" rtlCol="0">
            <a:spAutoFit/>
          </a:bodyPr>
          <a:lstStyle/>
          <a:p>
            <a:pPr marL="64135" marR="56515" indent="155575">
              <a:lnSpc>
                <a:spcPct val="90600"/>
              </a:lnSpc>
              <a:spcBef>
                <a:spcPts val="400"/>
              </a:spcBef>
              <a:buChar char="•"/>
              <a:tabLst>
                <a:tab pos="219710" algn="l"/>
              </a:tabLst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feedback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 be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collected</a:t>
            </a:r>
            <a:r>
              <a:rPr sz="17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throughout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7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endParaRPr sz="1700">
              <a:latin typeface="Calibri"/>
              <a:cs typeface="Calibri"/>
            </a:endParaRPr>
          </a:p>
          <a:p>
            <a:pPr marL="178435" indent="-114300">
              <a:lnSpc>
                <a:spcPct val="100000"/>
              </a:lnSpc>
              <a:spcBef>
                <a:spcPts val="665"/>
              </a:spcBef>
              <a:buChar char="•"/>
              <a:tabLst>
                <a:tab pos="178435" algn="l"/>
              </a:tabLst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questionnaire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736" rIns="0" bIns="0" rtlCol="0">
            <a:spAutoFit/>
          </a:bodyPr>
          <a:lstStyle/>
          <a:p>
            <a:pPr marL="4335780" marR="5080" indent="-789940">
              <a:lnSpc>
                <a:spcPts val="4300"/>
              </a:lnSpc>
              <a:spcBef>
                <a:spcPts val="580"/>
              </a:spcBef>
            </a:pPr>
            <a:r>
              <a:rPr sz="3900" dirty="0"/>
              <a:t>User</a:t>
            </a:r>
            <a:r>
              <a:rPr sz="3900" spc="170" dirty="0"/>
              <a:t> </a:t>
            </a:r>
            <a:r>
              <a:rPr sz="3900" dirty="0"/>
              <a:t>report-</a:t>
            </a:r>
            <a:r>
              <a:rPr sz="3900" spc="-10" dirty="0"/>
              <a:t>based evaluation</a:t>
            </a:r>
            <a:endParaRPr sz="3900" dirty="0"/>
          </a:p>
        </p:txBody>
      </p:sp>
      <p:sp>
        <p:nvSpPr>
          <p:cNvPr id="3" name="object 3"/>
          <p:cNvSpPr txBox="1"/>
          <p:nvPr/>
        </p:nvSpPr>
        <p:spPr>
          <a:xfrm>
            <a:off x="3802813" y="2394203"/>
            <a:ext cx="4672965" cy="404726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4150" marR="5080" indent="-171450">
              <a:spcBef>
                <a:spcPts val="480"/>
              </a:spcBef>
              <a:buChar char="•"/>
              <a:tabLst>
                <a:tab pos="184150" algn="l"/>
                <a:tab pos="196215" algn="l"/>
              </a:tabLst>
            </a:pPr>
            <a:r>
              <a:rPr dirty="0">
                <a:latin typeface="Calibri"/>
                <a:cs typeface="Calibri"/>
              </a:rPr>
              <a:t>	Users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requested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provide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information </a:t>
            </a:r>
            <a:r>
              <a:rPr dirty="0">
                <a:latin typeface="Calibri"/>
                <a:cs typeface="Calibri"/>
              </a:rPr>
              <a:t>about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their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usage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system</a:t>
            </a:r>
            <a:r>
              <a:rPr lang="en-GB" spc="-10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  <a:p>
            <a:pPr marL="184150" marR="87630" indent="-171450">
              <a:spcBef>
                <a:spcPts val="785"/>
              </a:spcBef>
              <a:buChar char="•"/>
              <a:tabLst>
                <a:tab pos="184150" algn="l"/>
                <a:tab pos="196215" algn="l"/>
              </a:tabLst>
            </a:pPr>
            <a:r>
              <a:rPr dirty="0">
                <a:latin typeface="Calibri"/>
                <a:cs typeface="Calibri"/>
              </a:rPr>
              <a:t>	Assessment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without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having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observe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the </a:t>
            </a:r>
            <a:r>
              <a:rPr spc="-10" dirty="0">
                <a:latin typeface="Calibri"/>
                <a:cs typeface="Calibri"/>
              </a:rPr>
              <a:t>system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actually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use</a:t>
            </a:r>
            <a:r>
              <a:rPr lang="en-GB" spc="-25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  <a:p>
            <a:pPr marL="184150" marR="580390" indent="-171450">
              <a:spcBef>
                <a:spcPts val="820"/>
              </a:spcBef>
              <a:buChar char="•"/>
              <a:tabLst>
                <a:tab pos="184150" algn="l"/>
                <a:tab pos="196215" algn="l"/>
              </a:tabLst>
            </a:pPr>
            <a:r>
              <a:rPr dirty="0">
                <a:latin typeface="Calibri"/>
                <a:cs typeface="Calibri"/>
              </a:rPr>
              <a:t>	May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number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functions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during development:</a:t>
            </a:r>
            <a:endParaRPr dirty="0">
              <a:latin typeface="Calibri"/>
              <a:cs typeface="Calibri"/>
            </a:endParaRPr>
          </a:p>
          <a:p>
            <a:pPr marL="527050" marR="163830" lvl="1" indent="-171450">
              <a:spcBef>
                <a:spcPts val="500"/>
              </a:spcBef>
              <a:buChar char="–"/>
              <a:tabLst>
                <a:tab pos="527050" algn="l"/>
                <a:tab pos="697865" algn="l"/>
              </a:tabLst>
            </a:pPr>
            <a:r>
              <a:rPr lang="en-GB" dirty="0">
                <a:latin typeface="Calibri"/>
                <a:cs typeface="Calibri"/>
              </a:rPr>
              <a:t> Assessing</a:t>
            </a:r>
            <a:r>
              <a:rPr lang="en-GB"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performance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existing system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(e.g.,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requirements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for </a:t>
            </a:r>
            <a:r>
              <a:rPr dirty="0">
                <a:latin typeface="Calibri"/>
                <a:cs typeface="Calibri"/>
              </a:rPr>
              <a:t>new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release/system)</a:t>
            </a:r>
            <a:r>
              <a:rPr lang="en-GB" spc="-10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  <a:p>
            <a:pPr marL="527050" marR="256540" lvl="1" indent="-171450">
              <a:spcBef>
                <a:spcPts val="409"/>
              </a:spcBef>
              <a:buChar char="–"/>
              <a:tabLst>
                <a:tab pos="527050" algn="l"/>
                <a:tab pos="697865" algn="l"/>
              </a:tabLst>
            </a:pPr>
            <a:r>
              <a:rPr lang="en-GB" dirty="0">
                <a:latin typeface="Calibri"/>
                <a:cs typeface="Calibri"/>
              </a:rPr>
              <a:t>Assessing </a:t>
            </a:r>
            <a:r>
              <a:rPr spc="-10" dirty="0">
                <a:latin typeface="Calibri"/>
                <a:cs typeface="Calibri"/>
              </a:rPr>
              <a:t>performance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prototype </a:t>
            </a:r>
            <a:r>
              <a:rPr dirty="0">
                <a:latin typeface="Calibri"/>
                <a:cs typeface="Calibri"/>
              </a:rPr>
              <a:t>(input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continuing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design)</a:t>
            </a:r>
            <a:r>
              <a:rPr lang="en-GB" spc="-10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  <a:p>
            <a:pPr marL="527050" marR="70485" lvl="1" indent="-171450">
              <a:spcBef>
                <a:spcPts val="505"/>
              </a:spcBef>
              <a:buChar char="–"/>
              <a:tabLst>
                <a:tab pos="527050" algn="l"/>
                <a:tab pos="697865" algn="l"/>
              </a:tabLst>
            </a:pPr>
            <a:r>
              <a:rPr lang="en-GB" dirty="0">
                <a:latin typeface="Calibri"/>
                <a:cs typeface="Calibri"/>
              </a:rPr>
              <a:t> Assessing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performance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new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system </a:t>
            </a:r>
            <a:r>
              <a:rPr dirty="0">
                <a:latin typeface="Calibri"/>
                <a:cs typeface="Calibri"/>
              </a:rPr>
              <a:t>(input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redesign,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training)</a:t>
            </a:r>
            <a:r>
              <a:rPr lang="en-GB" spc="-10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" y="10"/>
            <a:ext cx="3476673" cy="685792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810699" y="2115116"/>
            <a:ext cx="4732020" cy="0"/>
          </a:xfrm>
          <a:custGeom>
            <a:avLst/>
            <a:gdLst/>
            <a:ahLst/>
            <a:cxnLst/>
            <a:rect l="l" t="t" r="r" b="b"/>
            <a:pathLst>
              <a:path w="4732020">
                <a:moveTo>
                  <a:pt x="0" y="0"/>
                </a:moveTo>
                <a:lnTo>
                  <a:pt x="4732020" y="1"/>
                </a:lnTo>
              </a:path>
            </a:pathLst>
          </a:custGeom>
          <a:ln w="19050">
            <a:solidFill>
              <a:srgbClr val="04D3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6131" y="584224"/>
            <a:ext cx="8074839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31290">
              <a:lnSpc>
                <a:spcPct val="100000"/>
              </a:lnSpc>
              <a:spcBef>
                <a:spcPts val="105"/>
              </a:spcBef>
            </a:pPr>
            <a:r>
              <a:rPr sz="4600" dirty="0"/>
              <a:t>Analytic</a:t>
            </a:r>
            <a:r>
              <a:rPr sz="4600" spc="335" dirty="0"/>
              <a:t> </a:t>
            </a:r>
            <a:r>
              <a:rPr lang="en-GB" sz="4600" spc="-10" dirty="0"/>
              <a:t>Techniques</a:t>
            </a:r>
            <a:endParaRPr sz="4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607423" y="1799295"/>
            <a:ext cx="7860030" cy="137160"/>
            <a:chOff x="607423" y="1799295"/>
            <a:chExt cx="7860030" cy="137160"/>
          </a:xfrm>
        </p:grpSpPr>
        <p:sp>
          <p:nvSpPr>
            <p:cNvPr id="4" name="object 4"/>
            <p:cNvSpPr/>
            <p:nvPr/>
          </p:nvSpPr>
          <p:spPr>
            <a:xfrm>
              <a:off x="627377" y="1799295"/>
              <a:ext cx="7820025" cy="107950"/>
            </a:xfrm>
            <a:custGeom>
              <a:avLst/>
              <a:gdLst/>
              <a:ahLst/>
              <a:cxnLst/>
              <a:rect l="l" t="t" r="r" b="b"/>
              <a:pathLst>
                <a:path w="7820025" h="107950">
                  <a:moveTo>
                    <a:pt x="5864862" y="66040"/>
                  </a:moveTo>
                  <a:lnTo>
                    <a:pt x="5792865" y="68961"/>
                  </a:lnTo>
                  <a:lnTo>
                    <a:pt x="5553543" y="75946"/>
                  </a:lnTo>
                  <a:lnTo>
                    <a:pt x="5455447" y="76962"/>
                  </a:lnTo>
                  <a:lnTo>
                    <a:pt x="5408493" y="76962"/>
                  </a:lnTo>
                  <a:lnTo>
                    <a:pt x="5447895" y="84328"/>
                  </a:lnTo>
                  <a:lnTo>
                    <a:pt x="5486963" y="94996"/>
                  </a:lnTo>
                  <a:lnTo>
                    <a:pt x="5530190" y="102108"/>
                  </a:lnTo>
                  <a:lnTo>
                    <a:pt x="5576945" y="106172"/>
                  </a:lnTo>
                  <a:lnTo>
                    <a:pt x="5626596" y="107696"/>
                  </a:lnTo>
                  <a:lnTo>
                    <a:pt x="5678509" y="107187"/>
                  </a:lnTo>
                  <a:lnTo>
                    <a:pt x="5732053" y="105029"/>
                  </a:lnTo>
                  <a:lnTo>
                    <a:pt x="5786595" y="101726"/>
                  </a:lnTo>
                  <a:lnTo>
                    <a:pt x="5949889" y="89662"/>
                  </a:lnTo>
                  <a:lnTo>
                    <a:pt x="6002102" y="86487"/>
                  </a:lnTo>
                  <a:lnTo>
                    <a:pt x="6052151" y="84582"/>
                  </a:lnTo>
                  <a:lnTo>
                    <a:pt x="6099405" y="84328"/>
                  </a:lnTo>
                  <a:lnTo>
                    <a:pt x="6146119" y="79756"/>
                  </a:lnTo>
                  <a:lnTo>
                    <a:pt x="6184681" y="77470"/>
                  </a:lnTo>
                  <a:lnTo>
                    <a:pt x="6669812" y="77216"/>
                  </a:lnTo>
                  <a:lnTo>
                    <a:pt x="6673737" y="76962"/>
                  </a:lnTo>
                  <a:lnTo>
                    <a:pt x="5409883" y="76962"/>
                  </a:lnTo>
                  <a:lnTo>
                    <a:pt x="6673865" y="76953"/>
                  </a:lnTo>
                  <a:lnTo>
                    <a:pt x="6732604" y="73151"/>
                  </a:lnTo>
                  <a:lnTo>
                    <a:pt x="6755135" y="72390"/>
                  </a:lnTo>
                  <a:lnTo>
                    <a:pt x="6097229" y="72390"/>
                  </a:lnTo>
                  <a:lnTo>
                    <a:pt x="6028289" y="71882"/>
                  </a:lnTo>
                  <a:lnTo>
                    <a:pt x="5951110" y="69976"/>
                  </a:lnTo>
                  <a:lnTo>
                    <a:pt x="5864862" y="66040"/>
                  </a:lnTo>
                  <a:close/>
                </a:path>
                <a:path w="7820025" h="107950">
                  <a:moveTo>
                    <a:pt x="4063269" y="83185"/>
                  </a:moveTo>
                  <a:lnTo>
                    <a:pt x="3521063" y="83185"/>
                  </a:lnTo>
                  <a:lnTo>
                    <a:pt x="3571546" y="84328"/>
                  </a:lnTo>
                  <a:lnTo>
                    <a:pt x="3617285" y="87249"/>
                  </a:lnTo>
                  <a:lnTo>
                    <a:pt x="3653128" y="90043"/>
                  </a:lnTo>
                  <a:lnTo>
                    <a:pt x="3704603" y="94869"/>
                  </a:lnTo>
                  <a:lnTo>
                    <a:pt x="3724974" y="96520"/>
                  </a:lnTo>
                  <a:lnTo>
                    <a:pt x="3744925" y="97662"/>
                  </a:lnTo>
                  <a:lnTo>
                    <a:pt x="3766827" y="97917"/>
                  </a:lnTo>
                  <a:lnTo>
                    <a:pt x="3793048" y="97409"/>
                  </a:lnTo>
                  <a:lnTo>
                    <a:pt x="3825958" y="96012"/>
                  </a:lnTo>
                  <a:lnTo>
                    <a:pt x="3988513" y="84328"/>
                  </a:lnTo>
                  <a:lnTo>
                    <a:pt x="4063269" y="83185"/>
                  </a:lnTo>
                  <a:close/>
                </a:path>
                <a:path w="7820025" h="107950">
                  <a:moveTo>
                    <a:pt x="3165708" y="84328"/>
                  </a:moveTo>
                  <a:lnTo>
                    <a:pt x="3076399" y="84328"/>
                  </a:lnTo>
                  <a:lnTo>
                    <a:pt x="3136782" y="91440"/>
                  </a:lnTo>
                  <a:lnTo>
                    <a:pt x="3192119" y="95123"/>
                  </a:lnTo>
                  <a:lnTo>
                    <a:pt x="3243398" y="96138"/>
                  </a:lnTo>
                  <a:lnTo>
                    <a:pt x="3291604" y="94996"/>
                  </a:lnTo>
                  <a:lnTo>
                    <a:pt x="3337723" y="92583"/>
                  </a:lnTo>
                  <a:lnTo>
                    <a:pt x="3427648" y="86487"/>
                  </a:lnTo>
                  <a:lnTo>
                    <a:pt x="3447994" y="85471"/>
                  </a:lnTo>
                  <a:lnTo>
                    <a:pt x="3256102" y="85471"/>
                  </a:lnTo>
                  <a:lnTo>
                    <a:pt x="3200506" y="85217"/>
                  </a:lnTo>
                  <a:lnTo>
                    <a:pt x="3165708" y="84328"/>
                  </a:lnTo>
                  <a:close/>
                </a:path>
                <a:path w="7820025" h="107950">
                  <a:moveTo>
                    <a:pt x="3090778" y="81407"/>
                  </a:moveTo>
                  <a:lnTo>
                    <a:pt x="2477363" y="81407"/>
                  </a:lnTo>
                  <a:lnTo>
                    <a:pt x="2595744" y="83185"/>
                  </a:lnTo>
                  <a:lnTo>
                    <a:pt x="2838269" y="91059"/>
                  </a:lnTo>
                  <a:lnTo>
                    <a:pt x="2880292" y="91948"/>
                  </a:lnTo>
                  <a:lnTo>
                    <a:pt x="2920935" y="92329"/>
                  </a:lnTo>
                  <a:lnTo>
                    <a:pt x="2960532" y="91821"/>
                  </a:lnTo>
                  <a:lnTo>
                    <a:pt x="2999419" y="90550"/>
                  </a:lnTo>
                  <a:lnTo>
                    <a:pt x="3037929" y="88011"/>
                  </a:lnTo>
                  <a:lnTo>
                    <a:pt x="3076399" y="84328"/>
                  </a:lnTo>
                  <a:lnTo>
                    <a:pt x="3165708" y="84328"/>
                  </a:lnTo>
                  <a:lnTo>
                    <a:pt x="3145824" y="83820"/>
                  </a:lnTo>
                  <a:lnTo>
                    <a:pt x="3092550" y="81534"/>
                  </a:lnTo>
                  <a:lnTo>
                    <a:pt x="3090778" y="81407"/>
                  </a:lnTo>
                  <a:close/>
                </a:path>
                <a:path w="7820025" h="107950">
                  <a:moveTo>
                    <a:pt x="7512489" y="70231"/>
                  </a:moveTo>
                  <a:lnTo>
                    <a:pt x="6866314" y="70231"/>
                  </a:lnTo>
                  <a:lnTo>
                    <a:pt x="6930566" y="71120"/>
                  </a:lnTo>
                  <a:lnTo>
                    <a:pt x="6992560" y="73151"/>
                  </a:lnTo>
                  <a:lnTo>
                    <a:pt x="7051906" y="75946"/>
                  </a:lnTo>
                  <a:lnTo>
                    <a:pt x="7255003" y="88773"/>
                  </a:lnTo>
                  <a:lnTo>
                    <a:pt x="7295252" y="90805"/>
                  </a:lnTo>
                  <a:lnTo>
                    <a:pt x="7330509" y="91694"/>
                  </a:lnTo>
                  <a:lnTo>
                    <a:pt x="7360384" y="91059"/>
                  </a:lnTo>
                  <a:lnTo>
                    <a:pt x="7384486" y="88773"/>
                  </a:lnTo>
                  <a:lnTo>
                    <a:pt x="7402425" y="84328"/>
                  </a:lnTo>
                  <a:lnTo>
                    <a:pt x="7448330" y="76708"/>
                  </a:lnTo>
                  <a:lnTo>
                    <a:pt x="7492442" y="71500"/>
                  </a:lnTo>
                  <a:lnTo>
                    <a:pt x="7512489" y="70231"/>
                  </a:lnTo>
                  <a:close/>
                </a:path>
                <a:path w="7820025" h="107950">
                  <a:moveTo>
                    <a:pt x="3074835" y="80263"/>
                  </a:moveTo>
                  <a:lnTo>
                    <a:pt x="1344338" y="80263"/>
                  </a:lnTo>
                  <a:lnTo>
                    <a:pt x="1384613" y="80518"/>
                  </a:lnTo>
                  <a:lnTo>
                    <a:pt x="1803516" y="88900"/>
                  </a:lnTo>
                  <a:lnTo>
                    <a:pt x="1874608" y="89535"/>
                  </a:lnTo>
                  <a:lnTo>
                    <a:pt x="2268526" y="84328"/>
                  </a:lnTo>
                  <a:lnTo>
                    <a:pt x="2342753" y="82423"/>
                  </a:lnTo>
                  <a:lnTo>
                    <a:pt x="2412254" y="81534"/>
                  </a:lnTo>
                  <a:lnTo>
                    <a:pt x="3090778" y="81407"/>
                  </a:lnTo>
                  <a:lnTo>
                    <a:pt x="3074835" y="80263"/>
                  </a:lnTo>
                  <a:close/>
                </a:path>
                <a:path w="7820025" h="107950">
                  <a:moveTo>
                    <a:pt x="6669812" y="77216"/>
                  </a:moveTo>
                  <a:lnTo>
                    <a:pt x="6217696" y="77216"/>
                  </a:lnTo>
                  <a:lnTo>
                    <a:pt x="6247767" y="78486"/>
                  </a:lnTo>
                  <a:lnTo>
                    <a:pt x="6309491" y="83185"/>
                  </a:lnTo>
                  <a:lnTo>
                    <a:pt x="6346353" y="85598"/>
                  </a:lnTo>
                  <a:lnTo>
                    <a:pt x="6390686" y="87503"/>
                  </a:lnTo>
                  <a:lnTo>
                    <a:pt x="6445095" y="88265"/>
                  </a:lnTo>
                  <a:lnTo>
                    <a:pt x="6512182" y="87375"/>
                  </a:lnTo>
                  <a:lnTo>
                    <a:pt x="6594553" y="84328"/>
                  </a:lnTo>
                  <a:lnTo>
                    <a:pt x="6663925" y="77597"/>
                  </a:lnTo>
                  <a:lnTo>
                    <a:pt x="6669812" y="77216"/>
                  </a:lnTo>
                  <a:close/>
                </a:path>
                <a:path w="7820025" h="107950">
                  <a:moveTo>
                    <a:pt x="3946339" y="44831"/>
                  </a:moveTo>
                  <a:lnTo>
                    <a:pt x="3889174" y="46990"/>
                  </a:lnTo>
                  <a:lnTo>
                    <a:pt x="3825399" y="53721"/>
                  </a:lnTo>
                  <a:lnTo>
                    <a:pt x="3753969" y="66040"/>
                  </a:lnTo>
                  <a:lnTo>
                    <a:pt x="3423450" y="81915"/>
                  </a:lnTo>
                  <a:lnTo>
                    <a:pt x="3312120" y="84962"/>
                  </a:lnTo>
                  <a:lnTo>
                    <a:pt x="3256102" y="85471"/>
                  </a:lnTo>
                  <a:lnTo>
                    <a:pt x="3447994" y="85471"/>
                  </a:lnTo>
                  <a:lnTo>
                    <a:pt x="3473426" y="84200"/>
                  </a:lnTo>
                  <a:lnTo>
                    <a:pt x="3521063" y="83185"/>
                  </a:lnTo>
                  <a:lnTo>
                    <a:pt x="4063269" y="83185"/>
                  </a:lnTo>
                  <a:lnTo>
                    <a:pt x="4343947" y="78867"/>
                  </a:lnTo>
                  <a:lnTo>
                    <a:pt x="4671298" y="78867"/>
                  </a:lnTo>
                  <a:lnTo>
                    <a:pt x="4692391" y="75184"/>
                  </a:lnTo>
                  <a:lnTo>
                    <a:pt x="4745737" y="67563"/>
                  </a:lnTo>
                  <a:lnTo>
                    <a:pt x="4752225" y="66801"/>
                  </a:lnTo>
                  <a:lnTo>
                    <a:pt x="4208988" y="66801"/>
                  </a:lnTo>
                  <a:lnTo>
                    <a:pt x="4169557" y="64388"/>
                  </a:lnTo>
                  <a:lnTo>
                    <a:pt x="4129781" y="60071"/>
                  </a:lnTo>
                  <a:lnTo>
                    <a:pt x="4088616" y="54863"/>
                  </a:lnTo>
                  <a:lnTo>
                    <a:pt x="4045016" y="49911"/>
                  </a:lnTo>
                  <a:lnTo>
                    <a:pt x="3997939" y="46228"/>
                  </a:lnTo>
                  <a:lnTo>
                    <a:pt x="3946339" y="44831"/>
                  </a:lnTo>
                  <a:close/>
                </a:path>
                <a:path w="7820025" h="107950">
                  <a:moveTo>
                    <a:pt x="265393" y="59182"/>
                  </a:moveTo>
                  <a:lnTo>
                    <a:pt x="217735" y="59436"/>
                  </a:lnTo>
                  <a:lnTo>
                    <a:pt x="129463" y="61213"/>
                  </a:lnTo>
                  <a:lnTo>
                    <a:pt x="1272" y="66040"/>
                  </a:lnTo>
                  <a:lnTo>
                    <a:pt x="0" y="73787"/>
                  </a:lnTo>
                  <a:lnTo>
                    <a:pt x="2908" y="80263"/>
                  </a:lnTo>
                  <a:lnTo>
                    <a:pt x="2964" y="80645"/>
                  </a:lnTo>
                  <a:lnTo>
                    <a:pt x="1272" y="84328"/>
                  </a:lnTo>
                  <a:lnTo>
                    <a:pt x="74414" y="85090"/>
                  </a:lnTo>
                  <a:lnTo>
                    <a:pt x="145309" y="84709"/>
                  </a:lnTo>
                  <a:lnTo>
                    <a:pt x="213959" y="83566"/>
                  </a:lnTo>
                  <a:lnTo>
                    <a:pt x="280370" y="81787"/>
                  </a:lnTo>
                  <a:lnTo>
                    <a:pt x="466203" y="73151"/>
                  </a:lnTo>
                  <a:lnTo>
                    <a:pt x="582885" y="66040"/>
                  </a:lnTo>
                  <a:lnTo>
                    <a:pt x="574600" y="66040"/>
                  </a:lnTo>
                  <a:lnTo>
                    <a:pt x="372214" y="60071"/>
                  </a:lnTo>
                  <a:lnTo>
                    <a:pt x="316588" y="59309"/>
                  </a:lnTo>
                  <a:lnTo>
                    <a:pt x="265393" y="59182"/>
                  </a:lnTo>
                  <a:close/>
                </a:path>
                <a:path w="7820025" h="107950">
                  <a:moveTo>
                    <a:pt x="1105089" y="61722"/>
                  </a:moveTo>
                  <a:lnTo>
                    <a:pt x="1048994" y="62611"/>
                  </a:lnTo>
                  <a:lnTo>
                    <a:pt x="1047998" y="62670"/>
                  </a:lnTo>
                  <a:lnTo>
                    <a:pt x="1070492" y="67310"/>
                  </a:lnTo>
                  <a:lnTo>
                    <a:pt x="1097263" y="74930"/>
                  </a:lnTo>
                  <a:lnTo>
                    <a:pt x="1121869" y="84328"/>
                  </a:lnTo>
                  <a:lnTo>
                    <a:pt x="1267252" y="80899"/>
                  </a:lnTo>
                  <a:lnTo>
                    <a:pt x="3074835" y="80263"/>
                  </a:lnTo>
                  <a:lnTo>
                    <a:pt x="3041175" y="77850"/>
                  </a:lnTo>
                  <a:lnTo>
                    <a:pt x="2992193" y="72771"/>
                  </a:lnTo>
                  <a:lnTo>
                    <a:pt x="2965231" y="68834"/>
                  </a:lnTo>
                  <a:lnTo>
                    <a:pt x="1700300" y="68834"/>
                  </a:lnTo>
                  <a:lnTo>
                    <a:pt x="1694318" y="68707"/>
                  </a:lnTo>
                  <a:lnTo>
                    <a:pt x="1309654" y="68707"/>
                  </a:lnTo>
                  <a:lnTo>
                    <a:pt x="1262134" y="67183"/>
                  </a:lnTo>
                  <a:lnTo>
                    <a:pt x="1159527" y="62865"/>
                  </a:lnTo>
                  <a:lnTo>
                    <a:pt x="1105089" y="61722"/>
                  </a:lnTo>
                  <a:close/>
                </a:path>
                <a:path w="7820025" h="107950">
                  <a:moveTo>
                    <a:pt x="4671298" y="78867"/>
                  </a:moveTo>
                  <a:lnTo>
                    <a:pt x="4385025" y="78867"/>
                  </a:lnTo>
                  <a:lnTo>
                    <a:pt x="4473136" y="79756"/>
                  </a:lnTo>
                  <a:lnTo>
                    <a:pt x="4640023" y="84328"/>
                  </a:lnTo>
                  <a:lnTo>
                    <a:pt x="4671298" y="78867"/>
                  </a:lnTo>
                  <a:close/>
                </a:path>
                <a:path w="7820025" h="107950">
                  <a:moveTo>
                    <a:pt x="7819401" y="68072"/>
                  </a:moveTo>
                  <a:lnTo>
                    <a:pt x="7582426" y="68072"/>
                  </a:lnTo>
                  <a:lnTo>
                    <a:pt x="7631866" y="69469"/>
                  </a:lnTo>
                  <a:lnTo>
                    <a:pt x="7686651" y="72771"/>
                  </a:lnTo>
                  <a:lnTo>
                    <a:pt x="7737730" y="76962"/>
                  </a:lnTo>
                  <a:lnTo>
                    <a:pt x="7819392" y="84328"/>
                  </a:lnTo>
                  <a:lnTo>
                    <a:pt x="7820021" y="75946"/>
                  </a:lnTo>
                  <a:lnTo>
                    <a:pt x="7819508" y="75057"/>
                  </a:lnTo>
                  <a:lnTo>
                    <a:pt x="7819401" y="68072"/>
                  </a:lnTo>
                  <a:close/>
                </a:path>
                <a:path w="7820025" h="107950">
                  <a:moveTo>
                    <a:pt x="5071620" y="49149"/>
                  </a:moveTo>
                  <a:lnTo>
                    <a:pt x="5017932" y="49149"/>
                  </a:lnTo>
                  <a:lnTo>
                    <a:pt x="4963642" y="50292"/>
                  </a:lnTo>
                  <a:lnTo>
                    <a:pt x="4909015" y="52705"/>
                  </a:lnTo>
                  <a:lnTo>
                    <a:pt x="4854313" y="56387"/>
                  </a:lnTo>
                  <a:lnTo>
                    <a:pt x="4846765" y="57056"/>
                  </a:lnTo>
                  <a:lnTo>
                    <a:pt x="5195081" y="72262"/>
                  </a:lnTo>
                  <a:lnTo>
                    <a:pt x="5322994" y="76073"/>
                  </a:lnTo>
                  <a:lnTo>
                    <a:pt x="5408440" y="76953"/>
                  </a:lnTo>
                  <a:lnTo>
                    <a:pt x="5366384" y="70358"/>
                  </a:lnTo>
                  <a:lnTo>
                    <a:pt x="5321831" y="64516"/>
                  </a:lnTo>
                  <a:lnTo>
                    <a:pt x="5275097" y="59562"/>
                  </a:lnTo>
                  <a:lnTo>
                    <a:pt x="5226446" y="55372"/>
                  </a:lnTo>
                  <a:lnTo>
                    <a:pt x="5176140" y="52324"/>
                  </a:lnTo>
                  <a:lnTo>
                    <a:pt x="5124444" y="50165"/>
                  </a:lnTo>
                  <a:lnTo>
                    <a:pt x="5071620" y="49149"/>
                  </a:lnTo>
                  <a:close/>
                </a:path>
                <a:path w="7820025" h="107950">
                  <a:moveTo>
                    <a:pt x="6418947" y="60198"/>
                  </a:moveTo>
                  <a:lnTo>
                    <a:pt x="6384403" y="61087"/>
                  </a:lnTo>
                  <a:lnTo>
                    <a:pt x="6213717" y="69850"/>
                  </a:lnTo>
                  <a:lnTo>
                    <a:pt x="6158761" y="71500"/>
                  </a:lnTo>
                  <a:lnTo>
                    <a:pt x="6097229" y="72390"/>
                  </a:lnTo>
                  <a:lnTo>
                    <a:pt x="6755135" y="72390"/>
                  </a:lnTo>
                  <a:lnTo>
                    <a:pt x="6800197" y="70866"/>
                  </a:lnTo>
                  <a:lnTo>
                    <a:pt x="7512489" y="70231"/>
                  </a:lnTo>
                  <a:lnTo>
                    <a:pt x="7536546" y="68707"/>
                  </a:lnTo>
                  <a:lnTo>
                    <a:pt x="7582426" y="68072"/>
                  </a:lnTo>
                  <a:lnTo>
                    <a:pt x="7819401" y="68072"/>
                  </a:lnTo>
                  <a:lnTo>
                    <a:pt x="7819392" y="66040"/>
                  </a:lnTo>
                  <a:lnTo>
                    <a:pt x="6516372" y="66040"/>
                  </a:lnTo>
                  <a:lnTo>
                    <a:pt x="6484100" y="62357"/>
                  </a:lnTo>
                  <a:lnTo>
                    <a:pt x="6451902" y="60451"/>
                  </a:lnTo>
                  <a:lnTo>
                    <a:pt x="6418947" y="60198"/>
                  </a:lnTo>
                  <a:close/>
                </a:path>
                <a:path w="7820025" h="107950">
                  <a:moveTo>
                    <a:pt x="1799439" y="66040"/>
                  </a:moveTo>
                  <a:lnTo>
                    <a:pt x="1751801" y="68580"/>
                  </a:lnTo>
                  <a:lnTo>
                    <a:pt x="1700300" y="68834"/>
                  </a:lnTo>
                  <a:lnTo>
                    <a:pt x="2965231" y="68834"/>
                  </a:lnTo>
                  <a:lnTo>
                    <a:pt x="2952185" y="66929"/>
                  </a:lnTo>
                  <a:lnTo>
                    <a:pt x="1856660" y="66929"/>
                  </a:lnTo>
                  <a:lnTo>
                    <a:pt x="1799439" y="66040"/>
                  </a:lnTo>
                  <a:close/>
                </a:path>
                <a:path w="7820025" h="107950">
                  <a:moveTo>
                    <a:pt x="1486147" y="62865"/>
                  </a:moveTo>
                  <a:lnTo>
                    <a:pt x="1438186" y="63373"/>
                  </a:lnTo>
                  <a:lnTo>
                    <a:pt x="1354218" y="68707"/>
                  </a:lnTo>
                  <a:lnTo>
                    <a:pt x="1694318" y="68707"/>
                  </a:lnTo>
                  <a:lnTo>
                    <a:pt x="1646462" y="67691"/>
                  </a:lnTo>
                  <a:lnTo>
                    <a:pt x="1537862" y="64008"/>
                  </a:lnTo>
                  <a:lnTo>
                    <a:pt x="1486147" y="62865"/>
                  </a:lnTo>
                  <a:close/>
                </a:path>
                <a:path w="7820025" h="107950">
                  <a:moveTo>
                    <a:pt x="2181502" y="60071"/>
                  </a:moveTo>
                  <a:lnTo>
                    <a:pt x="2131421" y="60451"/>
                  </a:lnTo>
                  <a:lnTo>
                    <a:pt x="2085372" y="61468"/>
                  </a:lnTo>
                  <a:lnTo>
                    <a:pt x="1954573" y="65912"/>
                  </a:lnTo>
                  <a:lnTo>
                    <a:pt x="1907810" y="66801"/>
                  </a:lnTo>
                  <a:lnTo>
                    <a:pt x="1856660" y="66929"/>
                  </a:lnTo>
                  <a:lnTo>
                    <a:pt x="2952185" y="66929"/>
                  </a:lnTo>
                  <a:lnTo>
                    <a:pt x="2949576" y="66548"/>
                  </a:lnTo>
                  <a:lnTo>
                    <a:pt x="2442703" y="66548"/>
                  </a:lnTo>
                  <a:lnTo>
                    <a:pt x="2372768" y="66040"/>
                  </a:lnTo>
                  <a:lnTo>
                    <a:pt x="2300492" y="62611"/>
                  </a:lnTo>
                  <a:lnTo>
                    <a:pt x="2237298" y="60706"/>
                  </a:lnTo>
                  <a:lnTo>
                    <a:pt x="2181502" y="60071"/>
                  </a:lnTo>
                  <a:close/>
                </a:path>
                <a:path w="7820025" h="107950">
                  <a:moveTo>
                    <a:pt x="4518937" y="47244"/>
                  </a:moveTo>
                  <a:lnTo>
                    <a:pt x="4464657" y="47625"/>
                  </a:lnTo>
                  <a:lnTo>
                    <a:pt x="4413149" y="48768"/>
                  </a:lnTo>
                  <a:lnTo>
                    <a:pt x="4365126" y="51181"/>
                  </a:lnTo>
                  <a:lnTo>
                    <a:pt x="4321303" y="54737"/>
                  </a:lnTo>
                  <a:lnTo>
                    <a:pt x="4282396" y="59690"/>
                  </a:lnTo>
                  <a:lnTo>
                    <a:pt x="4249117" y="66040"/>
                  </a:lnTo>
                  <a:lnTo>
                    <a:pt x="4208988" y="66801"/>
                  </a:lnTo>
                  <a:lnTo>
                    <a:pt x="4752225" y="66801"/>
                  </a:lnTo>
                  <a:lnTo>
                    <a:pt x="4799799" y="61213"/>
                  </a:lnTo>
                  <a:lnTo>
                    <a:pt x="4846765" y="57056"/>
                  </a:lnTo>
                  <a:lnTo>
                    <a:pt x="4632953" y="49022"/>
                  </a:lnTo>
                  <a:lnTo>
                    <a:pt x="4575274" y="47751"/>
                  </a:lnTo>
                  <a:lnTo>
                    <a:pt x="4518937" y="47244"/>
                  </a:lnTo>
                  <a:close/>
                </a:path>
                <a:path w="7820025" h="107950">
                  <a:moveTo>
                    <a:pt x="2784058" y="59944"/>
                  </a:moveTo>
                  <a:lnTo>
                    <a:pt x="2739062" y="60198"/>
                  </a:lnTo>
                  <a:lnTo>
                    <a:pt x="2503886" y="66167"/>
                  </a:lnTo>
                  <a:lnTo>
                    <a:pt x="2442703" y="66548"/>
                  </a:lnTo>
                  <a:lnTo>
                    <a:pt x="2949576" y="66548"/>
                  </a:lnTo>
                  <a:lnTo>
                    <a:pt x="2946097" y="66040"/>
                  </a:lnTo>
                  <a:lnTo>
                    <a:pt x="2885845" y="62737"/>
                  </a:lnTo>
                  <a:lnTo>
                    <a:pt x="2832409" y="60706"/>
                  </a:lnTo>
                  <a:lnTo>
                    <a:pt x="2784058" y="59944"/>
                  </a:lnTo>
                  <a:close/>
                </a:path>
                <a:path w="7820025" h="107950">
                  <a:moveTo>
                    <a:pt x="588570" y="65671"/>
                  </a:moveTo>
                  <a:lnTo>
                    <a:pt x="574600" y="66040"/>
                  </a:lnTo>
                  <a:lnTo>
                    <a:pt x="582885" y="66040"/>
                  </a:lnTo>
                  <a:lnTo>
                    <a:pt x="588570" y="65671"/>
                  </a:lnTo>
                  <a:close/>
                </a:path>
                <a:path w="7820025" h="107950">
                  <a:moveTo>
                    <a:pt x="1043400" y="61722"/>
                  </a:moveTo>
                  <a:lnTo>
                    <a:pt x="797724" y="61722"/>
                  </a:lnTo>
                  <a:lnTo>
                    <a:pt x="828570" y="61975"/>
                  </a:lnTo>
                  <a:lnTo>
                    <a:pt x="911945" y="64388"/>
                  </a:lnTo>
                  <a:lnTo>
                    <a:pt x="991567" y="66040"/>
                  </a:lnTo>
                  <a:lnTo>
                    <a:pt x="1047998" y="62670"/>
                  </a:lnTo>
                  <a:lnTo>
                    <a:pt x="1043400" y="61722"/>
                  </a:lnTo>
                  <a:close/>
                </a:path>
                <a:path w="7820025" h="107950">
                  <a:moveTo>
                    <a:pt x="7236001" y="0"/>
                  </a:moveTo>
                  <a:lnTo>
                    <a:pt x="7175972" y="254"/>
                  </a:lnTo>
                  <a:lnTo>
                    <a:pt x="7116705" y="1397"/>
                  </a:lnTo>
                  <a:lnTo>
                    <a:pt x="7058465" y="3301"/>
                  </a:lnTo>
                  <a:lnTo>
                    <a:pt x="7001521" y="6096"/>
                  </a:lnTo>
                  <a:lnTo>
                    <a:pt x="6946138" y="9525"/>
                  </a:lnTo>
                  <a:lnTo>
                    <a:pt x="6892584" y="13462"/>
                  </a:lnTo>
                  <a:lnTo>
                    <a:pt x="6841126" y="17907"/>
                  </a:lnTo>
                  <a:lnTo>
                    <a:pt x="6792031" y="22733"/>
                  </a:lnTo>
                  <a:lnTo>
                    <a:pt x="6745566" y="27940"/>
                  </a:lnTo>
                  <a:lnTo>
                    <a:pt x="6661592" y="38862"/>
                  </a:lnTo>
                  <a:lnTo>
                    <a:pt x="6591343" y="50165"/>
                  </a:lnTo>
                  <a:lnTo>
                    <a:pt x="6536952" y="60960"/>
                  </a:lnTo>
                  <a:lnTo>
                    <a:pt x="6516372" y="66040"/>
                  </a:lnTo>
                  <a:lnTo>
                    <a:pt x="7819392" y="66040"/>
                  </a:lnTo>
                  <a:lnTo>
                    <a:pt x="7766439" y="52578"/>
                  </a:lnTo>
                  <a:lnTo>
                    <a:pt x="7711578" y="40894"/>
                  </a:lnTo>
                  <a:lnTo>
                    <a:pt x="7655075" y="30734"/>
                  </a:lnTo>
                  <a:lnTo>
                    <a:pt x="7597196" y="22351"/>
                  </a:lnTo>
                  <a:lnTo>
                    <a:pt x="7538210" y="15367"/>
                  </a:lnTo>
                  <a:lnTo>
                    <a:pt x="7478382" y="9779"/>
                  </a:lnTo>
                  <a:lnTo>
                    <a:pt x="7417980" y="5461"/>
                  </a:lnTo>
                  <a:lnTo>
                    <a:pt x="7357272" y="2540"/>
                  </a:lnTo>
                  <a:lnTo>
                    <a:pt x="7296523" y="635"/>
                  </a:lnTo>
                  <a:lnTo>
                    <a:pt x="7236001" y="0"/>
                  </a:lnTo>
                  <a:close/>
                </a:path>
                <a:path w="7820025" h="107950">
                  <a:moveTo>
                    <a:pt x="904031" y="51181"/>
                  </a:moveTo>
                  <a:lnTo>
                    <a:pt x="864190" y="51435"/>
                  </a:lnTo>
                  <a:lnTo>
                    <a:pt x="822156" y="52450"/>
                  </a:lnTo>
                  <a:lnTo>
                    <a:pt x="731496" y="56769"/>
                  </a:lnTo>
                  <a:lnTo>
                    <a:pt x="588570" y="65671"/>
                  </a:lnTo>
                  <a:lnTo>
                    <a:pt x="760071" y="61849"/>
                  </a:lnTo>
                  <a:lnTo>
                    <a:pt x="1043400" y="61722"/>
                  </a:lnTo>
                  <a:lnTo>
                    <a:pt x="1041553" y="61341"/>
                  </a:lnTo>
                  <a:lnTo>
                    <a:pt x="1010441" y="56896"/>
                  </a:lnTo>
                  <a:lnTo>
                    <a:pt x="977153" y="53721"/>
                  </a:lnTo>
                  <a:lnTo>
                    <a:pt x="941684" y="51943"/>
                  </a:lnTo>
                  <a:lnTo>
                    <a:pt x="904031" y="51181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8060" y="1837705"/>
              <a:ext cx="7818755" cy="78105"/>
            </a:xfrm>
            <a:custGeom>
              <a:avLst/>
              <a:gdLst/>
              <a:ahLst/>
              <a:cxnLst/>
              <a:rect l="l" t="t" r="r" b="b"/>
              <a:pathLst>
                <a:path w="7818755" h="78105">
                  <a:moveTo>
                    <a:pt x="589" y="27607"/>
                  </a:moveTo>
                  <a:lnTo>
                    <a:pt x="39253" y="22418"/>
                  </a:lnTo>
                  <a:lnTo>
                    <a:pt x="80062" y="21095"/>
                  </a:lnTo>
                  <a:lnTo>
                    <a:pt x="123865" y="22445"/>
                  </a:lnTo>
                  <a:lnTo>
                    <a:pt x="171513" y="25277"/>
                  </a:lnTo>
                  <a:lnTo>
                    <a:pt x="223856" y="28401"/>
                  </a:lnTo>
                  <a:lnTo>
                    <a:pt x="281743" y="30625"/>
                  </a:lnTo>
                  <a:lnTo>
                    <a:pt x="346026" y="30757"/>
                  </a:lnTo>
                  <a:lnTo>
                    <a:pt x="417555" y="27607"/>
                  </a:lnTo>
                  <a:lnTo>
                    <a:pt x="453534" y="29407"/>
                  </a:lnTo>
                  <a:lnTo>
                    <a:pt x="494132" y="30793"/>
                  </a:lnTo>
                  <a:lnTo>
                    <a:pt x="538814" y="31799"/>
                  </a:lnTo>
                  <a:lnTo>
                    <a:pt x="587047" y="32460"/>
                  </a:lnTo>
                  <a:lnTo>
                    <a:pt x="638297" y="32809"/>
                  </a:lnTo>
                  <a:lnTo>
                    <a:pt x="692030" y="32881"/>
                  </a:lnTo>
                  <a:lnTo>
                    <a:pt x="747713" y="32710"/>
                  </a:lnTo>
                  <a:lnTo>
                    <a:pt x="804811" y="32332"/>
                  </a:lnTo>
                  <a:lnTo>
                    <a:pt x="862792" y="31779"/>
                  </a:lnTo>
                  <a:lnTo>
                    <a:pt x="921121" y="31086"/>
                  </a:lnTo>
                  <a:lnTo>
                    <a:pt x="979265" y="30288"/>
                  </a:lnTo>
                  <a:lnTo>
                    <a:pt x="1036689" y="29420"/>
                  </a:lnTo>
                  <a:lnTo>
                    <a:pt x="1092861" y="28514"/>
                  </a:lnTo>
                  <a:lnTo>
                    <a:pt x="1147247" y="27607"/>
                  </a:lnTo>
                  <a:lnTo>
                    <a:pt x="1217820" y="30489"/>
                  </a:lnTo>
                  <a:lnTo>
                    <a:pt x="1273757" y="31986"/>
                  </a:lnTo>
                  <a:lnTo>
                    <a:pt x="1318140" y="32378"/>
                  </a:lnTo>
                  <a:lnTo>
                    <a:pt x="1354051" y="31942"/>
                  </a:lnTo>
                  <a:lnTo>
                    <a:pt x="1384573" y="30959"/>
                  </a:lnTo>
                  <a:lnTo>
                    <a:pt x="1412787" y="29708"/>
                  </a:lnTo>
                  <a:lnTo>
                    <a:pt x="1441775" y="28468"/>
                  </a:lnTo>
                  <a:lnTo>
                    <a:pt x="1474621" y="27519"/>
                  </a:lnTo>
                  <a:lnTo>
                    <a:pt x="1514406" y="27138"/>
                  </a:lnTo>
                  <a:lnTo>
                    <a:pt x="1564213" y="27607"/>
                  </a:lnTo>
                  <a:lnTo>
                    <a:pt x="1617582" y="29993"/>
                  </a:lnTo>
                  <a:lnTo>
                    <a:pt x="1671455" y="31143"/>
                  </a:lnTo>
                  <a:lnTo>
                    <a:pt x="1725579" y="31308"/>
                  </a:lnTo>
                  <a:lnTo>
                    <a:pt x="1779705" y="30743"/>
                  </a:lnTo>
                  <a:lnTo>
                    <a:pt x="1833581" y="29700"/>
                  </a:lnTo>
                  <a:lnTo>
                    <a:pt x="1886956" y="28434"/>
                  </a:lnTo>
                  <a:lnTo>
                    <a:pt x="1939580" y="27196"/>
                  </a:lnTo>
                  <a:lnTo>
                    <a:pt x="1991201" y="26242"/>
                  </a:lnTo>
                  <a:lnTo>
                    <a:pt x="2041569" y="25823"/>
                  </a:lnTo>
                  <a:lnTo>
                    <a:pt x="2090433" y="26193"/>
                  </a:lnTo>
                  <a:lnTo>
                    <a:pt x="2137542" y="27607"/>
                  </a:lnTo>
                  <a:lnTo>
                    <a:pt x="2179686" y="26879"/>
                  </a:lnTo>
                  <a:lnTo>
                    <a:pt x="2224234" y="26777"/>
                  </a:lnTo>
                  <a:lnTo>
                    <a:pt x="2270908" y="27187"/>
                  </a:lnTo>
                  <a:lnTo>
                    <a:pt x="2319432" y="27997"/>
                  </a:lnTo>
                  <a:lnTo>
                    <a:pt x="2369530" y="29092"/>
                  </a:lnTo>
                  <a:lnTo>
                    <a:pt x="2420925" y="30360"/>
                  </a:lnTo>
                  <a:lnTo>
                    <a:pt x="2473341" y="31688"/>
                  </a:lnTo>
                  <a:lnTo>
                    <a:pt x="2526501" y="32961"/>
                  </a:lnTo>
                  <a:lnTo>
                    <a:pt x="2580129" y="34067"/>
                  </a:lnTo>
                  <a:lnTo>
                    <a:pt x="2633949" y="34892"/>
                  </a:lnTo>
                  <a:lnTo>
                    <a:pt x="2687684" y="35323"/>
                  </a:lnTo>
                  <a:lnTo>
                    <a:pt x="2741058" y="35248"/>
                  </a:lnTo>
                  <a:lnTo>
                    <a:pt x="2793794" y="34551"/>
                  </a:lnTo>
                  <a:lnTo>
                    <a:pt x="2845617" y="33121"/>
                  </a:lnTo>
                  <a:lnTo>
                    <a:pt x="2896248" y="30844"/>
                  </a:lnTo>
                  <a:lnTo>
                    <a:pt x="2945414" y="27607"/>
                  </a:lnTo>
                  <a:lnTo>
                    <a:pt x="3011241" y="31156"/>
                  </a:lnTo>
                  <a:lnTo>
                    <a:pt x="3073241" y="34676"/>
                  </a:lnTo>
                  <a:lnTo>
                    <a:pt x="3131742" y="38013"/>
                  </a:lnTo>
                  <a:lnTo>
                    <a:pt x="3187076" y="41014"/>
                  </a:lnTo>
                  <a:lnTo>
                    <a:pt x="3239570" y="43525"/>
                  </a:lnTo>
                  <a:lnTo>
                    <a:pt x="3289556" y="45393"/>
                  </a:lnTo>
                  <a:lnTo>
                    <a:pt x="3337364" y="46465"/>
                  </a:lnTo>
                  <a:lnTo>
                    <a:pt x="3383322" y="46589"/>
                  </a:lnTo>
                  <a:lnTo>
                    <a:pt x="3427762" y="45610"/>
                  </a:lnTo>
                  <a:lnTo>
                    <a:pt x="3471011" y="43375"/>
                  </a:lnTo>
                  <a:lnTo>
                    <a:pt x="3513402" y="39732"/>
                  </a:lnTo>
                  <a:lnTo>
                    <a:pt x="3555263" y="34527"/>
                  </a:lnTo>
                  <a:lnTo>
                    <a:pt x="3596924" y="27607"/>
                  </a:lnTo>
                  <a:lnTo>
                    <a:pt x="3639935" y="29078"/>
                  </a:lnTo>
                  <a:lnTo>
                    <a:pt x="3681767" y="28441"/>
                  </a:lnTo>
                  <a:lnTo>
                    <a:pt x="3722877" y="26133"/>
                  </a:lnTo>
                  <a:lnTo>
                    <a:pt x="3763722" y="22592"/>
                  </a:lnTo>
                  <a:lnTo>
                    <a:pt x="3804762" y="18257"/>
                  </a:lnTo>
                  <a:lnTo>
                    <a:pt x="3846454" y="13565"/>
                  </a:lnTo>
                  <a:lnTo>
                    <a:pt x="3889257" y="8956"/>
                  </a:lnTo>
                  <a:lnTo>
                    <a:pt x="3933627" y="4866"/>
                  </a:lnTo>
                  <a:lnTo>
                    <a:pt x="3980024" y="1735"/>
                  </a:lnTo>
                  <a:lnTo>
                    <a:pt x="4028906" y="0"/>
                  </a:lnTo>
                  <a:lnTo>
                    <a:pt x="4080730" y="99"/>
                  </a:lnTo>
                  <a:lnTo>
                    <a:pt x="4135955" y="2471"/>
                  </a:lnTo>
                  <a:lnTo>
                    <a:pt x="4195039" y="7555"/>
                  </a:lnTo>
                  <a:lnTo>
                    <a:pt x="4258439" y="15787"/>
                  </a:lnTo>
                  <a:lnTo>
                    <a:pt x="4326615" y="27607"/>
                  </a:lnTo>
                  <a:lnTo>
                    <a:pt x="4407927" y="36626"/>
                  </a:lnTo>
                  <a:lnTo>
                    <a:pt x="4481995" y="42227"/>
                  </a:lnTo>
                  <a:lnTo>
                    <a:pt x="4549287" y="44949"/>
                  </a:lnTo>
                  <a:lnTo>
                    <a:pt x="4610272" y="45329"/>
                  </a:lnTo>
                  <a:lnTo>
                    <a:pt x="4665419" y="43904"/>
                  </a:lnTo>
                  <a:lnTo>
                    <a:pt x="4715196" y="41214"/>
                  </a:lnTo>
                  <a:lnTo>
                    <a:pt x="4760072" y="37796"/>
                  </a:lnTo>
                  <a:lnTo>
                    <a:pt x="4800516" y="34188"/>
                  </a:lnTo>
                  <a:lnTo>
                    <a:pt x="4836996" y="30929"/>
                  </a:lnTo>
                  <a:lnTo>
                    <a:pt x="4869983" y="28556"/>
                  </a:lnTo>
                  <a:lnTo>
                    <a:pt x="4899944" y="27607"/>
                  </a:lnTo>
                  <a:lnTo>
                    <a:pt x="4933735" y="24196"/>
                  </a:lnTo>
                  <a:lnTo>
                    <a:pt x="4971311" y="20292"/>
                  </a:lnTo>
                  <a:lnTo>
                    <a:pt x="5012380" y="16186"/>
                  </a:lnTo>
                  <a:lnTo>
                    <a:pt x="5056653" y="12166"/>
                  </a:lnTo>
                  <a:lnTo>
                    <a:pt x="5103840" y="8522"/>
                  </a:lnTo>
                  <a:lnTo>
                    <a:pt x="5153652" y="5542"/>
                  </a:lnTo>
                  <a:lnTo>
                    <a:pt x="5205797" y="3517"/>
                  </a:lnTo>
                  <a:lnTo>
                    <a:pt x="5259987" y="2735"/>
                  </a:lnTo>
                  <a:lnTo>
                    <a:pt x="5315931" y="3487"/>
                  </a:lnTo>
                  <a:lnTo>
                    <a:pt x="5373339" y="6060"/>
                  </a:lnTo>
                  <a:lnTo>
                    <a:pt x="5431923" y="10745"/>
                  </a:lnTo>
                  <a:lnTo>
                    <a:pt x="5491391" y="17831"/>
                  </a:lnTo>
                  <a:lnTo>
                    <a:pt x="5551454" y="27607"/>
                  </a:lnTo>
                  <a:lnTo>
                    <a:pt x="5589346" y="30436"/>
                  </a:lnTo>
                  <a:lnTo>
                    <a:pt x="5631671" y="31882"/>
                  </a:lnTo>
                  <a:lnTo>
                    <a:pt x="5677838" y="32160"/>
                  </a:lnTo>
                  <a:lnTo>
                    <a:pt x="5727259" y="31485"/>
                  </a:lnTo>
                  <a:lnTo>
                    <a:pt x="5779343" y="30074"/>
                  </a:lnTo>
                  <a:lnTo>
                    <a:pt x="5833500" y="28142"/>
                  </a:lnTo>
                  <a:lnTo>
                    <a:pt x="5889140" y="25904"/>
                  </a:lnTo>
                  <a:lnTo>
                    <a:pt x="5945674" y="23577"/>
                  </a:lnTo>
                  <a:lnTo>
                    <a:pt x="6002511" y="21376"/>
                  </a:lnTo>
                  <a:lnTo>
                    <a:pt x="6059062" y="19516"/>
                  </a:lnTo>
                  <a:lnTo>
                    <a:pt x="6114738" y="18213"/>
                  </a:lnTo>
                  <a:lnTo>
                    <a:pt x="6168947" y="17684"/>
                  </a:lnTo>
                  <a:lnTo>
                    <a:pt x="6221100" y="18142"/>
                  </a:lnTo>
                  <a:lnTo>
                    <a:pt x="6270608" y="19805"/>
                  </a:lnTo>
                  <a:lnTo>
                    <a:pt x="6316880" y="22888"/>
                  </a:lnTo>
                  <a:lnTo>
                    <a:pt x="6359327" y="27607"/>
                  </a:lnTo>
                  <a:lnTo>
                    <a:pt x="6418201" y="31602"/>
                  </a:lnTo>
                  <a:lnTo>
                    <a:pt x="6475959" y="32712"/>
                  </a:lnTo>
                  <a:lnTo>
                    <a:pt x="6532241" y="31688"/>
                  </a:lnTo>
                  <a:lnTo>
                    <a:pt x="6586683" y="29277"/>
                  </a:lnTo>
                  <a:lnTo>
                    <a:pt x="6638925" y="26227"/>
                  </a:lnTo>
                  <a:lnTo>
                    <a:pt x="6688606" y="23288"/>
                  </a:lnTo>
                  <a:lnTo>
                    <a:pt x="6735362" y="21208"/>
                  </a:lnTo>
                  <a:lnTo>
                    <a:pt x="6778833" y="20735"/>
                  </a:lnTo>
                  <a:lnTo>
                    <a:pt x="6818658" y="22618"/>
                  </a:lnTo>
                  <a:lnTo>
                    <a:pt x="6854474" y="27607"/>
                  </a:lnTo>
                  <a:lnTo>
                    <a:pt x="6879477" y="30564"/>
                  </a:lnTo>
                  <a:lnTo>
                    <a:pt x="6943769" y="34911"/>
                  </a:lnTo>
                  <a:lnTo>
                    <a:pt x="6982345" y="36374"/>
                  </a:lnTo>
                  <a:lnTo>
                    <a:pt x="7024732" y="37412"/>
                  </a:lnTo>
                  <a:lnTo>
                    <a:pt x="7070574" y="38060"/>
                  </a:lnTo>
                  <a:lnTo>
                    <a:pt x="7119515" y="38356"/>
                  </a:lnTo>
                  <a:lnTo>
                    <a:pt x="7171198" y="38335"/>
                  </a:lnTo>
                  <a:lnTo>
                    <a:pt x="7225265" y="38034"/>
                  </a:lnTo>
                  <a:lnTo>
                    <a:pt x="7281362" y="37489"/>
                  </a:lnTo>
                  <a:lnTo>
                    <a:pt x="7339131" y="36737"/>
                  </a:lnTo>
                  <a:lnTo>
                    <a:pt x="7398216" y="35813"/>
                  </a:lnTo>
                  <a:lnTo>
                    <a:pt x="7458260" y="34755"/>
                  </a:lnTo>
                  <a:lnTo>
                    <a:pt x="7518907" y="33598"/>
                  </a:lnTo>
                  <a:lnTo>
                    <a:pt x="7579801" y="32379"/>
                  </a:lnTo>
                  <a:lnTo>
                    <a:pt x="7640584" y="31134"/>
                  </a:lnTo>
                  <a:lnTo>
                    <a:pt x="7700901" y="29899"/>
                  </a:lnTo>
                  <a:lnTo>
                    <a:pt x="7760395" y="28711"/>
                  </a:lnTo>
                  <a:lnTo>
                    <a:pt x="7818709" y="27607"/>
                  </a:lnTo>
                  <a:lnTo>
                    <a:pt x="7818141" y="35469"/>
                  </a:lnTo>
                  <a:lnTo>
                    <a:pt x="7818490" y="40876"/>
                  </a:lnTo>
                  <a:lnTo>
                    <a:pt x="7818709" y="45895"/>
                  </a:lnTo>
                  <a:lnTo>
                    <a:pt x="7785895" y="34731"/>
                  </a:lnTo>
                  <a:lnTo>
                    <a:pt x="7746369" y="27069"/>
                  </a:lnTo>
                  <a:lnTo>
                    <a:pt x="7701330" y="22467"/>
                  </a:lnTo>
                  <a:lnTo>
                    <a:pt x="7651974" y="20484"/>
                  </a:lnTo>
                  <a:lnTo>
                    <a:pt x="7599498" y="20678"/>
                  </a:lnTo>
                  <a:lnTo>
                    <a:pt x="7545100" y="22607"/>
                  </a:lnTo>
                  <a:lnTo>
                    <a:pt x="7489976" y="25830"/>
                  </a:lnTo>
                  <a:lnTo>
                    <a:pt x="7435324" y="29906"/>
                  </a:lnTo>
                  <a:lnTo>
                    <a:pt x="7382341" y="34391"/>
                  </a:lnTo>
                  <a:lnTo>
                    <a:pt x="7332225" y="38846"/>
                  </a:lnTo>
                  <a:lnTo>
                    <a:pt x="7286172" y="42827"/>
                  </a:lnTo>
                  <a:lnTo>
                    <a:pt x="7245380" y="45895"/>
                  </a:lnTo>
                  <a:lnTo>
                    <a:pt x="7187874" y="44888"/>
                  </a:lnTo>
                  <a:lnTo>
                    <a:pt x="7132530" y="44625"/>
                  </a:lnTo>
                  <a:lnTo>
                    <a:pt x="7079038" y="44878"/>
                  </a:lnTo>
                  <a:lnTo>
                    <a:pt x="7027083" y="45419"/>
                  </a:lnTo>
                  <a:lnTo>
                    <a:pt x="6976356" y="46020"/>
                  </a:lnTo>
                  <a:lnTo>
                    <a:pt x="6926543" y="46452"/>
                  </a:lnTo>
                  <a:lnTo>
                    <a:pt x="6877333" y="46486"/>
                  </a:lnTo>
                  <a:lnTo>
                    <a:pt x="6828414" y="45895"/>
                  </a:lnTo>
                  <a:lnTo>
                    <a:pt x="6798342" y="41990"/>
                  </a:lnTo>
                  <a:lnTo>
                    <a:pt x="6760673" y="39816"/>
                  </a:lnTo>
                  <a:lnTo>
                    <a:pt x="6716567" y="39077"/>
                  </a:lnTo>
                  <a:lnTo>
                    <a:pt x="6667185" y="39480"/>
                  </a:lnTo>
                  <a:lnTo>
                    <a:pt x="6613688" y="40730"/>
                  </a:lnTo>
                  <a:lnTo>
                    <a:pt x="6557238" y="42532"/>
                  </a:lnTo>
                  <a:lnTo>
                    <a:pt x="6498995" y="44592"/>
                  </a:lnTo>
                  <a:lnTo>
                    <a:pt x="6440120" y="46617"/>
                  </a:lnTo>
                  <a:lnTo>
                    <a:pt x="6381775" y="48311"/>
                  </a:lnTo>
                  <a:lnTo>
                    <a:pt x="6325119" y="49380"/>
                  </a:lnTo>
                  <a:lnTo>
                    <a:pt x="6271315" y="49530"/>
                  </a:lnTo>
                  <a:lnTo>
                    <a:pt x="6221523" y="48466"/>
                  </a:lnTo>
                  <a:lnTo>
                    <a:pt x="6176904" y="45895"/>
                  </a:lnTo>
                  <a:lnTo>
                    <a:pt x="6128673" y="39661"/>
                  </a:lnTo>
                  <a:lnTo>
                    <a:pt x="6080232" y="35054"/>
                  </a:lnTo>
                  <a:lnTo>
                    <a:pt x="6031551" y="31983"/>
                  </a:lnTo>
                  <a:lnTo>
                    <a:pt x="5982604" y="30358"/>
                  </a:lnTo>
                  <a:lnTo>
                    <a:pt x="5933362" y="30088"/>
                  </a:lnTo>
                  <a:lnTo>
                    <a:pt x="5883798" y="31082"/>
                  </a:lnTo>
                  <a:lnTo>
                    <a:pt x="5833883" y="33250"/>
                  </a:lnTo>
                  <a:lnTo>
                    <a:pt x="5783590" y="36502"/>
                  </a:lnTo>
                  <a:lnTo>
                    <a:pt x="5732890" y="40747"/>
                  </a:lnTo>
                  <a:lnTo>
                    <a:pt x="5681756" y="45895"/>
                  </a:lnTo>
                  <a:lnTo>
                    <a:pt x="5641245" y="51464"/>
                  </a:lnTo>
                  <a:lnTo>
                    <a:pt x="5599559" y="54424"/>
                  </a:lnTo>
                  <a:lnTo>
                    <a:pt x="5556582" y="55232"/>
                  </a:lnTo>
                  <a:lnTo>
                    <a:pt x="5512196" y="54347"/>
                  </a:lnTo>
                  <a:lnTo>
                    <a:pt x="5466287" y="52228"/>
                  </a:lnTo>
                  <a:lnTo>
                    <a:pt x="5418739" y="49334"/>
                  </a:lnTo>
                  <a:lnTo>
                    <a:pt x="5369434" y="46123"/>
                  </a:lnTo>
                  <a:lnTo>
                    <a:pt x="5318259" y="43054"/>
                  </a:lnTo>
                  <a:lnTo>
                    <a:pt x="5265095" y="40586"/>
                  </a:lnTo>
                  <a:lnTo>
                    <a:pt x="5209828" y="39177"/>
                  </a:lnTo>
                  <a:lnTo>
                    <a:pt x="5152341" y="39286"/>
                  </a:lnTo>
                  <a:lnTo>
                    <a:pt x="5092519" y="41373"/>
                  </a:lnTo>
                  <a:lnTo>
                    <a:pt x="5030246" y="45895"/>
                  </a:lnTo>
                  <a:lnTo>
                    <a:pt x="4970572" y="51784"/>
                  </a:lnTo>
                  <a:lnTo>
                    <a:pt x="4915321" y="56358"/>
                  </a:lnTo>
                  <a:lnTo>
                    <a:pt x="4863721" y="59708"/>
                  </a:lnTo>
                  <a:lnTo>
                    <a:pt x="4815000" y="61924"/>
                  </a:lnTo>
                  <a:lnTo>
                    <a:pt x="4768387" y="63098"/>
                  </a:lnTo>
                  <a:lnTo>
                    <a:pt x="4723109" y="63321"/>
                  </a:lnTo>
                  <a:lnTo>
                    <a:pt x="4678395" y="62684"/>
                  </a:lnTo>
                  <a:lnTo>
                    <a:pt x="4633473" y="61277"/>
                  </a:lnTo>
                  <a:lnTo>
                    <a:pt x="4587572" y="59193"/>
                  </a:lnTo>
                  <a:lnTo>
                    <a:pt x="4539919" y="56521"/>
                  </a:lnTo>
                  <a:lnTo>
                    <a:pt x="4489743" y="53354"/>
                  </a:lnTo>
                  <a:lnTo>
                    <a:pt x="4436273" y="49781"/>
                  </a:lnTo>
                  <a:lnTo>
                    <a:pt x="4378736" y="45895"/>
                  </a:lnTo>
                  <a:lnTo>
                    <a:pt x="4317167" y="44032"/>
                  </a:lnTo>
                  <a:lnTo>
                    <a:pt x="4262300" y="43067"/>
                  </a:lnTo>
                  <a:lnTo>
                    <a:pt x="4212826" y="42838"/>
                  </a:lnTo>
                  <a:lnTo>
                    <a:pt x="4167440" y="43187"/>
                  </a:lnTo>
                  <a:lnTo>
                    <a:pt x="4124834" y="43952"/>
                  </a:lnTo>
                  <a:lnTo>
                    <a:pt x="4083701" y="44975"/>
                  </a:lnTo>
                  <a:lnTo>
                    <a:pt x="4042734" y="46095"/>
                  </a:lnTo>
                  <a:lnTo>
                    <a:pt x="4000626" y="47152"/>
                  </a:lnTo>
                  <a:lnTo>
                    <a:pt x="3956070" y="47986"/>
                  </a:lnTo>
                  <a:lnTo>
                    <a:pt x="3907759" y="48437"/>
                  </a:lnTo>
                  <a:lnTo>
                    <a:pt x="3854386" y="48346"/>
                  </a:lnTo>
                  <a:lnTo>
                    <a:pt x="3794644" y="47551"/>
                  </a:lnTo>
                  <a:lnTo>
                    <a:pt x="3727226" y="45895"/>
                  </a:lnTo>
                  <a:lnTo>
                    <a:pt x="3656117" y="42516"/>
                  </a:lnTo>
                  <a:lnTo>
                    <a:pt x="3592640" y="41608"/>
                  </a:lnTo>
                  <a:lnTo>
                    <a:pt x="3535667" y="42652"/>
                  </a:lnTo>
                  <a:lnTo>
                    <a:pt x="3484071" y="45126"/>
                  </a:lnTo>
                  <a:lnTo>
                    <a:pt x="3436725" y="48509"/>
                  </a:lnTo>
                  <a:lnTo>
                    <a:pt x="3392502" y="52283"/>
                  </a:lnTo>
                  <a:lnTo>
                    <a:pt x="3350275" y="55926"/>
                  </a:lnTo>
                  <a:lnTo>
                    <a:pt x="3308917" y="58917"/>
                  </a:lnTo>
                  <a:lnTo>
                    <a:pt x="3267301" y="60737"/>
                  </a:lnTo>
                  <a:lnTo>
                    <a:pt x="3224300" y="60866"/>
                  </a:lnTo>
                  <a:lnTo>
                    <a:pt x="3178786" y="58781"/>
                  </a:lnTo>
                  <a:lnTo>
                    <a:pt x="3129634" y="53965"/>
                  </a:lnTo>
                  <a:lnTo>
                    <a:pt x="3075716" y="45895"/>
                  </a:lnTo>
                  <a:lnTo>
                    <a:pt x="3012428" y="36608"/>
                  </a:lnTo>
                  <a:lnTo>
                    <a:pt x="2954893" y="30475"/>
                  </a:lnTo>
                  <a:lnTo>
                    <a:pt x="2902230" y="27058"/>
                  </a:lnTo>
                  <a:lnTo>
                    <a:pt x="2853559" y="25917"/>
                  </a:lnTo>
                  <a:lnTo>
                    <a:pt x="2808002" y="26610"/>
                  </a:lnTo>
                  <a:lnTo>
                    <a:pt x="2764678" y="28699"/>
                  </a:lnTo>
                  <a:lnTo>
                    <a:pt x="2722709" y="31743"/>
                  </a:lnTo>
                  <a:lnTo>
                    <a:pt x="2681214" y="35302"/>
                  </a:lnTo>
                  <a:lnTo>
                    <a:pt x="2639313" y="38937"/>
                  </a:lnTo>
                  <a:lnTo>
                    <a:pt x="2596129" y="42207"/>
                  </a:lnTo>
                  <a:lnTo>
                    <a:pt x="2550779" y="44673"/>
                  </a:lnTo>
                  <a:lnTo>
                    <a:pt x="2502387" y="45895"/>
                  </a:lnTo>
                  <a:lnTo>
                    <a:pt x="2460437" y="46169"/>
                  </a:lnTo>
                  <a:lnTo>
                    <a:pt x="2417291" y="46002"/>
                  </a:lnTo>
                  <a:lnTo>
                    <a:pt x="2372855" y="45493"/>
                  </a:lnTo>
                  <a:lnTo>
                    <a:pt x="2327039" y="44744"/>
                  </a:lnTo>
                  <a:lnTo>
                    <a:pt x="2279749" y="43852"/>
                  </a:lnTo>
                  <a:lnTo>
                    <a:pt x="2230895" y="42918"/>
                  </a:lnTo>
                  <a:lnTo>
                    <a:pt x="2180384" y="42041"/>
                  </a:lnTo>
                  <a:lnTo>
                    <a:pt x="2128124" y="41322"/>
                  </a:lnTo>
                  <a:lnTo>
                    <a:pt x="2074023" y="40860"/>
                  </a:lnTo>
                  <a:lnTo>
                    <a:pt x="2017990" y="40755"/>
                  </a:lnTo>
                  <a:lnTo>
                    <a:pt x="1959933" y="41106"/>
                  </a:lnTo>
                  <a:lnTo>
                    <a:pt x="1899759" y="42013"/>
                  </a:lnTo>
                  <a:lnTo>
                    <a:pt x="1837377" y="43576"/>
                  </a:lnTo>
                  <a:lnTo>
                    <a:pt x="1772696" y="45895"/>
                  </a:lnTo>
                  <a:lnTo>
                    <a:pt x="1702601" y="51362"/>
                  </a:lnTo>
                  <a:lnTo>
                    <a:pt x="1642132" y="55513"/>
                  </a:lnTo>
                  <a:lnTo>
                    <a:pt x="1589788" y="58465"/>
                  </a:lnTo>
                  <a:lnTo>
                    <a:pt x="1544071" y="60337"/>
                  </a:lnTo>
                  <a:lnTo>
                    <a:pt x="1503478" y="61250"/>
                  </a:lnTo>
                  <a:lnTo>
                    <a:pt x="1466509" y="61321"/>
                  </a:lnTo>
                  <a:lnTo>
                    <a:pt x="1431664" y="60670"/>
                  </a:lnTo>
                  <a:lnTo>
                    <a:pt x="1397443" y="59416"/>
                  </a:lnTo>
                  <a:lnTo>
                    <a:pt x="1362345" y="57678"/>
                  </a:lnTo>
                  <a:lnTo>
                    <a:pt x="1324869" y="55575"/>
                  </a:lnTo>
                  <a:lnTo>
                    <a:pt x="1283516" y="53226"/>
                  </a:lnTo>
                  <a:lnTo>
                    <a:pt x="1236785" y="50750"/>
                  </a:lnTo>
                  <a:lnTo>
                    <a:pt x="1183175" y="48267"/>
                  </a:lnTo>
                  <a:lnTo>
                    <a:pt x="1121186" y="45895"/>
                  </a:lnTo>
                  <a:lnTo>
                    <a:pt x="1074927" y="47928"/>
                  </a:lnTo>
                  <a:lnTo>
                    <a:pt x="1026175" y="50340"/>
                  </a:lnTo>
                  <a:lnTo>
                    <a:pt x="975235" y="53044"/>
                  </a:lnTo>
                  <a:lnTo>
                    <a:pt x="922416" y="55954"/>
                  </a:lnTo>
                  <a:lnTo>
                    <a:pt x="868025" y="58985"/>
                  </a:lnTo>
                  <a:lnTo>
                    <a:pt x="812368" y="62050"/>
                  </a:lnTo>
                  <a:lnTo>
                    <a:pt x="755754" y="65065"/>
                  </a:lnTo>
                  <a:lnTo>
                    <a:pt x="698490" y="67943"/>
                  </a:lnTo>
                  <a:lnTo>
                    <a:pt x="640882" y="70600"/>
                  </a:lnTo>
                  <a:lnTo>
                    <a:pt x="583239" y="72948"/>
                  </a:lnTo>
                  <a:lnTo>
                    <a:pt x="525867" y="74902"/>
                  </a:lnTo>
                  <a:lnTo>
                    <a:pt x="469074" y="76377"/>
                  </a:lnTo>
                  <a:lnTo>
                    <a:pt x="413168" y="77287"/>
                  </a:lnTo>
                  <a:lnTo>
                    <a:pt x="358454" y="77545"/>
                  </a:lnTo>
                  <a:lnTo>
                    <a:pt x="305242" y="77068"/>
                  </a:lnTo>
                  <a:lnTo>
                    <a:pt x="253837" y="75767"/>
                  </a:lnTo>
                  <a:lnTo>
                    <a:pt x="204548" y="73559"/>
                  </a:lnTo>
                  <a:lnTo>
                    <a:pt x="157681" y="70357"/>
                  </a:lnTo>
                  <a:lnTo>
                    <a:pt x="113545" y="66075"/>
                  </a:lnTo>
                  <a:lnTo>
                    <a:pt x="72446" y="60628"/>
                  </a:lnTo>
                  <a:lnTo>
                    <a:pt x="34691" y="53930"/>
                  </a:lnTo>
                  <a:lnTo>
                    <a:pt x="0" y="41078"/>
                  </a:lnTo>
                  <a:lnTo>
                    <a:pt x="115" y="35016"/>
                  </a:lnTo>
                  <a:lnTo>
                    <a:pt x="589" y="27607"/>
                  </a:lnTo>
                  <a:close/>
                </a:path>
              </a:pathLst>
            </a:custGeom>
            <a:ln w="41275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22300" y="2409854"/>
            <a:ext cx="7899400" cy="652145"/>
            <a:chOff x="622300" y="2409854"/>
            <a:chExt cx="7899400" cy="652145"/>
          </a:xfrm>
        </p:grpSpPr>
        <p:sp>
          <p:nvSpPr>
            <p:cNvPr id="7" name="object 7"/>
            <p:cNvSpPr/>
            <p:nvPr/>
          </p:nvSpPr>
          <p:spPr>
            <a:xfrm>
              <a:off x="628650" y="2652364"/>
              <a:ext cx="7886700" cy="403225"/>
            </a:xfrm>
            <a:custGeom>
              <a:avLst/>
              <a:gdLst/>
              <a:ahLst/>
              <a:cxnLst/>
              <a:rect l="l" t="t" r="r" b="b"/>
              <a:pathLst>
                <a:path w="7886700" h="403225">
                  <a:moveTo>
                    <a:pt x="0" y="0"/>
                  </a:moveTo>
                  <a:lnTo>
                    <a:pt x="7886700" y="0"/>
                  </a:lnTo>
                  <a:lnTo>
                    <a:pt x="7886700" y="403200"/>
                  </a:lnTo>
                  <a:lnTo>
                    <a:pt x="0" y="403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984" y="2416204"/>
              <a:ext cx="5520690" cy="472440"/>
            </a:xfrm>
            <a:custGeom>
              <a:avLst/>
              <a:gdLst/>
              <a:ahLst/>
              <a:cxnLst/>
              <a:rect l="l" t="t" r="r" b="b"/>
              <a:pathLst>
                <a:path w="5520690" h="472439">
                  <a:moveTo>
                    <a:pt x="5441966" y="0"/>
                  </a:moveTo>
                  <a:lnTo>
                    <a:pt x="78722" y="0"/>
                  </a:lnTo>
                  <a:lnTo>
                    <a:pt x="48080" y="6186"/>
                  </a:lnTo>
                  <a:lnTo>
                    <a:pt x="23057" y="23057"/>
                  </a:lnTo>
                  <a:lnTo>
                    <a:pt x="6186" y="48079"/>
                  </a:lnTo>
                  <a:lnTo>
                    <a:pt x="0" y="78722"/>
                  </a:lnTo>
                  <a:lnTo>
                    <a:pt x="0" y="393597"/>
                  </a:lnTo>
                  <a:lnTo>
                    <a:pt x="6186" y="424239"/>
                  </a:lnTo>
                  <a:lnTo>
                    <a:pt x="23057" y="449262"/>
                  </a:lnTo>
                  <a:lnTo>
                    <a:pt x="48080" y="466132"/>
                  </a:lnTo>
                  <a:lnTo>
                    <a:pt x="78722" y="472319"/>
                  </a:lnTo>
                  <a:lnTo>
                    <a:pt x="5441966" y="472319"/>
                  </a:lnTo>
                  <a:lnTo>
                    <a:pt x="5472609" y="466132"/>
                  </a:lnTo>
                  <a:lnTo>
                    <a:pt x="5497632" y="449262"/>
                  </a:lnTo>
                  <a:lnTo>
                    <a:pt x="5514503" y="424239"/>
                  </a:lnTo>
                  <a:lnTo>
                    <a:pt x="5520690" y="393597"/>
                  </a:lnTo>
                  <a:lnTo>
                    <a:pt x="5520690" y="78722"/>
                  </a:lnTo>
                  <a:lnTo>
                    <a:pt x="5514503" y="48079"/>
                  </a:lnTo>
                  <a:lnTo>
                    <a:pt x="5497632" y="23057"/>
                  </a:lnTo>
                  <a:lnTo>
                    <a:pt x="5472609" y="6186"/>
                  </a:lnTo>
                  <a:lnTo>
                    <a:pt x="5441966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22984" y="2416204"/>
              <a:ext cx="5520690" cy="472440"/>
            </a:xfrm>
            <a:custGeom>
              <a:avLst/>
              <a:gdLst/>
              <a:ahLst/>
              <a:cxnLst/>
              <a:rect l="l" t="t" r="r" b="b"/>
              <a:pathLst>
                <a:path w="5520690" h="472439">
                  <a:moveTo>
                    <a:pt x="0" y="78723"/>
                  </a:moveTo>
                  <a:lnTo>
                    <a:pt x="6186" y="48080"/>
                  </a:lnTo>
                  <a:lnTo>
                    <a:pt x="23057" y="23057"/>
                  </a:lnTo>
                  <a:lnTo>
                    <a:pt x="48080" y="6186"/>
                  </a:lnTo>
                  <a:lnTo>
                    <a:pt x="78722" y="0"/>
                  </a:lnTo>
                  <a:lnTo>
                    <a:pt x="5441967" y="0"/>
                  </a:lnTo>
                  <a:lnTo>
                    <a:pt x="5472609" y="6186"/>
                  </a:lnTo>
                  <a:lnTo>
                    <a:pt x="5497632" y="23057"/>
                  </a:lnTo>
                  <a:lnTo>
                    <a:pt x="5514503" y="48080"/>
                  </a:lnTo>
                  <a:lnTo>
                    <a:pt x="5520690" y="78723"/>
                  </a:lnTo>
                  <a:lnTo>
                    <a:pt x="5520690" y="393597"/>
                  </a:lnTo>
                  <a:lnTo>
                    <a:pt x="5514503" y="424239"/>
                  </a:lnTo>
                  <a:lnTo>
                    <a:pt x="5497632" y="449262"/>
                  </a:lnTo>
                  <a:lnTo>
                    <a:pt x="5472609" y="466133"/>
                  </a:lnTo>
                  <a:lnTo>
                    <a:pt x="5441967" y="472320"/>
                  </a:lnTo>
                  <a:lnTo>
                    <a:pt x="78722" y="472320"/>
                  </a:lnTo>
                  <a:lnTo>
                    <a:pt x="48080" y="466133"/>
                  </a:lnTo>
                  <a:lnTo>
                    <a:pt x="23057" y="449262"/>
                  </a:lnTo>
                  <a:lnTo>
                    <a:pt x="6186" y="424239"/>
                  </a:lnTo>
                  <a:lnTo>
                    <a:pt x="0" y="393597"/>
                  </a:lnTo>
                  <a:lnTo>
                    <a:pt x="0" y="7872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22300" y="3135614"/>
            <a:ext cx="7899400" cy="1408430"/>
            <a:chOff x="622300" y="3135614"/>
            <a:chExt cx="7899400" cy="1408430"/>
          </a:xfrm>
        </p:grpSpPr>
        <p:sp>
          <p:nvSpPr>
            <p:cNvPr id="11" name="object 11"/>
            <p:cNvSpPr/>
            <p:nvPr/>
          </p:nvSpPr>
          <p:spPr>
            <a:xfrm>
              <a:off x="628650" y="3378123"/>
              <a:ext cx="7886700" cy="1159510"/>
            </a:xfrm>
            <a:custGeom>
              <a:avLst/>
              <a:gdLst/>
              <a:ahLst/>
              <a:cxnLst/>
              <a:rect l="l" t="t" r="r" b="b"/>
              <a:pathLst>
                <a:path w="7886700" h="1159510">
                  <a:moveTo>
                    <a:pt x="0" y="0"/>
                  </a:moveTo>
                  <a:lnTo>
                    <a:pt x="7886700" y="0"/>
                  </a:lnTo>
                  <a:lnTo>
                    <a:pt x="7886700" y="1159200"/>
                  </a:lnTo>
                  <a:lnTo>
                    <a:pt x="0" y="1159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17B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22984" y="3141964"/>
              <a:ext cx="5520690" cy="472440"/>
            </a:xfrm>
            <a:custGeom>
              <a:avLst/>
              <a:gdLst/>
              <a:ahLst/>
              <a:cxnLst/>
              <a:rect l="l" t="t" r="r" b="b"/>
              <a:pathLst>
                <a:path w="5520690" h="472439">
                  <a:moveTo>
                    <a:pt x="5441966" y="0"/>
                  </a:moveTo>
                  <a:lnTo>
                    <a:pt x="78722" y="0"/>
                  </a:lnTo>
                  <a:lnTo>
                    <a:pt x="48080" y="6186"/>
                  </a:lnTo>
                  <a:lnTo>
                    <a:pt x="23057" y="23057"/>
                  </a:lnTo>
                  <a:lnTo>
                    <a:pt x="6186" y="48080"/>
                  </a:lnTo>
                  <a:lnTo>
                    <a:pt x="0" y="78723"/>
                  </a:lnTo>
                  <a:lnTo>
                    <a:pt x="0" y="393597"/>
                  </a:lnTo>
                  <a:lnTo>
                    <a:pt x="6186" y="424239"/>
                  </a:lnTo>
                  <a:lnTo>
                    <a:pt x="23057" y="449262"/>
                  </a:lnTo>
                  <a:lnTo>
                    <a:pt x="48080" y="466134"/>
                  </a:lnTo>
                  <a:lnTo>
                    <a:pt x="78722" y="472320"/>
                  </a:lnTo>
                  <a:lnTo>
                    <a:pt x="5441966" y="472320"/>
                  </a:lnTo>
                  <a:lnTo>
                    <a:pt x="5472609" y="466134"/>
                  </a:lnTo>
                  <a:lnTo>
                    <a:pt x="5497632" y="449262"/>
                  </a:lnTo>
                  <a:lnTo>
                    <a:pt x="5514503" y="424239"/>
                  </a:lnTo>
                  <a:lnTo>
                    <a:pt x="5520690" y="393597"/>
                  </a:lnTo>
                  <a:lnTo>
                    <a:pt x="5520690" y="78723"/>
                  </a:lnTo>
                  <a:lnTo>
                    <a:pt x="5514503" y="48080"/>
                  </a:lnTo>
                  <a:lnTo>
                    <a:pt x="5497632" y="23057"/>
                  </a:lnTo>
                  <a:lnTo>
                    <a:pt x="5472609" y="6186"/>
                  </a:lnTo>
                  <a:lnTo>
                    <a:pt x="5441966" y="0"/>
                  </a:lnTo>
                  <a:close/>
                </a:path>
              </a:pathLst>
            </a:custGeom>
            <a:solidFill>
              <a:srgbClr val="D17B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984" y="3141964"/>
              <a:ext cx="5520690" cy="472440"/>
            </a:xfrm>
            <a:custGeom>
              <a:avLst/>
              <a:gdLst/>
              <a:ahLst/>
              <a:cxnLst/>
              <a:rect l="l" t="t" r="r" b="b"/>
              <a:pathLst>
                <a:path w="5520690" h="472439">
                  <a:moveTo>
                    <a:pt x="0" y="78723"/>
                  </a:moveTo>
                  <a:lnTo>
                    <a:pt x="6186" y="48080"/>
                  </a:lnTo>
                  <a:lnTo>
                    <a:pt x="23057" y="23057"/>
                  </a:lnTo>
                  <a:lnTo>
                    <a:pt x="48080" y="6186"/>
                  </a:lnTo>
                  <a:lnTo>
                    <a:pt x="78722" y="0"/>
                  </a:lnTo>
                  <a:lnTo>
                    <a:pt x="5441967" y="0"/>
                  </a:lnTo>
                  <a:lnTo>
                    <a:pt x="5472609" y="6186"/>
                  </a:lnTo>
                  <a:lnTo>
                    <a:pt x="5497632" y="23057"/>
                  </a:lnTo>
                  <a:lnTo>
                    <a:pt x="5514503" y="48080"/>
                  </a:lnTo>
                  <a:lnTo>
                    <a:pt x="5520690" y="78723"/>
                  </a:lnTo>
                  <a:lnTo>
                    <a:pt x="5520690" y="393597"/>
                  </a:lnTo>
                  <a:lnTo>
                    <a:pt x="5514503" y="424239"/>
                  </a:lnTo>
                  <a:lnTo>
                    <a:pt x="5497632" y="449262"/>
                  </a:lnTo>
                  <a:lnTo>
                    <a:pt x="5472609" y="466133"/>
                  </a:lnTo>
                  <a:lnTo>
                    <a:pt x="5441967" y="472320"/>
                  </a:lnTo>
                  <a:lnTo>
                    <a:pt x="78722" y="472320"/>
                  </a:lnTo>
                  <a:lnTo>
                    <a:pt x="48080" y="466133"/>
                  </a:lnTo>
                  <a:lnTo>
                    <a:pt x="23057" y="449262"/>
                  </a:lnTo>
                  <a:lnTo>
                    <a:pt x="6186" y="424239"/>
                  </a:lnTo>
                  <a:lnTo>
                    <a:pt x="0" y="393597"/>
                  </a:lnTo>
                  <a:lnTo>
                    <a:pt x="0" y="7872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28046" y="2490723"/>
            <a:ext cx="6434455" cy="192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Techniques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generally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intend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predict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35"/>
              </a:spcBef>
            </a:pPr>
            <a:endParaRPr sz="1600" dirty="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NOTE: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distinction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formal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informal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1600" dirty="0">
              <a:latin typeface="Calibri"/>
              <a:cs typeface="Calibri"/>
            </a:endParaRPr>
          </a:p>
          <a:p>
            <a:pPr marL="12065" marR="5080">
              <a:lnSpc>
                <a:spcPts val="1800"/>
              </a:lnSpc>
              <a:spcBef>
                <a:spcPts val="1745"/>
              </a:spcBef>
              <a:tabLst>
                <a:tab pos="183515" algn="l"/>
              </a:tabLst>
            </a:pPr>
            <a:r>
              <a:rPr sz="1600" dirty="0">
                <a:latin typeface="Calibri"/>
                <a:cs typeface="Calibri"/>
              </a:rPr>
              <a:t>–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informal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implicit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representations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practitioner; </a:t>
            </a:r>
            <a:r>
              <a:rPr sz="1600" dirty="0">
                <a:latin typeface="Calibri"/>
                <a:cs typeface="Calibri"/>
              </a:rPr>
              <a:t>expert's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opinion)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183515" algn="l"/>
              </a:tabLst>
            </a:pPr>
            <a:r>
              <a:rPr sz="1600" dirty="0">
                <a:latin typeface="Calibri"/>
                <a:cs typeface="Calibri"/>
              </a:rPr>
              <a:t>–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formal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explicit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specified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notation)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2300" y="4617374"/>
            <a:ext cx="7899400" cy="652145"/>
            <a:chOff x="622300" y="4617374"/>
            <a:chExt cx="7899400" cy="652145"/>
          </a:xfrm>
        </p:grpSpPr>
        <p:sp>
          <p:nvSpPr>
            <p:cNvPr id="16" name="object 16"/>
            <p:cNvSpPr/>
            <p:nvPr/>
          </p:nvSpPr>
          <p:spPr>
            <a:xfrm>
              <a:off x="628650" y="4859883"/>
              <a:ext cx="7886700" cy="403225"/>
            </a:xfrm>
            <a:custGeom>
              <a:avLst/>
              <a:gdLst/>
              <a:ahLst/>
              <a:cxnLst/>
              <a:rect l="l" t="t" r="r" b="b"/>
              <a:pathLst>
                <a:path w="7886700" h="403225">
                  <a:moveTo>
                    <a:pt x="0" y="0"/>
                  </a:moveTo>
                  <a:lnTo>
                    <a:pt x="7886700" y="0"/>
                  </a:lnTo>
                  <a:lnTo>
                    <a:pt x="7886700" y="403200"/>
                  </a:lnTo>
                  <a:lnTo>
                    <a:pt x="0" y="403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B98A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22984" y="4623724"/>
              <a:ext cx="5520690" cy="472440"/>
            </a:xfrm>
            <a:custGeom>
              <a:avLst/>
              <a:gdLst/>
              <a:ahLst/>
              <a:cxnLst/>
              <a:rect l="l" t="t" r="r" b="b"/>
              <a:pathLst>
                <a:path w="5520690" h="472439">
                  <a:moveTo>
                    <a:pt x="5441966" y="0"/>
                  </a:moveTo>
                  <a:lnTo>
                    <a:pt x="78722" y="0"/>
                  </a:lnTo>
                  <a:lnTo>
                    <a:pt x="48080" y="6186"/>
                  </a:lnTo>
                  <a:lnTo>
                    <a:pt x="23057" y="23057"/>
                  </a:lnTo>
                  <a:lnTo>
                    <a:pt x="6186" y="48079"/>
                  </a:lnTo>
                  <a:lnTo>
                    <a:pt x="0" y="78722"/>
                  </a:lnTo>
                  <a:lnTo>
                    <a:pt x="0" y="393595"/>
                  </a:lnTo>
                  <a:lnTo>
                    <a:pt x="6186" y="424238"/>
                  </a:lnTo>
                  <a:lnTo>
                    <a:pt x="23057" y="449262"/>
                  </a:lnTo>
                  <a:lnTo>
                    <a:pt x="48080" y="466132"/>
                  </a:lnTo>
                  <a:lnTo>
                    <a:pt x="78722" y="472319"/>
                  </a:lnTo>
                  <a:lnTo>
                    <a:pt x="5441966" y="472319"/>
                  </a:lnTo>
                  <a:lnTo>
                    <a:pt x="5472609" y="466132"/>
                  </a:lnTo>
                  <a:lnTo>
                    <a:pt x="5497632" y="449262"/>
                  </a:lnTo>
                  <a:lnTo>
                    <a:pt x="5514503" y="424238"/>
                  </a:lnTo>
                  <a:lnTo>
                    <a:pt x="5520690" y="393595"/>
                  </a:lnTo>
                  <a:lnTo>
                    <a:pt x="5520690" y="78722"/>
                  </a:lnTo>
                  <a:lnTo>
                    <a:pt x="5514503" y="48079"/>
                  </a:lnTo>
                  <a:lnTo>
                    <a:pt x="5497632" y="23057"/>
                  </a:lnTo>
                  <a:lnTo>
                    <a:pt x="5472609" y="6186"/>
                  </a:lnTo>
                  <a:lnTo>
                    <a:pt x="5441966" y="0"/>
                  </a:lnTo>
                  <a:close/>
                </a:path>
              </a:pathLst>
            </a:custGeom>
            <a:solidFill>
              <a:srgbClr val="B98A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22984" y="4623724"/>
              <a:ext cx="5520690" cy="472440"/>
            </a:xfrm>
            <a:custGeom>
              <a:avLst/>
              <a:gdLst/>
              <a:ahLst/>
              <a:cxnLst/>
              <a:rect l="l" t="t" r="r" b="b"/>
              <a:pathLst>
                <a:path w="5520690" h="472439">
                  <a:moveTo>
                    <a:pt x="0" y="78723"/>
                  </a:moveTo>
                  <a:lnTo>
                    <a:pt x="6186" y="48080"/>
                  </a:lnTo>
                  <a:lnTo>
                    <a:pt x="23057" y="23057"/>
                  </a:lnTo>
                  <a:lnTo>
                    <a:pt x="48080" y="6186"/>
                  </a:lnTo>
                  <a:lnTo>
                    <a:pt x="78722" y="0"/>
                  </a:lnTo>
                  <a:lnTo>
                    <a:pt x="5441967" y="0"/>
                  </a:lnTo>
                  <a:lnTo>
                    <a:pt x="5472609" y="6186"/>
                  </a:lnTo>
                  <a:lnTo>
                    <a:pt x="5497632" y="23057"/>
                  </a:lnTo>
                  <a:lnTo>
                    <a:pt x="5514503" y="48080"/>
                  </a:lnTo>
                  <a:lnTo>
                    <a:pt x="5520690" y="78723"/>
                  </a:lnTo>
                  <a:lnTo>
                    <a:pt x="5520690" y="393597"/>
                  </a:lnTo>
                  <a:lnTo>
                    <a:pt x="5514503" y="424239"/>
                  </a:lnTo>
                  <a:lnTo>
                    <a:pt x="5497632" y="449262"/>
                  </a:lnTo>
                  <a:lnTo>
                    <a:pt x="5472609" y="466133"/>
                  </a:lnTo>
                  <a:lnTo>
                    <a:pt x="5441967" y="472320"/>
                  </a:lnTo>
                  <a:lnTo>
                    <a:pt x="78722" y="472320"/>
                  </a:lnTo>
                  <a:lnTo>
                    <a:pt x="48080" y="466133"/>
                  </a:lnTo>
                  <a:lnTo>
                    <a:pt x="23057" y="449262"/>
                  </a:lnTo>
                  <a:lnTo>
                    <a:pt x="6186" y="424239"/>
                  </a:lnTo>
                  <a:lnTo>
                    <a:pt x="0" y="393597"/>
                  </a:lnTo>
                  <a:lnTo>
                    <a:pt x="0" y="7872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22300" y="5343135"/>
            <a:ext cx="7899400" cy="652145"/>
            <a:chOff x="622300" y="5343135"/>
            <a:chExt cx="7899400" cy="652145"/>
          </a:xfrm>
        </p:grpSpPr>
        <p:sp>
          <p:nvSpPr>
            <p:cNvPr id="20" name="object 20"/>
            <p:cNvSpPr/>
            <p:nvPr/>
          </p:nvSpPr>
          <p:spPr>
            <a:xfrm>
              <a:off x="628650" y="5585645"/>
              <a:ext cx="7886700" cy="403225"/>
            </a:xfrm>
            <a:custGeom>
              <a:avLst/>
              <a:gdLst/>
              <a:ahLst/>
              <a:cxnLst/>
              <a:rect l="l" t="t" r="r" b="b"/>
              <a:pathLst>
                <a:path w="7886700" h="403225">
                  <a:moveTo>
                    <a:pt x="0" y="0"/>
                  </a:moveTo>
                  <a:lnTo>
                    <a:pt x="7886700" y="0"/>
                  </a:lnTo>
                  <a:lnTo>
                    <a:pt x="7886700" y="403200"/>
                  </a:lnTo>
                  <a:lnTo>
                    <a:pt x="0" y="403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22984" y="5349485"/>
              <a:ext cx="5520690" cy="472440"/>
            </a:xfrm>
            <a:custGeom>
              <a:avLst/>
              <a:gdLst/>
              <a:ahLst/>
              <a:cxnLst/>
              <a:rect l="l" t="t" r="r" b="b"/>
              <a:pathLst>
                <a:path w="5520690" h="472439">
                  <a:moveTo>
                    <a:pt x="5441966" y="0"/>
                  </a:moveTo>
                  <a:lnTo>
                    <a:pt x="78722" y="0"/>
                  </a:lnTo>
                  <a:lnTo>
                    <a:pt x="48080" y="6186"/>
                  </a:lnTo>
                  <a:lnTo>
                    <a:pt x="23057" y="23057"/>
                  </a:lnTo>
                  <a:lnTo>
                    <a:pt x="6186" y="48079"/>
                  </a:lnTo>
                  <a:lnTo>
                    <a:pt x="0" y="78722"/>
                  </a:lnTo>
                  <a:lnTo>
                    <a:pt x="0" y="393596"/>
                  </a:lnTo>
                  <a:lnTo>
                    <a:pt x="6186" y="424239"/>
                  </a:lnTo>
                  <a:lnTo>
                    <a:pt x="23057" y="449262"/>
                  </a:lnTo>
                  <a:lnTo>
                    <a:pt x="48080" y="466133"/>
                  </a:lnTo>
                  <a:lnTo>
                    <a:pt x="78722" y="472319"/>
                  </a:lnTo>
                  <a:lnTo>
                    <a:pt x="5441966" y="472319"/>
                  </a:lnTo>
                  <a:lnTo>
                    <a:pt x="5472609" y="466133"/>
                  </a:lnTo>
                  <a:lnTo>
                    <a:pt x="5497632" y="449262"/>
                  </a:lnTo>
                  <a:lnTo>
                    <a:pt x="5514503" y="424239"/>
                  </a:lnTo>
                  <a:lnTo>
                    <a:pt x="5520690" y="393596"/>
                  </a:lnTo>
                  <a:lnTo>
                    <a:pt x="5520690" y="78722"/>
                  </a:lnTo>
                  <a:lnTo>
                    <a:pt x="5514503" y="48079"/>
                  </a:lnTo>
                  <a:lnTo>
                    <a:pt x="5497632" y="23057"/>
                  </a:lnTo>
                  <a:lnTo>
                    <a:pt x="5472609" y="6186"/>
                  </a:lnTo>
                  <a:lnTo>
                    <a:pt x="5441966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22984" y="5349485"/>
              <a:ext cx="5520690" cy="472440"/>
            </a:xfrm>
            <a:custGeom>
              <a:avLst/>
              <a:gdLst/>
              <a:ahLst/>
              <a:cxnLst/>
              <a:rect l="l" t="t" r="r" b="b"/>
              <a:pathLst>
                <a:path w="5520690" h="472439">
                  <a:moveTo>
                    <a:pt x="0" y="78723"/>
                  </a:moveTo>
                  <a:lnTo>
                    <a:pt x="6186" y="48080"/>
                  </a:lnTo>
                  <a:lnTo>
                    <a:pt x="23057" y="23057"/>
                  </a:lnTo>
                  <a:lnTo>
                    <a:pt x="48080" y="6186"/>
                  </a:lnTo>
                  <a:lnTo>
                    <a:pt x="78722" y="0"/>
                  </a:lnTo>
                  <a:lnTo>
                    <a:pt x="5441967" y="0"/>
                  </a:lnTo>
                  <a:lnTo>
                    <a:pt x="5472609" y="6186"/>
                  </a:lnTo>
                  <a:lnTo>
                    <a:pt x="5497632" y="23057"/>
                  </a:lnTo>
                  <a:lnTo>
                    <a:pt x="5514503" y="48080"/>
                  </a:lnTo>
                  <a:lnTo>
                    <a:pt x="5520690" y="78723"/>
                  </a:lnTo>
                  <a:lnTo>
                    <a:pt x="5520690" y="393597"/>
                  </a:lnTo>
                  <a:lnTo>
                    <a:pt x="5514503" y="424239"/>
                  </a:lnTo>
                  <a:lnTo>
                    <a:pt x="5497632" y="449262"/>
                  </a:lnTo>
                  <a:lnTo>
                    <a:pt x="5472609" y="466133"/>
                  </a:lnTo>
                  <a:lnTo>
                    <a:pt x="5441967" y="472320"/>
                  </a:lnTo>
                  <a:lnTo>
                    <a:pt x="78722" y="472320"/>
                  </a:lnTo>
                  <a:lnTo>
                    <a:pt x="48080" y="466133"/>
                  </a:lnTo>
                  <a:lnTo>
                    <a:pt x="23057" y="449262"/>
                  </a:lnTo>
                  <a:lnTo>
                    <a:pt x="6186" y="424239"/>
                  </a:lnTo>
                  <a:lnTo>
                    <a:pt x="0" y="393597"/>
                  </a:lnTo>
                  <a:lnTo>
                    <a:pt x="0" y="7872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242011" y="4697476"/>
            <a:ext cx="3994785" cy="995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KLM,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GOMS,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Cognitive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Walkthrough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3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close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our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intended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model?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6131" y="584224"/>
            <a:ext cx="8074839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4955">
              <a:lnSpc>
                <a:spcPct val="100000"/>
              </a:lnSpc>
              <a:spcBef>
                <a:spcPts val="105"/>
              </a:spcBef>
            </a:pPr>
            <a:r>
              <a:rPr sz="4600" dirty="0"/>
              <a:t>Expert</a:t>
            </a:r>
            <a:r>
              <a:rPr sz="4600" spc="265" dirty="0"/>
              <a:t> </a:t>
            </a:r>
            <a:r>
              <a:rPr lang="en-GB" sz="4600" spc="-10" dirty="0"/>
              <a:t>Assessment</a:t>
            </a:r>
            <a:endParaRPr sz="4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550" y="1631268"/>
            <a:ext cx="8182310" cy="1090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07390" y="1852676"/>
            <a:ext cx="7571105" cy="4395049"/>
          </a:xfrm>
          <a:prstGeom prst="rect">
            <a:avLst/>
          </a:prstGeom>
        </p:spPr>
        <p:txBody>
          <a:bodyPr vert="horz" wrap="square" lIns="0" tIns="85344" rIns="0" bIns="0" rtlCol="0">
            <a:spAutoFit/>
          </a:bodyPr>
          <a:lstStyle/>
          <a:p>
            <a:pPr marL="12700">
              <a:spcBef>
                <a:spcPts val="220"/>
              </a:spcBef>
            </a:pPr>
            <a:r>
              <a:rPr sz="2000" dirty="0"/>
              <a:t>HCI</a:t>
            </a:r>
            <a:r>
              <a:rPr sz="2000" spc="-60" dirty="0"/>
              <a:t> </a:t>
            </a:r>
            <a:r>
              <a:rPr sz="2000" dirty="0"/>
              <a:t>expert</a:t>
            </a:r>
            <a:r>
              <a:rPr sz="2000" spc="-50" dirty="0"/>
              <a:t> </a:t>
            </a:r>
            <a:r>
              <a:rPr sz="2000" spc="-10" dirty="0"/>
              <a:t>systematically</a:t>
            </a:r>
            <a:r>
              <a:rPr sz="2000" spc="-55" dirty="0"/>
              <a:t> </a:t>
            </a:r>
            <a:r>
              <a:rPr sz="2000" dirty="0"/>
              <a:t>"walks</a:t>
            </a:r>
            <a:r>
              <a:rPr sz="2000" spc="-55" dirty="0"/>
              <a:t> </a:t>
            </a:r>
            <a:r>
              <a:rPr sz="2000" dirty="0"/>
              <a:t>through"</a:t>
            </a:r>
            <a:r>
              <a:rPr sz="2000" spc="-55" dirty="0"/>
              <a:t> </a:t>
            </a:r>
            <a:r>
              <a:rPr sz="2000" dirty="0"/>
              <a:t>the</a:t>
            </a:r>
            <a:r>
              <a:rPr sz="2000" spc="-45" dirty="0"/>
              <a:t> </a:t>
            </a:r>
            <a:r>
              <a:rPr sz="2000" dirty="0"/>
              <a:t>design,</a:t>
            </a:r>
            <a:r>
              <a:rPr sz="2000" spc="-55" dirty="0"/>
              <a:t> </a:t>
            </a:r>
            <a:r>
              <a:rPr sz="2000" dirty="0"/>
              <a:t>as</a:t>
            </a:r>
            <a:r>
              <a:rPr sz="2000" spc="-55" dirty="0"/>
              <a:t> </a:t>
            </a:r>
            <a:r>
              <a:rPr sz="2000" dirty="0"/>
              <a:t>if</a:t>
            </a:r>
            <a:r>
              <a:rPr sz="2000" spc="-60" dirty="0"/>
              <a:t> </a:t>
            </a:r>
            <a:r>
              <a:rPr lang="en-GB" sz="2000" spc="-60" dirty="0"/>
              <a:t>they</a:t>
            </a:r>
            <a:r>
              <a:rPr sz="2000" spc="-45" dirty="0"/>
              <a:t> </a:t>
            </a:r>
            <a:r>
              <a:rPr sz="2000" dirty="0"/>
              <a:t>were</a:t>
            </a:r>
            <a:r>
              <a:rPr sz="2000" spc="-50" dirty="0"/>
              <a:t> </a:t>
            </a:r>
            <a:r>
              <a:rPr sz="2000" dirty="0"/>
              <a:t>a</a:t>
            </a:r>
            <a:r>
              <a:rPr sz="2000" spc="-50" dirty="0"/>
              <a:t> </a:t>
            </a:r>
            <a:r>
              <a:rPr sz="2000" spc="-20" dirty="0"/>
              <a:t>user</a:t>
            </a:r>
            <a:r>
              <a:rPr lang="en-GB" sz="2000" spc="-20" dirty="0"/>
              <a:t>:</a:t>
            </a:r>
            <a:endParaRPr sz="2000" dirty="0"/>
          </a:p>
          <a:p>
            <a:pPr marL="526415" indent="-170815">
              <a:spcBef>
                <a:spcPts val="120"/>
              </a:spcBef>
              <a:buFont typeface="Arial MT"/>
              <a:buChar char="•"/>
              <a:tabLst>
                <a:tab pos="526415" algn="l"/>
              </a:tabLst>
            </a:pPr>
            <a:r>
              <a:rPr sz="2000" spc="-10" dirty="0"/>
              <a:t>Very</a:t>
            </a:r>
            <a:r>
              <a:rPr sz="2000" spc="-95" dirty="0"/>
              <a:t> </a:t>
            </a:r>
            <a:r>
              <a:rPr sz="2000" spc="-10" dirty="0"/>
              <a:t>common</a:t>
            </a:r>
            <a:r>
              <a:rPr lang="en-GB" sz="2000" spc="-10" dirty="0"/>
              <a:t>.</a:t>
            </a:r>
            <a:endParaRPr sz="2000" dirty="0"/>
          </a:p>
          <a:p>
            <a:pPr marL="526415" indent="-170815">
              <a:spcBef>
                <a:spcPts val="215"/>
              </a:spcBef>
              <a:buFont typeface="Arial MT"/>
              <a:buChar char="•"/>
              <a:tabLst>
                <a:tab pos="526415" algn="l"/>
              </a:tabLst>
            </a:pPr>
            <a:r>
              <a:rPr lang="nb-NO" sz="2000" dirty="0"/>
              <a:t>Jakob </a:t>
            </a:r>
            <a:r>
              <a:rPr sz="2000" dirty="0"/>
              <a:t>Nielson</a:t>
            </a:r>
            <a:r>
              <a:rPr sz="2000" spc="-55" dirty="0"/>
              <a:t> </a:t>
            </a:r>
            <a:r>
              <a:rPr lang="nb-NO" sz="2000" spc="-55" dirty="0"/>
              <a:t>&amp;</a:t>
            </a:r>
            <a:r>
              <a:rPr sz="2000" spc="-45" dirty="0"/>
              <a:t> </a:t>
            </a:r>
            <a:r>
              <a:rPr sz="2000" dirty="0"/>
              <a:t>Petrie</a:t>
            </a:r>
            <a:r>
              <a:rPr sz="2000" spc="-50" dirty="0"/>
              <a:t> </a:t>
            </a:r>
            <a:r>
              <a:rPr sz="2000" spc="-10" dirty="0"/>
              <a:t>Powers</a:t>
            </a:r>
            <a:r>
              <a:rPr lang="nb-NO" sz="2000" spc="-10" dirty="0"/>
              <a:t> developed guidelines and techniques</a:t>
            </a:r>
            <a:r>
              <a:rPr lang="en-GB" sz="2000" spc="-10" dirty="0"/>
              <a:t>.</a:t>
            </a:r>
            <a:endParaRPr sz="2000" dirty="0"/>
          </a:p>
          <a:p>
            <a:pPr marL="527050" marR="5080" indent="-171450">
              <a:spcBef>
                <a:spcPts val="345"/>
              </a:spcBef>
              <a:buFont typeface="Arial MT"/>
              <a:buChar char="•"/>
              <a:tabLst>
                <a:tab pos="527050" algn="l"/>
              </a:tabLst>
            </a:pPr>
            <a:r>
              <a:rPr sz="2000" dirty="0"/>
              <a:t>Specialist</a:t>
            </a:r>
            <a:r>
              <a:rPr sz="2000" spc="-45" dirty="0"/>
              <a:t> </a:t>
            </a:r>
            <a:r>
              <a:rPr sz="2000" spc="-10" dirty="0"/>
              <a:t>evaluates</a:t>
            </a:r>
            <a:r>
              <a:rPr sz="2000" spc="-45" dirty="0"/>
              <a:t> </a:t>
            </a:r>
            <a:r>
              <a:rPr sz="2000" spc="-10" dirty="0"/>
              <a:t>system</a:t>
            </a:r>
            <a:r>
              <a:rPr sz="2000" spc="-45" dirty="0"/>
              <a:t> </a:t>
            </a:r>
            <a:r>
              <a:rPr sz="2000" spc="-10" dirty="0"/>
              <a:t>performance</a:t>
            </a:r>
            <a:r>
              <a:rPr sz="2000" spc="-35" dirty="0"/>
              <a:t> </a:t>
            </a:r>
            <a:r>
              <a:rPr sz="2000" dirty="0"/>
              <a:t>on</a:t>
            </a:r>
            <a:r>
              <a:rPr sz="2000" spc="-40" dirty="0"/>
              <a:t> </a:t>
            </a:r>
            <a:r>
              <a:rPr sz="2000" dirty="0"/>
              <a:t>basis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45" dirty="0"/>
              <a:t> </a:t>
            </a:r>
            <a:r>
              <a:rPr sz="2000" spc="-10" dirty="0"/>
              <a:t>expected</a:t>
            </a:r>
            <a:r>
              <a:rPr sz="2000" spc="-40" dirty="0"/>
              <a:t> </a:t>
            </a:r>
            <a:r>
              <a:rPr sz="2000" spc="-10" dirty="0"/>
              <a:t>behaviour </a:t>
            </a:r>
            <a:r>
              <a:rPr sz="2000" dirty="0"/>
              <a:t>of</a:t>
            </a:r>
            <a:r>
              <a:rPr sz="2000" spc="-30" dirty="0"/>
              <a:t> </a:t>
            </a:r>
            <a:r>
              <a:rPr sz="2000" spc="-10" dirty="0"/>
              <a:t>users</a:t>
            </a:r>
            <a:r>
              <a:rPr lang="en-GB" sz="2000" spc="-10" dirty="0"/>
              <a:t>.</a:t>
            </a:r>
            <a:endParaRPr sz="2000" dirty="0"/>
          </a:p>
          <a:p>
            <a:pPr marL="526415" indent="-170815">
              <a:spcBef>
                <a:spcPts val="80"/>
              </a:spcBef>
              <a:buFont typeface="Arial MT"/>
              <a:buChar char="•"/>
              <a:tabLst>
                <a:tab pos="526415" algn="l"/>
              </a:tabLst>
            </a:pPr>
            <a:r>
              <a:rPr sz="2000" dirty="0"/>
              <a:t>Will</a:t>
            </a:r>
            <a:r>
              <a:rPr sz="2000" spc="-40" dirty="0"/>
              <a:t> </a:t>
            </a:r>
            <a:r>
              <a:rPr sz="2000" dirty="0"/>
              <a:t>employ</a:t>
            </a:r>
            <a:r>
              <a:rPr sz="2000" spc="-40" dirty="0"/>
              <a:t> </a:t>
            </a:r>
            <a:r>
              <a:rPr sz="2000" dirty="0"/>
              <a:t>some</a:t>
            </a:r>
            <a:r>
              <a:rPr sz="2000" spc="-30" dirty="0"/>
              <a:t> </a:t>
            </a:r>
            <a:r>
              <a:rPr sz="2000" dirty="0"/>
              <a:t>analytic</a:t>
            </a:r>
            <a:r>
              <a:rPr sz="2000" spc="-45" dirty="0"/>
              <a:t> </a:t>
            </a:r>
            <a:r>
              <a:rPr sz="2000" spc="-10" dirty="0"/>
              <a:t>technique</a:t>
            </a:r>
            <a:r>
              <a:rPr lang="en-GB" sz="2000" spc="-10" dirty="0"/>
              <a:t>.</a:t>
            </a:r>
            <a:endParaRPr sz="2000" dirty="0"/>
          </a:p>
          <a:p>
            <a:pPr marL="12700">
              <a:spcBef>
                <a:spcPts val="625"/>
              </a:spcBef>
            </a:pPr>
            <a:r>
              <a:rPr sz="2000" spc="-10" dirty="0"/>
              <a:t>Pros:</a:t>
            </a:r>
            <a:endParaRPr sz="2000" dirty="0"/>
          </a:p>
          <a:p>
            <a:pPr marL="698500" indent="-342900"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528955" algn="l"/>
              </a:tabLst>
            </a:pPr>
            <a:r>
              <a:rPr lang="en-GB" sz="2000" spc="-90" dirty="0"/>
              <a:t>Fast</a:t>
            </a:r>
            <a:r>
              <a:rPr sz="2000" spc="-90" dirty="0"/>
              <a:t> </a:t>
            </a:r>
            <a:r>
              <a:rPr sz="2000" spc="-10" dirty="0"/>
              <a:t>assessment</a:t>
            </a:r>
            <a:r>
              <a:rPr lang="en-GB" sz="2000" spc="-10" dirty="0"/>
              <a:t>.</a:t>
            </a:r>
            <a:endParaRPr sz="2000" dirty="0"/>
          </a:p>
          <a:p>
            <a:pPr marL="698500" indent="-342900">
              <a:spcBef>
                <a:spcPts val="215"/>
              </a:spcBef>
              <a:buFont typeface="Arial" panose="020B0604020202020204" pitchFamily="34" charset="0"/>
              <a:buChar char="•"/>
              <a:tabLst>
                <a:tab pos="528955" algn="l"/>
              </a:tabLst>
            </a:pPr>
            <a:r>
              <a:rPr lang="en-GB" sz="2000" spc="-10" dirty="0"/>
              <a:t>Coherent </a:t>
            </a:r>
            <a:r>
              <a:rPr sz="2000" spc="-10" dirty="0"/>
              <a:t>recommendations</a:t>
            </a:r>
            <a:r>
              <a:rPr sz="2000" spc="-45" dirty="0"/>
              <a:t> </a:t>
            </a:r>
            <a:r>
              <a:rPr sz="2000" dirty="0"/>
              <a:t>for</a:t>
            </a:r>
            <a:r>
              <a:rPr sz="2000" spc="-40" dirty="0"/>
              <a:t> </a:t>
            </a:r>
            <a:r>
              <a:rPr sz="2000" spc="-10" dirty="0"/>
              <a:t>changes</a:t>
            </a:r>
            <a:r>
              <a:rPr lang="en-GB" sz="2000" spc="-10" dirty="0"/>
              <a:t>.</a:t>
            </a:r>
            <a:endParaRPr sz="2000" dirty="0"/>
          </a:p>
          <a:p>
            <a:pPr marL="12700">
              <a:spcBef>
                <a:spcPts val="530"/>
              </a:spcBef>
            </a:pPr>
            <a:r>
              <a:rPr sz="2000" spc="-10" dirty="0"/>
              <a:t>Cons:</a:t>
            </a:r>
            <a:endParaRPr sz="2000" dirty="0"/>
          </a:p>
          <a:p>
            <a:pPr marL="698500" indent="-342900">
              <a:spcBef>
                <a:spcPts val="215"/>
              </a:spcBef>
              <a:buFont typeface="Arial" panose="020B0604020202020204" pitchFamily="34" charset="0"/>
              <a:buChar char="•"/>
              <a:tabLst>
                <a:tab pos="528955" algn="l"/>
              </a:tabLst>
            </a:pPr>
            <a:r>
              <a:rPr lang="en-GB" sz="2000" dirty="0"/>
              <a:t>How </a:t>
            </a:r>
            <a:r>
              <a:rPr sz="2000" dirty="0"/>
              <a:t>good</a:t>
            </a:r>
            <a:r>
              <a:rPr sz="2000" spc="-25" dirty="0"/>
              <a:t> </a:t>
            </a:r>
            <a:r>
              <a:rPr sz="2000" dirty="0"/>
              <a:t>is</a:t>
            </a:r>
            <a:r>
              <a:rPr sz="2000" spc="-40" dirty="0"/>
              <a:t> </a:t>
            </a:r>
            <a:r>
              <a:rPr sz="2000" dirty="0"/>
              <a:t>the</a:t>
            </a:r>
            <a:r>
              <a:rPr sz="2000" spc="-25" dirty="0"/>
              <a:t> </a:t>
            </a:r>
            <a:r>
              <a:rPr sz="2000" spc="-10" dirty="0"/>
              <a:t>expert?</a:t>
            </a:r>
            <a:endParaRPr sz="2000" dirty="0"/>
          </a:p>
          <a:p>
            <a:pPr marL="698500" indent="-342900"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528955" algn="l"/>
              </a:tabLst>
            </a:pPr>
            <a:r>
              <a:rPr lang="en-GB" sz="2000" dirty="0"/>
              <a:t>Knowledge </a:t>
            </a:r>
            <a:r>
              <a:rPr sz="2000" dirty="0"/>
              <a:t>of</a:t>
            </a:r>
            <a:r>
              <a:rPr sz="2000" spc="-60" dirty="0"/>
              <a:t> </a:t>
            </a:r>
            <a:r>
              <a:rPr sz="2000" dirty="0"/>
              <a:t>users</a:t>
            </a:r>
            <a:r>
              <a:rPr sz="2000" spc="-60" dirty="0"/>
              <a:t> </a:t>
            </a:r>
            <a:r>
              <a:rPr sz="2000" dirty="0"/>
              <a:t>&amp;</a:t>
            </a:r>
            <a:r>
              <a:rPr sz="2000" spc="-55" dirty="0"/>
              <a:t> </a:t>
            </a:r>
            <a:r>
              <a:rPr sz="2000" spc="-10" dirty="0"/>
              <a:t>domain</a:t>
            </a:r>
            <a:r>
              <a:rPr lang="en-GB" sz="2000" spc="-10" dirty="0"/>
              <a:t>.</a:t>
            </a:r>
            <a:endParaRPr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6131" y="584224"/>
            <a:ext cx="8074839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8905">
              <a:lnSpc>
                <a:spcPct val="100000"/>
              </a:lnSpc>
              <a:spcBef>
                <a:spcPts val="105"/>
              </a:spcBef>
            </a:pPr>
            <a:r>
              <a:rPr sz="4600" dirty="0"/>
              <a:t>Heuristic</a:t>
            </a:r>
            <a:r>
              <a:rPr lang="en-GB" sz="4600" dirty="0"/>
              <a:t> Evaluation </a:t>
            </a:r>
            <a:endParaRPr sz="4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607423" y="1799295"/>
            <a:ext cx="7860030" cy="137160"/>
            <a:chOff x="607423" y="1799295"/>
            <a:chExt cx="7860030" cy="137160"/>
          </a:xfrm>
        </p:grpSpPr>
        <p:sp>
          <p:nvSpPr>
            <p:cNvPr id="4" name="object 4"/>
            <p:cNvSpPr/>
            <p:nvPr/>
          </p:nvSpPr>
          <p:spPr>
            <a:xfrm>
              <a:off x="627377" y="1799295"/>
              <a:ext cx="7820025" cy="107950"/>
            </a:xfrm>
            <a:custGeom>
              <a:avLst/>
              <a:gdLst/>
              <a:ahLst/>
              <a:cxnLst/>
              <a:rect l="l" t="t" r="r" b="b"/>
              <a:pathLst>
                <a:path w="7820025" h="107950">
                  <a:moveTo>
                    <a:pt x="5864862" y="66040"/>
                  </a:moveTo>
                  <a:lnTo>
                    <a:pt x="5792865" y="68961"/>
                  </a:lnTo>
                  <a:lnTo>
                    <a:pt x="5553543" y="75946"/>
                  </a:lnTo>
                  <a:lnTo>
                    <a:pt x="5455447" y="76962"/>
                  </a:lnTo>
                  <a:lnTo>
                    <a:pt x="5408493" y="76962"/>
                  </a:lnTo>
                  <a:lnTo>
                    <a:pt x="5447895" y="84328"/>
                  </a:lnTo>
                  <a:lnTo>
                    <a:pt x="5486963" y="94996"/>
                  </a:lnTo>
                  <a:lnTo>
                    <a:pt x="5530190" y="102108"/>
                  </a:lnTo>
                  <a:lnTo>
                    <a:pt x="5576945" y="106172"/>
                  </a:lnTo>
                  <a:lnTo>
                    <a:pt x="5626596" y="107696"/>
                  </a:lnTo>
                  <a:lnTo>
                    <a:pt x="5678509" y="107187"/>
                  </a:lnTo>
                  <a:lnTo>
                    <a:pt x="5732053" y="105029"/>
                  </a:lnTo>
                  <a:lnTo>
                    <a:pt x="5786595" y="101726"/>
                  </a:lnTo>
                  <a:lnTo>
                    <a:pt x="5949889" y="89662"/>
                  </a:lnTo>
                  <a:lnTo>
                    <a:pt x="6002102" y="86487"/>
                  </a:lnTo>
                  <a:lnTo>
                    <a:pt x="6052151" y="84582"/>
                  </a:lnTo>
                  <a:lnTo>
                    <a:pt x="6099405" y="84328"/>
                  </a:lnTo>
                  <a:lnTo>
                    <a:pt x="6146119" y="79756"/>
                  </a:lnTo>
                  <a:lnTo>
                    <a:pt x="6184681" y="77470"/>
                  </a:lnTo>
                  <a:lnTo>
                    <a:pt x="6669812" y="77216"/>
                  </a:lnTo>
                  <a:lnTo>
                    <a:pt x="6673737" y="76962"/>
                  </a:lnTo>
                  <a:lnTo>
                    <a:pt x="5409883" y="76962"/>
                  </a:lnTo>
                  <a:lnTo>
                    <a:pt x="6673865" y="76953"/>
                  </a:lnTo>
                  <a:lnTo>
                    <a:pt x="6732604" y="73151"/>
                  </a:lnTo>
                  <a:lnTo>
                    <a:pt x="6755135" y="72390"/>
                  </a:lnTo>
                  <a:lnTo>
                    <a:pt x="6097229" y="72390"/>
                  </a:lnTo>
                  <a:lnTo>
                    <a:pt x="6028289" y="71882"/>
                  </a:lnTo>
                  <a:lnTo>
                    <a:pt x="5951110" y="69976"/>
                  </a:lnTo>
                  <a:lnTo>
                    <a:pt x="5864862" y="66040"/>
                  </a:lnTo>
                  <a:close/>
                </a:path>
                <a:path w="7820025" h="107950">
                  <a:moveTo>
                    <a:pt x="4063269" y="83185"/>
                  </a:moveTo>
                  <a:lnTo>
                    <a:pt x="3521063" y="83185"/>
                  </a:lnTo>
                  <a:lnTo>
                    <a:pt x="3571546" y="84328"/>
                  </a:lnTo>
                  <a:lnTo>
                    <a:pt x="3617285" y="87249"/>
                  </a:lnTo>
                  <a:lnTo>
                    <a:pt x="3653128" y="90043"/>
                  </a:lnTo>
                  <a:lnTo>
                    <a:pt x="3704603" y="94869"/>
                  </a:lnTo>
                  <a:lnTo>
                    <a:pt x="3724974" y="96520"/>
                  </a:lnTo>
                  <a:lnTo>
                    <a:pt x="3744925" y="97662"/>
                  </a:lnTo>
                  <a:lnTo>
                    <a:pt x="3766827" y="97917"/>
                  </a:lnTo>
                  <a:lnTo>
                    <a:pt x="3793048" y="97409"/>
                  </a:lnTo>
                  <a:lnTo>
                    <a:pt x="3825958" y="96012"/>
                  </a:lnTo>
                  <a:lnTo>
                    <a:pt x="3988513" y="84328"/>
                  </a:lnTo>
                  <a:lnTo>
                    <a:pt x="4063269" y="83185"/>
                  </a:lnTo>
                  <a:close/>
                </a:path>
                <a:path w="7820025" h="107950">
                  <a:moveTo>
                    <a:pt x="3165708" y="84328"/>
                  </a:moveTo>
                  <a:lnTo>
                    <a:pt x="3076399" y="84328"/>
                  </a:lnTo>
                  <a:lnTo>
                    <a:pt x="3136782" y="91440"/>
                  </a:lnTo>
                  <a:lnTo>
                    <a:pt x="3192119" y="95123"/>
                  </a:lnTo>
                  <a:lnTo>
                    <a:pt x="3243398" y="96138"/>
                  </a:lnTo>
                  <a:lnTo>
                    <a:pt x="3291604" y="94996"/>
                  </a:lnTo>
                  <a:lnTo>
                    <a:pt x="3337723" y="92583"/>
                  </a:lnTo>
                  <a:lnTo>
                    <a:pt x="3427648" y="86487"/>
                  </a:lnTo>
                  <a:lnTo>
                    <a:pt x="3447994" y="85471"/>
                  </a:lnTo>
                  <a:lnTo>
                    <a:pt x="3256102" y="85471"/>
                  </a:lnTo>
                  <a:lnTo>
                    <a:pt x="3200506" y="85217"/>
                  </a:lnTo>
                  <a:lnTo>
                    <a:pt x="3165708" y="84328"/>
                  </a:lnTo>
                  <a:close/>
                </a:path>
                <a:path w="7820025" h="107950">
                  <a:moveTo>
                    <a:pt x="3090778" y="81407"/>
                  </a:moveTo>
                  <a:lnTo>
                    <a:pt x="2477363" y="81407"/>
                  </a:lnTo>
                  <a:lnTo>
                    <a:pt x="2595744" y="83185"/>
                  </a:lnTo>
                  <a:lnTo>
                    <a:pt x="2838269" y="91059"/>
                  </a:lnTo>
                  <a:lnTo>
                    <a:pt x="2880292" y="91948"/>
                  </a:lnTo>
                  <a:lnTo>
                    <a:pt x="2920935" y="92329"/>
                  </a:lnTo>
                  <a:lnTo>
                    <a:pt x="2960532" y="91821"/>
                  </a:lnTo>
                  <a:lnTo>
                    <a:pt x="2999419" y="90550"/>
                  </a:lnTo>
                  <a:lnTo>
                    <a:pt x="3037929" y="88011"/>
                  </a:lnTo>
                  <a:lnTo>
                    <a:pt x="3076399" y="84328"/>
                  </a:lnTo>
                  <a:lnTo>
                    <a:pt x="3165708" y="84328"/>
                  </a:lnTo>
                  <a:lnTo>
                    <a:pt x="3145824" y="83820"/>
                  </a:lnTo>
                  <a:lnTo>
                    <a:pt x="3092550" y="81534"/>
                  </a:lnTo>
                  <a:lnTo>
                    <a:pt x="3090778" y="81407"/>
                  </a:lnTo>
                  <a:close/>
                </a:path>
                <a:path w="7820025" h="107950">
                  <a:moveTo>
                    <a:pt x="7512489" y="70231"/>
                  </a:moveTo>
                  <a:lnTo>
                    <a:pt x="6866314" y="70231"/>
                  </a:lnTo>
                  <a:lnTo>
                    <a:pt x="6930566" y="71120"/>
                  </a:lnTo>
                  <a:lnTo>
                    <a:pt x="6992560" y="73151"/>
                  </a:lnTo>
                  <a:lnTo>
                    <a:pt x="7051906" y="75946"/>
                  </a:lnTo>
                  <a:lnTo>
                    <a:pt x="7255003" y="88773"/>
                  </a:lnTo>
                  <a:lnTo>
                    <a:pt x="7295252" y="90805"/>
                  </a:lnTo>
                  <a:lnTo>
                    <a:pt x="7330509" y="91694"/>
                  </a:lnTo>
                  <a:lnTo>
                    <a:pt x="7360384" y="91059"/>
                  </a:lnTo>
                  <a:lnTo>
                    <a:pt x="7384486" y="88773"/>
                  </a:lnTo>
                  <a:lnTo>
                    <a:pt x="7402425" y="84328"/>
                  </a:lnTo>
                  <a:lnTo>
                    <a:pt x="7448330" y="76708"/>
                  </a:lnTo>
                  <a:lnTo>
                    <a:pt x="7492442" y="71500"/>
                  </a:lnTo>
                  <a:lnTo>
                    <a:pt x="7512489" y="70231"/>
                  </a:lnTo>
                  <a:close/>
                </a:path>
                <a:path w="7820025" h="107950">
                  <a:moveTo>
                    <a:pt x="3074835" y="80263"/>
                  </a:moveTo>
                  <a:lnTo>
                    <a:pt x="1344338" y="80263"/>
                  </a:lnTo>
                  <a:lnTo>
                    <a:pt x="1384613" y="80518"/>
                  </a:lnTo>
                  <a:lnTo>
                    <a:pt x="1803516" y="88900"/>
                  </a:lnTo>
                  <a:lnTo>
                    <a:pt x="1874608" y="89535"/>
                  </a:lnTo>
                  <a:lnTo>
                    <a:pt x="2268526" y="84328"/>
                  </a:lnTo>
                  <a:lnTo>
                    <a:pt x="2342753" y="82423"/>
                  </a:lnTo>
                  <a:lnTo>
                    <a:pt x="2412254" y="81534"/>
                  </a:lnTo>
                  <a:lnTo>
                    <a:pt x="3090778" y="81407"/>
                  </a:lnTo>
                  <a:lnTo>
                    <a:pt x="3074835" y="80263"/>
                  </a:lnTo>
                  <a:close/>
                </a:path>
                <a:path w="7820025" h="107950">
                  <a:moveTo>
                    <a:pt x="6669812" y="77216"/>
                  </a:moveTo>
                  <a:lnTo>
                    <a:pt x="6217696" y="77216"/>
                  </a:lnTo>
                  <a:lnTo>
                    <a:pt x="6247767" y="78486"/>
                  </a:lnTo>
                  <a:lnTo>
                    <a:pt x="6309491" y="83185"/>
                  </a:lnTo>
                  <a:lnTo>
                    <a:pt x="6346353" y="85598"/>
                  </a:lnTo>
                  <a:lnTo>
                    <a:pt x="6390686" y="87503"/>
                  </a:lnTo>
                  <a:lnTo>
                    <a:pt x="6445095" y="88265"/>
                  </a:lnTo>
                  <a:lnTo>
                    <a:pt x="6512182" y="87375"/>
                  </a:lnTo>
                  <a:lnTo>
                    <a:pt x="6594553" y="84328"/>
                  </a:lnTo>
                  <a:lnTo>
                    <a:pt x="6663925" y="77597"/>
                  </a:lnTo>
                  <a:lnTo>
                    <a:pt x="6669812" y="77216"/>
                  </a:lnTo>
                  <a:close/>
                </a:path>
                <a:path w="7820025" h="107950">
                  <a:moveTo>
                    <a:pt x="3946339" y="44831"/>
                  </a:moveTo>
                  <a:lnTo>
                    <a:pt x="3889174" y="46990"/>
                  </a:lnTo>
                  <a:lnTo>
                    <a:pt x="3825399" y="53721"/>
                  </a:lnTo>
                  <a:lnTo>
                    <a:pt x="3753969" y="66040"/>
                  </a:lnTo>
                  <a:lnTo>
                    <a:pt x="3423450" y="81915"/>
                  </a:lnTo>
                  <a:lnTo>
                    <a:pt x="3312120" y="84962"/>
                  </a:lnTo>
                  <a:lnTo>
                    <a:pt x="3256102" y="85471"/>
                  </a:lnTo>
                  <a:lnTo>
                    <a:pt x="3447994" y="85471"/>
                  </a:lnTo>
                  <a:lnTo>
                    <a:pt x="3473426" y="84200"/>
                  </a:lnTo>
                  <a:lnTo>
                    <a:pt x="3521063" y="83185"/>
                  </a:lnTo>
                  <a:lnTo>
                    <a:pt x="4063269" y="83185"/>
                  </a:lnTo>
                  <a:lnTo>
                    <a:pt x="4343947" y="78867"/>
                  </a:lnTo>
                  <a:lnTo>
                    <a:pt x="4671298" y="78867"/>
                  </a:lnTo>
                  <a:lnTo>
                    <a:pt x="4692391" y="75184"/>
                  </a:lnTo>
                  <a:lnTo>
                    <a:pt x="4745737" y="67563"/>
                  </a:lnTo>
                  <a:lnTo>
                    <a:pt x="4752225" y="66801"/>
                  </a:lnTo>
                  <a:lnTo>
                    <a:pt x="4208988" y="66801"/>
                  </a:lnTo>
                  <a:lnTo>
                    <a:pt x="4169557" y="64388"/>
                  </a:lnTo>
                  <a:lnTo>
                    <a:pt x="4129781" y="60071"/>
                  </a:lnTo>
                  <a:lnTo>
                    <a:pt x="4088616" y="54863"/>
                  </a:lnTo>
                  <a:lnTo>
                    <a:pt x="4045016" y="49911"/>
                  </a:lnTo>
                  <a:lnTo>
                    <a:pt x="3997939" y="46228"/>
                  </a:lnTo>
                  <a:lnTo>
                    <a:pt x="3946339" y="44831"/>
                  </a:lnTo>
                  <a:close/>
                </a:path>
                <a:path w="7820025" h="107950">
                  <a:moveTo>
                    <a:pt x="265393" y="59182"/>
                  </a:moveTo>
                  <a:lnTo>
                    <a:pt x="217735" y="59436"/>
                  </a:lnTo>
                  <a:lnTo>
                    <a:pt x="129463" y="61213"/>
                  </a:lnTo>
                  <a:lnTo>
                    <a:pt x="1272" y="66040"/>
                  </a:lnTo>
                  <a:lnTo>
                    <a:pt x="0" y="73787"/>
                  </a:lnTo>
                  <a:lnTo>
                    <a:pt x="2908" y="80263"/>
                  </a:lnTo>
                  <a:lnTo>
                    <a:pt x="2964" y="80645"/>
                  </a:lnTo>
                  <a:lnTo>
                    <a:pt x="1272" y="84328"/>
                  </a:lnTo>
                  <a:lnTo>
                    <a:pt x="74414" y="85090"/>
                  </a:lnTo>
                  <a:lnTo>
                    <a:pt x="145309" y="84709"/>
                  </a:lnTo>
                  <a:lnTo>
                    <a:pt x="213959" y="83566"/>
                  </a:lnTo>
                  <a:lnTo>
                    <a:pt x="280370" y="81787"/>
                  </a:lnTo>
                  <a:lnTo>
                    <a:pt x="466203" y="73151"/>
                  </a:lnTo>
                  <a:lnTo>
                    <a:pt x="582885" y="66040"/>
                  </a:lnTo>
                  <a:lnTo>
                    <a:pt x="574600" y="66040"/>
                  </a:lnTo>
                  <a:lnTo>
                    <a:pt x="372214" y="60071"/>
                  </a:lnTo>
                  <a:lnTo>
                    <a:pt x="316588" y="59309"/>
                  </a:lnTo>
                  <a:lnTo>
                    <a:pt x="265393" y="59182"/>
                  </a:lnTo>
                  <a:close/>
                </a:path>
                <a:path w="7820025" h="107950">
                  <a:moveTo>
                    <a:pt x="1105089" y="61722"/>
                  </a:moveTo>
                  <a:lnTo>
                    <a:pt x="1048994" y="62611"/>
                  </a:lnTo>
                  <a:lnTo>
                    <a:pt x="1047998" y="62670"/>
                  </a:lnTo>
                  <a:lnTo>
                    <a:pt x="1070492" y="67310"/>
                  </a:lnTo>
                  <a:lnTo>
                    <a:pt x="1097263" y="74930"/>
                  </a:lnTo>
                  <a:lnTo>
                    <a:pt x="1121869" y="84328"/>
                  </a:lnTo>
                  <a:lnTo>
                    <a:pt x="1267252" y="80899"/>
                  </a:lnTo>
                  <a:lnTo>
                    <a:pt x="3074835" y="80263"/>
                  </a:lnTo>
                  <a:lnTo>
                    <a:pt x="3041175" y="77850"/>
                  </a:lnTo>
                  <a:lnTo>
                    <a:pt x="2992193" y="72771"/>
                  </a:lnTo>
                  <a:lnTo>
                    <a:pt x="2965231" y="68834"/>
                  </a:lnTo>
                  <a:lnTo>
                    <a:pt x="1700300" y="68834"/>
                  </a:lnTo>
                  <a:lnTo>
                    <a:pt x="1694318" y="68707"/>
                  </a:lnTo>
                  <a:lnTo>
                    <a:pt x="1309654" y="68707"/>
                  </a:lnTo>
                  <a:lnTo>
                    <a:pt x="1262134" y="67183"/>
                  </a:lnTo>
                  <a:lnTo>
                    <a:pt x="1159527" y="62865"/>
                  </a:lnTo>
                  <a:lnTo>
                    <a:pt x="1105089" y="61722"/>
                  </a:lnTo>
                  <a:close/>
                </a:path>
                <a:path w="7820025" h="107950">
                  <a:moveTo>
                    <a:pt x="4671298" y="78867"/>
                  </a:moveTo>
                  <a:lnTo>
                    <a:pt x="4385025" y="78867"/>
                  </a:lnTo>
                  <a:lnTo>
                    <a:pt x="4473136" y="79756"/>
                  </a:lnTo>
                  <a:lnTo>
                    <a:pt x="4640023" y="84328"/>
                  </a:lnTo>
                  <a:lnTo>
                    <a:pt x="4671298" y="78867"/>
                  </a:lnTo>
                  <a:close/>
                </a:path>
                <a:path w="7820025" h="107950">
                  <a:moveTo>
                    <a:pt x="7819401" y="68072"/>
                  </a:moveTo>
                  <a:lnTo>
                    <a:pt x="7582426" y="68072"/>
                  </a:lnTo>
                  <a:lnTo>
                    <a:pt x="7631866" y="69469"/>
                  </a:lnTo>
                  <a:lnTo>
                    <a:pt x="7686651" y="72771"/>
                  </a:lnTo>
                  <a:lnTo>
                    <a:pt x="7737730" y="76962"/>
                  </a:lnTo>
                  <a:lnTo>
                    <a:pt x="7819392" y="84328"/>
                  </a:lnTo>
                  <a:lnTo>
                    <a:pt x="7820021" y="75946"/>
                  </a:lnTo>
                  <a:lnTo>
                    <a:pt x="7819508" y="75057"/>
                  </a:lnTo>
                  <a:lnTo>
                    <a:pt x="7819401" y="68072"/>
                  </a:lnTo>
                  <a:close/>
                </a:path>
                <a:path w="7820025" h="107950">
                  <a:moveTo>
                    <a:pt x="5071620" y="49149"/>
                  </a:moveTo>
                  <a:lnTo>
                    <a:pt x="5017932" y="49149"/>
                  </a:lnTo>
                  <a:lnTo>
                    <a:pt x="4963642" y="50292"/>
                  </a:lnTo>
                  <a:lnTo>
                    <a:pt x="4909015" y="52705"/>
                  </a:lnTo>
                  <a:lnTo>
                    <a:pt x="4854313" y="56387"/>
                  </a:lnTo>
                  <a:lnTo>
                    <a:pt x="4846765" y="57056"/>
                  </a:lnTo>
                  <a:lnTo>
                    <a:pt x="5195081" y="72262"/>
                  </a:lnTo>
                  <a:lnTo>
                    <a:pt x="5322994" y="76073"/>
                  </a:lnTo>
                  <a:lnTo>
                    <a:pt x="5408440" y="76953"/>
                  </a:lnTo>
                  <a:lnTo>
                    <a:pt x="5366384" y="70358"/>
                  </a:lnTo>
                  <a:lnTo>
                    <a:pt x="5321831" y="64516"/>
                  </a:lnTo>
                  <a:lnTo>
                    <a:pt x="5275097" y="59562"/>
                  </a:lnTo>
                  <a:lnTo>
                    <a:pt x="5226446" y="55372"/>
                  </a:lnTo>
                  <a:lnTo>
                    <a:pt x="5176140" y="52324"/>
                  </a:lnTo>
                  <a:lnTo>
                    <a:pt x="5124444" y="50165"/>
                  </a:lnTo>
                  <a:lnTo>
                    <a:pt x="5071620" y="49149"/>
                  </a:lnTo>
                  <a:close/>
                </a:path>
                <a:path w="7820025" h="107950">
                  <a:moveTo>
                    <a:pt x="6418947" y="60198"/>
                  </a:moveTo>
                  <a:lnTo>
                    <a:pt x="6384403" y="61087"/>
                  </a:lnTo>
                  <a:lnTo>
                    <a:pt x="6213717" y="69850"/>
                  </a:lnTo>
                  <a:lnTo>
                    <a:pt x="6158761" y="71500"/>
                  </a:lnTo>
                  <a:lnTo>
                    <a:pt x="6097229" y="72390"/>
                  </a:lnTo>
                  <a:lnTo>
                    <a:pt x="6755135" y="72390"/>
                  </a:lnTo>
                  <a:lnTo>
                    <a:pt x="6800197" y="70866"/>
                  </a:lnTo>
                  <a:lnTo>
                    <a:pt x="7512489" y="70231"/>
                  </a:lnTo>
                  <a:lnTo>
                    <a:pt x="7536546" y="68707"/>
                  </a:lnTo>
                  <a:lnTo>
                    <a:pt x="7582426" y="68072"/>
                  </a:lnTo>
                  <a:lnTo>
                    <a:pt x="7819401" y="68072"/>
                  </a:lnTo>
                  <a:lnTo>
                    <a:pt x="7819392" y="66040"/>
                  </a:lnTo>
                  <a:lnTo>
                    <a:pt x="6516372" y="66040"/>
                  </a:lnTo>
                  <a:lnTo>
                    <a:pt x="6484100" y="62357"/>
                  </a:lnTo>
                  <a:lnTo>
                    <a:pt x="6451902" y="60451"/>
                  </a:lnTo>
                  <a:lnTo>
                    <a:pt x="6418947" y="60198"/>
                  </a:lnTo>
                  <a:close/>
                </a:path>
                <a:path w="7820025" h="107950">
                  <a:moveTo>
                    <a:pt x="1799439" y="66040"/>
                  </a:moveTo>
                  <a:lnTo>
                    <a:pt x="1751801" y="68580"/>
                  </a:lnTo>
                  <a:lnTo>
                    <a:pt x="1700300" y="68834"/>
                  </a:lnTo>
                  <a:lnTo>
                    <a:pt x="2965231" y="68834"/>
                  </a:lnTo>
                  <a:lnTo>
                    <a:pt x="2952185" y="66929"/>
                  </a:lnTo>
                  <a:lnTo>
                    <a:pt x="1856660" y="66929"/>
                  </a:lnTo>
                  <a:lnTo>
                    <a:pt x="1799439" y="66040"/>
                  </a:lnTo>
                  <a:close/>
                </a:path>
                <a:path w="7820025" h="107950">
                  <a:moveTo>
                    <a:pt x="1486147" y="62865"/>
                  </a:moveTo>
                  <a:lnTo>
                    <a:pt x="1438186" y="63373"/>
                  </a:lnTo>
                  <a:lnTo>
                    <a:pt x="1354218" y="68707"/>
                  </a:lnTo>
                  <a:lnTo>
                    <a:pt x="1694318" y="68707"/>
                  </a:lnTo>
                  <a:lnTo>
                    <a:pt x="1646462" y="67691"/>
                  </a:lnTo>
                  <a:lnTo>
                    <a:pt x="1537862" y="64008"/>
                  </a:lnTo>
                  <a:lnTo>
                    <a:pt x="1486147" y="62865"/>
                  </a:lnTo>
                  <a:close/>
                </a:path>
                <a:path w="7820025" h="107950">
                  <a:moveTo>
                    <a:pt x="2181502" y="60071"/>
                  </a:moveTo>
                  <a:lnTo>
                    <a:pt x="2131421" y="60451"/>
                  </a:lnTo>
                  <a:lnTo>
                    <a:pt x="2085372" y="61468"/>
                  </a:lnTo>
                  <a:lnTo>
                    <a:pt x="1954573" y="65912"/>
                  </a:lnTo>
                  <a:lnTo>
                    <a:pt x="1907810" y="66801"/>
                  </a:lnTo>
                  <a:lnTo>
                    <a:pt x="1856660" y="66929"/>
                  </a:lnTo>
                  <a:lnTo>
                    <a:pt x="2952185" y="66929"/>
                  </a:lnTo>
                  <a:lnTo>
                    <a:pt x="2949576" y="66548"/>
                  </a:lnTo>
                  <a:lnTo>
                    <a:pt x="2442703" y="66548"/>
                  </a:lnTo>
                  <a:lnTo>
                    <a:pt x="2372768" y="66040"/>
                  </a:lnTo>
                  <a:lnTo>
                    <a:pt x="2300492" y="62611"/>
                  </a:lnTo>
                  <a:lnTo>
                    <a:pt x="2237298" y="60706"/>
                  </a:lnTo>
                  <a:lnTo>
                    <a:pt x="2181502" y="60071"/>
                  </a:lnTo>
                  <a:close/>
                </a:path>
                <a:path w="7820025" h="107950">
                  <a:moveTo>
                    <a:pt x="4518937" y="47244"/>
                  </a:moveTo>
                  <a:lnTo>
                    <a:pt x="4464657" y="47625"/>
                  </a:lnTo>
                  <a:lnTo>
                    <a:pt x="4413149" y="48768"/>
                  </a:lnTo>
                  <a:lnTo>
                    <a:pt x="4365126" y="51181"/>
                  </a:lnTo>
                  <a:lnTo>
                    <a:pt x="4321303" y="54737"/>
                  </a:lnTo>
                  <a:lnTo>
                    <a:pt x="4282396" y="59690"/>
                  </a:lnTo>
                  <a:lnTo>
                    <a:pt x="4249117" y="66040"/>
                  </a:lnTo>
                  <a:lnTo>
                    <a:pt x="4208988" y="66801"/>
                  </a:lnTo>
                  <a:lnTo>
                    <a:pt x="4752225" y="66801"/>
                  </a:lnTo>
                  <a:lnTo>
                    <a:pt x="4799799" y="61213"/>
                  </a:lnTo>
                  <a:lnTo>
                    <a:pt x="4846765" y="57056"/>
                  </a:lnTo>
                  <a:lnTo>
                    <a:pt x="4632953" y="49022"/>
                  </a:lnTo>
                  <a:lnTo>
                    <a:pt x="4575274" y="47751"/>
                  </a:lnTo>
                  <a:lnTo>
                    <a:pt x="4518937" y="47244"/>
                  </a:lnTo>
                  <a:close/>
                </a:path>
                <a:path w="7820025" h="107950">
                  <a:moveTo>
                    <a:pt x="2784058" y="59944"/>
                  </a:moveTo>
                  <a:lnTo>
                    <a:pt x="2739062" y="60198"/>
                  </a:lnTo>
                  <a:lnTo>
                    <a:pt x="2503886" y="66167"/>
                  </a:lnTo>
                  <a:lnTo>
                    <a:pt x="2442703" y="66548"/>
                  </a:lnTo>
                  <a:lnTo>
                    <a:pt x="2949576" y="66548"/>
                  </a:lnTo>
                  <a:lnTo>
                    <a:pt x="2946097" y="66040"/>
                  </a:lnTo>
                  <a:lnTo>
                    <a:pt x="2885845" y="62737"/>
                  </a:lnTo>
                  <a:lnTo>
                    <a:pt x="2832409" y="60706"/>
                  </a:lnTo>
                  <a:lnTo>
                    <a:pt x="2784058" y="59944"/>
                  </a:lnTo>
                  <a:close/>
                </a:path>
                <a:path w="7820025" h="107950">
                  <a:moveTo>
                    <a:pt x="588570" y="65671"/>
                  </a:moveTo>
                  <a:lnTo>
                    <a:pt x="574600" y="66040"/>
                  </a:lnTo>
                  <a:lnTo>
                    <a:pt x="582885" y="66040"/>
                  </a:lnTo>
                  <a:lnTo>
                    <a:pt x="588570" y="65671"/>
                  </a:lnTo>
                  <a:close/>
                </a:path>
                <a:path w="7820025" h="107950">
                  <a:moveTo>
                    <a:pt x="1043400" y="61722"/>
                  </a:moveTo>
                  <a:lnTo>
                    <a:pt x="797724" y="61722"/>
                  </a:lnTo>
                  <a:lnTo>
                    <a:pt x="828570" y="61975"/>
                  </a:lnTo>
                  <a:lnTo>
                    <a:pt x="911945" y="64388"/>
                  </a:lnTo>
                  <a:lnTo>
                    <a:pt x="991567" y="66040"/>
                  </a:lnTo>
                  <a:lnTo>
                    <a:pt x="1047998" y="62670"/>
                  </a:lnTo>
                  <a:lnTo>
                    <a:pt x="1043400" y="61722"/>
                  </a:lnTo>
                  <a:close/>
                </a:path>
                <a:path w="7820025" h="107950">
                  <a:moveTo>
                    <a:pt x="7236001" y="0"/>
                  </a:moveTo>
                  <a:lnTo>
                    <a:pt x="7175972" y="254"/>
                  </a:lnTo>
                  <a:lnTo>
                    <a:pt x="7116705" y="1397"/>
                  </a:lnTo>
                  <a:lnTo>
                    <a:pt x="7058465" y="3301"/>
                  </a:lnTo>
                  <a:lnTo>
                    <a:pt x="7001521" y="6096"/>
                  </a:lnTo>
                  <a:lnTo>
                    <a:pt x="6946138" y="9525"/>
                  </a:lnTo>
                  <a:lnTo>
                    <a:pt x="6892584" y="13462"/>
                  </a:lnTo>
                  <a:lnTo>
                    <a:pt x="6841126" y="17907"/>
                  </a:lnTo>
                  <a:lnTo>
                    <a:pt x="6792031" y="22733"/>
                  </a:lnTo>
                  <a:lnTo>
                    <a:pt x="6745566" y="27940"/>
                  </a:lnTo>
                  <a:lnTo>
                    <a:pt x="6661592" y="38862"/>
                  </a:lnTo>
                  <a:lnTo>
                    <a:pt x="6591343" y="50165"/>
                  </a:lnTo>
                  <a:lnTo>
                    <a:pt x="6536952" y="60960"/>
                  </a:lnTo>
                  <a:lnTo>
                    <a:pt x="6516372" y="66040"/>
                  </a:lnTo>
                  <a:lnTo>
                    <a:pt x="7819392" y="66040"/>
                  </a:lnTo>
                  <a:lnTo>
                    <a:pt x="7766439" y="52578"/>
                  </a:lnTo>
                  <a:lnTo>
                    <a:pt x="7711578" y="40894"/>
                  </a:lnTo>
                  <a:lnTo>
                    <a:pt x="7655075" y="30734"/>
                  </a:lnTo>
                  <a:lnTo>
                    <a:pt x="7597196" y="22351"/>
                  </a:lnTo>
                  <a:lnTo>
                    <a:pt x="7538210" y="15367"/>
                  </a:lnTo>
                  <a:lnTo>
                    <a:pt x="7478382" y="9779"/>
                  </a:lnTo>
                  <a:lnTo>
                    <a:pt x="7417980" y="5461"/>
                  </a:lnTo>
                  <a:lnTo>
                    <a:pt x="7357272" y="2540"/>
                  </a:lnTo>
                  <a:lnTo>
                    <a:pt x="7296523" y="635"/>
                  </a:lnTo>
                  <a:lnTo>
                    <a:pt x="7236001" y="0"/>
                  </a:lnTo>
                  <a:close/>
                </a:path>
                <a:path w="7820025" h="107950">
                  <a:moveTo>
                    <a:pt x="904031" y="51181"/>
                  </a:moveTo>
                  <a:lnTo>
                    <a:pt x="864190" y="51435"/>
                  </a:lnTo>
                  <a:lnTo>
                    <a:pt x="822156" y="52450"/>
                  </a:lnTo>
                  <a:lnTo>
                    <a:pt x="731496" y="56769"/>
                  </a:lnTo>
                  <a:lnTo>
                    <a:pt x="588570" y="65671"/>
                  </a:lnTo>
                  <a:lnTo>
                    <a:pt x="760071" y="61849"/>
                  </a:lnTo>
                  <a:lnTo>
                    <a:pt x="1043400" y="61722"/>
                  </a:lnTo>
                  <a:lnTo>
                    <a:pt x="1041553" y="61341"/>
                  </a:lnTo>
                  <a:lnTo>
                    <a:pt x="1010441" y="56896"/>
                  </a:lnTo>
                  <a:lnTo>
                    <a:pt x="977153" y="53721"/>
                  </a:lnTo>
                  <a:lnTo>
                    <a:pt x="941684" y="51943"/>
                  </a:lnTo>
                  <a:lnTo>
                    <a:pt x="904031" y="51181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8060" y="1837705"/>
              <a:ext cx="7818755" cy="78105"/>
            </a:xfrm>
            <a:custGeom>
              <a:avLst/>
              <a:gdLst/>
              <a:ahLst/>
              <a:cxnLst/>
              <a:rect l="l" t="t" r="r" b="b"/>
              <a:pathLst>
                <a:path w="7818755" h="78105">
                  <a:moveTo>
                    <a:pt x="589" y="27607"/>
                  </a:moveTo>
                  <a:lnTo>
                    <a:pt x="39253" y="22418"/>
                  </a:lnTo>
                  <a:lnTo>
                    <a:pt x="80062" y="21095"/>
                  </a:lnTo>
                  <a:lnTo>
                    <a:pt x="123865" y="22445"/>
                  </a:lnTo>
                  <a:lnTo>
                    <a:pt x="171513" y="25277"/>
                  </a:lnTo>
                  <a:lnTo>
                    <a:pt x="223856" y="28401"/>
                  </a:lnTo>
                  <a:lnTo>
                    <a:pt x="281743" y="30625"/>
                  </a:lnTo>
                  <a:lnTo>
                    <a:pt x="346026" y="30757"/>
                  </a:lnTo>
                  <a:lnTo>
                    <a:pt x="417555" y="27607"/>
                  </a:lnTo>
                  <a:lnTo>
                    <a:pt x="453534" y="29407"/>
                  </a:lnTo>
                  <a:lnTo>
                    <a:pt x="494132" y="30793"/>
                  </a:lnTo>
                  <a:lnTo>
                    <a:pt x="538814" y="31799"/>
                  </a:lnTo>
                  <a:lnTo>
                    <a:pt x="587047" y="32460"/>
                  </a:lnTo>
                  <a:lnTo>
                    <a:pt x="638297" y="32809"/>
                  </a:lnTo>
                  <a:lnTo>
                    <a:pt x="692030" y="32881"/>
                  </a:lnTo>
                  <a:lnTo>
                    <a:pt x="747713" y="32710"/>
                  </a:lnTo>
                  <a:lnTo>
                    <a:pt x="804811" y="32332"/>
                  </a:lnTo>
                  <a:lnTo>
                    <a:pt x="862792" y="31779"/>
                  </a:lnTo>
                  <a:lnTo>
                    <a:pt x="921121" y="31086"/>
                  </a:lnTo>
                  <a:lnTo>
                    <a:pt x="979265" y="30288"/>
                  </a:lnTo>
                  <a:lnTo>
                    <a:pt x="1036689" y="29420"/>
                  </a:lnTo>
                  <a:lnTo>
                    <a:pt x="1092861" y="28514"/>
                  </a:lnTo>
                  <a:lnTo>
                    <a:pt x="1147247" y="27607"/>
                  </a:lnTo>
                  <a:lnTo>
                    <a:pt x="1217820" y="30489"/>
                  </a:lnTo>
                  <a:lnTo>
                    <a:pt x="1273757" y="31986"/>
                  </a:lnTo>
                  <a:lnTo>
                    <a:pt x="1318140" y="32378"/>
                  </a:lnTo>
                  <a:lnTo>
                    <a:pt x="1354051" y="31942"/>
                  </a:lnTo>
                  <a:lnTo>
                    <a:pt x="1384573" y="30959"/>
                  </a:lnTo>
                  <a:lnTo>
                    <a:pt x="1412787" y="29708"/>
                  </a:lnTo>
                  <a:lnTo>
                    <a:pt x="1441775" y="28468"/>
                  </a:lnTo>
                  <a:lnTo>
                    <a:pt x="1474621" y="27519"/>
                  </a:lnTo>
                  <a:lnTo>
                    <a:pt x="1514406" y="27138"/>
                  </a:lnTo>
                  <a:lnTo>
                    <a:pt x="1564213" y="27607"/>
                  </a:lnTo>
                  <a:lnTo>
                    <a:pt x="1617582" y="29993"/>
                  </a:lnTo>
                  <a:lnTo>
                    <a:pt x="1671455" y="31143"/>
                  </a:lnTo>
                  <a:lnTo>
                    <a:pt x="1725579" y="31308"/>
                  </a:lnTo>
                  <a:lnTo>
                    <a:pt x="1779705" y="30743"/>
                  </a:lnTo>
                  <a:lnTo>
                    <a:pt x="1833581" y="29700"/>
                  </a:lnTo>
                  <a:lnTo>
                    <a:pt x="1886956" y="28434"/>
                  </a:lnTo>
                  <a:lnTo>
                    <a:pt x="1939580" y="27196"/>
                  </a:lnTo>
                  <a:lnTo>
                    <a:pt x="1991201" y="26242"/>
                  </a:lnTo>
                  <a:lnTo>
                    <a:pt x="2041569" y="25823"/>
                  </a:lnTo>
                  <a:lnTo>
                    <a:pt x="2090433" y="26193"/>
                  </a:lnTo>
                  <a:lnTo>
                    <a:pt x="2137542" y="27607"/>
                  </a:lnTo>
                  <a:lnTo>
                    <a:pt x="2179686" y="26879"/>
                  </a:lnTo>
                  <a:lnTo>
                    <a:pt x="2224234" y="26777"/>
                  </a:lnTo>
                  <a:lnTo>
                    <a:pt x="2270908" y="27187"/>
                  </a:lnTo>
                  <a:lnTo>
                    <a:pt x="2319432" y="27997"/>
                  </a:lnTo>
                  <a:lnTo>
                    <a:pt x="2369530" y="29092"/>
                  </a:lnTo>
                  <a:lnTo>
                    <a:pt x="2420925" y="30360"/>
                  </a:lnTo>
                  <a:lnTo>
                    <a:pt x="2473341" y="31688"/>
                  </a:lnTo>
                  <a:lnTo>
                    <a:pt x="2526501" y="32961"/>
                  </a:lnTo>
                  <a:lnTo>
                    <a:pt x="2580129" y="34067"/>
                  </a:lnTo>
                  <a:lnTo>
                    <a:pt x="2633949" y="34892"/>
                  </a:lnTo>
                  <a:lnTo>
                    <a:pt x="2687684" y="35323"/>
                  </a:lnTo>
                  <a:lnTo>
                    <a:pt x="2741058" y="35248"/>
                  </a:lnTo>
                  <a:lnTo>
                    <a:pt x="2793794" y="34551"/>
                  </a:lnTo>
                  <a:lnTo>
                    <a:pt x="2845617" y="33121"/>
                  </a:lnTo>
                  <a:lnTo>
                    <a:pt x="2896248" y="30844"/>
                  </a:lnTo>
                  <a:lnTo>
                    <a:pt x="2945414" y="27607"/>
                  </a:lnTo>
                  <a:lnTo>
                    <a:pt x="3011241" y="31156"/>
                  </a:lnTo>
                  <a:lnTo>
                    <a:pt x="3073241" y="34676"/>
                  </a:lnTo>
                  <a:lnTo>
                    <a:pt x="3131742" y="38013"/>
                  </a:lnTo>
                  <a:lnTo>
                    <a:pt x="3187076" y="41014"/>
                  </a:lnTo>
                  <a:lnTo>
                    <a:pt x="3239570" y="43525"/>
                  </a:lnTo>
                  <a:lnTo>
                    <a:pt x="3289556" y="45393"/>
                  </a:lnTo>
                  <a:lnTo>
                    <a:pt x="3337364" y="46465"/>
                  </a:lnTo>
                  <a:lnTo>
                    <a:pt x="3383322" y="46589"/>
                  </a:lnTo>
                  <a:lnTo>
                    <a:pt x="3427762" y="45610"/>
                  </a:lnTo>
                  <a:lnTo>
                    <a:pt x="3471011" y="43375"/>
                  </a:lnTo>
                  <a:lnTo>
                    <a:pt x="3513402" y="39732"/>
                  </a:lnTo>
                  <a:lnTo>
                    <a:pt x="3555263" y="34527"/>
                  </a:lnTo>
                  <a:lnTo>
                    <a:pt x="3596924" y="27607"/>
                  </a:lnTo>
                  <a:lnTo>
                    <a:pt x="3639935" y="29078"/>
                  </a:lnTo>
                  <a:lnTo>
                    <a:pt x="3681767" y="28441"/>
                  </a:lnTo>
                  <a:lnTo>
                    <a:pt x="3722877" y="26133"/>
                  </a:lnTo>
                  <a:lnTo>
                    <a:pt x="3763722" y="22592"/>
                  </a:lnTo>
                  <a:lnTo>
                    <a:pt x="3804762" y="18257"/>
                  </a:lnTo>
                  <a:lnTo>
                    <a:pt x="3846454" y="13565"/>
                  </a:lnTo>
                  <a:lnTo>
                    <a:pt x="3889257" y="8956"/>
                  </a:lnTo>
                  <a:lnTo>
                    <a:pt x="3933627" y="4866"/>
                  </a:lnTo>
                  <a:lnTo>
                    <a:pt x="3980024" y="1735"/>
                  </a:lnTo>
                  <a:lnTo>
                    <a:pt x="4028906" y="0"/>
                  </a:lnTo>
                  <a:lnTo>
                    <a:pt x="4080730" y="99"/>
                  </a:lnTo>
                  <a:lnTo>
                    <a:pt x="4135955" y="2471"/>
                  </a:lnTo>
                  <a:lnTo>
                    <a:pt x="4195039" y="7555"/>
                  </a:lnTo>
                  <a:lnTo>
                    <a:pt x="4258439" y="15787"/>
                  </a:lnTo>
                  <a:lnTo>
                    <a:pt x="4326615" y="27607"/>
                  </a:lnTo>
                  <a:lnTo>
                    <a:pt x="4407927" y="36626"/>
                  </a:lnTo>
                  <a:lnTo>
                    <a:pt x="4481995" y="42227"/>
                  </a:lnTo>
                  <a:lnTo>
                    <a:pt x="4549287" y="44949"/>
                  </a:lnTo>
                  <a:lnTo>
                    <a:pt x="4610272" y="45329"/>
                  </a:lnTo>
                  <a:lnTo>
                    <a:pt x="4665419" y="43904"/>
                  </a:lnTo>
                  <a:lnTo>
                    <a:pt x="4715196" y="41214"/>
                  </a:lnTo>
                  <a:lnTo>
                    <a:pt x="4760072" y="37796"/>
                  </a:lnTo>
                  <a:lnTo>
                    <a:pt x="4800516" y="34188"/>
                  </a:lnTo>
                  <a:lnTo>
                    <a:pt x="4836996" y="30929"/>
                  </a:lnTo>
                  <a:lnTo>
                    <a:pt x="4869983" y="28556"/>
                  </a:lnTo>
                  <a:lnTo>
                    <a:pt x="4899944" y="27607"/>
                  </a:lnTo>
                  <a:lnTo>
                    <a:pt x="4933735" y="24196"/>
                  </a:lnTo>
                  <a:lnTo>
                    <a:pt x="4971311" y="20292"/>
                  </a:lnTo>
                  <a:lnTo>
                    <a:pt x="5012380" y="16186"/>
                  </a:lnTo>
                  <a:lnTo>
                    <a:pt x="5056653" y="12166"/>
                  </a:lnTo>
                  <a:lnTo>
                    <a:pt x="5103840" y="8522"/>
                  </a:lnTo>
                  <a:lnTo>
                    <a:pt x="5153652" y="5542"/>
                  </a:lnTo>
                  <a:lnTo>
                    <a:pt x="5205797" y="3517"/>
                  </a:lnTo>
                  <a:lnTo>
                    <a:pt x="5259987" y="2735"/>
                  </a:lnTo>
                  <a:lnTo>
                    <a:pt x="5315931" y="3487"/>
                  </a:lnTo>
                  <a:lnTo>
                    <a:pt x="5373339" y="6060"/>
                  </a:lnTo>
                  <a:lnTo>
                    <a:pt x="5431923" y="10745"/>
                  </a:lnTo>
                  <a:lnTo>
                    <a:pt x="5491391" y="17831"/>
                  </a:lnTo>
                  <a:lnTo>
                    <a:pt x="5551454" y="27607"/>
                  </a:lnTo>
                  <a:lnTo>
                    <a:pt x="5589346" y="30436"/>
                  </a:lnTo>
                  <a:lnTo>
                    <a:pt x="5631671" y="31882"/>
                  </a:lnTo>
                  <a:lnTo>
                    <a:pt x="5677838" y="32160"/>
                  </a:lnTo>
                  <a:lnTo>
                    <a:pt x="5727259" y="31485"/>
                  </a:lnTo>
                  <a:lnTo>
                    <a:pt x="5779343" y="30074"/>
                  </a:lnTo>
                  <a:lnTo>
                    <a:pt x="5833500" y="28142"/>
                  </a:lnTo>
                  <a:lnTo>
                    <a:pt x="5889140" y="25904"/>
                  </a:lnTo>
                  <a:lnTo>
                    <a:pt x="5945674" y="23577"/>
                  </a:lnTo>
                  <a:lnTo>
                    <a:pt x="6002511" y="21376"/>
                  </a:lnTo>
                  <a:lnTo>
                    <a:pt x="6059062" y="19516"/>
                  </a:lnTo>
                  <a:lnTo>
                    <a:pt x="6114738" y="18213"/>
                  </a:lnTo>
                  <a:lnTo>
                    <a:pt x="6168947" y="17684"/>
                  </a:lnTo>
                  <a:lnTo>
                    <a:pt x="6221100" y="18142"/>
                  </a:lnTo>
                  <a:lnTo>
                    <a:pt x="6270608" y="19805"/>
                  </a:lnTo>
                  <a:lnTo>
                    <a:pt x="6316880" y="22888"/>
                  </a:lnTo>
                  <a:lnTo>
                    <a:pt x="6359327" y="27607"/>
                  </a:lnTo>
                  <a:lnTo>
                    <a:pt x="6418201" y="31602"/>
                  </a:lnTo>
                  <a:lnTo>
                    <a:pt x="6475959" y="32712"/>
                  </a:lnTo>
                  <a:lnTo>
                    <a:pt x="6532241" y="31688"/>
                  </a:lnTo>
                  <a:lnTo>
                    <a:pt x="6586683" y="29277"/>
                  </a:lnTo>
                  <a:lnTo>
                    <a:pt x="6638925" y="26227"/>
                  </a:lnTo>
                  <a:lnTo>
                    <a:pt x="6688606" y="23288"/>
                  </a:lnTo>
                  <a:lnTo>
                    <a:pt x="6735362" y="21208"/>
                  </a:lnTo>
                  <a:lnTo>
                    <a:pt x="6778833" y="20735"/>
                  </a:lnTo>
                  <a:lnTo>
                    <a:pt x="6818658" y="22618"/>
                  </a:lnTo>
                  <a:lnTo>
                    <a:pt x="6854474" y="27607"/>
                  </a:lnTo>
                  <a:lnTo>
                    <a:pt x="6879477" y="30564"/>
                  </a:lnTo>
                  <a:lnTo>
                    <a:pt x="6943769" y="34911"/>
                  </a:lnTo>
                  <a:lnTo>
                    <a:pt x="6982345" y="36374"/>
                  </a:lnTo>
                  <a:lnTo>
                    <a:pt x="7024732" y="37412"/>
                  </a:lnTo>
                  <a:lnTo>
                    <a:pt x="7070574" y="38060"/>
                  </a:lnTo>
                  <a:lnTo>
                    <a:pt x="7119515" y="38356"/>
                  </a:lnTo>
                  <a:lnTo>
                    <a:pt x="7171198" y="38335"/>
                  </a:lnTo>
                  <a:lnTo>
                    <a:pt x="7225265" y="38034"/>
                  </a:lnTo>
                  <a:lnTo>
                    <a:pt x="7281362" y="37489"/>
                  </a:lnTo>
                  <a:lnTo>
                    <a:pt x="7339131" y="36737"/>
                  </a:lnTo>
                  <a:lnTo>
                    <a:pt x="7398216" y="35813"/>
                  </a:lnTo>
                  <a:lnTo>
                    <a:pt x="7458260" y="34755"/>
                  </a:lnTo>
                  <a:lnTo>
                    <a:pt x="7518907" y="33598"/>
                  </a:lnTo>
                  <a:lnTo>
                    <a:pt x="7579801" y="32379"/>
                  </a:lnTo>
                  <a:lnTo>
                    <a:pt x="7640584" y="31134"/>
                  </a:lnTo>
                  <a:lnTo>
                    <a:pt x="7700901" y="29899"/>
                  </a:lnTo>
                  <a:lnTo>
                    <a:pt x="7760395" y="28711"/>
                  </a:lnTo>
                  <a:lnTo>
                    <a:pt x="7818709" y="27607"/>
                  </a:lnTo>
                  <a:lnTo>
                    <a:pt x="7818141" y="35469"/>
                  </a:lnTo>
                  <a:lnTo>
                    <a:pt x="7818490" y="40876"/>
                  </a:lnTo>
                  <a:lnTo>
                    <a:pt x="7818709" y="45895"/>
                  </a:lnTo>
                  <a:lnTo>
                    <a:pt x="7785895" y="34731"/>
                  </a:lnTo>
                  <a:lnTo>
                    <a:pt x="7746369" y="27069"/>
                  </a:lnTo>
                  <a:lnTo>
                    <a:pt x="7701330" y="22467"/>
                  </a:lnTo>
                  <a:lnTo>
                    <a:pt x="7651974" y="20484"/>
                  </a:lnTo>
                  <a:lnTo>
                    <a:pt x="7599498" y="20678"/>
                  </a:lnTo>
                  <a:lnTo>
                    <a:pt x="7545100" y="22607"/>
                  </a:lnTo>
                  <a:lnTo>
                    <a:pt x="7489976" y="25830"/>
                  </a:lnTo>
                  <a:lnTo>
                    <a:pt x="7435324" y="29906"/>
                  </a:lnTo>
                  <a:lnTo>
                    <a:pt x="7382341" y="34391"/>
                  </a:lnTo>
                  <a:lnTo>
                    <a:pt x="7332225" y="38846"/>
                  </a:lnTo>
                  <a:lnTo>
                    <a:pt x="7286172" y="42827"/>
                  </a:lnTo>
                  <a:lnTo>
                    <a:pt x="7245380" y="45895"/>
                  </a:lnTo>
                  <a:lnTo>
                    <a:pt x="7187874" y="44888"/>
                  </a:lnTo>
                  <a:lnTo>
                    <a:pt x="7132530" y="44625"/>
                  </a:lnTo>
                  <a:lnTo>
                    <a:pt x="7079038" y="44878"/>
                  </a:lnTo>
                  <a:lnTo>
                    <a:pt x="7027083" y="45419"/>
                  </a:lnTo>
                  <a:lnTo>
                    <a:pt x="6976356" y="46020"/>
                  </a:lnTo>
                  <a:lnTo>
                    <a:pt x="6926543" y="46452"/>
                  </a:lnTo>
                  <a:lnTo>
                    <a:pt x="6877333" y="46486"/>
                  </a:lnTo>
                  <a:lnTo>
                    <a:pt x="6828414" y="45895"/>
                  </a:lnTo>
                  <a:lnTo>
                    <a:pt x="6798342" y="41990"/>
                  </a:lnTo>
                  <a:lnTo>
                    <a:pt x="6760673" y="39816"/>
                  </a:lnTo>
                  <a:lnTo>
                    <a:pt x="6716567" y="39077"/>
                  </a:lnTo>
                  <a:lnTo>
                    <a:pt x="6667185" y="39480"/>
                  </a:lnTo>
                  <a:lnTo>
                    <a:pt x="6613688" y="40730"/>
                  </a:lnTo>
                  <a:lnTo>
                    <a:pt x="6557238" y="42532"/>
                  </a:lnTo>
                  <a:lnTo>
                    <a:pt x="6498995" y="44592"/>
                  </a:lnTo>
                  <a:lnTo>
                    <a:pt x="6440120" y="46617"/>
                  </a:lnTo>
                  <a:lnTo>
                    <a:pt x="6381775" y="48311"/>
                  </a:lnTo>
                  <a:lnTo>
                    <a:pt x="6325119" y="49380"/>
                  </a:lnTo>
                  <a:lnTo>
                    <a:pt x="6271315" y="49530"/>
                  </a:lnTo>
                  <a:lnTo>
                    <a:pt x="6221523" y="48466"/>
                  </a:lnTo>
                  <a:lnTo>
                    <a:pt x="6176904" y="45895"/>
                  </a:lnTo>
                  <a:lnTo>
                    <a:pt x="6128673" y="39661"/>
                  </a:lnTo>
                  <a:lnTo>
                    <a:pt x="6080232" y="35054"/>
                  </a:lnTo>
                  <a:lnTo>
                    <a:pt x="6031551" y="31983"/>
                  </a:lnTo>
                  <a:lnTo>
                    <a:pt x="5982604" y="30358"/>
                  </a:lnTo>
                  <a:lnTo>
                    <a:pt x="5933362" y="30088"/>
                  </a:lnTo>
                  <a:lnTo>
                    <a:pt x="5883798" y="31082"/>
                  </a:lnTo>
                  <a:lnTo>
                    <a:pt x="5833883" y="33250"/>
                  </a:lnTo>
                  <a:lnTo>
                    <a:pt x="5783590" y="36502"/>
                  </a:lnTo>
                  <a:lnTo>
                    <a:pt x="5732890" y="40747"/>
                  </a:lnTo>
                  <a:lnTo>
                    <a:pt x="5681756" y="45895"/>
                  </a:lnTo>
                  <a:lnTo>
                    <a:pt x="5641245" y="51464"/>
                  </a:lnTo>
                  <a:lnTo>
                    <a:pt x="5599559" y="54424"/>
                  </a:lnTo>
                  <a:lnTo>
                    <a:pt x="5556582" y="55232"/>
                  </a:lnTo>
                  <a:lnTo>
                    <a:pt x="5512196" y="54347"/>
                  </a:lnTo>
                  <a:lnTo>
                    <a:pt x="5466287" y="52228"/>
                  </a:lnTo>
                  <a:lnTo>
                    <a:pt x="5418739" y="49334"/>
                  </a:lnTo>
                  <a:lnTo>
                    <a:pt x="5369434" y="46123"/>
                  </a:lnTo>
                  <a:lnTo>
                    <a:pt x="5318259" y="43054"/>
                  </a:lnTo>
                  <a:lnTo>
                    <a:pt x="5265095" y="40586"/>
                  </a:lnTo>
                  <a:lnTo>
                    <a:pt x="5209828" y="39177"/>
                  </a:lnTo>
                  <a:lnTo>
                    <a:pt x="5152341" y="39286"/>
                  </a:lnTo>
                  <a:lnTo>
                    <a:pt x="5092519" y="41373"/>
                  </a:lnTo>
                  <a:lnTo>
                    <a:pt x="5030246" y="45895"/>
                  </a:lnTo>
                  <a:lnTo>
                    <a:pt x="4970572" y="51784"/>
                  </a:lnTo>
                  <a:lnTo>
                    <a:pt x="4915321" y="56358"/>
                  </a:lnTo>
                  <a:lnTo>
                    <a:pt x="4863721" y="59708"/>
                  </a:lnTo>
                  <a:lnTo>
                    <a:pt x="4815000" y="61924"/>
                  </a:lnTo>
                  <a:lnTo>
                    <a:pt x="4768387" y="63098"/>
                  </a:lnTo>
                  <a:lnTo>
                    <a:pt x="4723109" y="63321"/>
                  </a:lnTo>
                  <a:lnTo>
                    <a:pt x="4678395" y="62684"/>
                  </a:lnTo>
                  <a:lnTo>
                    <a:pt x="4633473" y="61277"/>
                  </a:lnTo>
                  <a:lnTo>
                    <a:pt x="4587572" y="59193"/>
                  </a:lnTo>
                  <a:lnTo>
                    <a:pt x="4539919" y="56521"/>
                  </a:lnTo>
                  <a:lnTo>
                    <a:pt x="4489743" y="53354"/>
                  </a:lnTo>
                  <a:lnTo>
                    <a:pt x="4436273" y="49781"/>
                  </a:lnTo>
                  <a:lnTo>
                    <a:pt x="4378736" y="45895"/>
                  </a:lnTo>
                  <a:lnTo>
                    <a:pt x="4317167" y="44032"/>
                  </a:lnTo>
                  <a:lnTo>
                    <a:pt x="4262300" y="43067"/>
                  </a:lnTo>
                  <a:lnTo>
                    <a:pt x="4212826" y="42838"/>
                  </a:lnTo>
                  <a:lnTo>
                    <a:pt x="4167440" y="43187"/>
                  </a:lnTo>
                  <a:lnTo>
                    <a:pt x="4124834" y="43952"/>
                  </a:lnTo>
                  <a:lnTo>
                    <a:pt x="4083701" y="44975"/>
                  </a:lnTo>
                  <a:lnTo>
                    <a:pt x="4042734" y="46095"/>
                  </a:lnTo>
                  <a:lnTo>
                    <a:pt x="4000626" y="47152"/>
                  </a:lnTo>
                  <a:lnTo>
                    <a:pt x="3956070" y="47986"/>
                  </a:lnTo>
                  <a:lnTo>
                    <a:pt x="3907759" y="48437"/>
                  </a:lnTo>
                  <a:lnTo>
                    <a:pt x="3854386" y="48346"/>
                  </a:lnTo>
                  <a:lnTo>
                    <a:pt x="3794644" y="47551"/>
                  </a:lnTo>
                  <a:lnTo>
                    <a:pt x="3727226" y="45895"/>
                  </a:lnTo>
                  <a:lnTo>
                    <a:pt x="3656117" y="42516"/>
                  </a:lnTo>
                  <a:lnTo>
                    <a:pt x="3592640" y="41608"/>
                  </a:lnTo>
                  <a:lnTo>
                    <a:pt x="3535667" y="42652"/>
                  </a:lnTo>
                  <a:lnTo>
                    <a:pt x="3484071" y="45126"/>
                  </a:lnTo>
                  <a:lnTo>
                    <a:pt x="3436725" y="48509"/>
                  </a:lnTo>
                  <a:lnTo>
                    <a:pt x="3392502" y="52283"/>
                  </a:lnTo>
                  <a:lnTo>
                    <a:pt x="3350275" y="55926"/>
                  </a:lnTo>
                  <a:lnTo>
                    <a:pt x="3308917" y="58917"/>
                  </a:lnTo>
                  <a:lnTo>
                    <a:pt x="3267301" y="60737"/>
                  </a:lnTo>
                  <a:lnTo>
                    <a:pt x="3224300" y="60866"/>
                  </a:lnTo>
                  <a:lnTo>
                    <a:pt x="3178786" y="58781"/>
                  </a:lnTo>
                  <a:lnTo>
                    <a:pt x="3129634" y="53965"/>
                  </a:lnTo>
                  <a:lnTo>
                    <a:pt x="3075716" y="45895"/>
                  </a:lnTo>
                  <a:lnTo>
                    <a:pt x="3012428" y="36608"/>
                  </a:lnTo>
                  <a:lnTo>
                    <a:pt x="2954893" y="30475"/>
                  </a:lnTo>
                  <a:lnTo>
                    <a:pt x="2902230" y="27058"/>
                  </a:lnTo>
                  <a:lnTo>
                    <a:pt x="2853559" y="25917"/>
                  </a:lnTo>
                  <a:lnTo>
                    <a:pt x="2808002" y="26610"/>
                  </a:lnTo>
                  <a:lnTo>
                    <a:pt x="2764678" y="28699"/>
                  </a:lnTo>
                  <a:lnTo>
                    <a:pt x="2722709" y="31743"/>
                  </a:lnTo>
                  <a:lnTo>
                    <a:pt x="2681214" y="35302"/>
                  </a:lnTo>
                  <a:lnTo>
                    <a:pt x="2639313" y="38937"/>
                  </a:lnTo>
                  <a:lnTo>
                    <a:pt x="2596129" y="42207"/>
                  </a:lnTo>
                  <a:lnTo>
                    <a:pt x="2550779" y="44673"/>
                  </a:lnTo>
                  <a:lnTo>
                    <a:pt x="2502387" y="45895"/>
                  </a:lnTo>
                  <a:lnTo>
                    <a:pt x="2460437" y="46169"/>
                  </a:lnTo>
                  <a:lnTo>
                    <a:pt x="2417291" y="46002"/>
                  </a:lnTo>
                  <a:lnTo>
                    <a:pt x="2372855" y="45493"/>
                  </a:lnTo>
                  <a:lnTo>
                    <a:pt x="2327039" y="44744"/>
                  </a:lnTo>
                  <a:lnTo>
                    <a:pt x="2279749" y="43852"/>
                  </a:lnTo>
                  <a:lnTo>
                    <a:pt x="2230895" y="42918"/>
                  </a:lnTo>
                  <a:lnTo>
                    <a:pt x="2180384" y="42041"/>
                  </a:lnTo>
                  <a:lnTo>
                    <a:pt x="2128124" y="41322"/>
                  </a:lnTo>
                  <a:lnTo>
                    <a:pt x="2074023" y="40860"/>
                  </a:lnTo>
                  <a:lnTo>
                    <a:pt x="2017990" y="40755"/>
                  </a:lnTo>
                  <a:lnTo>
                    <a:pt x="1959933" y="41106"/>
                  </a:lnTo>
                  <a:lnTo>
                    <a:pt x="1899759" y="42013"/>
                  </a:lnTo>
                  <a:lnTo>
                    <a:pt x="1837377" y="43576"/>
                  </a:lnTo>
                  <a:lnTo>
                    <a:pt x="1772696" y="45895"/>
                  </a:lnTo>
                  <a:lnTo>
                    <a:pt x="1702601" y="51362"/>
                  </a:lnTo>
                  <a:lnTo>
                    <a:pt x="1642132" y="55513"/>
                  </a:lnTo>
                  <a:lnTo>
                    <a:pt x="1589788" y="58465"/>
                  </a:lnTo>
                  <a:lnTo>
                    <a:pt x="1544071" y="60337"/>
                  </a:lnTo>
                  <a:lnTo>
                    <a:pt x="1503478" y="61250"/>
                  </a:lnTo>
                  <a:lnTo>
                    <a:pt x="1466509" y="61321"/>
                  </a:lnTo>
                  <a:lnTo>
                    <a:pt x="1431664" y="60670"/>
                  </a:lnTo>
                  <a:lnTo>
                    <a:pt x="1397443" y="59416"/>
                  </a:lnTo>
                  <a:lnTo>
                    <a:pt x="1362345" y="57678"/>
                  </a:lnTo>
                  <a:lnTo>
                    <a:pt x="1324869" y="55575"/>
                  </a:lnTo>
                  <a:lnTo>
                    <a:pt x="1283516" y="53226"/>
                  </a:lnTo>
                  <a:lnTo>
                    <a:pt x="1236785" y="50750"/>
                  </a:lnTo>
                  <a:lnTo>
                    <a:pt x="1183175" y="48267"/>
                  </a:lnTo>
                  <a:lnTo>
                    <a:pt x="1121186" y="45895"/>
                  </a:lnTo>
                  <a:lnTo>
                    <a:pt x="1074927" y="47928"/>
                  </a:lnTo>
                  <a:lnTo>
                    <a:pt x="1026175" y="50340"/>
                  </a:lnTo>
                  <a:lnTo>
                    <a:pt x="975235" y="53044"/>
                  </a:lnTo>
                  <a:lnTo>
                    <a:pt x="922416" y="55954"/>
                  </a:lnTo>
                  <a:lnTo>
                    <a:pt x="868025" y="58985"/>
                  </a:lnTo>
                  <a:lnTo>
                    <a:pt x="812368" y="62050"/>
                  </a:lnTo>
                  <a:lnTo>
                    <a:pt x="755754" y="65065"/>
                  </a:lnTo>
                  <a:lnTo>
                    <a:pt x="698490" y="67943"/>
                  </a:lnTo>
                  <a:lnTo>
                    <a:pt x="640882" y="70600"/>
                  </a:lnTo>
                  <a:lnTo>
                    <a:pt x="583239" y="72948"/>
                  </a:lnTo>
                  <a:lnTo>
                    <a:pt x="525867" y="74902"/>
                  </a:lnTo>
                  <a:lnTo>
                    <a:pt x="469074" y="76377"/>
                  </a:lnTo>
                  <a:lnTo>
                    <a:pt x="413168" y="77287"/>
                  </a:lnTo>
                  <a:lnTo>
                    <a:pt x="358454" y="77545"/>
                  </a:lnTo>
                  <a:lnTo>
                    <a:pt x="305242" y="77068"/>
                  </a:lnTo>
                  <a:lnTo>
                    <a:pt x="253837" y="75767"/>
                  </a:lnTo>
                  <a:lnTo>
                    <a:pt x="204548" y="73559"/>
                  </a:lnTo>
                  <a:lnTo>
                    <a:pt x="157681" y="70357"/>
                  </a:lnTo>
                  <a:lnTo>
                    <a:pt x="113545" y="66075"/>
                  </a:lnTo>
                  <a:lnTo>
                    <a:pt x="72446" y="60628"/>
                  </a:lnTo>
                  <a:lnTo>
                    <a:pt x="34691" y="53930"/>
                  </a:lnTo>
                  <a:lnTo>
                    <a:pt x="0" y="41078"/>
                  </a:lnTo>
                  <a:lnTo>
                    <a:pt x="115" y="35016"/>
                  </a:lnTo>
                  <a:lnTo>
                    <a:pt x="589" y="27607"/>
                  </a:lnTo>
                  <a:close/>
                </a:path>
              </a:pathLst>
            </a:custGeom>
            <a:ln w="41275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58999" y="2402523"/>
            <a:ext cx="2196465" cy="2196465"/>
            <a:chOff x="1358999" y="2402523"/>
            <a:chExt cx="2196465" cy="2196465"/>
          </a:xfrm>
        </p:grpSpPr>
        <p:sp>
          <p:nvSpPr>
            <p:cNvPr id="7" name="object 7"/>
            <p:cNvSpPr/>
            <p:nvPr/>
          </p:nvSpPr>
          <p:spPr>
            <a:xfrm>
              <a:off x="1358999" y="2402523"/>
              <a:ext cx="2196465" cy="2196465"/>
            </a:xfrm>
            <a:custGeom>
              <a:avLst/>
              <a:gdLst/>
              <a:ahLst/>
              <a:cxnLst/>
              <a:rect l="l" t="t" r="r" b="b"/>
              <a:pathLst>
                <a:path w="2196465" h="2196465">
                  <a:moveTo>
                    <a:pt x="2196000" y="0"/>
                  </a:moveTo>
                  <a:lnTo>
                    <a:pt x="652805" y="0"/>
                  </a:lnTo>
                  <a:lnTo>
                    <a:pt x="604085" y="1790"/>
                  </a:lnTo>
                  <a:lnTo>
                    <a:pt x="556338" y="7078"/>
                  </a:lnTo>
                  <a:lnTo>
                    <a:pt x="509690" y="15736"/>
                  </a:lnTo>
                  <a:lnTo>
                    <a:pt x="464266" y="27639"/>
                  </a:lnTo>
                  <a:lnTo>
                    <a:pt x="420194" y="42660"/>
                  </a:lnTo>
                  <a:lnTo>
                    <a:pt x="377599" y="60673"/>
                  </a:lnTo>
                  <a:lnTo>
                    <a:pt x="336607" y="81552"/>
                  </a:lnTo>
                  <a:lnTo>
                    <a:pt x="297346" y="105171"/>
                  </a:lnTo>
                  <a:lnTo>
                    <a:pt x="259940" y="131403"/>
                  </a:lnTo>
                  <a:lnTo>
                    <a:pt x="224517" y="160122"/>
                  </a:lnTo>
                  <a:lnTo>
                    <a:pt x="191202" y="191202"/>
                  </a:lnTo>
                  <a:lnTo>
                    <a:pt x="160122" y="224517"/>
                  </a:lnTo>
                  <a:lnTo>
                    <a:pt x="131403" y="259940"/>
                  </a:lnTo>
                  <a:lnTo>
                    <a:pt x="105171" y="297346"/>
                  </a:lnTo>
                  <a:lnTo>
                    <a:pt x="81552" y="336607"/>
                  </a:lnTo>
                  <a:lnTo>
                    <a:pt x="60673" y="377599"/>
                  </a:lnTo>
                  <a:lnTo>
                    <a:pt x="42660" y="420194"/>
                  </a:lnTo>
                  <a:lnTo>
                    <a:pt x="27639" y="464266"/>
                  </a:lnTo>
                  <a:lnTo>
                    <a:pt x="15736" y="509690"/>
                  </a:lnTo>
                  <a:lnTo>
                    <a:pt x="7078" y="556338"/>
                  </a:lnTo>
                  <a:lnTo>
                    <a:pt x="1790" y="604085"/>
                  </a:lnTo>
                  <a:lnTo>
                    <a:pt x="0" y="652805"/>
                  </a:lnTo>
                  <a:lnTo>
                    <a:pt x="0" y="2196000"/>
                  </a:lnTo>
                  <a:lnTo>
                    <a:pt x="1543194" y="2196000"/>
                  </a:lnTo>
                  <a:lnTo>
                    <a:pt x="1591914" y="2194209"/>
                  </a:lnTo>
                  <a:lnTo>
                    <a:pt x="1639661" y="2188922"/>
                  </a:lnTo>
                  <a:lnTo>
                    <a:pt x="1686309" y="2180263"/>
                  </a:lnTo>
                  <a:lnTo>
                    <a:pt x="1731733" y="2168360"/>
                  </a:lnTo>
                  <a:lnTo>
                    <a:pt x="1775805" y="2153339"/>
                  </a:lnTo>
                  <a:lnTo>
                    <a:pt x="1818400" y="2135326"/>
                  </a:lnTo>
                  <a:lnTo>
                    <a:pt x="1859392" y="2114447"/>
                  </a:lnTo>
                  <a:lnTo>
                    <a:pt x="1898653" y="2090829"/>
                  </a:lnTo>
                  <a:lnTo>
                    <a:pt x="1936059" y="2064597"/>
                  </a:lnTo>
                  <a:lnTo>
                    <a:pt x="1971482" y="2035877"/>
                  </a:lnTo>
                  <a:lnTo>
                    <a:pt x="2004797" y="2004797"/>
                  </a:lnTo>
                  <a:lnTo>
                    <a:pt x="2035877" y="1971482"/>
                  </a:lnTo>
                  <a:lnTo>
                    <a:pt x="2064597" y="1936059"/>
                  </a:lnTo>
                  <a:lnTo>
                    <a:pt x="2090829" y="1898653"/>
                  </a:lnTo>
                  <a:lnTo>
                    <a:pt x="2114447" y="1859392"/>
                  </a:lnTo>
                  <a:lnTo>
                    <a:pt x="2135326" y="1818400"/>
                  </a:lnTo>
                  <a:lnTo>
                    <a:pt x="2153339" y="1775805"/>
                  </a:lnTo>
                  <a:lnTo>
                    <a:pt x="2168360" y="1731733"/>
                  </a:lnTo>
                  <a:lnTo>
                    <a:pt x="2180263" y="1686309"/>
                  </a:lnTo>
                  <a:lnTo>
                    <a:pt x="2188922" y="1639661"/>
                  </a:lnTo>
                  <a:lnTo>
                    <a:pt x="2194209" y="1591914"/>
                  </a:lnTo>
                  <a:lnTo>
                    <a:pt x="2196000" y="1543194"/>
                  </a:lnTo>
                  <a:lnTo>
                    <a:pt x="2196000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5751" y="2868167"/>
              <a:ext cx="1261872" cy="126491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05891" y="5240527"/>
            <a:ext cx="35026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685" marR="5080" indent="-261620">
              <a:lnSpc>
                <a:spcPct val="106700"/>
              </a:lnSpc>
              <a:spcBef>
                <a:spcPts val="100"/>
              </a:spcBef>
            </a:pPr>
            <a:r>
              <a:rPr sz="1500" b="1" dirty="0">
                <a:solidFill>
                  <a:srgbClr val="ED7D31"/>
                </a:solidFill>
                <a:latin typeface="Calibri"/>
                <a:cs typeface="Calibri"/>
              </a:rPr>
              <a:t>THIS</a:t>
            </a:r>
            <a:r>
              <a:rPr sz="1500" b="1" spc="-3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ED7D31"/>
                </a:solidFill>
                <a:latin typeface="Calibri"/>
                <a:cs typeface="Calibri"/>
              </a:rPr>
              <a:t>IS</a:t>
            </a:r>
            <a:r>
              <a:rPr sz="1500" b="1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ED7D31"/>
                </a:solidFill>
                <a:latin typeface="Calibri"/>
                <a:cs typeface="Calibri"/>
              </a:rPr>
              <a:t>THE</a:t>
            </a:r>
            <a:r>
              <a:rPr sz="1500" b="1" spc="-3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ED7D31"/>
                </a:solidFill>
                <a:latin typeface="Calibri"/>
                <a:cs typeface="Calibri"/>
              </a:rPr>
              <a:t>MOST</a:t>
            </a:r>
            <a:r>
              <a:rPr sz="1500" b="1" spc="-3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ED7D31"/>
                </a:solidFill>
                <a:latin typeface="Calibri"/>
                <a:cs typeface="Calibri"/>
              </a:rPr>
              <a:t>STRAIGHTFORWARD</a:t>
            </a:r>
            <a:r>
              <a:rPr sz="1500" b="1" spc="-3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ED7D31"/>
                </a:solidFill>
                <a:latin typeface="Calibri"/>
                <a:cs typeface="Calibri"/>
              </a:rPr>
              <a:t>AND </a:t>
            </a:r>
            <a:r>
              <a:rPr sz="1500" b="1" dirty="0">
                <a:solidFill>
                  <a:srgbClr val="ED7D31"/>
                </a:solidFill>
                <a:latin typeface="Calibri"/>
                <a:cs typeface="Calibri"/>
              </a:rPr>
              <a:t>LEAST</a:t>
            </a:r>
            <a:r>
              <a:rPr sz="1500" b="1" spc="-4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ED7D31"/>
                </a:solidFill>
                <a:latin typeface="Calibri"/>
                <a:cs typeface="Calibri"/>
              </a:rPr>
              <a:t>RESOURCE</a:t>
            </a:r>
            <a:r>
              <a:rPr sz="1500" b="1" spc="-4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ED7D31"/>
                </a:solidFill>
                <a:latin typeface="Calibri"/>
                <a:cs typeface="Calibri"/>
              </a:rPr>
              <a:t>INTENSIVE</a:t>
            </a:r>
            <a:r>
              <a:rPr sz="1500" b="1" spc="-4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ED7D31"/>
                </a:solidFill>
                <a:latin typeface="Calibri"/>
                <a:cs typeface="Calibri"/>
              </a:rPr>
              <a:t>OPTION.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88999" y="2402523"/>
            <a:ext cx="2196465" cy="2196465"/>
            <a:chOff x="5588999" y="2402523"/>
            <a:chExt cx="2196465" cy="2196465"/>
          </a:xfrm>
        </p:grpSpPr>
        <p:sp>
          <p:nvSpPr>
            <p:cNvPr id="11" name="object 11"/>
            <p:cNvSpPr/>
            <p:nvPr/>
          </p:nvSpPr>
          <p:spPr>
            <a:xfrm>
              <a:off x="5588999" y="2402523"/>
              <a:ext cx="2196465" cy="2196465"/>
            </a:xfrm>
            <a:custGeom>
              <a:avLst/>
              <a:gdLst/>
              <a:ahLst/>
              <a:cxnLst/>
              <a:rect l="l" t="t" r="r" b="b"/>
              <a:pathLst>
                <a:path w="2196465" h="2196465">
                  <a:moveTo>
                    <a:pt x="2196000" y="0"/>
                  </a:moveTo>
                  <a:lnTo>
                    <a:pt x="652805" y="0"/>
                  </a:lnTo>
                  <a:lnTo>
                    <a:pt x="604085" y="1790"/>
                  </a:lnTo>
                  <a:lnTo>
                    <a:pt x="556338" y="7078"/>
                  </a:lnTo>
                  <a:lnTo>
                    <a:pt x="509690" y="15736"/>
                  </a:lnTo>
                  <a:lnTo>
                    <a:pt x="464266" y="27639"/>
                  </a:lnTo>
                  <a:lnTo>
                    <a:pt x="420194" y="42660"/>
                  </a:lnTo>
                  <a:lnTo>
                    <a:pt x="377599" y="60673"/>
                  </a:lnTo>
                  <a:lnTo>
                    <a:pt x="336607" y="81552"/>
                  </a:lnTo>
                  <a:lnTo>
                    <a:pt x="297346" y="105171"/>
                  </a:lnTo>
                  <a:lnTo>
                    <a:pt x="259940" y="131403"/>
                  </a:lnTo>
                  <a:lnTo>
                    <a:pt x="224517" y="160122"/>
                  </a:lnTo>
                  <a:lnTo>
                    <a:pt x="191202" y="191202"/>
                  </a:lnTo>
                  <a:lnTo>
                    <a:pt x="160122" y="224517"/>
                  </a:lnTo>
                  <a:lnTo>
                    <a:pt x="131403" y="259940"/>
                  </a:lnTo>
                  <a:lnTo>
                    <a:pt x="105171" y="297346"/>
                  </a:lnTo>
                  <a:lnTo>
                    <a:pt x="81552" y="336607"/>
                  </a:lnTo>
                  <a:lnTo>
                    <a:pt x="60673" y="377599"/>
                  </a:lnTo>
                  <a:lnTo>
                    <a:pt x="42660" y="420194"/>
                  </a:lnTo>
                  <a:lnTo>
                    <a:pt x="27639" y="464266"/>
                  </a:lnTo>
                  <a:lnTo>
                    <a:pt x="15736" y="509690"/>
                  </a:lnTo>
                  <a:lnTo>
                    <a:pt x="7078" y="556338"/>
                  </a:lnTo>
                  <a:lnTo>
                    <a:pt x="1790" y="604085"/>
                  </a:lnTo>
                  <a:lnTo>
                    <a:pt x="0" y="652805"/>
                  </a:lnTo>
                  <a:lnTo>
                    <a:pt x="0" y="2196000"/>
                  </a:lnTo>
                  <a:lnTo>
                    <a:pt x="1543194" y="2196000"/>
                  </a:lnTo>
                  <a:lnTo>
                    <a:pt x="1591914" y="2194209"/>
                  </a:lnTo>
                  <a:lnTo>
                    <a:pt x="1639661" y="2188922"/>
                  </a:lnTo>
                  <a:lnTo>
                    <a:pt x="1686309" y="2180263"/>
                  </a:lnTo>
                  <a:lnTo>
                    <a:pt x="1731733" y="2168360"/>
                  </a:lnTo>
                  <a:lnTo>
                    <a:pt x="1775805" y="2153339"/>
                  </a:lnTo>
                  <a:lnTo>
                    <a:pt x="1818400" y="2135326"/>
                  </a:lnTo>
                  <a:lnTo>
                    <a:pt x="1859392" y="2114447"/>
                  </a:lnTo>
                  <a:lnTo>
                    <a:pt x="1898653" y="2090829"/>
                  </a:lnTo>
                  <a:lnTo>
                    <a:pt x="1936059" y="2064597"/>
                  </a:lnTo>
                  <a:lnTo>
                    <a:pt x="1971482" y="2035877"/>
                  </a:lnTo>
                  <a:lnTo>
                    <a:pt x="2004797" y="2004797"/>
                  </a:lnTo>
                  <a:lnTo>
                    <a:pt x="2035877" y="1971482"/>
                  </a:lnTo>
                  <a:lnTo>
                    <a:pt x="2064597" y="1936059"/>
                  </a:lnTo>
                  <a:lnTo>
                    <a:pt x="2090829" y="1898653"/>
                  </a:lnTo>
                  <a:lnTo>
                    <a:pt x="2114447" y="1859392"/>
                  </a:lnTo>
                  <a:lnTo>
                    <a:pt x="2135326" y="1818400"/>
                  </a:lnTo>
                  <a:lnTo>
                    <a:pt x="2153339" y="1775805"/>
                  </a:lnTo>
                  <a:lnTo>
                    <a:pt x="2168360" y="1731733"/>
                  </a:lnTo>
                  <a:lnTo>
                    <a:pt x="2180263" y="1686309"/>
                  </a:lnTo>
                  <a:lnTo>
                    <a:pt x="2188922" y="1639661"/>
                  </a:lnTo>
                  <a:lnTo>
                    <a:pt x="2194209" y="1591914"/>
                  </a:lnTo>
                  <a:lnTo>
                    <a:pt x="2196000" y="1543194"/>
                  </a:lnTo>
                  <a:lnTo>
                    <a:pt x="2196000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6376" y="2868167"/>
              <a:ext cx="1261872" cy="126491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919667" y="5240527"/>
            <a:ext cx="35350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 marR="5080" indent="-101600">
              <a:lnSpc>
                <a:spcPct val="1067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A5A5A5"/>
                </a:solidFill>
                <a:latin typeface="Calibri"/>
                <a:cs typeface="Calibri"/>
              </a:rPr>
              <a:t>JAKOB </a:t>
            </a:r>
            <a:r>
              <a:rPr sz="1500" b="1" dirty="0">
                <a:solidFill>
                  <a:srgbClr val="A5A5A5"/>
                </a:solidFill>
                <a:latin typeface="Calibri"/>
                <a:cs typeface="Calibri"/>
              </a:rPr>
              <a:t>NIELSEN</a:t>
            </a:r>
            <a:r>
              <a:rPr sz="1500" b="1" spc="-25" dirty="0">
                <a:solidFill>
                  <a:srgbClr val="A5A5A5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A5A5A5"/>
                </a:solidFill>
                <a:latin typeface="Calibri"/>
                <a:cs typeface="Calibri"/>
              </a:rPr>
              <a:t>CONSIDERS</a:t>
            </a:r>
            <a:r>
              <a:rPr sz="1500" b="1" spc="-20" dirty="0">
                <a:solidFill>
                  <a:srgbClr val="A5A5A5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A5A5A5"/>
                </a:solidFill>
                <a:latin typeface="Calibri"/>
                <a:cs typeface="Calibri"/>
              </a:rPr>
              <a:t>THIS</a:t>
            </a:r>
            <a:r>
              <a:rPr sz="1500" b="1" spc="-20" dirty="0">
                <a:solidFill>
                  <a:srgbClr val="A5A5A5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A5A5A5"/>
                </a:solidFill>
                <a:latin typeface="Calibri"/>
                <a:cs typeface="Calibri"/>
              </a:rPr>
              <a:t>IS</a:t>
            </a:r>
            <a:r>
              <a:rPr sz="1500" b="1" spc="-15" dirty="0">
                <a:solidFill>
                  <a:srgbClr val="A5A5A5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A5A5A5"/>
                </a:solidFill>
                <a:latin typeface="Calibri"/>
                <a:cs typeface="Calibri"/>
              </a:rPr>
              <a:t>THE</a:t>
            </a:r>
            <a:r>
              <a:rPr sz="1500" b="1" spc="-25" dirty="0">
                <a:solidFill>
                  <a:srgbClr val="A5A5A5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A5A5A5"/>
                </a:solidFill>
                <a:latin typeface="Calibri"/>
                <a:cs typeface="Calibri"/>
              </a:rPr>
              <a:t>BEST </a:t>
            </a:r>
            <a:r>
              <a:rPr sz="1500" b="1" dirty="0">
                <a:solidFill>
                  <a:srgbClr val="A5A5A5"/>
                </a:solidFill>
                <a:latin typeface="Calibri"/>
                <a:cs typeface="Calibri"/>
              </a:rPr>
              <a:t>OPTION</a:t>
            </a:r>
            <a:r>
              <a:rPr sz="1500" b="1" spc="-30" dirty="0">
                <a:solidFill>
                  <a:srgbClr val="A5A5A5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A5A5A5"/>
                </a:solidFill>
                <a:latin typeface="Calibri"/>
                <a:cs typeface="Calibri"/>
              </a:rPr>
              <a:t>IN</a:t>
            </a:r>
            <a:r>
              <a:rPr sz="1500" b="1" spc="-25" dirty="0">
                <a:solidFill>
                  <a:srgbClr val="A5A5A5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A5A5A5"/>
                </a:solidFill>
                <a:latin typeface="Calibri"/>
                <a:cs typeface="Calibri"/>
              </a:rPr>
              <a:t>TERMS</a:t>
            </a:r>
            <a:r>
              <a:rPr sz="1500" b="1" spc="-20" dirty="0">
                <a:solidFill>
                  <a:srgbClr val="A5A5A5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A5A5A5"/>
                </a:solidFill>
                <a:latin typeface="Calibri"/>
                <a:cs typeface="Calibri"/>
              </a:rPr>
              <a:t>OF</a:t>
            </a:r>
            <a:r>
              <a:rPr sz="1500" b="1" spc="-25" dirty="0">
                <a:solidFill>
                  <a:srgbClr val="A5A5A5"/>
                </a:solidFill>
                <a:latin typeface="Calibri"/>
                <a:cs typeface="Calibri"/>
              </a:rPr>
              <a:t> VALUE </a:t>
            </a:r>
            <a:r>
              <a:rPr sz="1500" b="1" dirty="0">
                <a:solidFill>
                  <a:srgbClr val="A5A5A5"/>
                </a:solidFill>
                <a:latin typeface="Calibri"/>
                <a:cs typeface="Calibri"/>
              </a:rPr>
              <a:t>FOR</a:t>
            </a:r>
            <a:r>
              <a:rPr sz="1500" b="1" spc="-25" dirty="0">
                <a:solidFill>
                  <a:srgbClr val="A5A5A5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A5A5A5"/>
                </a:solidFill>
                <a:latin typeface="Calibri"/>
                <a:cs typeface="Calibri"/>
              </a:rPr>
              <a:t>MONEY.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4070">
              <a:lnSpc>
                <a:spcPct val="100000"/>
              </a:lnSpc>
              <a:spcBef>
                <a:spcPts val="105"/>
              </a:spcBef>
            </a:pPr>
            <a:r>
              <a:rPr sz="4600" dirty="0"/>
              <a:t>The</a:t>
            </a:r>
            <a:r>
              <a:rPr sz="4600" spc="160" dirty="0"/>
              <a:t> </a:t>
            </a:r>
            <a:r>
              <a:rPr sz="4600" spc="-10" dirty="0"/>
              <a:t>Heuristics</a:t>
            </a:r>
            <a:endParaRPr sz="4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550" y="1631268"/>
            <a:ext cx="8182310" cy="1090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07390" y="1852676"/>
            <a:ext cx="7571105" cy="4918013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237490" algn="l"/>
              </a:tabLst>
            </a:pPr>
            <a:r>
              <a:rPr sz="2000" dirty="0"/>
              <a:t>Visibility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40" dirty="0"/>
              <a:t> </a:t>
            </a:r>
            <a:r>
              <a:rPr sz="2000" spc="-10" dirty="0"/>
              <a:t>system</a:t>
            </a:r>
            <a:r>
              <a:rPr sz="2000" spc="-40" dirty="0"/>
              <a:t> </a:t>
            </a:r>
            <a:r>
              <a:rPr sz="2000" spc="-10" dirty="0"/>
              <a:t>status.</a:t>
            </a:r>
          </a:p>
          <a:p>
            <a:pPr marL="237490" indent="-224790">
              <a:lnSpc>
                <a:spcPct val="100000"/>
              </a:lnSpc>
              <a:spcBef>
                <a:spcPts val="550"/>
              </a:spcBef>
              <a:buAutoNum type="arabicPeriod"/>
              <a:tabLst>
                <a:tab pos="237490" algn="l"/>
              </a:tabLst>
            </a:pPr>
            <a:r>
              <a:rPr sz="2000" dirty="0"/>
              <a:t>Match</a:t>
            </a:r>
            <a:r>
              <a:rPr sz="2000" spc="-50" dirty="0"/>
              <a:t> </a:t>
            </a:r>
            <a:r>
              <a:rPr sz="2000" dirty="0"/>
              <a:t>between</a:t>
            </a:r>
            <a:r>
              <a:rPr sz="2000" spc="-50" dirty="0"/>
              <a:t> </a:t>
            </a:r>
            <a:r>
              <a:rPr sz="2000" spc="-10" dirty="0"/>
              <a:t>system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50" dirty="0"/>
              <a:t> </a:t>
            </a:r>
            <a:r>
              <a:rPr sz="2000" dirty="0"/>
              <a:t>the</a:t>
            </a:r>
            <a:r>
              <a:rPr sz="2000" spc="-50" dirty="0"/>
              <a:t> </a:t>
            </a:r>
            <a:r>
              <a:rPr sz="2000" dirty="0"/>
              <a:t>real</a:t>
            </a:r>
            <a:r>
              <a:rPr sz="2000" spc="-55" dirty="0"/>
              <a:t> </a:t>
            </a:r>
            <a:r>
              <a:rPr sz="2000" spc="-10" dirty="0"/>
              <a:t>world.</a:t>
            </a:r>
          </a:p>
          <a:p>
            <a:pPr marL="237490" indent="-224790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237490" algn="l"/>
              </a:tabLst>
            </a:pPr>
            <a:r>
              <a:rPr sz="2000" dirty="0"/>
              <a:t>User</a:t>
            </a:r>
            <a:r>
              <a:rPr sz="2000" spc="-30" dirty="0"/>
              <a:t> </a:t>
            </a:r>
            <a:r>
              <a:rPr sz="2000" spc="-10" dirty="0"/>
              <a:t>control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freedom.</a:t>
            </a:r>
          </a:p>
          <a:p>
            <a:pPr marL="237490" indent="-224790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237490" algn="l"/>
              </a:tabLst>
            </a:pPr>
            <a:r>
              <a:rPr sz="2000" spc="-10" dirty="0"/>
              <a:t>Consistency</a:t>
            </a:r>
            <a:r>
              <a:rPr sz="2000" spc="-20" dirty="0"/>
              <a:t> </a:t>
            </a:r>
            <a:r>
              <a:rPr sz="2000" dirty="0"/>
              <a:t>and</a:t>
            </a:r>
            <a:r>
              <a:rPr sz="2000" spc="-15" dirty="0"/>
              <a:t> </a:t>
            </a:r>
            <a:r>
              <a:rPr sz="2000" spc="-10" dirty="0"/>
              <a:t>standards.</a:t>
            </a:r>
          </a:p>
          <a:p>
            <a:pPr marL="237490" indent="-224790">
              <a:lnSpc>
                <a:spcPct val="100000"/>
              </a:lnSpc>
              <a:spcBef>
                <a:spcPts val="550"/>
              </a:spcBef>
              <a:buAutoNum type="arabicPeriod"/>
              <a:tabLst>
                <a:tab pos="237490" algn="l"/>
              </a:tabLst>
            </a:pPr>
            <a:r>
              <a:rPr sz="2000" dirty="0"/>
              <a:t>Error</a:t>
            </a:r>
            <a:r>
              <a:rPr sz="2000" spc="-55" dirty="0"/>
              <a:t> </a:t>
            </a:r>
            <a:r>
              <a:rPr sz="2000" spc="-10" dirty="0"/>
              <a:t>prevention.</a:t>
            </a:r>
          </a:p>
          <a:p>
            <a:pPr marL="237490" indent="-22479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37490" algn="l"/>
              </a:tabLst>
            </a:pPr>
            <a:r>
              <a:rPr sz="2000" spc="-10" dirty="0"/>
              <a:t>Recognition</a:t>
            </a:r>
            <a:r>
              <a:rPr sz="2000" spc="-50" dirty="0"/>
              <a:t> </a:t>
            </a:r>
            <a:r>
              <a:rPr sz="2000" dirty="0"/>
              <a:t>rather</a:t>
            </a:r>
            <a:r>
              <a:rPr sz="2000" spc="-50" dirty="0"/>
              <a:t> </a:t>
            </a:r>
            <a:r>
              <a:rPr sz="2000" dirty="0"/>
              <a:t>than</a:t>
            </a:r>
            <a:r>
              <a:rPr sz="2000" spc="-45" dirty="0"/>
              <a:t> </a:t>
            </a:r>
            <a:r>
              <a:rPr sz="2000" spc="-10" dirty="0"/>
              <a:t>recall.</a:t>
            </a:r>
          </a:p>
          <a:p>
            <a:pPr marL="237490" indent="-224790">
              <a:lnSpc>
                <a:spcPct val="100000"/>
              </a:lnSpc>
              <a:spcBef>
                <a:spcPts val="550"/>
              </a:spcBef>
              <a:buAutoNum type="arabicPeriod"/>
              <a:tabLst>
                <a:tab pos="237490" algn="l"/>
              </a:tabLst>
            </a:pPr>
            <a:r>
              <a:rPr sz="2000" dirty="0"/>
              <a:t>Flexibility</a:t>
            </a:r>
            <a:r>
              <a:rPr sz="2000" spc="-60" dirty="0"/>
              <a:t> </a:t>
            </a:r>
            <a:r>
              <a:rPr sz="2000" dirty="0"/>
              <a:t>and</a:t>
            </a:r>
            <a:r>
              <a:rPr sz="2000" spc="-55" dirty="0"/>
              <a:t> </a:t>
            </a:r>
            <a:r>
              <a:rPr sz="2000" dirty="0"/>
              <a:t>efficiency</a:t>
            </a:r>
            <a:r>
              <a:rPr sz="2000" spc="-55" dirty="0"/>
              <a:t> </a:t>
            </a:r>
            <a:r>
              <a:rPr sz="2000" dirty="0"/>
              <a:t>of</a:t>
            </a:r>
            <a:r>
              <a:rPr sz="2000" spc="-55" dirty="0"/>
              <a:t> </a:t>
            </a:r>
            <a:r>
              <a:rPr sz="2000" spc="-20" dirty="0"/>
              <a:t>use.</a:t>
            </a:r>
          </a:p>
          <a:p>
            <a:pPr marL="237490" indent="-22479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37490" algn="l"/>
              </a:tabLst>
            </a:pPr>
            <a:r>
              <a:rPr sz="2000" dirty="0"/>
              <a:t>Aesthetic</a:t>
            </a:r>
            <a:r>
              <a:rPr sz="2000" spc="-65" dirty="0"/>
              <a:t> </a:t>
            </a:r>
            <a:r>
              <a:rPr sz="2000" dirty="0"/>
              <a:t>and</a:t>
            </a:r>
            <a:r>
              <a:rPr sz="2000" spc="-65" dirty="0"/>
              <a:t> </a:t>
            </a:r>
            <a:r>
              <a:rPr sz="2000" dirty="0"/>
              <a:t>minimalist</a:t>
            </a:r>
            <a:r>
              <a:rPr sz="2000" spc="-65" dirty="0"/>
              <a:t> </a:t>
            </a:r>
            <a:r>
              <a:rPr sz="2000" spc="-10" dirty="0"/>
              <a:t>design.</a:t>
            </a:r>
          </a:p>
          <a:p>
            <a:pPr marL="238125" indent="-225425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238125" algn="l"/>
              </a:tabLst>
            </a:pPr>
            <a:r>
              <a:rPr sz="2000" dirty="0"/>
              <a:t>Help</a:t>
            </a:r>
            <a:r>
              <a:rPr sz="2000" spc="-40" dirty="0"/>
              <a:t> </a:t>
            </a:r>
            <a:r>
              <a:rPr sz="2000" dirty="0"/>
              <a:t>users</a:t>
            </a:r>
            <a:r>
              <a:rPr sz="2000" spc="-45" dirty="0"/>
              <a:t> </a:t>
            </a:r>
            <a:r>
              <a:rPr sz="2000" spc="-10" dirty="0"/>
              <a:t>recognize,</a:t>
            </a:r>
            <a:r>
              <a:rPr sz="2000" spc="-45" dirty="0"/>
              <a:t> </a:t>
            </a:r>
            <a:r>
              <a:rPr sz="2000" dirty="0"/>
              <a:t>diagnose</a:t>
            </a:r>
            <a:r>
              <a:rPr sz="2000" spc="-35" dirty="0"/>
              <a:t> </a:t>
            </a:r>
            <a:r>
              <a:rPr sz="2000" dirty="0"/>
              <a:t>and</a:t>
            </a:r>
            <a:r>
              <a:rPr sz="2000" spc="-40" dirty="0"/>
              <a:t> </a:t>
            </a:r>
            <a:r>
              <a:rPr sz="2000" spc="-10" dirty="0"/>
              <a:t>recover</a:t>
            </a:r>
            <a:r>
              <a:rPr sz="2000" spc="-45" dirty="0"/>
              <a:t> </a:t>
            </a:r>
            <a:r>
              <a:rPr sz="2000" dirty="0"/>
              <a:t>from</a:t>
            </a:r>
            <a:r>
              <a:rPr sz="2000" spc="-45" dirty="0"/>
              <a:t> </a:t>
            </a:r>
            <a:r>
              <a:rPr sz="2000" spc="-10" dirty="0"/>
              <a:t>errors.</a:t>
            </a:r>
          </a:p>
          <a:p>
            <a:pPr marL="353060" indent="-340360">
              <a:lnSpc>
                <a:spcPct val="100000"/>
              </a:lnSpc>
              <a:spcBef>
                <a:spcPts val="645"/>
              </a:spcBef>
              <a:buAutoNum type="arabicPeriod"/>
              <a:tabLst>
                <a:tab pos="353060" algn="l"/>
              </a:tabLst>
            </a:pPr>
            <a:r>
              <a:rPr sz="2000" dirty="0"/>
              <a:t>Help</a:t>
            </a:r>
            <a:r>
              <a:rPr sz="2000" spc="-35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spc="-10" dirty="0"/>
              <a:t>documentation.</a:t>
            </a: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2000" spc="-10" dirty="0"/>
          </a:p>
          <a:p>
            <a:pPr marL="12700">
              <a:lnSpc>
                <a:spcPct val="100000"/>
              </a:lnSpc>
            </a:pPr>
            <a:r>
              <a:rPr sz="2000" dirty="0"/>
              <a:t>Source:</a:t>
            </a:r>
            <a:r>
              <a:rPr sz="2000" spc="55" dirty="0"/>
              <a:t> </a:t>
            </a:r>
            <a:r>
              <a:rPr sz="2000" dirty="0"/>
              <a:t>Nielson</a:t>
            </a:r>
            <a:r>
              <a:rPr sz="2000" spc="60" dirty="0"/>
              <a:t> </a:t>
            </a:r>
            <a:r>
              <a:rPr sz="2000" dirty="0"/>
              <a:t>2000</a:t>
            </a:r>
            <a:r>
              <a:rPr sz="2000" spc="45" dirty="0"/>
              <a:t> </a:t>
            </a:r>
            <a:r>
              <a:rPr sz="20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https://</a:t>
            </a:r>
            <a:r>
              <a:rPr sz="20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/>
              </a:rPr>
              <a:t>www.nngroup.com/articles/ten-usability-</a:t>
            </a:r>
            <a:r>
              <a:rPr sz="20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/>
              </a:rPr>
              <a:t>heuristics/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2526" y="584224"/>
            <a:ext cx="4780280" cy="72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00" dirty="0"/>
              <a:t>Heuristic</a:t>
            </a:r>
            <a:r>
              <a:rPr sz="4600" spc="290" dirty="0"/>
              <a:t> </a:t>
            </a:r>
            <a:r>
              <a:rPr sz="4600" spc="-10" dirty="0"/>
              <a:t>evaluation</a:t>
            </a:r>
            <a:endParaRPr sz="4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550" y="1631268"/>
            <a:ext cx="8182310" cy="1090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7390" y="1843532"/>
            <a:ext cx="7955470" cy="3686266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31775" indent="-219075">
              <a:spcBef>
                <a:spcPts val="625"/>
              </a:spcBef>
              <a:buFont typeface="Calibri"/>
              <a:buChar char="•"/>
              <a:tabLst>
                <a:tab pos="231775" algn="l"/>
              </a:tabLst>
            </a:pPr>
            <a:r>
              <a:rPr sz="2400" b="1" i="1" spc="-10" dirty="0">
                <a:latin typeface="Calibri"/>
                <a:cs typeface="Calibri"/>
              </a:rPr>
              <a:t>“Do-</a:t>
            </a:r>
            <a:r>
              <a:rPr sz="2400" b="1" i="1" spc="-45" dirty="0">
                <a:latin typeface="Calibri"/>
                <a:cs typeface="Calibri"/>
              </a:rPr>
              <a:t>it-</a:t>
            </a:r>
            <a:r>
              <a:rPr sz="2400" b="1" i="1" dirty="0">
                <a:latin typeface="Calibri"/>
                <a:cs typeface="Calibri"/>
              </a:rPr>
              <a:t>yourself”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“discount”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specialist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walkthrough</a:t>
            </a:r>
            <a:endParaRPr sz="2400" dirty="0">
              <a:latin typeface="Calibri"/>
              <a:cs typeface="Calibri"/>
            </a:endParaRPr>
          </a:p>
          <a:p>
            <a:pPr marL="184150" marR="119380" indent="-171450">
              <a:spcBef>
                <a:spcPts val="930"/>
              </a:spcBef>
              <a:buChar char="•"/>
              <a:tabLst>
                <a:tab pos="184150" algn="l"/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	Goal: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usability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they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“weeded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out”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iterative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process.</a:t>
            </a:r>
            <a:endParaRPr sz="2400" dirty="0">
              <a:latin typeface="Calibri"/>
              <a:cs typeface="Calibri"/>
            </a:endParaRPr>
          </a:p>
          <a:p>
            <a:pPr marL="231775" indent="-219075">
              <a:spcBef>
                <a:spcPts val="505"/>
              </a:spcBef>
              <a:buChar char="•"/>
              <a:tabLst>
                <a:tab pos="231775" algn="l"/>
              </a:tabLst>
            </a:pPr>
            <a:r>
              <a:rPr sz="2400" spc="-20" dirty="0">
                <a:latin typeface="Calibri"/>
                <a:cs typeface="Calibri"/>
              </a:rPr>
              <a:t>How:</a:t>
            </a:r>
            <a:endParaRPr sz="2400" dirty="0">
              <a:latin typeface="Calibri"/>
              <a:cs typeface="Calibri"/>
            </a:endParaRPr>
          </a:p>
          <a:p>
            <a:pPr marL="527050" marR="650240" lvl="1" indent="-171450">
              <a:spcBef>
                <a:spcPts val="445"/>
              </a:spcBef>
              <a:buChar char="–"/>
              <a:tabLst>
                <a:tab pos="527050" algn="l"/>
                <a:tab pos="574675" algn="l"/>
              </a:tabLst>
            </a:pPr>
            <a:r>
              <a:rPr sz="2400" dirty="0">
                <a:latin typeface="Calibri"/>
                <a:cs typeface="Calibri"/>
              </a:rPr>
              <a:t>	Group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evaluators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(between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examine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interface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judge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compliance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recognized </a:t>
            </a:r>
            <a:r>
              <a:rPr sz="2400" dirty="0">
                <a:latin typeface="Calibri"/>
                <a:cs typeface="Calibri"/>
              </a:rPr>
              <a:t>usability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principles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"heuristics").</a:t>
            </a:r>
            <a:endParaRPr lang="en-GB" sz="2400" spc="-10" dirty="0">
              <a:latin typeface="Calibri"/>
              <a:cs typeface="Calibri"/>
            </a:endParaRPr>
          </a:p>
          <a:p>
            <a:pPr marL="527050" marR="650240" lvl="1" indent="-171450">
              <a:spcBef>
                <a:spcPts val="445"/>
              </a:spcBef>
              <a:buChar char="–"/>
              <a:tabLst>
                <a:tab pos="527050" algn="l"/>
                <a:tab pos="574675" algn="l"/>
              </a:tabLst>
            </a:pPr>
            <a:r>
              <a:rPr lang="en-GB"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“severity”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fix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them.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0560">
              <a:lnSpc>
                <a:spcPct val="100000"/>
              </a:lnSpc>
              <a:spcBef>
                <a:spcPts val="105"/>
              </a:spcBef>
            </a:pPr>
            <a:r>
              <a:rPr sz="4600" dirty="0"/>
              <a:t>Severity</a:t>
            </a:r>
            <a:r>
              <a:rPr sz="4600" spc="260" dirty="0"/>
              <a:t> </a:t>
            </a:r>
            <a:r>
              <a:rPr sz="4600" spc="-10" dirty="0"/>
              <a:t>ratings</a:t>
            </a:r>
            <a:endParaRPr sz="4600"/>
          </a:p>
        </p:txBody>
      </p:sp>
      <p:grpSp>
        <p:nvGrpSpPr>
          <p:cNvPr id="3" name="object 3"/>
          <p:cNvGrpSpPr/>
          <p:nvPr/>
        </p:nvGrpSpPr>
        <p:grpSpPr>
          <a:xfrm>
            <a:off x="607423" y="1799295"/>
            <a:ext cx="7860030" cy="137160"/>
            <a:chOff x="607423" y="1799295"/>
            <a:chExt cx="7860030" cy="137160"/>
          </a:xfrm>
        </p:grpSpPr>
        <p:sp>
          <p:nvSpPr>
            <p:cNvPr id="4" name="object 4"/>
            <p:cNvSpPr/>
            <p:nvPr/>
          </p:nvSpPr>
          <p:spPr>
            <a:xfrm>
              <a:off x="627377" y="1799295"/>
              <a:ext cx="7820025" cy="107950"/>
            </a:xfrm>
            <a:custGeom>
              <a:avLst/>
              <a:gdLst/>
              <a:ahLst/>
              <a:cxnLst/>
              <a:rect l="l" t="t" r="r" b="b"/>
              <a:pathLst>
                <a:path w="7820025" h="107950">
                  <a:moveTo>
                    <a:pt x="5864862" y="66040"/>
                  </a:moveTo>
                  <a:lnTo>
                    <a:pt x="5792865" y="68961"/>
                  </a:lnTo>
                  <a:lnTo>
                    <a:pt x="5553543" y="75946"/>
                  </a:lnTo>
                  <a:lnTo>
                    <a:pt x="5455447" y="76962"/>
                  </a:lnTo>
                  <a:lnTo>
                    <a:pt x="5408493" y="76962"/>
                  </a:lnTo>
                  <a:lnTo>
                    <a:pt x="5447895" y="84328"/>
                  </a:lnTo>
                  <a:lnTo>
                    <a:pt x="5486963" y="94996"/>
                  </a:lnTo>
                  <a:lnTo>
                    <a:pt x="5530190" y="102108"/>
                  </a:lnTo>
                  <a:lnTo>
                    <a:pt x="5576945" y="106172"/>
                  </a:lnTo>
                  <a:lnTo>
                    <a:pt x="5626596" y="107696"/>
                  </a:lnTo>
                  <a:lnTo>
                    <a:pt x="5678509" y="107187"/>
                  </a:lnTo>
                  <a:lnTo>
                    <a:pt x="5732053" y="105029"/>
                  </a:lnTo>
                  <a:lnTo>
                    <a:pt x="5786595" y="101726"/>
                  </a:lnTo>
                  <a:lnTo>
                    <a:pt x="5949889" y="89662"/>
                  </a:lnTo>
                  <a:lnTo>
                    <a:pt x="6002102" y="86487"/>
                  </a:lnTo>
                  <a:lnTo>
                    <a:pt x="6052151" y="84582"/>
                  </a:lnTo>
                  <a:lnTo>
                    <a:pt x="6099405" y="84328"/>
                  </a:lnTo>
                  <a:lnTo>
                    <a:pt x="6146119" y="79756"/>
                  </a:lnTo>
                  <a:lnTo>
                    <a:pt x="6184681" y="77470"/>
                  </a:lnTo>
                  <a:lnTo>
                    <a:pt x="6669812" y="77216"/>
                  </a:lnTo>
                  <a:lnTo>
                    <a:pt x="6673737" y="76962"/>
                  </a:lnTo>
                  <a:lnTo>
                    <a:pt x="5409883" y="76962"/>
                  </a:lnTo>
                  <a:lnTo>
                    <a:pt x="6673865" y="76953"/>
                  </a:lnTo>
                  <a:lnTo>
                    <a:pt x="6732604" y="73151"/>
                  </a:lnTo>
                  <a:lnTo>
                    <a:pt x="6755135" y="72390"/>
                  </a:lnTo>
                  <a:lnTo>
                    <a:pt x="6097229" y="72390"/>
                  </a:lnTo>
                  <a:lnTo>
                    <a:pt x="6028289" y="71882"/>
                  </a:lnTo>
                  <a:lnTo>
                    <a:pt x="5951110" y="69976"/>
                  </a:lnTo>
                  <a:lnTo>
                    <a:pt x="5864862" y="66040"/>
                  </a:lnTo>
                  <a:close/>
                </a:path>
                <a:path w="7820025" h="107950">
                  <a:moveTo>
                    <a:pt x="4063269" y="83185"/>
                  </a:moveTo>
                  <a:lnTo>
                    <a:pt x="3521063" y="83185"/>
                  </a:lnTo>
                  <a:lnTo>
                    <a:pt x="3571546" y="84328"/>
                  </a:lnTo>
                  <a:lnTo>
                    <a:pt x="3617285" y="87249"/>
                  </a:lnTo>
                  <a:lnTo>
                    <a:pt x="3653128" y="90043"/>
                  </a:lnTo>
                  <a:lnTo>
                    <a:pt x="3704603" y="94869"/>
                  </a:lnTo>
                  <a:lnTo>
                    <a:pt x="3724974" y="96520"/>
                  </a:lnTo>
                  <a:lnTo>
                    <a:pt x="3744925" y="97662"/>
                  </a:lnTo>
                  <a:lnTo>
                    <a:pt x="3766827" y="97917"/>
                  </a:lnTo>
                  <a:lnTo>
                    <a:pt x="3793048" y="97409"/>
                  </a:lnTo>
                  <a:lnTo>
                    <a:pt x="3825958" y="96012"/>
                  </a:lnTo>
                  <a:lnTo>
                    <a:pt x="3988513" y="84328"/>
                  </a:lnTo>
                  <a:lnTo>
                    <a:pt x="4063269" y="83185"/>
                  </a:lnTo>
                  <a:close/>
                </a:path>
                <a:path w="7820025" h="107950">
                  <a:moveTo>
                    <a:pt x="3165708" y="84328"/>
                  </a:moveTo>
                  <a:lnTo>
                    <a:pt x="3076399" y="84328"/>
                  </a:lnTo>
                  <a:lnTo>
                    <a:pt x="3136782" y="91440"/>
                  </a:lnTo>
                  <a:lnTo>
                    <a:pt x="3192119" y="95123"/>
                  </a:lnTo>
                  <a:lnTo>
                    <a:pt x="3243398" y="96138"/>
                  </a:lnTo>
                  <a:lnTo>
                    <a:pt x="3291604" y="94996"/>
                  </a:lnTo>
                  <a:lnTo>
                    <a:pt x="3337723" y="92583"/>
                  </a:lnTo>
                  <a:lnTo>
                    <a:pt x="3427648" y="86487"/>
                  </a:lnTo>
                  <a:lnTo>
                    <a:pt x="3447994" y="85471"/>
                  </a:lnTo>
                  <a:lnTo>
                    <a:pt x="3256102" y="85471"/>
                  </a:lnTo>
                  <a:lnTo>
                    <a:pt x="3200506" y="85217"/>
                  </a:lnTo>
                  <a:lnTo>
                    <a:pt x="3165708" y="84328"/>
                  </a:lnTo>
                  <a:close/>
                </a:path>
                <a:path w="7820025" h="107950">
                  <a:moveTo>
                    <a:pt x="3090778" y="81407"/>
                  </a:moveTo>
                  <a:lnTo>
                    <a:pt x="2477363" y="81407"/>
                  </a:lnTo>
                  <a:lnTo>
                    <a:pt x="2595744" y="83185"/>
                  </a:lnTo>
                  <a:lnTo>
                    <a:pt x="2838269" y="91059"/>
                  </a:lnTo>
                  <a:lnTo>
                    <a:pt x="2880292" y="91948"/>
                  </a:lnTo>
                  <a:lnTo>
                    <a:pt x="2920935" y="92329"/>
                  </a:lnTo>
                  <a:lnTo>
                    <a:pt x="2960532" y="91821"/>
                  </a:lnTo>
                  <a:lnTo>
                    <a:pt x="2999419" y="90550"/>
                  </a:lnTo>
                  <a:lnTo>
                    <a:pt x="3037929" y="88011"/>
                  </a:lnTo>
                  <a:lnTo>
                    <a:pt x="3076399" y="84328"/>
                  </a:lnTo>
                  <a:lnTo>
                    <a:pt x="3165708" y="84328"/>
                  </a:lnTo>
                  <a:lnTo>
                    <a:pt x="3145824" y="83820"/>
                  </a:lnTo>
                  <a:lnTo>
                    <a:pt x="3092550" y="81534"/>
                  </a:lnTo>
                  <a:lnTo>
                    <a:pt x="3090778" y="81407"/>
                  </a:lnTo>
                  <a:close/>
                </a:path>
                <a:path w="7820025" h="107950">
                  <a:moveTo>
                    <a:pt x="7512489" y="70231"/>
                  </a:moveTo>
                  <a:lnTo>
                    <a:pt x="6866314" y="70231"/>
                  </a:lnTo>
                  <a:lnTo>
                    <a:pt x="6930566" y="71120"/>
                  </a:lnTo>
                  <a:lnTo>
                    <a:pt x="6992560" y="73151"/>
                  </a:lnTo>
                  <a:lnTo>
                    <a:pt x="7051906" y="75946"/>
                  </a:lnTo>
                  <a:lnTo>
                    <a:pt x="7255003" y="88773"/>
                  </a:lnTo>
                  <a:lnTo>
                    <a:pt x="7295252" y="90805"/>
                  </a:lnTo>
                  <a:lnTo>
                    <a:pt x="7330509" y="91694"/>
                  </a:lnTo>
                  <a:lnTo>
                    <a:pt x="7360384" y="91059"/>
                  </a:lnTo>
                  <a:lnTo>
                    <a:pt x="7384486" y="88773"/>
                  </a:lnTo>
                  <a:lnTo>
                    <a:pt x="7402425" y="84328"/>
                  </a:lnTo>
                  <a:lnTo>
                    <a:pt x="7448330" y="76708"/>
                  </a:lnTo>
                  <a:lnTo>
                    <a:pt x="7492442" y="71500"/>
                  </a:lnTo>
                  <a:lnTo>
                    <a:pt x="7512489" y="70231"/>
                  </a:lnTo>
                  <a:close/>
                </a:path>
                <a:path w="7820025" h="107950">
                  <a:moveTo>
                    <a:pt x="3074835" y="80263"/>
                  </a:moveTo>
                  <a:lnTo>
                    <a:pt x="1344338" y="80263"/>
                  </a:lnTo>
                  <a:lnTo>
                    <a:pt x="1384613" y="80518"/>
                  </a:lnTo>
                  <a:lnTo>
                    <a:pt x="1803516" y="88900"/>
                  </a:lnTo>
                  <a:lnTo>
                    <a:pt x="1874608" y="89535"/>
                  </a:lnTo>
                  <a:lnTo>
                    <a:pt x="2268526" y="84328"/>
                  </a:lnTo>
                  <a:lnTo>
                    <a:pt x="2342753" y="82423"/>
                  </a:lnTo>
                  <a:lnTo>
                    <a:pt x="2412254" y="81534"/>
                  </a:lnTo>
                  <a:lnTo>
                    <a:pt x="3090778" y="81407"/>
                  </a:lnTo>
                  <a:lnTo>
                    <a:pt x="3074835" y="80263"/>
                  </a:lnTo>
                  <a:close/>
                </a:path>
                <a:path w="7820025" h="107950">
                  <a:moveTo>
                    <a:pt x="6669812" y="77216"/>
                  </a:moveTo>
                  <a:lnTo>
                    <a:pt x="6217696" y="77216"/>
                  </a:lnTo>
                  <a:lnTo>
                    <a:pt x="6247767" y="78486"/>
                  </a:lnTo>
                  <a:lnTo>
                    <a:pt x="6309491" y="83185"/>
                  </a:lnTo>
                  <a:lnTo>
                    <a:pt x="6346353" y="85598"/>
                  </a:lnTo>
                  <a:lnTo>
                    <a:pt x="6390686" y="87503"/>
                  </a:lnTo>
                  <a:lnTo>
                    <a:pt x="6445095" y="88265"/>
                  </a:lnTo>
                  <a:lnTo>
                    <a:pt x="6512182" y="87375"/>
                  </a:lnTo>
                  <a:lnTo>
                    <a:pt x="6594553" y="84328"/>
                  </a:lnTo>
                  <a:lnTo>
                    <a:pt x="6663925" y="77597"/>
                  </a:lnTo>
                  <a:lnTo>
                    <a:pt x="6669812" y="77216"/>
                  </a:lnTo>
                  <a:close/>
                </a:path>
                <a:path w="7820025" h="107950">
                  <a:moveTo>
                    <a:pt x="3946339" y="44831"/>
                  </a:moveTo>
                  <a:lnTo>
                    <a:pt x="3889174" y="46990"/>
                  </a:lnTo>
                  <a:lnTo>
                    <a:pt x="3825399" y="53721"/>
                  </a:lnTo>
                  <a:lnTo>
                    <a:pt x="3753969" y="66040"/>
                  </a:lnTo>
                  <a:lnTo>
                    <a:pt x="3423450" y="81915"/>
                  </a:lnTo>
                  <a:lnTo>
                    <a:pt x="3312120" y="84962"/>
                  </a:lnTo>
                  <a:lnTo>
                    <a:pt x="3256102" y="85471"/>
                  </a:lnTo>
                  <a:lnTo>
                    <a:pt x="3447994" y="85471"/>
                  </a:lnTo>
                  <a:lnTo>
                    <a:pt x="3473426" y="84200"/>
                  </a:lnTo>
                  <a:lnTo>
                    <a:pt x="3521063" y="83185"/>
                  </a:lnTo>
                  <a:lnTo>
                    <a:pt x="4063269" y="83185"/>
                  </a:lnTo>
                  <a:lnTo>
                    <a:pt x="4343947" y="78867"/>
                  </a:lnTo>
                  <a:lnTo>
                    <a:pt x="4671298" y="78867"/>
                  </a:lnTo>
                  <a:lnTo>
                    <a:pt x="4692391" y="75184"/>
                  </a:lnTo>
                  <a:lnTo>
                    <a:pt x="4745737" y="67563"/>
                  </a:lnTo>
                  <a:lnTo>
                    <a:pt x="4752225" y="66801"/>
                  </a:lnTo>
                  <a:lnTo>
                    <a:pt x="4208988" y="66801"/>
                  </a:lnTo>
                  <a:lnTo>
                    <a:pt x="4169557" y="64388"/>
                  </a:lnTo>
                  <a:lnTo>
                    <a:pt x="4129781" y="60071"/>
                  </a:lnTo>
                  <a:lnTo>
                    <a:pt x="4088616" y="54863"/>
                  </a:lnTo>
                  <a:lnTo>
                    <a:pt x="4045016" y="49911"/>
                  </a:lnTo>
                  <a:lnTo>
                    <a:pt x="3997939" y="46228"/>
                  </a:lnTo>
                  <a:lnTo>
                    <a:pt x="3946339" y="44831"/>
                  </a:lnTo>
                  <a:close/>
                </a:path>
                <a:path w="7820025" h="107950">
                  <a:moveTo>
                    <a:pt x="265393" y="59182"/>
                  </a:moveTo>
                  <a:lnTo>
                    <a:pt x="217735" y="59436"/>
                  </a:lnTo>
                  <a:lnTo>
                    <a:pt x="129463" y="61213"/>
                  </a:lnTo>
                  <a:lnTo>
                    <a:pt x="1272" y="66040"/>
                  </a:lnTo>
                  <a:lnTo>
                    <a:pt x="0" y="73787"/>
                  </a:lnTo>
                  <a:lnTo>
                    <a:pt x="2908" y="80263"/>
                  </a:lnTo>
                  <a:lnTo>
                    <a:pt x="2964" y="80645"/>
                  </a:lnTo>
                  <a:lnTo>
                    <a:pt x="1272" y="84328"/>
                  </a:lnTo>
                  <a:lnTo>
                    <a:pt x="74414" y="85090"/>
                  </a:lnTo>
                  <a:lnTo>
                    <a:pt x="145309" y="84709"/>
                  </a:lnTo>
                  <a:lnTo>
                    <a:pt x="213959" y="83566"/>
                  </a:lnTo>
                  <a:lnTo>
                    <a:pt x="280370" y="81787"/>
                  </a:lnTo>
                  <a:lnTo>
                    <a:pt x="466203" y="73151"/>
                  </a:lnTo>
                  <a:lnTo>
                    <a:pt x="582885" y="66040"/>
                  </a:lnTo>
                  <a:lnTo>
                    <a:pt x="574600" y="66040"/>
                  </a:lnTo>
                  <a:lnTo>
                    <a:pt x="372214" y="60071"/>
                  </a:lnTo>
                  <a:lnTo>
                    <a:pt x="316588" y="59309"/>
                  </a:lnTo>
                  <a:lnTo>
                    <a:pt x="265393" y="59182"/>
                  </a:lnTo>
                  <a:close/>
                </a:path>
                <a:path w="7820025" h="107950">
                  <a:moveTo>
                    <a:pt x="1105089" y="61722"/>
                  </a:moveTo>
                  <a:lnTo>
                    <a:pt x="1048994" y="62611"/>
                  </a:lnTo>
                  <a:lnTo>
                    <a:pt x="1047998" y="62670"/>
                  </a:lnTo>
                  <a:lnTo>
                    <a:pt x="1070492" y="67310"/>
                  </a:lnTo>
                  <a:lnTo>
                    <a:pt x="1097263" y="74930"/>
                  </a:lnTo>
                  <a:lnTo>
                    <a:pt x="1121869" y="84328"/>
                  </a:lnTo>
                  <a:lnTo>
                    <a:pt x="1267252" y="80899"/>
                  </a:lnTo>
                  <a:lnTo>
                    <a:pt x="3074835" y="80263"/>
                  </a:lnTo>
                  <a:lnTo>
                    <a:pt x="3041175" y="77850"/>
                  </a:lnTo>
                  <a:lnTo>
                    <a:pt x="2992193" y="72771"/>
                  </a:lnTo>
                  <a:lnTo>
                    <a:pt x="2965231" y="68834"/>
                  </a:lnTo>
                  <a:lnTo>
                    <a:pt x="1700300" y="68834"/>
                  </a:lnTo>
                  <a:lnTo>
                    <a:pt x="1694318" y="68707"/>
                  </a:lnTo>
                  <a:lnTo>
                    <a:pt x="1309654" y="68707"/>
                  </a:lnTo>
                  <a:lnTo>
                    <a:pt x="1262134" y="67183"/>
                  </a:lnTo>
                  <a:lnTo>
                    <a:pt x="1159527" y="62865"/>
                  </a:lnTo>
                  <a:lnTo>
                    <a:pt x="1105089" y="61722"/>
                  </a:lnTo>
                  <a:close/>
                </a:path>
                <a:path w="7820025" h="107950">
                  <a:moveTo>
                    <a:pt x="4671298" y="78867"/>
                  </a:moveTo>
                  <a:lnTo>
                    <a:pt x="4385025" y="78867"/>
                  </a:lnTo>
                  <a:lnTo>
                    <a:pt x="4473136" y="79756"/>
                  </a:lnTo>
                  <a:lnTo>
                    <a:pt x="4640023" y="84328"/>
                  </a:lnTo>
                  <a:lnTo>
                    <a:pt x="4671298" y="78867"/>
                  </a:lnTo>
                  <a:close/>
                </a:path>
                <a:path w="7820025" h="107950">
                  <a:moveTo>
                    <a:pt x="7819401" y="68072"/>
                  </a:moveTo>
                  <a:lnTo>
                    <a:pt x="7582426" y="68072"/>
                  </a:lnTo>
                  <a:lnTo>
                    <a:pt x="7631866" y="69469"/>
                  </a:lnTo>
                  <a:lnTo>
                    <a:pt x="7686651" y="72771"/>
                  </a:lnTo>
                  <a:lnTo>
                    <a:pt x="7737730" y="76962"/>
                  </a:lnTo>
                  <a:lnTo>
                    <a:pt x="7819392" y="84328"/>
                  </a:lnTo>
                  <a:lnTo>
                    <a:pt x="7820021" y="75946"/>
                  </a:lnTo>
                  <a:lnTo>
                    <a:pt x="7819508" y="75057"/>
                  </a:lnTo>
                  <a:lnTo>
                    <a:pt x="7819401" y="68072"/>
                  </a:lnTo>
                  <a:close/>
                </a:path>
                <a:path w="7820025" h="107950">
                  <a:moveTo>
                    <a:pt x="5071620" y="49149"/>
                  </a:moveTo>
                  <a:lnTo>
                    <a:pt x="5017932" y="49149"/>
                  </a:lnTo>
                  <a:lnTo>
                    <a:pt x="4963642" y="50292"/>
                  </a:lnTo>
                  <a:lnTo>
                    <a:pt x="4909015" y="52705"/>
                  </a:lnTo>
                  <a:lnTo>
                    <a:pt x="4854313" y="56387"/>
                  </a:lnTo>
                  <a:lnTo>
                    <a:pt x="4846765" y="57056"/>
                  </a:lnTo>
                  <a:lnTo>
                    <a:pt x="5195081" y="72262"/>
                  </a:lnTo>
                  <a:lnTo>
                    <a:pt x="5322994" y="76073"/>
                  </a:lnTo>
                  <a:lnTo>
                    <a:pt x="5408440" y="76953"/>
                  </a:lnTo>
                  <a:lnTo>
                    <a:pt x="5366384" y="70358"/>
                  </a:lnTo>
                  <a:lnTo>
                    <a:pt x="5321831" y="64516"/>
                  </a:lnTo>
                  <a:lnTo>
                    <a:pt x="5275097" y="59562"/>
                  </a:lnTo>
                  <a:lnTo>
                    <a:pt x="5226446" y="55372"/>
                  </a:lnTo>
                  <a:lnTo>
                    <a:pt x="5176140" y="52324"/>
                  </a:lnTo>
                  <a:lnTo>
                    <a:pt x="5124444" y="50165"/>
                  </a:lnTo>
                  <a:lnTo>
                    <a:pt x="5071620" y="49149"/>
                  </a:lnTo>
                  <a:close/>
                </a:path>
                <a:path w="7820025" h="107950">
                  <a:moveTo>
                    <a:pt x="6418947" y="60198"/>
                  </a:moveTo>
                  <a:lnTo>
                    <a:pt x="6384403" y="61087"/>
                  </a:lnTo>
                  <a:lnTo>
                    <a:pt x="6213717" y="69850"/>
                  </a:lnTo>
                  <a:lnTo>
                    <a:pt x="6158761" y="71500"/>
                  </a:lnTo>
                  <a:lnTo>
                    <a:pt x="6097229" y="72390"/>
                  </a:lnTo>
                  <a:lnTo>
                    <a:pt x="6755135" y="72390"/>
                  </a:lnTo>
                  <a:lnTo>
                    <a:pt x="6800197" y="70866"/>
                  </a:lnTo>
                  <a:lnTo>
                    <a:pt x="7512489" y="70231"/>
                  </a:lnTo>
                  <a:lnTo>
                    <a:pt x="7536546" y="68707"/>
                  </a:lnTo>
                  <a:lnTo>
                    <a:pt x="7582426" y="68072"/>
                  </a:lnTo>
                  <a:lnTo>
                    <a:pt x="7819401" y="68072"/>
                  </a:lnTo>
                  <a:lnTo>
                    <a:pt x="7819392" y="66040"/>
                  </a:lnTo>
                  <a:lnTo>
                    <a:pt x="6516372" y="66040"/>
                  </a:lnTo>
                  <a:lnTo>
                    <a:pt x="6484100" y="62357"/>
                  </a:lnTo>
                  <a:lnTo>
                    <a:pt x="6451902" y="60451"/>
                  </a:lnTo>
                  <a:lnTo>
                    <a:pt x="6418947" y="60198"/>
                  </a:lnTo>
                  <a:close/>
                </a:path>
                <a:path w="7820025" h="107950">
                  <a:moveTo>
                    <a:pt x="1799439" y="66040"/>
                  </a:moveTo>
                  <a:lnTo>
                    <a:pt x="1751801" y="68580"/>
                  </a:lnTo>
                  <a:lnTo>
                    <a:pt x="1700300" y="68834"/>
                  </a:lnTo>
                  <a:lnTo>
                    <a:pt x="2965231" y="68834"/>
                  </a:lnTo>
                  <a:lnTo>
                    <a:pt x="2952185" y="66929"/>
                  </a:lnTo>
                  <a:lnTo>
                    <a:pt x="1856660" y="66929"/>
                  </a:lnTo>
                  <a:lnTo>
                    <a:pt x="1799439" y="66040"/>
                  </a:lnTo>
                  <a:close/>
                </a:path>
                <a:path w="7820025" h="107950">
                  <a:moveTo>
                    <a:pt x="1486147" y="62865"/>
                  </a:moveTo>
                  <a:lnTo>
                    <a:pt x="1438186" y="63373"/>
                  </a:lnTo>
                  <a:lnTo>
                    <a:pt x="1354218" y="68707"/>
                  </a:lnTo>
                  <a:lnTo>
                    <a:pt x="1694318" y="68707"/>
                  </a:lnTo>
                  <a:lnTo>
                    <a:pt x="1646462" y="67691"/>
                  </a:lnTo>
                  <a:lnTo>
                    <a:pt x="1537862" y="64008"/>
                  </a:lnTo>
                  <a:lnTo>
                    <a:pt x="1486147" y="62865"/>
                  </a:lnTo>
                  <a:close/>
                </a:path>
                <a:path w="7820025" h="107950">
                  <a:moveTo>
                    <a:pt x="2181502" y="60071"/>
                  </a:moveTo>
                  <a:lnTo>
                    <a:pt x="2131421" y="60451"/>
                  </a:lnTo>
                  <a:lnTo>
                    <a:pt x="2085372" y="61468"/>
                  </a:lnTo>
                  <a:lnTo>
                    <a:pt x="1954573" y="65912"/>
                  </a:lnTo>
                  <a:lnTo>
                    <a:pt x="1907810" y="66801"/>
                  </a:lnTo>
                  <a:lnTo>
                    <a:pt x="1856660" y="66929"/>
                  </a:lnTo>
                  <a:lnTo>
                    <a:pt x="2952185" y="66929"/>
                  </a:lnTo>
                  <a:lnTo>
                    <a:pt x="2949576" y="66548"/>
                  </a:lnTo>
                  <a:lnTo>
                    <a:pt x="2442703" y="66548"/>
                  </a:lnTo>
                  <a:lnTo>
                    <a:pt x="2372768" y="66040"/>
                  </a:lnTo>
                  <a:lnTo>
                    <a:pt x="2300492" y="62611"/>
                  </a:lnTo>
                  <a:lnTo>
                    <a:pt x="2237298" y="60706"/>
                  </a:lnTo>
                  <a:lnTo>
                    <a:pt x="2181502" y="60071"/>
                  </a:lnTo>
                  <a:close/>
                </a:path>
                <a:path w="7820025" h="107950">
                  <a:moveTo>
                    <a:pt x="4518937" y="47244"/>
                  </a:moveTo>
                  <a:lnTo>
                    <a:pt x="4464657" y="47625"/>
                  </a:lnTo>
                  <a:lnTo>
                    <a:pt x="4413149" y="48768"/>
                  </a:lnTo>
                  <a:lnTo>
                    <a:pt x="4365126" y="51181"/>
                  </a:lnTo>
                  <a:lnTo>
                    <a:pt x="4321303" y="54737"/>
                  </a:lnTo>
                  <a:lnTo>
                    <a:pt x="4282396" y="59690"/>
                  </a:lnTo>
                  <a:lnTo>
                    <a:pt x="4249117" y="66040"/>
                  </a:lnTo>
                  <a:lnTo>
                    <a:pt x="4208988" y="66801"/>
                  </a:lnTo>
                  <a:lnTo>
                    <a:pt x="4752225" y="66801"/>
                  </a:lnTo>
                  <a:lnTo>
                    <a:pt x="4799799" y="61213"/>
                  </a:lnTo>
                  <a:lnTo>
                    <a:pt x="4846765" y="57056"/>
                  </a:lnTo>
                  <a:lnTo>
                    <a:pt x="4632953" y="49022"/>
                  </a:lnTo>
                  <a:lnTo>
                    <a:pt x="4575274" y="47751"/>
                  </a:lnTo>
                  <a:lnTo>
                    <a:pt x="4518937" y="47244"/>
                  </a:lnTo>
                  <a:close/>
                </a:path>
                <a:path w="7820025" h="107950">
                  <a:moveTo>
                    <a:pt x="2784058" y="59944"/>
                  </a:moveTo>
                  <a:lnTo>
                    <a:pt x="2739062" y="60198"/>
                  </a:lnTo>
                  <a:lnTo>
                    <a:pt x="2503886" y="66167"/>
                  </a:lnTo>
                  <a:lnTo>
                    <a:pt x="2442703" y="66548"/>
                  </a:lnTo>
                  <a:lnTo>
                    <a:pt x="2949576" y="66548"/>
                  </a:lnTo>
                  <a:lnTo>
                    <a:pt x="2946097" y="66040"/>
                  </a:lnTo>
                  <a:lnTo>
                    <a:pt x="2885845" y="62737"/>
                  </a:lnTo>
                  <a:lnTo>
                    <a:pt x="2832409" y="60706"/>
                  </a:lnTo>
                  <a:lnTo>
                    <a:pt x="2784058" y="59944"/>
                  </a:lnTo>
                  <a:close/>
                </a:path>
                <a:path w="7820025" h="107950">
                  <a:moveTo>
                    <a:pt x="588570" y="65671"/>
                  </a:moveTo>
                  <a:lnTo>
                    <a:pt x="574600" y="66040"/>
                  </a:lnTo>
                  <a:lnTo>
                    <a:pt x="582885" y="66040"/>
                  </a:lnTo>
                  <a:lnTo>
                    <a:pt x="588570" y="65671"/>
                  </a:lnTo>
                  <a:close/>
                </a:path>
                <a:path w="7820025" h="107950">
                  <a:moveTo>
                    <a:pt x="1043400" y="61722"/>
                  </a:moveTo>
                  <a:lnTo>
                    <a:pt x="797724" y="61722"/>
                  </a:lnTo>
                  <a:lnTo>
                    <a:pt x="828570" y="61975"/>
                  </a:lnTo>
                  <a:lnTo>
                    <a:pt x="911945" y="64388"/>
                  </a:lnTo>
                  <a:lnTo>
                    <a:pt x="991567" y="66040"/>
                  </a:lnTo>
                  <a:lnTo>
                    <a:pt x="1047998" y="62670"/>
                  </a:lnTo>
                  <a:lnTo>
                    <a:pt x="1043400" y="61722"/>
                  </a:lnTo>
                  <a:close/>
                </a:path>
                <a:path w="7820025" h="107950">
                  <a:moveTo>
                    <a:pt x="7236001" y="0"/>
                  </a:moveTo>
                  <a:lnTo>
                    <a:pt x="7175972" y="254"/>
                  </a:lnTo>
                  <a:lnTo>
                    <a:pt x="7116705" y="1397"/>
                  </a:lnTo>
                  <a:lnTo>
                    <a:pt x="7058465" y="3301"/>
                  </a:lnTo>
                  <a:lnTo>
                    <a:pt x="7001521" y="6096"/>
                  </a:lnTo>
                  <a:lnTo>
                    <a:pt x="6946138" y="9525"/>
                  </a:lnTo>
                  <a:lnTo>
                    <a:pt x="6892584" y="13462"/>
                  </a:lnTo>
                  <a:lnTo>
                    <a:pt x="6841126" y="17907"/>
                  </a:lnTo>
                  <a:lnTo>
                    <a:pt x="6792031" y="22733"/>
                  </a:lnTo>
                  <a:lnTo>
                    <a:pt x="6745566" y="27940"/>
                  </a:lnTo>
                  <a:lnTo>
                    <a:pt x="6661592" y="38862"/>
                  </a:lnTo>
                  <a:lnTo>
                    <a:pt x="6591343" y="50165"/>
                  </a:lnTo>
                  <a:lnTo>
                    <a:pt x="6536952" y="60960"/>
                  </a:lnTo>
                  <a:lnTo>
                    <a:pt x="6516372" y="66040"/>
                  </a:lnTo>
                  <a:lnTo>
                    <a:pt x="7819392" y="66040"/>
                  </a:lnTo>
                  <a:lnTo>
                    <a:pt x="7766439" y="52578"/>
                  </a:lnTo>
                  <a:lnTo>
                    <a:pt x="7711578" y="40894"/>
                  </a:lnTo>
                  <a:lnTo>
                    <a:pt x="7655075" y="30734"/>
                  </a:lnTo>
                  <a:lnTo>
                    <a:pt x="7597196" y="22351"/>
                  </a:lnTo>
                  <a:lnTo>
                    <a:pt x="7538210" y="15367"/>
                  </a:lnTo>
                  <a:lnTo>
                    <a:pt x="7478382" y="9779"/>
                  </a:lnTo>
                  <a:lnTo>
                    <a:pt x="7417980" y="5461"/>
                  </a:lnTo>
                  <a:lnTo>
                    <a:pt x="7357272" y="2540"/>
                  </a:lnTo>
                  <a:lnTo>
                    <a:pt x="7296523" y="635"/>
                  </a:lnTo>
                  <a:lnTo>
                    <a:pt x="7236001" y="0"/>
                  </a:lnTo>
                  <a:close/>
                </a:path>
                <a:path w="7820025" h="107950">
                  <a:moveTo>
                    <a:pt x="904031" y="51181"/>
                  </a:moveTo>
                  <a:lnTo>
                    <a:pt x="864190" y="51435"/>
                  </a:lnTo>
                  <a:lnTo>
                    <a:pt x="822156" y="52450"/>
                  </a:lnTo>
                  <a:lnTo>
                    <a:pt x="731496" y="56769"/>
                  </a:lnTo>
                  <a:lnTo>
                    <a:pt x="588570" y="65671"/>
                  </a:lnTo>
                  <a:lnTo>
                    <a:pt x="760071" y="61849"/>
                  </a:lnTo>
                  <a:lnTo>
                    <a:pt x="1043400" y="61722"/>
                  </a:lnTo>
                  <a:lnTo>
                    <a:pt x="1041553" y="61341"/>
                  </a:lnTo>
                  <a:lnTo>
                    <a:pt x="1010441" y="56896"/>
                  </a:lnTo>
                  <a:lnTo>
                    <a:pt x="977153" y="53721"/>
                  </a:lnTo>
                  <a:lnTo>
                    <a:pt x="941684" y="51943"/>
                  </a:lnTo>
                  <a:lnTo>
                    <a:pt x="904031" y="51181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8060" y="1837705"/>
              <a:ext cx="7818755" cy="78105"/>
            </a:xfrm>
            <a:custGeom>
              <a:avLst/>
              <a:gdLst/>
              <a:ahLst/>
              <a:cxnLst/>
              <a:rect l="l" t="t" r="r" b="b"/>
              <a:pathLst>
                <a:path w="7818755" h="78105">
                  <a:moveTo>
                    <a:pt x="589" y="27607"/>
                  </a:moveTo>
                  <a:lnTo>
                    <a:pt x="39253" y="22418"/>
                  </a:lnTo>
                  <a:lnTo>
                    <a:pt x="80062" y="21095"/>
                  </a:lnTo>
                  <a:lnTo>
                    <a:pt x="123865" y="22445"/>
                  </a:lnTo>
                  <a:lnTo>
                    <a:pt x="171513" y="25277"/>
                  </a:lnTo>
                  <a:lnTo>
                    <a:pt x="223856" y="28401"/>
                  </a:lnTo>
                  <a:lnTo>
                    <a:pt x="281743" y="30625"/>
                  </a:lnTo>
                  <a:lnTo>
                    <a:pt x="346026" y="30757"/>
                  </a:lnTo>
                  <a:lnTo>
                    <a:pt x="417555" y="27607"/>
                  </a:lnTo>
                  <a:lnTo>
                    <a:pt x="453534" y="29407"/>
                  </a:lnTo>
                  <a:lnTo>
                    <a:pt x="494132" y="30793"/>
                  </a:lnTo>
                  <a:lnTo>
                    <a:pt x="538814" y="31799"/>
                  </a:lnTo>
                  <a:lnTo>
                    <a:pt x="587047" y="32460"/>
                  </a:lnTo>
                  <a:lnTo>
                    <a:pt x="638297" y="32809"/>
                  </a:lnTo>
                  <a:lnTo>
                    <a:pt x="692030" y="32881"/>
                  </a:lnTo>
                  <a:lnTo>
                    <a:pt x="747713" y="32710"/>
                  </a:lnTo>
                  <a:lnTo>
                    <a:pt x="804811" y="32332"/>
                  </a:lnTo>
                  <a:lnTo>
                    <a:pt x="862792" y="31779"/>
                  </a:lnTo>
                  <a:lnTo>
                    <a:pt x="921121" y="31086"/>
                  </a:lnTo>
                  <a:lnTo>
                    <a:pt x="979265" y="30288"/>
                  </a:lnTo>
                  <a:lnTo>
                    <a:pt x="1036689" y="29420"/>
                  </a:lnTo>
                  <a:lnTo>
                    <a:pt x="1092861" y="28514"/>
                  </a:lnTo>
                  <a:lnTo>
                    <a:pt x="1147247" y="27607"/>
                  </a:lnTo>
                  <a:lnTo>
                    <a:pt x="1217820" y="30489"/>
                  </a:lnTo>
                  <a:lnTo>
                    <a:pt x="1273757" y="31986"/>
                  </a:lnTo>
                  <a:lnTo>
                    <a:pt x="1318140" y="32378"/>
                  </a:lnTo>
                  <a:lnTo>
                    <a:pt x="1354051" y="31942"/>
                  </a:lnTo>
                  <a:lnTo>
                    <a:pt x="1384573" y="30959"/>
                  </a:lnTo>
                  <a:lnTo>
                    <a:pt x="1412787" y="29708"/>
                  </a:lnTo>
                  <a:lnTo>
                    <a:pt x="1441775" y="28468"/>
                  </a:lnTo>
                  <a:lnTo>
                    <a:pt x="1474621" y="27519"/>
                  </a:lnTo>
                  <a:lnTo>
                    <a:pt x="1514406" y="27138"/>
                  </a:lnTo>
                  <a:lnTo>
                    <a:pt x="1564213" y="27607"/>
                  </a:lnTo>
                  <a:lnTo>
                    <a:pt x="1617582" y="29993"/>
                  </a:lnTo>
                  <a:lnTo>
                    <a:pt x="1671455" y="31143"/>
                  </a:lnTo>
                  <a:lnTo>
                    <a:pt x="1725579" y="31308"/>
                  </a:lnTo>
                  <a:lnTo>
                    <a:pt x="1779705" y="30743"/>
                  </a:lnTo>
                  <a:lnTo>
                    <a:pt x="1833581" y="29700"/>
                  </a:lnTo>
                  <a:lnTo>
                    <a:pt x="1886956" y="28434"/>
                  </a:lnTo>
                  <a:lnTo>
                    <a:pt x="1939580" y="27196"/>
                  </a:lnTo>
                  <a:lnTo>
                    <a:pt x="1991201" y="26242"/>
                  </a:lnTo>
                  <a:lnTo>
                    <a:pt x="2041569" y="25823"/>
                  </a:lnTo>
                  <a:lnTo>
                    <a:pt x="2090433" y="26193"/>
                  </a:lnTo>
                  <a:lnTo>
                    <a:pt x="2137542" y="27607"/>
                  </a:lnTo>
                  <a:lnTo>
                    <a:pt x="2179686" y="26879"/>
                  </a:lnTo>
                  <a:lnTo>
                    <a:pt x="2224234" y="26777"/>
                  </a:lnTo>
                  <a:lnTo>
                    <a:pt x="2270908" y="27187"/>
                  </a:lnTo>
                  <a:lnTo>
                    <a:pt x="2319432" y="27997"/>
                  </a:lnTo>
                  <a:lnTo>
                    <a:pt x="2369530" y="29092"/>
                  </a:lnTo>
                  <a:lnTo>
                    <a:pt x="2420925" y="30360"/>
                  </a:lnTo>
                  <a:lnTo>
                    <a:pt x="2473341" y="31688"/>
                  </a:lnTo>
                  <a:lnTo>
                    <a:pt x="2526501" y="32961"/>
                  </a:lnTo>
                  <a:lnTo>
                    <a:pt x="2580129" y="34067"/>
                  </a:lnTo>
                  <a:lnTo>
                    <a:pt x="2633949" y="34892"/>
                  </a:lnTo>
                  <a:lnTo>
                    <a:pt x="2687684" y="35323"/>
                  </a:lnTo>
                  <a:lnTo>
                    <a:pt x="2741058" y="35248"/>
                  </a:lnTo>
                  <a:lnTo>
                    <a:pt x="2793794" y="34551"/>
                  </a:lnTo>
                  <a:lnTo>
                    <a:pt x="2845617" y="33121"/>
                  </a:lnTo>
                  <a:lnTo>
                    <a:pt x="2896248" y="30844"/>
                  </a:lnTo>
                  <a:lnTo>
                    <a:pt x="2945414" y="27607"/>
                  </a:lnTo>
                  <a:lnTo>
                    <a:pt x="3011241" y="31156"/>
                  </a:lnTo>
                  <a:lnTo>
                    <a:pt x="3073241" y="34676"/>
                  </a:lnTo>
                  <a:lnTo>
                    <a:pt x="3131742" y="38013"/>
                  </a:lnTo>
                  <a:lnTo>
                    <a:pt x="3187076" y="41014"/>
                  </a:lnTo>
                  <a:lnTo>
                    <a:pt x="3239570" y="43525"/>
                  </a:lnTo>
                  <a:lnTo>
                    <a:pt x="3289556" y="45393"/>
                  </a:lnTo>
                  <a:lnTo>
                    <a:pt x="3337364" y="46465"/>
                  </a:lnTo>
                  <a:lnTo>
                    <a:pt x="3383322" y="46589"/>
                  </a:lnTo>
                  <a:lnTo>
                    <a:pt x="3427762" y="45610"/>
                  </a:lnTo>
                  <a:lnTo>
                    <a:pt x="3471011" y="43375"/>
                  </a:lnTo>
                  <a:lnTo>
                    <a:pt x="3513402" y="39732"/>
                  </a:lnTo>
                  <a:lnTo>
                    <a:pt x="3555263" y="34527"/>
                  </a:lnTo>
                  <a:lnTo>
                    <a:pt x="3596924" y="27607"/>
                  </a:lnTo>
                  <a:lnTo>
                    <a:pt x="3639935" y="29078"/>
                  </a:lnTo>
                  <a:lnTo>
                    <a:pt x="3681767" y="28441"/>
                  </a:lnTo>
                  <a:lnTo>
                    <a:pt x="3722877" y="26133"/>
                  </a:lnTo>
                  <a:lnTo>
                    <a:pt x="3763722" y="22592"/>
                  </a:lnTo>
                  <a:lnTo>
                    <a:pt x="3804762" y="18257"/>
                  </a:lnTo>
                  <a:lnTo>
                    <a:pt x="3846454" y="13565"/>
                  </a:lnTo>
                  <a:lnTo>
                    <a:pt x="3889257" y="8956"/>
                  </a:lnTo>
                  <a:lnTo>
                    <a:pt x="3933627" y="4866"/>
                  </a:lnTo>
                  <a:lnTo>
                    <a:pt x="3980024" y="1735"/>
                  </a:lnTo>
                  <a:lnTo>
                    <a:pt x="4028906" y="0"/>
                  </a:lnTo>
                  <a:lnTo>
                    <a:pt x="4080730" y="99"/>
                  </a:lnTo>
                  <a:lnTo>
                    <a:pt x="4135955" y="2471"/>
                  </a:lnTo>
                  <a:lnTo>
                    <a:pt x="4195039" y="7555"/>
                  </a:lnTo>
                  <a:lnTo>
                    <a:pt x="4258439" y="15787"/>
                  </a:lnTo>
                  <a:lnTo>
                    <a:pt x="4326615" y="27607"/>
                  </a:lnTo>
                  <a:lnTo>
                    <a:pt x="4407927" y="36626"/>
                  </a:lnTo>
                  <a:lnTo>
                    <a:pt x="4481995" y="42227"/>
                  </a:lnTo>
                  <a:lnTo>
                    <a:pt x="4549287" y="44949"/>
                  </a:lnTo>
                  <a:lnTo>
                    <a:pt x="4610272" y="45329"/>
                  </a:lnTo>
                  <a:lnTo>
                    <a:pt x="4665419" y="43904"/>
                  </a:lnTo>
                  <a:lnTo>
                    <a:pt x="4715196" y="41214"/>
                  </a:lnTo>
                  <a:lnTo>
                    <a:pt x="4760072" y="37796"/>
                  </a:lnTo>
                  <a:lnTo>
                    <a:pt x="4800516" y="34188"/>
                  </a:lnTo>
                  <a:lnTo>
                    <a:pt x="4836996" y="30929"/>
                  </a:lnTo>
                  <a:lnTo>
                    <a:pt x="4869983" y="28556"/>
                  </a:lnTo>
                  <a:lnTo>
                    <a:pt x="4899944" y="27607"/>
                  </a:lnTo>
                  <a:lnTo>
                    <a:pt x="4933735" y="24196"/>
                  </a:lnTo>
                  <a:lnTo>
                    <a:pt x="4971311" y="20292"/>
                  </a:lnTo>
                  <a:lnTo>
                    <a:pt x="5012380" y="16186"/>
                  </a:lnTo>
                  <a:lnTo>
                    <a:pt x="5056653" y="12166"/>
                  </a:lnTo>
                  <a:lnTo>
                    <a:pt x="5103840" y="8522"/>
                  </a:lnTo>
                  <a:lnTo>
                    <a:pt x="5153652" y="5542"/>
                  </a:lnTo>
                  <a:lnTo>
                    <a:pt x="5205797" y="3517"/>
                  </a:lnTo>
                  <a:lnTo>
                    <a:pt x="5259987" y="2735"/>
                  </a:lnTo>
                  <a:lnTo>
                    <a:pt x="5315931" y="3487"/>
                  </a:lnTo>
                  <a:lnTo>
                    <a:pt x="5373339" y="6060"/>
                  </a:lnTo>
                  <a:lnTo>
                    <a:pt x="5431923" y="10745"/>
                  </a:lnTo>
                  <a:lnTo>
                    <a:pt x="5491391" y="17831"/>
                  </a:lnTo>
                  <a:lnTo>
                    <a:pt x="5551454" y="27607"/>
                  </a:lnTo>
                  <a:lnTo>
                    <a:pt x="5589346" y="30436"/>
                  </a:lnTo>
                  <a:lnTo>
                    <a:pt x="5631671" y="31882"/>
                  </a:lnTo>
                  <a:lnTo>
                    <a:pt x="5677838" y="32160"/>
                  </a:lnTo>
                  <a:lnTo>
                    <a:pt x="5727259" y="31485"/>
                  </a:lnTo>
                  <a:lnTo>
                    <a:pt x="5779343" y="30074"/>
                  </a:lnTo>
                  <a:lnTo>
                    <a:pt x="5833500" y="28142"/>
                  </a:lnTo>
                  <a:lnTo>
                    <a:pt x="5889140" y="25904"/>
                  </a:lnTo>
                  <a:lnTo>
                    <a:pt x="5945674" y="23577"/>
                  </a:lnTo>
                  <a:lnTo>
                    <a:pt x="6002511" y="21376"/>
                  </a:lnTo>
                  <a:lnTo>
                    <a:pt x="6059062" y="19516"/>
                  </a:lnTo>
                  <a:lnTo>
                    <a:pt x="6114738" y="18213"/>
                  </a:lnTo>
                  <a:lnTo>
                    <a:pt x="6168947" y="17684"/>
                  </a:lnTo>
                  <a:lnTo>
                    <a:pt x="6221100" y="18142"/>
                  </a:lnTo>
                  <a:lnTo>
                    <a:pt x="6270608" y="19805"/>
                  </a:lnTo>
                  <a:lnTo>
                    <a:pt x="6316880" y="22888"/>
                  </a:lnTo>
                  <a:lnTo>
                    <a:pt x="6359327" y="27607"/>
                  </a:lnTo>
                  <a:lnTo>
                    <a:pt x="6418201" y="31602"/>
                  </a:lnTo>
                  <a:lnTo>
                    <a:pt x="6475959" y="32712"/>
                  </a:lnTo>
                  <a:lnTo>
                    <a:pt x="6532241" y="31688"/>
                  </a:lnTo>
                  <a:lnTo>
                    <a:pt x="6586683" y="29277"/>
                  </a:lnTo>
                  <a:lnTo>
                    <a:pt x="6638925" y="26227"/>
                  </a:lnTo>
                  <a:lnTo>
                    <a:pt x="6688606" y="23288"/>
                  </a:lnTo>
                  <a:lnTo>
                    <a:pt x="6735362" y="21208"/>
                  </a:lnTo>
                  <a:lnTo>
                    <a:pt x="6778833" y="20735"/>
                  </a:lnTo>
                  <a:lnTo>
                    <a:pt x="6818658" y="22618"/>
                  </a:lnTo>
                  <a:lnTo>
                    <a:pt x="6854474" y="27607"/>
                  </a:lnTo>
                  <a:lnTo>
                    <a:pt x="6879477" y="30564"/>
                  </a:lnTo>
                  <a:lnTo>
                    <a:pt x="6943769" y="34911"/>
                  </a:lnTo>
                  <a:lnTo>
                    <a:pt x="6982345" y="36374"/>
                  </a:lnTo>
                  <a:lnTo>
                    <a:pt x="7024732" y="37412"/>
                  </a:lnTo>
                  <a:lnTo>
                    <a:pt x="7070574" y="38060"/>
                  </a:lnTo>
                  <a:lnTo>
                    <a:pt x="7119515" y="38356"/>
                  </a:lnTo>
                  <a:lnTo>
                    <a:pt x="7171198" y="38335"/>
                  </a:lnTo>
                  <a:lnTo>
                    <a:pt x="7225265" y="38034"/>
                  </a:lnTo>
                  <a:lnTo>
                    <a:pt x="7281362" y="37489"/>
                  </a:lnTo>
                  <a:lnTo>
                    <a:pt x="7339131" y="36737"/>
                  </a:lnTo>
                  <a:lnTo>
                    <a:pt x="7398216" y="35813"/>
                  </a:lnTo>
                  <a:lnTo>
                    <a:pt x="7458260" y="34755"/>
                  </a:lnTo>
                  <a:lnTo>
                    <a:pt x="7518907" y="33598"/>
                  </a:lnTo>
                  <a:lnTo>
                    <a:pt x="7579801" y="32379"/>
                  </a:lnTo>
                  <a:lnTo>
                    <a:pt x="7640584" y="31134"/>
                  </a:lnTo>
                  <a:lnTo>
                    <a:pt x="7700901" y="29899"/>
                  </a:lnTo>
                  <a:lnTo>
                    <a:pt x="7760395" y="28711"/>
                  </a:lnTo>
                  <a:lnTo>
                    <a:pt x="7818709" y="27607"/>
                  </a:lnTo>
                  <a:lnTo>
                    <a:pt x="7818141" y="35469"/>
                  </a:lnTo>
                  <a:lnTo>
                    <a:pt x="7818490" y="40876"/>
                  </a:lnTo>
                  <a:lnTo>
                    <a:pt x="7818709" y="45895"/>
                  </a:lnTo>
                  <a:lnTo>
                    <a:pt x="7785895" y="34731"/>
                  </a:lnTo>
                  <a:lnTo>
                    <a:pt x="7746369" y="27069"/>
                  </a:lnTo>
                  <a:lnTo>
                    <a:pt x="7701330" y="22467"/>
                  </a:lnTo>
                  <a:lnTo>
                    <a:pt x="7651974" y="20484"/>
                  </a:lnTo>
                  <a:lnTo>
                    <a:pt x="7599498" y="20678"/>
                  </a:lnTo>
                  <a:lnTo>
                    <a:pt x="7545100" y="22607"/>
                  </a:lnTo>
                  <a:lnTo>
                    <a:pt x="7489976" y="25830"/>
                  </a:lnTo>
                  <a:lnTo>
                    <a:pt x="7435324" y="29906"/>
                  </a:lnTo>
                  <a:lnTo>
                    <a:pt x="7382341" y="34391"/>
                  </a:lnTo>
                  <a:lnTo>
                    <a:pt x="7332225" y="38846"/>
                  </a:lnTo>
                  <a:lnTo>
                    <a:pt x="7286172" y="42827"/>
                  </a:lnTo>
                  <a:lnTo>
                    <a:pt x="7245380" y="45895"/>
                  </a:lnTo>
                  <a:lnTo>
                    <a:pt x="7187874" y="44888"/>
                  </a:lnTo>
                  <a:lnTo>
                    <a:pt x="7132530" y="44625"/>
                  </a:lnTo>
                  <a:lnTo>
                    <a:pt x="7079038" y="44878"/>
                  </a:lnTo>
                  <a:lnTo>
                    <a:pt x="7027083" y="45419"/>
                  </a:lnTo>
                  <a:lnTo>
                    <a:pt x="6976356" y="46020"/>
                  </a:lnTo>
                  <a:lnTo>
                    <a:pt x="6926543" y="46452"/>
                  </a:lnTo>
                  <a:lnTo>
                    <a:pt x="6877333" y="46486"/>
                  </a:lnTo>
                  <a:lnTo>
                    <a:pt x="6828414" y="45895"/>
                  </a:lnTo>
                  <a:lnTo>
                    <a:pt x="6798342" y="41990"/>
                  </a:lnTo>
                  <a:lnTo>
                    <a:pt x="6760673" y="39816"/>
                  </a:lnTo>
                  <a:lnTo>
                    <a:pt x="6716567" y="39077"/>
                  </a:lnTo>
                  <a:lnTo>
                    <a:pt x="6667185" y="39480"/>
                  </a:lnTo>
                  <a:lnTo>
                    <a:pt x="6613688" y="40730"/>
                  </a:lnTo>
                  <a:lnTo>
                    <a:pt x="6557238" y="42532"/>
                  </a:lnTo>
                  <a:lnTo>
                    <a:pt x="6498995" y="44592"/>
                  </a:lnTo>
                  <a:lnTo>
                    <a:pt x="6440120" y="46617"/>
                  </a:lnTo>
                  <a:lnTo>
                    <a:pt x="6381775" y="48311"/>
                  </a:lnTo>
                  <a:lnTo>
                    <a:pt x="6325119" y="49380"/>
                  </a:lnTo>
                  <a:lnTo>
                    <a:pt x="6271315" y="49530"/>
                  </a:lnTo>
                  <a:lnTo>
                    <a:pt x="6221523" y="48466"/>
                  </a:lnTo>
                  <a:lnTo>
                    <a:pt x="6176904" y="45895"/>
                  </a:lnTo>
                  <a:lnTo>
                    <a:pt x="6128673" y="39661"/>
                  </a:lnTo>
                  <a:lnTo>
                    <a:pt x="6080232" y="35054"/>
                  </a:lnTo>
                  <a:lnTo>
                    <a:pt x="6031551" y="31983"/>
                  </a:lnTo>
                  <a:lnTo>
                    <a:pt x="5982604" y="30358"/>
                  </a:lnTo>
                  <a:lnTo>
                    <a:pt x="5933362" y="30088"/>
                  </a:lnTo>
                  <a:lnTo>
                    <a:pt x="5883798" y="31082"/>
                  </a:lnTo>
                  <a:lnTo>
                    <a:pt x="5833883" y="33250"/>
                  </a:lnTo>
                  <a:lnTo>
                    <a:pt x="5783590" y="36502"/>
                  </a:lnTo>
                  <a:lnTo>
                    <a:pt x="5732890" y="40747"/>
                  </a:lnTo>
                  <a:lnTo>
                    <a:pt x="5681756" y="45895"/>
                  </a:lnTo>
                  <a:lnTo>
                    <a:pt x="5641245" y="51464"/>
                  </a:lnTo>
                  <a:lnTo>
                    <a:pt x="5599559" y="54424"/>
                  </a:lnTo>
                  <a:lnTo>
                    <a:pt x="5556582" y="55232"/>
                  </a:lnTo>
                  <a:lnTo>
                    <a:pt x="5512196" y="54347"/>
                  </a:lnTo>
                  <a:lnTo>
                    <a:pt x="5466287" y="52228"/>
                  </a:lnTo>
                  <a:lnTo>
                    <a:pt x="5418739" y="49334"/>
                  </a:lnTo>
                  <a:lnTo>
                    <a:pt x="5369434" y="46123"/>
                  </a:lnTo>
                  <a:lnTo>
                    <a:pt x="5318259" y="43054"/>
                  </a:lnTo>
                  <a:lnTo>
                    <a:pt x="5265095" y="40586"/>
                  </a:lnTo>
                  <a:lnTo>
                    <a:pt x="5209828" y="39177"/>
                  </a:lnTo>
                  <a:lnTo>
                    <a:pt x="5152341" y="39286"/>
                  </a:lnTo>
                  <a:lnTo>
                    <a:pt x="5092519" y="41373"/>
                  </a:lnTo>
                  <a:lnTo>
                    <a:pt x="5030246" y="45895"/>
                  </a:lnTo>
                  <a:lnTo>
                    <a:pt x="4970572" y="51784"/>
                  </a:lnTo>
                  <a:lnTo>
                    <a:pt x="4915321" y="56358"/>
                  </a:lnTo>
                  <a:lnTo>
                    <a:pt x="4863721" y="59708"/>
                  </a:lnTo>
                  <a:lnTo>
                    <a:pt x="4815000" y="61924"/>
                  </a:lnTo>
                  <a:lnTo>
                    <a:pt x="4768387" y="63098"/>
                  </a:lnTo>
                  <a:lnTo>
                    <a:pt x="4723109" y="63321"/>
                  </a:lnTo>
                  <a:lnTo>
                    <a:pt x="4678395" y="62684"/>
                  </a:lnTo>
                  <a:lnTo>
                    <a:pt x="4633473" y="61277"/>
                  </a:lnTo>
                  <a:lnTo>
                    <a:pt x="4587572" y="59193"/>
                  </a:lnTo>
                  <a:lnTo>
                    <a:pt x="4539919" y="56521"/>
                  </a:lnTo>
                  <a:lnTo>
                    <a:pt x="4489743" y="53354"/>
                  </a:lnTo>
                  <a:lnTo>
                    <a:pt x="4436273" y="49781"/>
                  </a:lnTo>
                  <a:lnTo>
                    <a:pt x="4378736" y="45895"/>
                  </a:lnTo>
                  <a:lnTo>
                    <a:pt x="4317167" y="44032"/>
                  </a:lnTo>
                  <a:lnTo>
                    <a:pt x="4262300" y="43067"/>
                  </a:lnTo>
                  <a:lnTo>
                    <a:pt x="4212826" y="42838"/>
                  </a:lnTo>
                  <a:lnTo>
                    <a:pt x="4167440" y="43187"/>
                  </a:lnTo>
                  <a:lnTo>
                    <a:pt x="4124834" y="43952"/>
                  </a:lnTo>
                  <a:lnTo>
                    <a:pt x="4083701" y="44975"/>
                  </a:lnTo>
                  <a:lnTo>
                    <a:pt x="4042734" y="46095"/>
                  </a:lnTo>
                  <a:lnTo>
                    <a:pt x="4000626" y="47152"/>
                  </a:lnTo>
                  <a:lnTo>
                    <a:pt x="3956070" y="47986"/>
                  </a:lnTo>
                  <a:lnTo>
                    <a:pt x="3907759" y="48437"/>
                  </a:lnTo>
                  <a:lnTo>
                    <a:pt x="3854386" y="48346"/>
                  </a:lnTo>
                  <a:lnTo>
                    <a:pt x="3794644" y="47551"/>
                  </a:lnTo>
                  <a:lnTo>
                    <a:pt x="3727226" y="45895"/>
                  </a:lnTo>
                  <a:lnTo>
                    <a:pt x="3656117" y="42516"/>
                  </a:lnTo>
                  <a:lnTo>
                    <a:pt x="3592640" y="41608"/>
                  </a:lnTo>
                  <a:lnTo>
                    <a:pt x="3535667" y="42652"/>
                  </a:lnTo>
                  <a:lnTo>
                    <a:pt x="3484071" y="45126"/>
                  </a:lnTo>
                  <a:lnTo>
                    <a:pt x="3436725" y="48509"/>
                  </a:lnTo>
                  <a:lnTo>
                    <a:pt x="3392502" y="52283"/>
                  </a:lnTo>
                  <a:lnTo>
                    <a:pt x="3350275" y="55926"/>
                  </a:lnTo>
                  <a:lnTo>
                    <a:pt x="3308917" y="58917"/>
                  </a:lnTo>
                  <a:lnTo>
                    <a:pt x="3267301" y="60737"/>
                  </a:lnTo>
                  <a:lnTo>
                    <a:pt x="3224300" y="60866"/>
                  </a:lnTo>
                  <a:lnTo>
                    <a:pt x="3178786" y="58781"/>
                  </a:lnTo>
                  <a:lnTo>
                    <a:pt x="3129634" y="53965"/>
                  </a:lnTo>
                  <a:lnTo>
                    <a:pt x="3075716" y="45895"/>
                  </a:lnTo>
                  <a:lnTo>
                    <a:pt x="3012428" y="36608"/>
                  </a:lnTo>
                  <a:lnTo>
                    <a:pt x="2954893" y="30475"/>
                  </a:lnTo>
                  <a:lnTo>
                    <a:pt x="2902230" y="27058"/>
                  </a:lnTo>
                  <a:lnTo>
                    <a:pt x="2853559" y="25917"/>
                  </a:lnTo>
                  <a:lnTo>
                    <a:pt x="2808002" y="26610"/>
                  </a:lnTo>
                  <a:lnTo>
                    <a:pt x="2764678" y="28699"/>
                  </a:lnTo>
                  <a:lnTo>
                    <a:pt x="2722709" y="31743"/>
                  </a:lnTo>
                  <a:lnTo>
                    <a:pt x="2681214" y="35302"/>
                  </a:lnTo>
                  <a:lnTo>
                    <a:pt x="2639313" y="38937"/>
                  </a:lnTo>
                  <a:lnTo>
                    <a:pt x="2596129" y="42207"/>
                  </a:lnTo>
                  <a:lnTo>
                    <a:pt x="2550779" y="44673"/>
                  </a:lnTo>
                  <a:lnTo>
                    <a:pt x="2502387" y="45895"/>
                  </a:lnTo>
                  <a:lnTo>
                    <a:pt x="2460437" y="46169"/>
                  </a:lnTo>
                  <a:lnTo>
                    <a:pt x="2417291" y="46002"/>
                  </a:lnTo>
                  <a:lnTo>
                    <a:pt x="2372855" y="45493"/>
                  </a:lnTo>
                  <a:lnTo>
                    <a:pt x="2327039" y="44744"/>
                  </a:lnTo>
                  <a:lnTo>
                    <a:pt x="2279749" y="43852"/>
                  </a:lnTo>
                  <a:lnTo>
                    <a:pt x="2230895" y="42918"/>
                  </a:lnTo>
                  <a:lnTo>
                    <a:pt x="2180384" y="42041"/>
                  </a:lnTo>
                  <a:lnTo>
                    <a:pt x="2128124" y="41322"/>
                  </a:lnTo>
                  <a:lnTo>
                    <a:pt x="2074023" y="40860"/>
                  </a:lnTo>
                  <a:lnTo>
                    <a:pt x="2017990" y="40755"/>
                  </a:lnTo>
                  <a:lnTo>
                    <a:pt x="1959933" y="41106"/>
                  </a:lnTo>
                  <a:lnTo>
                    <a:pt x="1899759" y="42013"/>
                  </a:lnTo>
                  <a:lnTo>
                    <a:pt x="1837377" y="43576"/>
                  </a:lnTo>
                  <a:lnTo>
                    <a:pt x="1772696" y="45895"/>
                  </a:lnTo>
                  <a:lnTo>
                    <a:pt x="1702601" y="51362"/>
                  </a:lnTo>
                  <a:lnTo>
                    <a:pt x="1642132" y="55513"/>
                  </a:lnTo>
                  <a:lnTo>
                    <a:pt x="1589788" y="58465"/>
                  </a:lnTo>
                  <a:lnTo>
                    <a:pt x="1544071" y="60337"/>
                  </a:lnTo>
                  <a:lnTo>
                    <a:pt x="1503478" y="61250"/>
                  </a:lnTo>
                  <a:lnTo>
                    <a:pt x="1466509" y="61321"/>
                  </a:lnTo>
                  <a:lnTo>
                    <a:pt x="1431664" y="60670"/>
                  </a:lnTo>
                  <a:lnTo>
                    <a:pt x="1397443" y="59416"/>
                  </a:lnTo>
                  <a:lnTo>
                    <a:pt x="1362345" y="57678"/>
                  </a:lnTo>
                  <a:lnTo>
                    <a:pt x="1324869" y="55575"/>
                  </a:lnTo>
                  <a:lnTo>
                    <a:pt x="1283516" y="53226"/>
                  </a:lnTo>
                  <a:lnTo>
                    <a:pt x="1236785" y="50750"/>
                  </a:lnTo>
                  <a:lnTo>
                    <a:pt x="1183175" y="48267"/>
                  </a:lnTo>
                  <a:lnTo>
                    <a:pt x="1121186" y="45895"/>
                  </a:lnTo>
                  <a:lnTo>
                    <a:pt x="1074927" y="47928"/>
                  </a:lnTo>
                  <a:lnTo>
                    <a:pt x="1026175" y="50340"/>
                  </a:lnTo>
                  <a:lnTo>
                    <a:pt x="975235" y="53044"/>
                  </a:lnTo>
                  <a:lnTo>
                    <a:pt x="922416" y="55954"/>
                  </a:lnTo>
                  <a:lnTo>
                    <a:pt x="868025" y="58985"/>
                  </a:lnTo>
                  <a:lnTo>
                    <a:pt x="812368" y="62050"/>
                  </a:lnTo>
                  <a:lnTo>
                    <a:pt x="755754" y="65065"/>
                  </a:lnTo>
                  <a:lnTo>
                    <a:pt x="698490" y="67943"/>
                  </a:lnTo>
                  <a:lnTo>
                    <a:pt x="640882" y="70600"/>
                  </a:lnTo>
                  <a:lnTo>
                    <a:pt x="583239" y="72948"/>
                  </a:lnTo>
                  <a:lnTo>
                    <a:pt x="525867" y="74902"/>
                  </a:lnTo>
                  <a:lnTo>
                    <a:pt x="469074" y="76377"/>
                  </a:lnTo>
                  <a:lnTo>
                    <a:pt x="413168" y="77287"/>
                  </a:lnTo>
                  <a:lnTo>
                    <a:pt x="358454" y="77545"/>
                  </a:lnTo>
                  <a:lnTo>
                    <a:pt x="305242" y="77068"/>
                  </a:lnTo>
                  <a:lnTo>
                    <a:pt x="253837" y="75767"/>
                  </a:lnTo>
                  <a:lnTo>
                    <a:pt x="204548" y="73559"/>
                  </a:lnTo>
                  <a:lnTo>
                    <a:pt x="157681" y="70357"/>
                  </a:lnTo>
                  <a:lnTo>
                    <a:pt x="113545" y="66075"/>
                  </a:lnTo>
                  <a:lnTo>
                    <a:pt x="72446" y="60628"/>
                  </a:lnTo>
                  <a:lnTo>
                    <a:pt x="34691" y="53930"/>
                  </a:lnTo>
                  <a:lnTo>
                    <a:pt x="0" y="41078"/>
                  </a:lnTo>
                  <a:lnTo>
                    <a:pt x="115" y="35016"/>
                  </a:lnTo>
                  <a:lnTo>
                    <a:pt x="589" y="27607"/>
                  </a:lnTo>
                  <a:close/>
                </a:path>
              </a:pathLst>
            </a:custGeom>
            <a:ln w="41275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28650" y="2255801"/>
            <a:ext cx="7886700" cy="743585"/>
          </a:xfrm>
          <a:custGeom>
            <a:avLst/>
            <a:gdLst/>
            <a:ahLst/>
            <a:cxnLst/>
            <a:rect l="l" t="t" r="r" b="b"/>
            <a:pathLst>
              <a:path w="7886700" h="743585">
                <a:moveTo>
                  <a:pt x="7762775" y="0"/>
                </a:moveTo>
                <a:lnTo>
                  <a:pt x="123923" y="0"/>
                </a:lnTo>
                <a:lnTo>
                  <a:pt x="75687" y="9738"/>
                </a:lnTo>
                <a:lnTo>
                  <a:pt x="36296" y="36297"/>
                </a:lnTo>
                <a:lnTo>
                  <a:pt x="9738" y="75688"/>
                </a:lnTo>
                <a:lnTo>
                  <a:pt x="0" y="123925"/>
                </a:lnTo>
                <a:lnTo>
                  <a:pt x="0" y="619610"/>
                </a:lnTo>
                <a:lnTo>
                  <a:pt x="9738" y="667847"/>
                </a:lnTo>
                <a:lnTo>
                  <a:pt x="36296" y="707238"/>
                </a:lnTo>
                <a:lnTo>
                  <a:pt x="75687" y="733796"/>
                </a:lnTo>
                <a:lnTo>
                  <a:pt x="123923" y="743535"/>
                </a:lnTo>
                <a:lnTo>
                  <a:pt x="7762775" y="743535"/>
                </a:lnTo>
                <a:lnTo>
                  <a:pt x="7811012" y="733796"/>
                </a:lnTo>
                <a:lnTo>
                  <a:pt x="7850403" y="707238"/>
                </a:lnTo>
                <a:lnTo>
                  <a:pt x="7876961" y="667847"/>
                </a:lnTo>
                <a:lnTo>
                  <a:pt x="7886700" y="619610"/>
                </a:lnTo>
                <a:lnTo>
                  <a:pt x="7886700" y="123925"/>
                </a:lnTo>
                <a:lnTo>
                  <a:pt x="7876961" y="75688"/>
                </a:lnTo>
                <a:lnTo>
                  <a:pt x="7850403" y="36297"/>
                </a:lnTo>
                <a:lnTo>
                  <a:pt x="7811012" y="9738"/>
                </a:lnTo>
                <a:lnTo>
                  <a:pt x="7762775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4039" y="3904615"/>
            <a:ext cx="7886700" cy="743585"/>
          </a:xfrm>
          <a:custGeom>
            <a:avLst/>
            <a:gdLst/>
            <a:ahLst/>
            <a:cxnLst/>
            <a:rect l="l" t="t" r="r" b="b"/>
            <a:pathLst>
              <a:path w="7886700" h="743585">
                <a:moveTo>
                  <a:pt x="7762775" y="0"/>
                </a:moveTo>
                <a:lnTo>
                  <a:pt x="123923" y="0"/>
                </a:lnTo>
                <a:lnTo>
                  <a:pt x="75687" y="9738"/>
                </a:lnTo>
                <a:lnTo>
                  <a:pt x="36296" y="36296"/>
                </a:lnTo>
                <a:lnTo>
                  <a:pt x="9738" y="75687"/>
                </a:lnTo>
                <a:lnTo>
                  <a:pt x="0" y="123925"/>
                </a:lnTo>
                <a:lnTo>
                  <a:pt x="0" y="619608"/>
                </a:lnTo>
                <a:lnTo>
                  <a:pt x="9738" y="667846"/>
                </a:lnTo>
                <a:lnTo>
                  <a:pt x="36296" y="707237"/>
                </a:lnTo>
                <a:lnTo>
                  <a:pt x="75687" y="733795"/>
                </a:lnTo>
                <a:lnTo>
                  <a:pt x="123923" y="743534"/>
                </a:lnTo>
                <a:lnTo>
                  <a:pt x="7762775" y="743534"/>
                </a:lnTo>
                <a:lnTo>
                  <a:pt x="7811012" y="733795"/>
                </a:lnTo>
                <a:lnTo>
                  <a:pt x="7850403" y="707237"/>
                </a:lnTo>
                <a:lnTo>
                  <a:pt x="7876961" y="667846"/>
                </a:lnTo>
                <a:lnTo>
                  <a:pt x="7886700" y="619608"/>
                </a:lnTo>
                <a:lnTo>
                  <a:pt x="7886700" y="123925"/>
                </a:lnTo>
                <a:lnTo>
                  <a:pt x="7876961" y="75687"/>
                </a:lnTo>
                <a:lnTo>
                  <a:pt x="7850403" y="36296"/>
                </a:lnTo>
                <a:lnTo>
                  <a:pt x="7811012" y="9738"/>
                </a:lnTo>
                <a:lnTo>
                  <a:pt x="7762775" y="0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70355" y="2116560"/>
            <a:ext cx="6899909" cy="4138312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810"/>
              </a:spcBef>
              <a:buChar char="•"/>
              <a:tabLst>
                <a:tab pos="297180" algn="l"/>
              </a:tabLst>
            </a:pP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Derive</a:t>
            </a:r>
            <a:r>
              <a:rPr sz="3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rating</a:t>
            </a:r>
            <a:r>
              <a:rPr sz="3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sz="3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3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3100" dirty="0">
              <a:latin typeface="Calibri"/>
              <a:cs typeface="Calibri"/>
            </a:endParaRPr>
          </a:p>
          <a:p>
            <a:pPr marL="335915" lvl="1" indent="-227329">
              <a:lnSpc>
                <a:spcPct val="100000"/>
              </a:lnSpc>
              <a:spcBef>
                <a:spcPts val="1325"/>
              </a:spcBef>
              <a:buChar char="•"/>
              <a:tabLst>
                <a:tab pos="335915" algn="l"/>
              </a:tabLst>
            </a:pPr>
            <a:r>
              <a:rPr lang="en-GB" sz="2400" spc="-10" dirty="0">
                <a:latin typeface="Calibri"/>
                <a:cs typeface="Calibri"/>
              </a:rPr>
              <a:t>Frequency</a:t>
            </a:r>
          </a:p>
          <a:p>
            <a:pPr marL="335915" lvl="1" indent="-227329">
              <a:lnSpc>
                <a:spcPct val="100000"/>
              </a:lnSpc>
              <a:spcBef>
                <a:spcPts val="1325"/>
              </a:spcBef>
              <a:buChar char="•"/>
              <a:tabLst>
                <a:tab pos="335915" algn="l"/>
              </a:tabLst>
            </a:pPr>
            <a:r>
              <a:rPr lang="en-GB" sz="2400" spc="-10" dirty="0">
                <a:latin typeface="Calibri"/>
                <a:cs typeface="Calibri"/>
              </a:rPr>
              <a:t>Impact</a:t>
            </a:r>
            <a:endParaRPr sz="2400" dirty="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290"/>
              </a:spcBef>
              <a:buChar char="•"/>
              <a:tabLst>
                <a:tab pos="297180" algn="l"/>
              </a:tabLst>
            </a:pP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3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3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3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endParaRPr sz="3100" dirty="0">
              <a:latin typeface="Calibri"/>
              <a:cs typeface="Calibri"/>
            </a:endParaRPr>
          </a:p>
          <a:p>
            <a:pPr marL="335915" lvl="1" indent="-227329">
              <a:lnSpc>
                <a:spcPct val="100000"/>
              </a:lnSpc>
              <a:spcBef>
                <a:spcPts val="1325"/>
              </a:spcBef>
              <a:buChar char="•"/>
              <a:tabLst>
                <a:tab pos="335915" algn="l"/>
              </a:tabLst>
            </a:pPr>
            <a:r>
              <a:rPr lang="en-GB" sz="2400" spc="-50" dirty="0">
                <a:latin typeface="Calibri"/>
                <a:cs typeface="Calibri"/>
              </a:rPr>
              <a:t>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priorities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(fix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serious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first)</a:t>
            </a:r>
            <a:endParaRPr sz="2400" dirty="0">
              <a:latin typeface="Calibri"/>
              <a:cs typeface="Calibri"/>
            </a:endParaRPr>
          </a:p>
          <a:p>
            <a:pPr marL="335915" lvl="1" indent="-227329">
              <a:lnSpc>
                <a:spcPct val="100000"/>
              </a:lnSpc>
              <a:spcBef>
                <a:spcPts val="310"/>
              </a:spcBef>
              <a:buChar char="•"/>
              <a:tabLst>
                <a:tab pos="335915" algn="l"/>
              </a:tabLst>
            </a:pPr>
            <a:r>
              <a:rPr lang="en-GB" sz="2400" spc="-65" dirty="0">
                <a:latin typeface="Calibri"/>
                <a:cs typeface="Calibri"/>
              </a:rPr>
              <a:t>Allocate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</a:t>
            </a:r>
            <a:endParaRPr sz="2400" dirty="0">
              <a:latin typeface="Calibri"/>
              <a:cs typeface="Calibri"/>
            </a:endParaRPr>
          </a:p>
          <a:p>
            <a:pPr marL="335915" marR="5080" lvl="1" indent="-227329">
              <a:lnSpc>
                <a:spcPts val="2690"/>
              </a:lnSpc>
              <a:spcBef>
                <a:spcPts val="585"/>
              </a:spcBef>
              <a:buChar char="•"/>
              <a:tabLst>
                <a:tab pos="337185" algn="l"/>
              </a:tabLst>
            </a:pPr>
            <a:r>
              <a:rPr lang="en-GB" sz="2400" spc="-55" dirty="0">
                <a:latin typeface="Calibri"/>
                <a:cs typeface="Calibri"/>
              </a:rPr>
              <a:t>Provide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rough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estimate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additional 	</a:t>
            </a:r>
            <a:r>
              <a:rPr sz="2400" dirty="0">
                <a:latin typeface="Calibri"/>
                <a:cs typeface="Calibri"/>
              </a:rPr>
              <a:t>usability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efforts.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631"/>
            <a:ext cx="9144000" cy="2870200"/>
          </a:xfrm>
          <a:custGeom>
            <a:avLst/>
            <a:gdLst/>
            <a:ahLst/>
            <a:cxnLst/>
            <a:rect l="l" t="t" r="r" b="b"/>
            <a:pathLst>
              <a:path w="9144000" h="2870200">
                <a:moveTo>
                  <a:pt x="5103536" y="2857500"/>
                </a:moveTo>
                <a:lnTo>
                  <a:pt x="4288996" y="2857500"/>
                </a:lnTo>
                <a:lnTo>
                  <a:pt x="4434753" y="2870200"/>
                </a:lnTo>
                <a:lnTo>
                  <a:pt x="5054491" y="2870200"/>
                </a:lnTo>
                <a:lnTo>
                  <a:pt x="5103536" y="2857500"/>
                </a:lnTo>
                <a:close/>
              </a:path>
              <a:path w="9144000" h="2870200">
                <a:moveTo>
                  <a:pt x="5351041" y="2844800"/>
                </a:moveTo>
                <a:lnTo>
                  <a:pt x="4143223" y="2844800"/>
                </a:lnTo>
                <a:lnTo>
                  <a:pt x="4191817" y="2857500"/>
                </a:lnTo>
                <a:lnTo>
                  <a:pt x="5301247" y="2857500"/>
                </a:lnTo>
                <a:lnTo>
                  <a:pt x="5351041" y="2844800"/>
                </a:lnTo>
                <a:close/>
              </a:path>
              <a:path w="9144000" h="2870200">
                <a:moveTo>
                  <a:pt x="5550126" y="2832100"/>
                </a:moveTo>
                <a:lnTo>
                  <a:pt x="3948814" y="2832100"/>
                </a:lnTo>
                <a:lnTo>
                  <a:pt x="3997423" y="2844800"/>
                </a:lnTo>
                <a:lnTo>
                  <a:pt x="5500367" y="2844800"/>
                </a:lnTo>
                <a:lnTo>
                  <a:pt x="5550126" y="2832100"/>
                </a:lnTo>
                <a:close/>
              </a:path>
              <a:path w="9144000" h="2870200">
                <a:moveTo>
                  <a:pt x="5699361" y="2819400"/>
                </a:moveTo>
                <a:lnTo>
                  <a:pt x="3751651" y="2819400"/>
                </a:lnTo>
                <a:lnTo>
                  <a:pt x="3800926" y="2832100"/>
                </a:lnTo>
                <a:lnTo>
                  <a:pt x="5649623" y="2832100"/>
                </a:lnTo>
                <a:lnTo>
                  <a:pt x="5699361" y="2819400"/>
                </a:lnTo>
                <a:close/>
              </a:path>
              <a:path w="9144000" h="2870200">
                <a:moveTo>
                  <a:pt x="5848547" y="2806700"/>
                </a:moveTo>
                <a:lnTo>
                  <a:pt x="3603903" y="2806700"/>
                </a:lnTo>
                <a:lnTo>
                  <a:pt x="3653139" y="2819400"/>
                </a:lnTo>
                <a:lnTo>
                  <a:pt x="5798823" y="2819400"/>
                </a:lnTo>
                <a:lnTo>
                  <a:pt x="5848547" y="2806700"/>
                </a:lnTo>
                <a:close/>
              </a:path>
              <a:path w="9144000" h="2870200">
                <a:moveTo>
                  <a:pt x="5202227" y="2794000"/>
                </a:moveTo>
                <a:lnTo>
                  <a:pt x="3456286" y="2794000"/>
                </a:lnTo>
                <a:lnTo>
                  <a:pt x="3505476" y="2806700"/>
                </a:lnTo>
                <a:lnTo>
                  <a:pt x="5092835" y="2806700"/>
                </a:lnTo>
                <a:lnTo>
                  <a:pt x="5202227" y="2794000"/>
                </a:lnTo>
                <a:close/>
              </a:path>
              <a:path w="9144000" h="2870200">
                <a:moveTo>
                  <a:pt x="5995721" y="2794000"/>
                </a:moveTo>
                <a:lnTo>
                  <a:pt x="5319419" y="2794000"/>
                </a:lnTo>
                <a:lnTo>
                  <a:pt x="5267290" y="2806700"/>
                </a:lnTo>
                <a:lnTo>
                  <a:pt x="5947001" y="2806700"/>
                </a:lnTo>
                <a:lnTo>
                  <a:pt x="5995721" y="2794000"/>
                </a:lnTo>
                <a:close/>
              </a:path>
              <a:path w="9144000" h="2870200">
                <a:moveTo>
                  <a:pt x="6192128" y="2667000"/>
                </a:moveTo>
                <a:lnTo>
                  <a:pt x="2479145" y="2667000"/>
                </a:lnTo>
                <a:lnTo>
                  <a:pt x="2529784" y="2679700"/>
                </a:lnTo>
                <a:lnTo>
                  <a:pt x="2581966" y="2679700"/>
                </a:lnTo>
                <a:lnTo>
                  <a:pt x="2634130" y="2692400"/>
                </a:lnTo>
                <a:lnTo>
                  <a:pt x="2894781" y="2730500"/>
                </a:lnTo>
                <a:lnTo>
                  <a:pt x="2946896" y="2730500"/>
                </a:lnTo>
                <a:lnTo>
                  <a:pt x="2999012" y="2743200"/>
                </a:lnTo>
                <a:lnTo>
                  <a:pt x="3051132" y="2743200"/>
                </a:lnTo>
                <a:lnTo>
                  <a:pt x="3103259" y="2755900"/>
                </a:lnTo>
                <a:lnTo>
                  <a:pt x="3155395" y="2755900"/>
                </a:lnTo>
                <a:lnTo>
                  <a:pt x="3207544" y="2768600"/>
                </a:lnTo>
                <a:lnTo>
                  <a:pt x="3259707" y="2768600"/>
                </a:lnTo>
                <a:lnTo>
                  <a:pt x="3308823" y="2781300"/>
                </a:lnTo>
                <a:lnTo>
                  <a:pt x="3357959" y="2781300"/>
                </a:lnTo>
                <a:lnTo>
                  <a:pt x="3407114" y="2794000"/>
                </a:lnTo>
                <a:lnTo>
                  <a:pt x="5213786" y="2794000"/>
                </a:lnTo>
                <a:lnTo>
                  <a:pt x="5786977" y="2730500"/>
                </a:lnTo>
                <a:lnTo>
                  <a:pt x="5837663" y="2717800"/>
                </a:lnTo>
                <a:lnTo>
                  <a:pt x="5888339" y="2717800"/>
                </a:lnTo>
                <a:lnTo>
                  <a:pt x="5939003" y="2705100"/>
                </a:lnTo>
                <a:lnTo>
                  <a:pt x="5989656" y="2705100"/>
                </a:lnTo>
                <a:lnTo>
                  <a:pt x="6040295" y="2692400"/>
                </a:lnTo>
                <a:lnTo>
                  <a:pt x="6090921" y="2692400"/>
                </a:lnTo>
                <a:lnTo>
                  <a:pt x="6192128" y="2667000"/>
                </a:lnTo>
                <a:close/>
              </a:path>
              <a:path w="9144000" h="2870200">
                <a:moveTo>
                  <a:pt x="6093120" y="2781300"/>
                </a:moveTo>
                <a:lnTo>
                  <a:pt x="5527841" y="2781300"/>
                </a:lnTo>
                <a:lnTo>
                  <a:pt x="5475748" y="2794000"/>
                </a:lnTo>
                <a:lnTo>
                  <a:pt x="6044427" y="2794000"/>
                </a:lnTo>
                <a:lnTo>
                  <a:pt x="6093120" y="2781300"/>
                </a:lnTo>
                <a:close/>
              </a:path>
              <a:path w="9144000" h="2870200">
                <a:moveTo>
                  <a:pt x="6190470" y="2768600"/>
                </a:moveTo>
                <a:lnTo>
                  <a:pt x="5684078" y="2768600"/>
                </a:lnTo>
                <a:lnTo>
                  <a:pt x="5632005" y="2781300"/>
                </a:lnTo>
                <a:lnTo>
                  <a:pt x="6141801" y="2781300"/>
                </a:lnTo>
                <a:lnTo>
                  <a:pt x="6190470" y="2768600"/>
                </a:lnTo>
                <a:close/>
              </a:path>
              <a:path w="9144000" h="2870200">
                <a:moveTo>
                  <a:pt x="6336408" y="2755900"/>
                </a:moveTo>
                <a:lnTo>
                  <a:pt x="5831197" y="2755900"/>
                </a:lnTo>
                <a:lnTo>
                  <a:pt x="5782163" y="2768600"/>
                </a:lnTo>
                <a:lnTo>
                  <a:pt x="6287773" y="2768600"/>
                </a:lnTo>
                <a:lnTo>
                  <a:pt x="6336408" y="2755900"/>
                </a:lnTo>
                <a:close/>
              </a:path>
              <a:path w="9144000" h="2870200">
                <a:moveTo>
                  <a:pt x="6433648" y="2743200"/>
                </a:moveTo>
                <a:lnTo>
                  <a:pt x="5978261" y="2743200"/>
                </a:lnTo>
                <a:lnTo>
                  <a:pt x="5929247" y="2755900"/>
                </a:lnTo>
                <a:lnTo>
                  <a:pt x="6385033" y="2755900"/>
                </a:lnTo>
                <a:lnTo>
                  <a:pt x="6433648" y="2743200"/>
                </a:lnTo>
                <a:close/>
              </a:path>
              <a:path w="9144000" h="2870200">
                <a:moveTo>
                  <a:pt x="6585994" y="2717800"/>
                </a:moveTo>
                <a:lnTo>
                  <a:pt x="6174235" y="2717800"/>
                </a:lnTo>
                <a:lnTo>
                  <a:pt x="6125256" y="2730500"/>
                </a:lnTo>
                <a:lnTo>
                  <a:pt x="6076266" y="2730500"/>
                </a:lnTo>
                <a:lnTo>
                  <a:pt x="6027268" y="2743200"/>
                </a:lnTo>
                <a:lnTo>
                  <a:pt x="6484460" y="2743200"/>
                </a:lnTo>
                <a:lnTo>
                  <a:pt x="6585994" y="2717800"/>
                </a:lnTo>
                <a:close/>
              </a:path>
              <a:path w="9144000" h="2870200">
                <a:moveTo>
                  <a:pt x="6687435" y="2705100"/>
                </a:moveTo>
                <a:lnTo>
                  <a:pt x="6321112" y="2705100"/>
                </a:lnTo>
                <a:lnTo>
                  <a:pt x="6272164" y="2717800"/>
                </a:lnTo>
                <a:lnTo>
                  <a:pt x="6636724" y="2717800"/>
                </a:lnTo>
                <a:lnTo>
                  <a:pt x="6687435" y="2705100"/>
                </a:lnTo>
                <a:close/>
              </a:path>
              <a:path w="9144000" h="2870200">
                <a:moveTo>
                  <a:pt x="6839489" y="2679700"/>
                </a:moveTo>
                <a:lnTo>
                  <a:pt x="6467883" y="2679700"/>
                </a:lnTo>
                <a:lnTo>
                  <a:pt x="6370048" y="2705100"/>
                </a:lnTo>
                <a:lnTo>
                  <a:pt x="6738130" y="2705100"/>
                </a:lnTo>
                <a:lnTo>
                  <a:pt x="6839489" y="2679700"/>
                </a:lnTo>
                <a:close/>
              </a:path>
              <a:path w="9144000" h="2870200">
                <a:moveTo>
                  <a:pt x="6990216" y="2654300"/>
                </a:moveTo>
                <a:lnTo>
                  <a:pt x="6665795" y="2654300"/>
                </a:lnTo>
                <a:lnTo>
                  <a:pt x="6616346" y="2667000"/>
                </a:lnTo>
                <a:lnTo>
                  <a:pt x="6566877" y="2667000"/>
                </a:lnTo>
                <a:lnTo>
                  <a:pt x="6517390" y="2679700"/>
                </a:lnTo>
                <a:lnTo>
                  <a:pt x="6890161" y="2679700"/>
                </a:lnTo>
                <a:lnTo>
                  <a:pt x="6990216" y="2654300"/>
                </a:lnTo>
                <a:close/>
              </a:path>
              <a:path w="9144000" h="2870200">
                <a:moveTo>
                  <a:pt x="6447504" y="2628900"/>
                </a:moveTo>
                <a:lnTo>
                  <a:pt x="2226157" y="2628900"/>
                </a:lnTo>
                <a:lnTo>
                  <a:pt x="2276728" y="2641600"/>
                </a:lnTo>
                <a:lnTo>
                  <a:pt x="2327312" y="2641600"/>
                </a:lnTo>
                <a:lnTo>
                  <a:pt x="2428521" y="2667000"/>
                </a:lnTo>
                <a:lnTo>
                  <a:pt x="6242707" y="2667000"/>
                </a:lnTo>
                <a:lnTo>
                  <a:pt x="6293269" y="2654300"/>
                </a:lnTo>
                <a:lnTo>
                  <a:pt x="6343813" y="2654300"/>
                </a:lnTo>
                <a:lnTo>
                  <a:pt x="6447504" y="2628900"/>
                </a:lnTo>
                <a:close/>
              </a:path>
              <a:path w="9144000" h="2870200">
                <a:moveTo>
                  <a:pt x="9144000" y="2006600"/>
                </a:moveTo>
                <a:lnTo>
                  <a:pt x="8998873" y="2057400"/>
                </a:lnTo>
                <a:lnTo>
                  <a:pt x="8950468" y="2082800"/>
                </a:lnTo>
                <a:lnTo>
                  <a:pt x="8902010" y="2095500"/>
                </a:lnTo>
                <a:lnTo>
                  <a:pt x="8853498" y="2120900"/>
                </a:lnTo>
                <a:lnTo>
                  <a:pt x="8756318" y="2146300"/>
                </a:lnTo>
                <a:lnTo>
                  <a:pt x="8707652" y="2171700"/>
                </a:lnTo>
                <a:lnTo>
                  <a:pt x="8561352" y="2209800"/>
                </a:lnTo>
                <a:lnTo>
                  <a:pt x="8512487" y="2235200"/>
                </a:lnTo>
                <a:lnTo>
                  <a:pt x="8316560" y="2286000"/>
                </a:lnTo>
                <a:lnTo>
                  <a:pt x="8267464" y="2311400"/>
                </a:lnTo>
                <a:lnTo>
                  <a:pt x="7465911" y="2514600"/>
                </a:lnTo>
                <a:lnTo>
                  <a:pt x="7415148" y="2514600"/>
                </a:lnTo>
                <a:lnTo>
                  <a:pt x="7160909" y="2578100"/>
                </a:lnTo>
                <a:lnTo>
                  <a:pt x="7109976" y="2578100"/>
                </a:lnTo>
                <a:lnTo>
                  <a:pt x="7011403" y="2603500"/>
                </a:lnTo>
                <a:lnTo>
                  <a:pt x="6962087" y="2603500"/>
                </a:lnTo>
                <a:lnTo>
                  <a:pt x="6863399" y="2628900"/>
                </a:lnTo>
                <a:lnTo>
                  <a:pt x="6814027" y="2628900"/>
                </a:lnTo>
                <a:lnTo>
                  <a:pt x="6715224" y="2654300"/>
                </a:lnTo>
                <a:lnTo>
                  <a:pt x="7040210" y="2654300"/>
                </a:lnTo>
                <a:lnTo>
                  <a:pt x="7190058" y="2616200"/>
                </a:lnTo>
                <a:lnTo>
                  <a:pt x="7239963" y="2616200"/>
                </a:lnTo>
                <a:lnTo>
                  <a:pt x="7439355" y="2565400"/>
                </a:lnTo>
                <a:lnTo>
                  <a:pt x="7489146" y="2565400"/>
                </a:lnTo>
                <a:lnTo>
                  <a:pt x="7966736" y="2438400"/>
                </a:lnTo>
                <a:lnTo>
                  <a:pt x="8014327" y="2438400"/>
                </a:lnTo>
                <a:lnTo>
                  <a:pt x="8061888" y="2413000"/>
                </a:lnTo>
                <a:lnTo>
                  <a:pt x="8491709" y="2298700"/>
                </a:lnTo>
                <a:lnTo>
                  <a:pt x="8539416" y="2273300"/>
                </a:lnTo>
                <a:lnTo>
                  <a:pt x="8682229" y="2235200"/>
                </a:lnTo>
                <a:lnTo>
                  <a:pt x="8729733" y="2209800"/>
                </a:lnTo>
                <a:lnTo>
                  <a:pt x="8824589" y="2184400"/>
                </a:lnTo>
                <a:lnTo>
                  <a:pt x="8871943" y="2159000"/>
                </a:lnTo>
                <a:lnTo>
                  <a:pt x="9144000" y="2057400"/>
                </a:lnTo>
                <a:lnTo>
                  <a:pt x="9144000" y="2006600"/>
                </a:lnTo>
                <a:close/>
              </a:path>
              <a:path w="9144000" h="2870200">
                <a:moveTo>
                  <a:pt x="6861489" y="2552700"/>
                </a:moveTo>
                <a:lnTo>
                  <a:pt x="1771629" y="2552700"/>
                </a:lnTo>
                <a:lnTo>
                  <a:pt x="1872541" y="2578100"/>
                </a:lnTo>
                <a:lnTo>
                  <a:pt x="1923017" y="2578100"/>
                </a:lnTo>
                <a:lnTo>
                  <a:pt x="2024010" y="2603500"/>
                </a:lnTo>
                <a:lnTo>
                  <a:pt x="2074526" y="2603500"/>
                </a:lnTo>
                <a:lnTo>
                  <a:pt x="2175600" y="2628900"/>
                </a:lnTo>
                <a:lnTo>
                  <a:pt x="6499320" y="2628900"/>
                </a:lnTo>
                <a:lnTo>
                  <a:pt x="6654652" y="2590800"/>
                </a:lnTo>
                <a:lnTo>
                  <a:pt x="6706390" y="2590800"/>
                </a:lnTo>
                <a:lnTo>
                  <a:pt x="6861489" y="2552700"/>
                </a:lnTo>
                <a:close/>
              </a:path>
              <a:path w="9144000" h="2870200">
                <a:moveTo>
                  <a:pt x="1863718" y="2514600"/>
                </a:moveTo>
                <a:lnTo>
                  <a:pt x="1571930" y="2514600"/>
                </a:lnTo>
                <a:lnTo>
                  <a:pt x="1721677" y="2552700"/>
                </a:lnTo>
                <a:lnTo>
                  <a:pt x="6913149" y="2552700"/>
                </a:lnTo>
                <a:lnTo>
                  <a:pt x="6964771" y="2540000"/>
                </a:lnTo>
                <a:lnTo>
                  <a:pt x="1960164" y="2540000"/>
                </a:lnTo>
                <a:lnTo>
                  <a:pt x="1863718" y="2514600"/>
                </a:lnTo>
                <a:close/>
              </a:path>
              <a:path w="9144000" h="2870200">
                <a:moveTo>
                  <a:pt x="9144000" y="0"/>
                </a:moveTo>
                <a:lnTo>
                  <a:pt x="0" y="0"/>
                </a:lnTo>
                <a:lnTo>
                  <a:pt x="0" y="1854200"/>
                </a:lnTo>
                <a:lnTo>
                  <a:pt x="315308" y="1993900"/>
                </a:lnTo>
                <a:lnTo>
                  <a:pt x="362238" y="2006600"/>
                </a:lnTo>
                <a:lnTo>
                  <a:pt x="409221" y="2032000"/>
                </a:lnTo>
                <a:lnTo>
                  <a:pt x="456257" y="2044700"/>
                </a:lnTo>
                <a:lnTo>
                  <a:pt x="503347" y="2070100"/>
                </a:lnTo>
                <a:lnTo>
                  <a:pt x="550490" y="2082800"/>
                </a:lnTo>
                <a:lnTo>
                  <a:pt x="597687" y="2108200"/>
                </a:lnTo>
                <a:lnTo>
                  <a:pt x="692242" y="2133600"/>
                </a:lnTo>
                <a:lnTo>
                  <a:pt x="739599" y="2159000"/>
                </a:lnTo>
                <a:lnTo>
                  <a:pt x="787011" y="2171700"/>
                </a:lnTo>
                <a:lnTo>
                  <a:pt x="834476" y="2197100"/>
                </a:lnTo>
                <a:lnTo>
                  <a:pt x="976997" y="2235200"/>
                </a:lnTo>
                <a:lnTo>
                  <a:pt x="1024580" y="2260600"/>
                </a:lnTo>
                <a:lnTo>
                  <a:pt x="1167555" y="2298700"/>
                </a:lnTo>
                <a:lnTo>
                  <a:pt x="1215290" y="2324100"/>
                </a:lnTo>
                <a:lnTo>
                  <a:pt x="1454529" y="2387600"/>
                </a:lnTo>
                <a:lnTo>
                  <a:pt x="1502490" y="2413000"/>
                </a:lnTo>
                <a:lnTo>
                  <a:pt x="1935850" y="2527300"/>
                </a:lnTo>
                <a:lnTo>
                  <a:pt x="1955253" y="2527300"/>
                </a:lnTo>
                <a:lnTo>
                  <a:pt x="1960164" y="2540000"/>
                </a:lnTo>
                <a:lnTo>
                  <a:pt x="6964771" y="2540000"/>
                </a:lnTo>
                <a:lnTo>
                  <a:pt x="7168470" y="2489200"/>
                </a:lnTo>
                <a:lnTo>
                  <a:pt x="7218660" y="2489200"/>
                </a:lnTo>
                <a:lnTo>
                  <a:pt x="8215835" y="2235200"/>
                </a:lnTo>
                <a:lnTo>
                  <a:pt x="8265280" y="2209800"/>
                </a:lnTo>
                <a:lnTo>
                  <a:pt x="8462684" y="2159000"/>
                </a:lnTo>
                <a:lnTo>
                  <a:pt x="8511938" y="2133600"/>
                </a:lnTo>
                <a:lnTo>
                  <a:pt x="8659459" y="2095500"/>
                </a:lnTo>
                <a:lnTo>
                  <a:pt x="8708550" y="2070100"/>
                </a:lnTo>
                <a:lnTo>
                  <a:pt x="8805790" y="2044700"/>
                </a:lnTo>
                <a:lnTo>
                  <a:pt x="8853920" y="2019300"/>
                </a:lnTo>
                <a:lnTo>
                  <a:pt x="8949996" y="1993900"/>
                </a:lnTo>
                <a:lnTo>
                  <a:pt x="8997940" y="1968500"/>
                </a:lnTo>
                <a:lnTo>
                  <a:pt x="9045821" y="1955800"/>
                </a:lnTo>
                <a:lnTo>
                  <a:pt x="9144000" y="1917700"/>
                </a:lnTo>
                <a:lnTo>
                  <a:pt x="9144000" y="0"/>
                </a:lnTo>
                <a:close/>
              </a:path>
              <a:path w="9144000" h="2870200">
                <a:moveTo>
                  <a:pt x="1278221" y="2400300"/>
                </a:moveTo>
                <a:lnTo>
                  <a:pt x="1024232" y="2400300"/>
                </a:lnTo>
                <a:lnTo>
                  <a:pt x="1272918" y="2463800"/>
                </a:lnTo>
                <a:lnTo>
                  <a:pt x="1322709" y="2463800"/>
                </a:lnTo>
                <a:lnTo>
                  <a:pt x="1522050" y="2514600"/>
                </a:lnTo>
                <a:lnTo>
                  <a:pt x="1815306" y="2514600"/>
                </a:lnTo>
                <a:lnTo>
                  <a:pt x="1718165" y="2489200"/>
                </a:lnTo>
                <a:lnTo>
                  <a:pt x="1669460" y="2489200"/>
                </a:lnTo>
                <a:lnTo>
                  <a:pt x="1522951" y="2451100"/>
                </a:lnTo>
                <a:lnTo>
                  <a:pt x="1474023" y="2451100"/>
                </a:lnTo>
                <a:lnTo>
                  <a:pt x="1278221" y="2400300"/>
                </a:lnTo>
                <a:close/>
              </a:path>
              <a:path w="9144000" h="2870200">
                <a:moveTo>
                  <a:pt x="0" y="2070100"/>
                </a:moveTo>
                <a:lnTo>
                  <a:pt x="0" y="2120900"/>
                </a:lnTo>
                <a:lnTo>
                  <a:pt x="51374" y="2146300"/>
                </a:lnTo>
                <a:lnTo>
                  <a:pt x="244350" y="2197100"/>
                </a:lnTo>
                <a:lnTo>
                  <a:pt x="292701" y="2222500"/>
                </a:lnTo>
                <a:lnTo>
                  <a:pt x="974549" y="2400300"/>
                </a:lnTo>
                <a:lnTo>
                  <a:pt x="1229332" y="2400300"/>
                </a:lnTo>
                <a:lnTo>
                  <a:pt x="985229" y="2336800"/>
                </a:lnTo>
                <a:lnTo>
                  <a:pt x="936483" y="2336800"/>
                </a:lnTo>
                <a:lnTo>
                  <a:pt x="351279" y="2184400"/>
                </a:lnTo>
                <a:lnTo>
                  <a:pt x="301694" y="2159000"/>
                </a:lnTo>
                <a:lnTo>
                  <a:pt x="103719" y="2108200"/>
                </a:lnTo>
                <a:lnTo>
                  <a:pt x="54330" y="2082800"/>
                </a:lnTo>
                <a:lnTo>
                  <a:pt x="0" y="207010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0324" y="598738"/>
            <a:ext cx="2506345" cy="14211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065" marR="5080" algn="ctr">
              <a:lnSpc>
                <a:spcPct val="92500"/>
              </a:lnSpc>
              <a:spcBef>
                <a:spcPts val="420"/>
              </a:spcBef>
            </a:pPr>
            <a:r>
              <a:rPr sz="3200" dirty="0">
                <a:solidFill>
                  <a:srgbClr val="FFFFFF"/>
                </a:solidFill>
              </a:rPr>
              <a:t>Pros</a:t>
            </a:r>
            <a:r>
              <a:rPr sz="3200" spc="105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and</a:t>
            </a:r>
            <a:r>
              <a:rPr sz="3200" spc="105" dirty="0">
                <a:solidFill>
                  <a:srgbClr val="FFFFFF"/>
                </a:solidFill>
              </a:rPr>
              <a:t> </a:t>
            </a:r>
            <a:r>
              <a:rPr sz="3200" spc="-20" dirty="0">
                <a:solidFill>
                  <a:srgbClr val="FFFFFF"/>
                </a:solidFill>
              </a:rPr>
              <a:t>Cons: </a:t>
            </a:r>
            <a:r>
              <a:rPr sz="3200" spc="-10" dirty="0">
                <a:solidFill>
                  <a:srgbClr val="FFFFFF"/>
                </a:solidFill>
              </a:rPr>
              <a:t>Heuristic Evaluation</a:t>
            </a:r>
            <a:endParaRPr sz="3200" dirty="0"/>
          </a:p>
        </p:txBody>
      </p:sp>
      <p:grpSp>
        <p:nvGrpSpPr>
          <p:cNvPr id="4" name="object 4"/>
          <p:cNvGrpSpPr/>
          <p:nvPr/>
        </p:nvGrpSpPr>
        <p:grpSpPr>
          <a:xfrm>
            <a:off x="3223422" y="564578"/>
            <a:ext cx="71120" cy="1596390"/>
            <a:chOff x="3223422" y="564578"/>
            <a:chExt cx="71120" cy="1596390"/>
          </a:xfrm>
        </p:grpSpPr>
        <p:sp>
          <p:nvSpPr>
            <p:cNvPr id="5" name="object 5"/>
            <p:cNvSpPr/>
            <p:nvPr/>
          </p:nvSpPr>
          <p:spPr>
            <a:xfrm>
              <a:off x="3244426" y="584941"/>
              <a:ext cx="26670" cy="1555115"/>
            </a:xfrm>
            <a:custGeom>
              <a:avLst/>
              <a:gdLst/>
              <a:ahLst/>
              <a:cxnLst/>
              <a:rect l="l" t="t" r="r" b="b"/>
              <a:pathLst>
                <a:path w="26670" h="1555114">
                  <a:moveTo>
                    <a:pt x="5738" y="1322767"/>
                  </a:moveTo>
                  <a:lnTo>
                    <a:pt x="6489" y="1359127"/>
                  </a:lnTo>
                  <a:lnTo>
                    <a:pt x="7142" y="1399553"/>
                  </a:lnTo>
                  <a:lnTo>
                    <a:pt x="7452" y="1444037"/>
                  </a:lnTo>
                  <a:lnTo>
                    <a:pt x="7224" y="1494973"/>
                  </a:lnTo>
                  <a:lnTo>
                    <a:pt x="6264" y="1554754"/>
                  </a:lnTo>
                  <a:lnTo>
                    <a:pt x="12449" y="1554445"/>
                  </a:lnTo>
                  <a:lnTo>
                    <a:pt x="19962" y="1554445"/>
                  </a:lnTo>
                  <a:lnTo>
                    <a:pt x="15749" y="1482265"/>
                  </a:lnTo>
                  <a:lnTo>
                    <a:pt x="11667" y="1417179"/>
                  </a:lnTo>
                  <a:lnTo>
                    <a:pt x="7919" y="1358590"/>
                  </a:lnTo>
                  <a:lnTo>
                    <a:pt x="5738" y="1322767"/>
                  </a:lnTo>
                  <a:close/>
                </a:path>
                <a:path w="26670" h="1555114">
                  <a:moveTo>
                    <a:pt x="19962" y="1554445"/>
                  </a:moveTo>
                  <a:lnTo>
                    <a:pt x="12449" y="1554445"/>
                  </a:lnTo>
                  <a:lnTo>
                    <a:pt x="16145" y="1554562"/>
                  </a:lnTo>
                  <a:lnTo>
                    <a:pt x="19980" y="1554754"/>
                  </a:lnTo>
                  <a:lnTo>
                    <a:pt x="19962" y="1554445"/>
                  </a:lnTo>
                  <a:close/>
                </a:path>
                <a:path w="26670" h="1555114">
                  <a:moveTo>
                    <a:pt x="6249" y="1058960"/>
                  </a:moveTo>
                  <a:lnTo>
                    <a:pt x="2890" y="1092848"/>
                  </a:lnTo>
                  <a:lnTo>
                    <a:pt x="719" y="1131449"/>
                  </a:lnTo>
                  <a:lnTo>
                    <a:pt x="0" y="1171119"/>
                  </a:lnTo>
                  <a:lnTo>
                    <a:pt x="546" y="1212764"/>
                  </a:lnTo>
                  <a:lnTo>
                    <a:pt x="2173" y="1257288"/>
                  </a:lnTo>
                  <a:lnTo>
                    <a:pt x="4692" y="1305595"/>
                  </a:lnTo>
                  <a:lnTo>
                    <a:pt x="5738" y="1322767"/>
                  </a:lnTo>
                  <a:lnTo>
                    <a:pt x="4933" y="1280867"/>
                  </a:lnTo>
                  <a:lnTo>
                    <a:pt x="4419" y="1238246"/>
                  </a:lnTo>
                  <a:lnTo>
                    <a:pt x="4339" y="1190104"/>
                  </a:lnTo>
                  <a:lnTo>
                    <a:pt x="4890" y="1134048"/>
                  </a:lnTo>
                  <a:lnTo>
                    <a:pt x="6264" y="1067683"/>
                  </a:lnTo>
                  <a:lnTo>
                    <a:pt x="6249" y="1058960"/>
                  </a:lnTo>
                  <a:close/>
                </a:path>
                <a:path w="26670" h="1555114">
                  <a:moveTo>
                    <a:pt x="12788" y="359435"/>
                  </a:moveTo>
                  <a:lnTo>
                    <a:pt x="9057" y="447574"/>
                  </a:lnTo>
                  <a:lnTo>
                    <a:pt x="6264" y="518434"/>
                  </a:lnTo>
                  <a:lnTo>
                    <a:pt x="3925" y="585540"/>
                  </a:lnTo>
                  <a:lnTo>
                    <a:pt x="2501" y="643443"/>
                  </a:lnTo>
                  <a:lnTo>
                    <a:pt x="1842" y="694066"/>
                  </a:lnTo>
                  <a:lnTo>
                    <a:pt x="1806" y="740003"/>
                  </a:lnTo>
                  <a:lnTo>
                    <a:pt x="2224" y="781162"/>
                  </a:lnTo>
                  <a:lnTo>
                    <a:pt x="2969" y="821480"/>
                  </a:lnTo>
                  <a:lnTo>
                    <a:pt x="3883" y="862209"/>
                  </a:lnTo>
                  <a:lnTo>
                    <a:pt x="4819" y="905271"/>
                  </a:lnTo>
                  <a:lnTo>
                    <a:pt x="5627" y="952589"/>
                  </a:lnTo>
                  <a:lnTo>
                    <a:pt x="6158" y="1006086"/>
                  </a:lnTo>
                  <a:lnTo>
                    <a:pt x="6249" y="1058960"/>
                  </a:lnTo>
                  <a:lnTo>
                    <a:pt x="6700" y="1054411"/>
                  </a:lnTo>
                  <a:lnTo>
                    <a:pt x="12335" y="1015235"/>
                  </a:lnTo>
                  <a:lnTo>
                    <a:pt x="19980" y="974415"/>
                  </a:lnTo>
                  <a:lnTo>
                    <a:pt x="24706" y="913777"/>
                  </a:lnTo>
                  <a:lnTo>
                    <a:pt x="26559" y="854213"/>
                  </a:lnTo>
                  <a:lnTo>
                    <a:pt x="26264" y="796148"/>
                  </a:lnTo>
                  <a:lnTo>
                    <a:pt x="24516" y="739332"/>
                  </a:lnTo>
                  <a:lnTo>
                    <a:pt x="22129" y="686202"/>
                  </a:lnTo>
                  <a:lnTo>
                    <a:pt x="19740" y="635167"/>
                  </a:lnTo>
                  <a:lnTo>
                    <a:pt x="18102" y="587321"/>
                  </a:lnTo>
                  <a:lnTo>
                    <a:pt x="17940" y="543087"/>
                  </a:lnTo>
                  <a:lnTo>
                    <a:pt x="19980" y="502889"/>
                  </a:lnTo>
                  <a:lnTo>
                    <a:pt x="17175" y="468017"/>
                  </a:lnTo>
                  <a:lnTo>
                    <a:pt x="15007" y="431057"/>
                  </a:lnTo>
                  <a:lnTo>
                    <a:pt x="13472" y="391509"/>
                  </a:lnTo>
                  <a:lnTo>
                    <a:pt x="12788" y="359435"/>
                  </a:lnTo>
                  <a:close/>
                </a:path>
                <a:path w="26670" h="1555114">
                  <a:moveTo>
                    <a:pt x="16291" y="100863"/>
                  </a:moveTo>
                  <a:lnTo>
                    <a:pt x="13546" y="197457"/>
                  </a:lnTo>
                  <a:lnTo>
                    <a:pt x="12606" y="252349"/>
                  </a:lnTo>
                  <a:lnTo>
                    <a:pt x="12401" y="322803"/>
                  </a:lnTo>
                  <a:lnTo>
                    <a:pt x="12563" y="348875"/>
                  </a:lnTo>
                  <a:lnTo>
                    <a:pt x="12788" y="359435"/>
                  </a:lnTo>
                  <a:lnTo>
                    <a:pt x="14325" y="322803"/>
                  </a:lnTo>
                  <a:lnTo>
                    <a:pt x="16359" y="267677"/>
                  </a:lnTo>
                  <a:lnTo>
                    <a:pt x="17699" y="216580"/>
                  </a:lnTo>
                  <a:lnTo>
                    <a:pt x="18124" y="168906"/>
                  </a:lnTo>
                  <a:lnTo>
                    <a:pt x="17414" y="124046"/>
                  </a:lnTo>
                  <a:lnTo>
                    <a:pt x="16291" y="100863"/>
                  </a:lnTo>
                  <a:close/>
                </a:path>
                <a:path w="26670" h="1555114">
                  <a:moveTo>
                    <a:pt x="15134" y="0"/>
                  </a:moveTo>
                  <a:lnTo>
                    <a:pt x="10364" y="1042"/>
                  </a:lnTo>
                  <a:lnTo>
                    <a:pt x="6368" y="1042"/>
                  </a:lnTo>
                  <a:lnTo>
                    <a:pt x="11705" y="40337"/>
                  </a:lnTo>
                  <a:lnTo>
                    <a:pt x="15348" y="81392"/>
                  </a:lnTo>
                  <a:lnTo>
                    <a:pt x="16291" y="100863"/>
                  </a:lnTo>
                  <a:lnTo>
                    <a:pt x="17239" y="71919"/>
                  </a:lnTo>
                  <a:lnTo>
                    <a:pt x="19951" y="1042"/>
                  </a:lnTo>
                  <a:lnTo>
                    <a:pt x="10364" y="1042"/>
                  </a:lnTo>
                  <a:lnTo>
                    <a:pt x="6264" y="274"/>
                  </a:lnTo>
                  <a:lnTo>
                    <a:pt x="19980" y="274"/>
                  </a:lnTo>
                  <a:lnTo>
                    <a:pt x="151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44059" y="585216"/>
              <a:ext cx="29845" cy="1555115"/>
            </a:xfrm>
            <a:custGeom>
              <a:avLst/>
              <a:gdLst/>
              <a:ahLst/>
              <a:cxnLst/>
              <a:rect l="l" t="t" r="r" b="b"/>
              <a:pathLst>
                <a:path w="29845" h="1555114">
                  <a:moveTo>
                    <a:pt x="20347" y="0"/>
                  </a:moveTo>
                  <a:lnTo>
                    <a:pt x="26114" y="24324"/>
                  </a:lnTo>
                  <a:lnTo>
                    <a:pt x="29024" y="58340"/>
                  </a:lnTo>
                  <a:lnTo>
                    <a:pt x="29646" y="100525"/>
                  </a:lnTo>
                  <a:lnTo>
                    <a:pt x="28547" y="149355"/>
                  </a:lnTo>
                  <a:lnTo>
                    <a:pt x="26295" y="203306"/>
                  </a:lnTo>
                  <a:lnTo>
                    <a:pt x="23457" y="260856"/>
                  </a:lnTo>
                  <a:lnTo>
                    <a:pt x="20601" y="320480"/>
                  </a:lnTo>
                  <a:lnTo>
                    <a:pt x="18294" y="380654"/>
                  </a:lnTo>
                  <a:lnTo>
                    <a:pt x="17104" y="439857"/>
                  </a:lnTo>
                  <a:lnTo>
                    <a:pt x="17599" y="496563"/>
                  </a:lnTo>
                  <a:lnTo>
                    <a:pt x="20347" y="549250"/>
                  </a:lnTo>
                  <a:lnTo>
                    <a:pt x="16520" y="604790"/>
                  </a:lnTo>
                  <a:lnTo>
                    <a:pt x="13209" y="655869"/>
                  </a:lnTo>
                  <a:lnTo>
                    <a:pt x="10496" y="703505"/>
                  </a:lnTo>
                  <a:lnTo>
                    <a:pt x="8465" y="748718"/>
                  </a:lnTo>
                  <a:lnTo>
                    <a:pt x="7199" y="792527"/>
                  </a:lnTo>
                  <a:lnTo>
                    <a:pt x="6782" y="835950"/>
                  </a:lnTo>
                  <a:lnTo>
                    <a:pt x="7297" y="880007"/>
                  </a:lnTo>
                  <a:lnTo>
                    <a:pt x="8828" y="925717"/>
                  </a:lnTo>
                  <a:lnTo>
                    <a:pt x="11457" y="974098"/>
                  </a:lnTo>
                  <a:lnTo>
                    <a:pt x="15269" y="1026171"/>
                  </a:lnTo>
                  <a:lnTo>
                    <a:pt x="20347" y="1082954"/>
                  </a:lnTo>
                  <a:lnTo>
                    <a:pt x="17382" y="1151868"/>
                  </a:lnTo>
                  <a:lnTo>
                    <a:pt x="14847" y="1211393"/>
                  </a:lnTo>
                  <a:lnTo>
                    <a:pt x="12874" y="1263781"/>
                  </a:lnTo>
                  <a:lnTo>
                    <a:pt x="11598" y="1311288"/>
                  </a:lnTo>
                  <a:lnTo>
                    <a:pt x="11152" y="1356167"/>
                  </a:lnTo>
                  <a:lnTo>
                    <a:pt x="11670" y="1400671"/>
                  </a:lnTo>
                  <a:lnTo>
                    <a:pt x="13286" y="1447055"/>
                  </a:lnTo>
                  <a:lnTo>
                    <a:pt x="16134" y="1497573"/>
                  </a:lnTo>
                  <a:lnTo>
                    <a:pt x="20347" y="1554480"/>
                  </a:lnTo>
                  <a:lnTo>
                    <a:pt x="15554" y="1554010"/>
                  </a:lnTo>
                  <a:lnTo>
                    <a:pt x="9953" y="1554680"/>
                  </a:lnTo>
                  <a:lnTo>
                    <a:pt x="6631" y="1554480"/>
                  </a:lnTo>
                  <a:lnTo>
                    <a:pt x="8813" y="1489809"/>
                  </a:lnTo>
                  <a:lnTo>
                    <a:pt x="9332" y="1430626"/>
                  </a:lnTo>
                  <a:lnTo>
                    <a:pt x="8629" y="1376204"/>
                  </a:lnTo>
                  <a:lnTo>
                    <a:pt x="7146" y="1325814"/>
                  </a:lnTo>
                  <a:lnTo>
                    <a:pt x="5326" y="1278729"/>
                  </a:lnTo>
                  <a:lnTo>
                    <a:pt x="3611" y="1234221"/>
                  </a:lnTo>
                  <a:lnTo>
                    <a:pt x="2442" y="1191563"/>
                  </a:lnTo>
                  <a:lnTo>
                    <a:pt x="2261" y="1150027"/>
                  </a:lnTo>
                  <a:lnTo>
                    <a:pt x="3510" y="1108885"/>
                  </a:lnTo>
                  <a:lnTo>
                    <a:pt x="6631" y="1067410"/>
                  </a:lnTo>
                  <a:lnTo>
                    <a:pt x="12816" y="1018040"/>
                  </a:lnTo>
                  <a:lnTo>
                    <a:pt x="18468" y="971216"/>
                  </a:lnTo>
                  <a:lnTo>
                    <a:pt x="23271" y="925779"/>
                  </a:lnTo>
                  <a:lnTo>
                    <a:pt x="26909" y="880570"/>
                  </a:lnTo>
                  <a:lnTo>
                    <a:pt x="29068" y="834432"/>
                  </a:lnTo>
                  <a:lnTo>
                    <a:pt x="29433" y="786206"/>
                  </a:lnTo>
                  <a:lnTo>
                    <a:pt x="27686" y="734732"/>
                  </a:lnTo>
                  <a:lnTo>
                    <a:pt x="23514" y="678854"/>
                  </a:lnTo>
                  <a:lnTo>
                    <a:pt x="16601" y="617413"/>
                  </a:lnTo>
                  <a:lnTo>
                    <a:pt x="6631" y="549250"/>
                  </a:lnTo>
                  <a:lnTo>
                    <a:pt x="9908" y="483287"/>
                  </a:lnTo>
                  <a:lnTo>
                    <a:pt x="10976" y="421028"/>
                  </a:lnTo>
                  <a:lnTo>
                    <a:pt x="10354" y="362307"/>
                  </a:lnTo>
                  <a:lnTo>
                    <a:pt x="8559" y="306958"/>
                  </a:lnTo>
                  <a:lnTo>
                    <a:pt x="6108" y="254815"/>
                  </a:lnTo>
                  <a:lnTo>
                    <a:pt x="3519" y="205713"/>
                  </a:lnTo>
                  <a:lnTo>
                    <a:pt x="1310" y="159485"/>
                  </a:lnTo>
                  <a:lnTo>
                    <a:pt x="0" y="115965"/>
                  </a:lnTo>
                  <a:lnTo>
                    <a:pt x="104" y="74989"/>
                  </a:lnTo>
                  <a:lnTo>
                    <a:pt x="2142" y="36389"/>
                  </a:lnTo>
                  <a:lnTo>
                    <a:pt x="6631" y="0"/>
                  </a:lnTo>
                  <a:lnTo>
                    <a:pt x="11478" y="354"/>
                  </a:lnTo>
                  <a:lnTo>
                    <a:pt x="13609" y="649"/>
                  </a:lnTo>
                  <a:lnTo>
                    <a:pt x="20347" y="0"/>
                  </a:lnTo>
                  <a:close/>
                </a:path>
              </a:pathLst>
            </a:custGeom>
            <a:ln w="412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3B5BBD6-5632-C2F2-C3E1-35B7D9C5258F}"/>
              </a:ext>
            </a:extLst>
          </p:cNvPr>
          <p:cNvSpPr txBox="1"/>
          <p:nvPr/>
        </p:nvSpPr>
        <p:spPr>
          <a:xfrm>
            <a:off x="533400" y="2971800"/>
            <a:ext cx="4038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+ Advantages: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GB" sz="2400" dirty="0"/>
              <a:t>Detects both major (42%) and minor (32%) problems in UI.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GB" sz="2400" dirty="0"/>
              <a:t>More effective than single specialist.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GB" sz="2400" dirty="0"/>
              <a:t>Can be used on designs.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GB" sz="2400" dirty="0"/>
              <a:t>“Realistic” approach.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GB" sz="2400" dirty="0"/>
              <a:t>“Severity rating” helps to set priorities.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3B532-1132-31C2-85E8-11DC55EF50FB}"/>
              </a:ext>
            </a:extLst>
          </p:cNvPr>
          <p:cNvSpPr txBox="1"/>
          <p:nvPr/>
        </p:nvSpPr>
        <p:spPr>
          <a:xfrm>
            <a:off x="4572000" y="2971800"/>
            <a:ext cx="4038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- Disadvantages: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Groups can develop their own bias.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Doing it properly is not that cheap.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New technologies (Web, Multimedia, Virtual Reality) may have specific problems not covered by the Heuristics.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550" y="2271301"/>
            <a:ext cx="2440940" cy="18478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 indent="196850" algn="just">
              <a:lnSpc>
                <a:spcPct val="92100"/>
              </a:lnSpc>
              <a:spcBef>
                <a:spcPts val="509"/>
              </a:spcBef>
            </a:pPr>
            <a:r>
              <a:rPr sz="4200" spc="-10" dirty="0">
                <a:latin typeface="Calibri Light"/>
                <a:cs typeface="Calibri Light"/>
              </a:rPr>
              <a:t>Choosing evaluation techniques</a:t>
            </a:r>
            <a:endParaRPr sz="42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00430" y="578631"/>
            <a:ext cx="80681" cy="5775246"/>
            <a:chOff x="3542860" y="1006554"/>
            <a:chExt cx="102235" cy="4522470"/>
          </a:xfrm>
        </p:grpSpPr>
        <p:sp>
          <p:nvSpPr>
            <p:cNvPr id="4" name="object 4"/>
            <p:cNvSpPr/>
            <p:nvPr/>
          </p:nvSpPr>
          <p:spPr>
            <a:xfrm>
              <a:off x="3560526" y="1026839"/>
              <a:ext cx="61594" cy="4482465"/>
            </a:xfrm>
            <a:custGeom>
              <a:avLst/>
              <a:gdLst/>
              <a:ahLst/>
              <a:cxnLst/>
              <a:rect l="l" t="t" r="r" b="b"/>
              <a:pathLst>
                <a:path w="61595" h="4482465">
                  <a:moveTo>
                    <a:pt x="36148" y="3235403"/>
                  </a:moveTo>
                  <a:lnTo>
                    <a:pt x="32096" y="3253909"/>
                  </a:lnTo>
                  <a:lnTo>
                    <a:pt x="20812" y="3290750"/>
                  </a:lnTo>
                  <a:lnTo>
                    <a:pt x="21076" y="3337258"/>
                  </a:lnTo>
                  <a:lnTo>
                    <a:pt x="22206" y="3383018"/>
                  </a:lnTo>
                  <a:lnTo>
                    <a:pt x="23953" y="3428356"/>
                  </a:lnTo>
                  <a:lnTo>
                    <a:pt x="26070" y="3473603"/>
                  </a:lnTo>
                  <a:lnTo>
                    <a:pt x="28308" y="3519085"/>
                  </a:lnTo>
                  <a:lnTo>
                    <a:pt x="30419" y="3565131"/>
                  </a:lnTo>
                  <a:lnTo>
                    <a:pt x="32155" y="3612069"/>
                  </a:lnTo>
                  <a:lnTo>
                    <a:pt x="33269" y="3660229"/>
                  </a:lnTo>
                  <a:lnTo>
                    <a:pt x="33512" y="3709938"/>
                  </a:lnTo>
                  <a:lnTo>
                    <a:pt x="32635" y="3761524"/>
                  </a:lnTo>
                  <a:lnTo>
                    <a:pt x="30392" y="3815315"/>
                  </a:lnTo>
                  <a:lnTo>
                    <a:pt x="26533" y="3871641"/>
                  </a:lnTo>
                  <a:lnTo>
                    <a:pt x="20812" y="3930830"/>
                  </a:lnTo>
                  <a:lnTo>
                    <a:pt x="18007" y="4000946"/>
                  </a:lnTo>
                  <a:lnTo>
                    <a:pt x="17327" y="4061846"/>
                  </a:lnTo>
                  <a:lnTo>
                    <a:pt x="18250" y="4115263"/>
                  </a:lnTo>
                  <a:lnTo>
                    <a:pt x="20255" y="4162932"/>
                  </a:lnTo>
                  <a:lnTo>
                    <a:pt x="22821" y="4206586"/>
                  </a:lnTo>
                  <a:lnTo>
                    <a:pt x="25426" y="4247960"/>
                  </a:lnTo>
                  <a:lnTo>
                    <a:pt x="27550" y="4288786"/>
                  </a:lnTo>
                  <a:lnTo>
                    <a:pt x="28672" y="4330799"/>
                  </a:lnTo>
                  <a:lnTo>
                    <a:pt x="28270" y="4375733"/>
                  </a:lnTo>
                  <a:lnTo>
                    <a:pt x="25824" y="4425322"/>
                  </a:lnTo>
                  <a:lnTo>
                    <a:pt x="20812" y="4481299"/>
                  </a:lnTo>
                  <a:lnTo>
                    <a:pt x="25895" y="4482122"/>
                  </a:lnTo>
                  <a:lnTo>
                    <a:pt x="31069" y="4481136"/>
                  </a:lnTo>
                  <a:lnTo>
                    <a:pt x="34529" y="4481136"/>
                  </a:lnTo>
                  <a:lnTo>
                    <a:pt x="34848" y="4441311"/>
                  </a:lnTo>
                  <a:lnTo>
                    <a:pt x="34620" y="4398048"/>
                  </a:lnTo>
                  <a:lnTo>
                    <a:pt x="33968" y="4351862"/>
                  </a:lnTo>
                  <a:lnTo>
                    <a:pt x="33018" y="4303104"/>
                  </a:lnTo>
                  <a:lnTo>
                    <a:pt x="30719" y="4199284"/>
                  </a:lnTo>
                  <a:lnTo>
                    <a:pt x="29620" y="4144926"/>
                  </a:lnTo>
                  <a:lnTo>
                    <a:pt x="28722" y="4089406"/>
                  </a:lnTo>
                  <a:lnTo>
                    <a:pt x="28149" y="4033076"/>
                  </a:lnTo>
                  <a:lnTo>
                    <a:pt x="28026" y="3976288"/>
                  </a:lnTo>
                  <a:lnTo>
                    <a:pt x="28477" y="3919395"/>
                  </a:lnTo>
                  <a:lnTo>
                    <a:pt x="29628" y="3862749"/>
                  </a:lnTo>
                  <a:lnTo>
                    <a:pt x="31603" y="3806703"/>
                  </a:lnTo>
                  <a:lnTo>
                    <a:pt x="34528" y="3751607"/>
                  </a:lnTo>
                  <a:lnTo>
                    <a:pt x="34129" y="3694706"/>
                  </a:lnTo>
                  <a:lnTo>
                    <a:pt x="34038" y="3660229"/>
                  </a:lnTo>
                  <a:lnTo>
                    <a:pt x="34125" y="3565131"/>
                  </a:lnTo>
                  <a:lnTo>
                    <a:pt x="34255" y="3533324"/>
                  </a:lnTo>
                  <a:lnTo>
                    <a:pt x="34643" y="3473603"/>
                  </a:lnTo>
                  <a:lnTo>
                    <a:pt x="35362" y="3380768"/>
                  </a:lnTo>
                  <a:lnTo>
                    <a:pt x="35727" y="3330733"/>
                  </a:lnTo>
                  <a:lnTo>
                    <a:pt x="36010" y="3280696"/>
                  </a:lnTo>
                  <a:lnTo>
                    <a:pt x="36148" y="3235403"/>
                  </a:lnTo>
                  <a:close/>
                </a:path>
                <a:path w="61595" h="4482465">
                  <a:moveTo>
                    <a:pt x="34529" y="4481136"/>
                  </a:moveTo>
                  <a:lnTo>
                    <a:pt x="31069" y="4481136"/>
                  </a:lnTo>
                  <a:lnTo>
                    <a:pt x="34528" y="4481299"/>
                  </a:lnTo>
                  <a:lnTo>
                    <a:pt x="34529" y="4481136"/>
                  </a:lnTo>
                  <a:close/>
                </a:path>
                <a:path w="61595" h="4482465">
                  <a:moveTo>
                    <a:pt x="36642" y="2782553"/>
                  </a:moveTo>
                  <a:lnTo>
                    <a:pt x="35242" y="2818701"/>
                  </a:lnTo>
                  <a:lnTo>
                    <a:pt x="33795" y="2866224"/>
                  </a:lnTo>
                  <a:lnTo>
                    <a:pt x="32996" y="2915515"/>
                  </a:lnTo>
                  <a:lnTo>
                    <a:pt x="33141" y="2967203"/>
                  </a:lnTo>
                  <a:lnTo>
                    <a:pt x="34528" y="3021918"/>
                  </a:lnTo>
                  <a:lnTo>
                    <a:pt x="35369" y="3075638"/>
                  </a:lnTo>
                  <a:lnTo>
                    <a:pt x="35890" y="3128130"/>
                  </a:lnTo>
                  <a:lnTo>
                    <a:pt x="36101" y="3171652"/>
                  </a:lnTo>
                  <a:lnTo>
                    <a:pt x="36148" y="3235403"/>
                  </a:lnTo>
                  <a:lnTo>
                    <a:pt x="40806" y="3214131"/>
                  </a:lnTo>
                  <a:lnTo>
                    <a:pt x="47131" y="3171652"/>
                  </a:lnTo>
                  <a:lnTo>
                    <a:pt x="51260" y="3126710"/>
                  </a:lnTo>
                  <a:lnTo>
                    <a:pt x="53382" y="3079544"/>
                  </a:lnTo>
                  <a:lnTo>
                    <a:pt x="53686" y="3030392"/>
                  </a:lnTo>
                  <a:lnTo>
                    <a:pt x="52362" y="2979490"/>
                  </a:lnTo>
                  <a:lnTo>
                    <a:pt x="49599" y="2927077"/>
                  </a:lnTo>
                  <a:lnTo>
                    <a:pt x="45586" y="2873391"/>
                  </a:lnTo>
                  <a:lnTo>
                    <a:pt x="40511" y="2818670"/>
                  </a:lnTo>
                  <a:lnTo>
                    <a:pt x="36642" y="2782553"/>
                  </a:lnTo>
                  <a:close/>
                </a:path>
                <a:path w="61595" h="4482465">
                  <a:moveTo>
                    <a:pt x="27050" y="2328969"/>
                  </a:moveTo>
                  <a:lnTo>
                    <a:pt x="24963" y="2378038"/>
                  </a:lnTo>
                  <a:lnTo>
                    <a:pt x="22838" y="2429120"/>
                  </a:lnTo>
                  <a:lnTo>
                    <a:pt x="21010" y="2482676"/>
                  </a:lnTo>
                  <a:lnTo>
                    <a:pt x="19866" y="2536213"/>
                  </a:lnTo>
                  <a:lnTo>
                    <a:pt x="19683" y="2592462"/>
                  </a:lnTo>
                  <a:lnTo>
                    <a:pt x="20812" y="2650670"/>
                  </a:lnTo>
                  <a:lnTo>
                    <a:pt x="27935" y="2707071"/>
                  </a:lnTo>
                  <a:lnTo>
                    <a:pt x="34564" y="2763150"/>
                  </a:lnTo>
                  <a:lnTo>
                    <a:pt x="36642" y="2782553"/>
                  </a:lnTo>
                  <a:lnTo>
                    <a:pt x="37039" y="2772316"/>
                  </a:lnTo>
                  <a:lnTo>
                    <a:pt x="38891" y="2726440"/>
                  </a:lnTo>
                  <a:lnTo>
                    <a:pt x="40500" y="2680445"/>
                  </a:lnTo>
                  <a:lnTo>
                    <a:pt x="41571" y="2633700"/>
                  </a:lnTo>
                  <a:lnTo>
                    <a:pt x="41805" y="2585576"/>
                  </a:lnTo>
                  <a:lnTo>
                    <a:pt x="40907" y="2535445"/>
                  </a:lnTo>
                  <a:lnTo>
                    <a:pt x="38580" y="2482676"/>
                  </a:lnTo>
                  <a:lnTo>
                    <a:pt x="34528" y="2426642"/>
                  </a:lnTo>
                  <a:lnTo>
                    <a:pt x="30223" y="2368436"/>
                  </a:lnTo>
                  <a:lnTo>
                    <a:pt x="27050" y="2328969"/>
                  </a:lnTo>
                  <a:close/>
                </a:path>
                <a:path w="61595" h="4482465">
                  <a:moveTo>
                    <a:pt x="15165" y="2009008"/>
                  </a:moveTo>
                  <a:lnTo>
                    <a:pt x="13529" y="2043091"/>
                  </a:lnTo>
                  <a:lnTo>
                    <a:pt x="12885" y="2087957"/>
                  </a:lnTo>
                  <a:lnTo>
                    <a:pt x="13629" y="2131650"/>
                  </a:lnTo>
                  <a:lnTo>
                    <a:pt x="15534" y="2175196"/>
                  </a:lnTo>
                  <a:lnTo>
                    <a:pt x="18373" y="2219621"/>
                  </a:lnTo>
                  <a:lnTo>
                    <a:pt x="21919" y="2265952"/>
                  </a:lnTo>
                  <a:lnTo>
                    <a:pt x="25945" y="2315215"/>
                  </a:lnTo>
                  <a:lnTo>
                    <a:pt x="27050" y="2328969"/>
                  </a:lnTo>
                  <a:lnTo>
                    <a:pt x="28834" y="2280211"/>
                  </a:lnTo>
                  <a:lnTo>
                    <a:pt x="29916" y="2233228"/>
                  </a:lnTo>
                  <a:lnTo>
                    <a:pt x="29987" y="2187373"/>
                  </a:lnTo>
                  <a:lnTo>
                    <a:pt x="28714" y="2142529"/>
                  </a:lnTo>
                  <a:lnTo>
                    <a:pt x="25766" y="2098576"/>
                  </a:lnTo>
                  <a:lnTo>
                    <a:pt x="20812" y="2055395"/>
                  </a:lnTo>
                  <a:lnTo>
                    <a:pt x="15959" y="2016939"/>
                  </a:lnTo>
                  <a:lnTo>
                    <a:pt x="15165" y="2009008"/>
                  </a:lnTo>
                  <a:close/>
                </a:path>
                <a:path w="61595" h="4482465">
                  <a:moveTo>
                    <a:pt x="26061" y="0"/>
                  </a:moveTo>
                  <a:lnTo>
                    <a:pt x="18461" y="43569"/>
                  </a:lnTo>
                  <a:lnTo>
                    <a:pt x="16202" y="87787"/>
                  </a:lnTo>
                  <a:lnTo>
                    <a:pt x="14136" y="133347"/>
                  </a:lnTo>
                  <a:lnTo>
                    <a:pt x="12363" y="180201"/>
                  </a:lnTo>
                  <a:lnTo>
                    <a:pt x="10984" y="228302"/>
                  </a:lnTo>
                  <a:lnTo>
                    <a:pt x="10099" y="277605"/>
                  </a:lnTo>
                  <a:lnTo>
                    <a:pt x="9925" y="342711"/>
                  </a:lnTo>
                  <a:lnTo>
                    <a:pt x="10216" y="379624"/>
                  </a:lnTo>
                  <a:lnTo>
                    <a:pt x="11418" y="432248"/>
                  </a:lnTo>
                  <a:lnTo>
                    <a:pt x="13518" y="485885"/>
                  </a:lnTo>
                  <a:lnTo>
                    <a:pt x="16616" y="540489"/>
                  </a:lnTo>
                  <a:lnTo>
                    <a:pt x="20812" y="596013"/>
                  </a:lnTo>
                  <a:lnTo>
                    <a:pt x="26776" y="638025"/>
                  </a:lnTo>
                  <a:lnTo>
                    <a:pt x="31309" y="681877"/>
                  </a:lnTo>
                  <a:lnTo>
                    <a:pt x="34541" y="727497"/>
                  </a:lnTo>
                  <a:lnTo>
                    <a:pt x="36598" y="774815"/>
                  </a:lnTo>
                  <a:lnTo>
                    <a:pt x="37609" y="823758"/>
                  </a:lnTo>
                  <a:lnTo>
                    <a:pt x="37703" y="874257"/>
                  </a:lnTo>
                  <a:lnTo>
                    <a:pt x="37007" y="926240"/>
                  </a:lnTo>
                  <a:lnTo>
                    <a:pt x="35651" y="979636"/>
                  </a:lnTo>
                  <a:lnTo>
                    <a:pt x="33762" y="1034374"/>
                  </a:lnTo>
                  <a:lnTo>
                    <a:pt x="31468" y="1090383"/>
                  </a:lnTo>
                  <a:lnTo>
                    <a:pt x="28897" y="1147592"/>
                  </a:lnTo>
                  <a:lnTo>
                    <a:pt x="26179" y="1205929"/>
                  </a:lnTo>
                  <a:lnTo>
                    <a:pt x="23441" y="1265324"/>
                  </a:lnTo>
                  <a:lnTo>
                    <a:pt x="20812" y="1325706"/>
                  </a:lnTo>
                  <a:lnTo>
                    <a:pt x="14621" y="1375308"/>
                  </a:lnTo>
                  <a:lnTo>
                    <a:pt x="9588" y="1427788"/>
                  </a:lnTo>
                  <a:lnTo>
                    <a:pt x="5663" y="1482522"/>
                  </a:lnTo>
                  <a:lnTo>
                    <a:pt x="2792" y="1538888"/>
                  </a:lnTo>
                  <a:lnTo>
                    <a:pt x="926" y="1596264"/>
                  </a:lnTo>
                  <a:lnTo>
                    <a:pt x="12" y="1654028"/>
                  </a:lnTo>
                  <a:lnTo>
                    <a:pt x="0" y="1711557"/>
                  </a:lnTo>
                  <a:lnTo>
                    <a:pt x="836" y="1768228"/>
                  </a:lnTo>
                  <a:lnTo>
                    <a:pt x="2471" y="1823420"/>
                  </a:lnTo>
                  <a:lnTo>
                    <a:pt x="4852" y="1876509"/>
                  </a:lnTo>
                  <a:lnTo>
                    <a:pt x="7928" y="1926874"/>
                  </a:lnTo>
                  <a:lnTo>
                    <a:pt x="11648" y="1973891"/>
                  </a:lnTo>
                  <a:lnTo>
                    <a:pt x="15165" y="2009008"/>
                  </a:lnTo>
                  <a:lnTo>
                    <a:pt x="15788" y="1996025"/>
                  </a:lnTo>
                  <a:lnTo>
                    <a:pt x="19890" y="1945734"/>
                  </a:lnTo>
                  <a:lnTo>
                    <a:pt x="26060" y="1891190"/>
                  </a:lnTo>
                  <a:lnTo>
                    <a:pt x="34528" y="1831367"/>
                  </a:lnTo>
                  <a:lnTo>
                    <a:pt x="44385" y="1777145"/>
                  </a:lnTo>
                  <a:lnTo>
                    <a:pt x="51750" y="1721675"/>
                  </a:lnTo>
                  <a:lnTo>
                    <a:pt x="56874" y="1665430"/>
                  </a:lnTo>
                  <a:lnTo>
                    <a:pt x="60006" y="1608880"/>
                  </a:lnTo>
                  <a:lnTo>
                    <a:pt x="61397" y="1552499"/>
                  </a:lnTo>
                  <a:lnTo>
                    <a:pt x="61297" y="1496757"/>
                  </a:lnTo>
                  <a:lnTo>
                    <a:pt x="59954" y="1442126"/>
                  </a:lnTo>
                  <a:lnTo>
                    <a:pt x="57621" y="1389077"/>
                  </a:lnTo>
                  <a:lnTo>
                    <a:pt x="54546" y="1338083"/>
                  </a:lnTo>
                  <a:lnTo>
                    <a:pt x="50979" y="1289616"/>
                  </a:lnTo>
                  <a:lnTo>
                    <a:pt x="47172" y="1244146"/>
                  </a:lnTo>
                  <a:lnTo>
                    <a:pt x="43373" y="1202145"/>
                  </a:lnTo>
                  <a:lnTo>
                    <a:pt x="39832" y="1164086"/>
                  </a:lnTo>
                  <a:lnTo>
                    <a:pt x="36801" y="1130439"/>
                  </a:lnTo>
                  <a:lnTo>
                    <a:pt x="34528" y="1101678"/>
                  </a:lnTo>
                  <a:lnTo>
                    <a:pt x="36508" y="1072182"/>
                  </a:lnTo>
                  <a:lnTo>
                    <a:pt x="38224" y="1039090"/>
                  </a:lnTo>
                  <a:lnTo>
                    <a:pt x="39610" y="1001994"/>
                  </a:lnTo>
                  <a:lnTo>
                    <a:pt x="40600" y="960486"/>
                  </a:lnTo>
                  <a:lnTo>
                    <a:pt x="41127" y="914161"/>
                  </a:lnTo>
                  <a:lnTo>
                    <a:pt x="41127" y="862610"/>
                  </a:lnTo>
                  <a:lnTo>
                    <a:pt x="40533" y="805427"/>
                  </a:lnTo>
                  <a:lnTo>
                    <a:pt x="39279" y="742204"/>
                  </a:lnTo>
                  <a:lnTo>
                    <a:pt x="37299" y="672535"/>
                  </a:lnTo>
                  <a:lnTo>
                    <a:pt x="32207" y="531701"/>
                  </a:lnTo>
                  <a:lnTo>
                    <a:pt x="30482" y="475994"/>
                  </a:lnTo>
                  <a:lnTo>
                    <a:pt x="29300" y="427113"/>
                  </a:lnTo>
                  <a:lnTo>
                    <a:pt x="28609" y="383279"/>
                  </a:lnTo>
                  <a:lnTo>
                    <a:pt x="28358" y="342711"/>
                  </a:lnTo>
                  <a:lnTo>
                    <a:pt x="28494" y="303631"/>
                  </a:lnTo>
                  <a:lnTo>
                    <a:pt x="28965" y="264259"/>
                  </a:lnTo>
                  <a:lnTo>
                    <a:pt x="29720" y="222815"/>
                  </a:lnTo>
                  <a:lnTo>
                    <a:pt x="30705" y="177521"/>
                  </a:lnTo>
                  <a:lnTo>
                    <a:pt x="31870" y="126596"/>
                  </a:lnTo>
                  <a:lnTo>
                    <a:pt x="33161" y="68262"/>
                  </a:lnTo>
                  <a:lnTo>
                    <a:pt x="34528" y="739"/>
                  </a:lnTo>
                  <a:lnTo>
                    <a:pt x="30094" y="461"/>
                  </a:lnTo>
                  <a:lnTo>
                    <a:pt x="26061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63497" y="1027191"/>
              <a:ext cx="60960" cy="4481195"/>
            </a:xfrm>
            <a:custGeom>
              <a:avLst/>
              <a:gdLst/>
              <a:ahLst/>
              <a:cxnLst/>
              <a:rect l="l" t="t" r="r" b="b"/>
              <a:pathLst>
                <a:path w="60960" h="4481195">
                  <a:moveTo>
                    <a:pt x="31557" y="387"/>
                  </a:moveTo>
                  <a:lnTo>
                    <a:pt x="28489" y="63407"/>
                  </a:lnTo>
                  <a:lnTo>
                    <a:pt x="26488" y="119564"/>
                  </a:lnTo>
                  <a:lnTo>
                    <a:pt x="25400" y="170187"/>
                  </a:lnTo>
                  <a:lnTo>
                    <a:pt x="25074" y="216601"/>
                  </a:lnTo>
                  <a:lnTo>
                    <a:pt x="25356" y="260134"/>
                  </a:lnTo>
                  <a:lnTo>
                    <a:pt x="26094" y="302113"/>
                  </a:lnTo>
                  <a:lnTo>
                    <a:pt x="27136" y="343865"/>
                  </a:lnTo>
                  <a:lnTo>
                    <a:pt x="28329" y="386716"/>
                  </a:lnTo>
                  <a:lnTo>
                    <a:pt x="29519" y="431994"/>
                  </a:lnTo>
                  <a:lnTo>
                    <a:pt x="30556" y="481026"/>
                  </a:lnTo>
                  <a:lnTo>
                    <a:pt x="31286" y="535140"/>
                  </a:lnTo>
                  <a:lnTo>
                    <a:pt x="31557" y="595661"/>
                  </a:lnTo>
                  <a:lnTo>
                    <a:pt x="32451" y="666804"/>
                  </a:lnTo>
                  <a:lnTo>
                    <a:pt x="33681" y="725634"/>
                  </a:lnTo>
                  <a:lnTo>
                    <a:pt x="35046" y="775051"/>
                  </a:lnTo>
                  <a:lnTo>
                    <a:pt x="36346" y="817961"/>
                  </a:lnTo>
                  <a:lnTo>
                    <a:pt x="37381" y="857265"/>
                  </a:lnTo>
                  <a:lnTo>
                    <a:pt x="37949" y="895868"/>
                  </a:lnTo>
                  <a:lnTo>
                    <a:pt x="37852" y="936672"/>
                  </a:lnTo>
                  <a:lnTo>
                    <a:pt x="36887" y="982580"/>
                  </a:lnTo>
                  <a:lnTo>
                    <a:pt x="34856" y="1036497"/>
                  </a:lnTo>
                  <a:lnTo>
                    <a:pt x="31557" y="1101325"/>
                  </a:lnTo>
                  <a:lnTo>
                    <a:pt x="27990" y="1162839"/>
                  </a:lnTo>
                  <a:lnTo>
                    <a:pt x="26622" y="1217786"/>
                  </a:lnTo>
                  <a:lnTo>
                    <a:pt x="26957" y="1267591"/>
                  </a:lnTo>
                  <a:lnTo>
                    <a:pt x="28501" y="1313677"/>
                  </a:lnTo>
                  <a:lnTo>
                    <a:pt x="30758" y="1357468"/>
                  </a:lnTo>
                  <a:lnTo>
                    <a:pt x="33233" y="1400390"/>
                  </a:lnTo>
                  <a:lnTo>
                    <a:pt x="35431" y="1443865"/>
                  </a:lnTo>
                  <a:lnTo>
                    <a:pt x="36858" y="1489319"/>
                  </a:lnTo>
                  <a:lnTo>
                    <a:pt x="37018" y="1538176"/>
                  </a:lnTo>
                  <a:lnTo>
                    <a:pt x="35416" y="1591859"/>
                  </a:lnTo>
                  <a:lnTo>
                    <a:pt x="31557" y="1651793"/>
                  </a:lnTo>
                  <a:lnTo>
                    <a:pt x="30933" y="1700556"/>
                  </a:lnTo>
                  <a:lnTo>
                    <a:pt x="29854" y="1750639"/>
                  </a:lnTo>
                  <a:lnTo>
                    <a:pt x="28455" y="1801717"/>
                  </a:lnTo>
                  <a:lnTo>
                    <a:pt x="26876" y="1853466"/>
                  </a:lnTo>
                  <a:lnTo>
                    <a:pt x="25255" y="1905564"/>
                  </a:lnTo>
                  <a:lnTo>
                    <a:pt x="23730" y="1957686"/>
                  </a:lnTo>
                  <a:lnTo>
                    <a:pt x="22438" y="2009508"/>
                  </a:lnTo>
                  <a:lnTo>
                    <a:pt x="21519" y="2060707"/>
                  </a:lnTo>
                  <a:lnTo>
                    <a:pt x="21110" y="2110958"/>
                  </a:lnTo>
                  <a:lnTo>
                    <a:pt x="21350" y="2159939"/>
                  </a:lnTo>
                  <a:lnTo>
                    <a:pt x="22376" y="2207325"/>
                  </a:lnTo>
                  <a:lnTo>
                    <a:pt x="24327" y="2252793"/>
                  </a:lnTo>
                  <a:lnTo>
                    <a:pt x="27341" y="2296019"/>
                  </a:lnTo>
                  <a:lnTo>
                    <a:pt x="31557" y="2336679"/>
                  </a:lnTo>
                  <a:lnTo>
                    <a:pt x="31774" y="2383374"/>
                  </a:lnTo>
                  <a:lnTo>
                    <a:pt x="30591" y="2430519"/>
                  </a:lnTo>
                  <a:lnTo>
                    <a:pt x="28417" y="2478137"/>
                  </a:lnTo>
                  <a:lnTo>
                    <a:pt x="25659" y="2526252"/>
                  </a:lnTo>
                  <a:lnTo>
                    <a:pt x="22726" y="2574889"/>
                  </a:lnTo>
                  <a:lnTo>
                    <a:pt x="20026" y="2624071"/>
                  </a:lnTo>
                  <a:lnTo>
                    <a:pt x="17966" y="2673822"/>
                  </a:lnTo>
                  <a:lnTo>
                    <a:pt x="16955" y="2724166"/>
                  </a:lnTo>
                  <a:lnTo>
                    <a:pt x="17400" y="2775127"/>
                  </a:lnTo>
                  <a:lnTo>
                    <a:pt x="19710" y="2826730"/>
                  </a:lnTo>
                  <a:lnTo>
                    <a:pt x="24293" y="2878997"/>
                  </a:lnTo>
                  <a:lnTo>
                    <a:pt x="31557" y="2931953"/>
                  </a:lnTo>
                  <a:lnTo>
                    <a:pt x="35380" y="2987081"/>
                  </a:lnTo>
                  <a:lnTo>
                    <a:pt x="37688" y="3040536"/>
                  </a:lnTo>
                  <a:lnTo>
                    <a:pt x="38730" y="3092535"/>
                  </a:lnTo>
                  <a:lnTo>
                    <a:pt x="38756" y="3143297"/>
                  </a:lnTo>
                  <a:lnTo>
                    <a:pt x="38018" y="3193042"/>
                  </a:lnTo>
                  <a:lnTo>
                    <a:pt x="36766" y="3241989"/>
                  </a:lnTo>
                  <a:lnTo>
                    <a:pt x="35250" y="3290357"/>
                  </a:lnTo>
                  <a:lnTo>
                    <a:pt x="33720" y="3338366"/>
                  </a:lnTo>
                  <a:lnTo>
                    <a:pt x="32428" y="3386233"/>
                  </a:lnTo>
                  <a:lnTo>
                    <a:pt x="31623" y="3434179"/>
                  </a:lnTo>
                  <a:lnTo>
                    <a:pt x="31557" y="3482422"/>
                  </a:lnTo>
                  <a:lnTo>
                    <a:pt x="35186" y="3509028"/>
                  </a:lnTo>
                  <a:lnTo>
                    <a:pt x="38809" y="3538467"/>
                  </a:lnTo>
                  <a:lnTo>
                    <a:pt x="45787" y="3605586"/>
                  </a:lnTo>
                  <a:lnTo>
                    <a:pt x="51988" y="3683277"/>
                  </a:lnTo>
                  <a:lnTo>
                    <a:pt x="54641" y="3725930"/>
                  </a:lnTo>
                  <a:lnTo>
                    <a:pt x="56911" y="3771038"/>
                  </a:lnTo>
                  <a:lnTo>
                    <a:pt x="58737" y="3818537"/>
                  </a:lnTo>
                  <a:lnTo>
                    <a:pt x="60056" y="3868366"/>
                  </a:lnTo>
                  <a:lnTo>
                    <a:pt x="60805" y="3920461"/>
                  </a:lnTo>
                  <a:lnTo>
                    <a:pt x="60921" y="3974760"/>
                  </a:lnTo>
                  <a:lnTo>
                    <a:pt x="60342" y="4031200"/>
                  </a:lnTo>
                  <a:lnTo>
                    <a:pt x="59004" y="4089717"/>
                  </a:lnTo>
                  <a:lnTo>
                    <a:pt x="56847" y="4150250"/>
                  </a:lnTo>
                  <a:lnTo>
                    <a:pt x="53806" y="4212735"/>
                  </a:lnTo>
                  <a:lnTo>
                    <a:pt x="49819" y="4277111"/>
                  </a:lnTo>
                  <a:lnTo>
                    <a:pt x="44823" y="4343313"/>
                  </a:lnTo>
                  <a:lnTo>
                    <a:pt x="38757" y="4411279"/>
                  </a:lnTo>
                  <a:lnTo>
                    <a:pt x="31557" y="4480947"/>
                  </a:lnTo>
                  <a:lnTo>
                    <a:pt x="27946" y="4481029"/>
                  </a:lnTo>
                  <a:lnTo>
                    <a:pt x="22211" y="4480897"/>
                  </a:lnTo>
                  <a:lnTo>
                    <a:pt x="17841" y="4480947"/>
                  </a:lnTo>
                  <a:lnTo>
                    <a:pt x="13138" y="4438790"/>
                  </a:lnTo>
                  <a:lnTo>
                    <a:pt x="9672" y="4393439"/>
                  </a:lnTo>
                  <a:lnTo>
                    <a:pt x="7319" y="4345441"/>
                  </a:lnTo>
                  <a:lnTo>
                    <a:pt x="5955" y="4295348"/>
                  </a:lnTo>
                  <a:lnTo>
                    <a:pt x="5457" y="4243707"/>
                  </a:lnTo>
                  <a:lnTo>
                    <a:pt x="5701" y="4191070"/>
                  </a:lnTo>
                  <a:lnTo>
                    <a:pt x="6565" y="4137986"/>
                  </a:lnTo>
                  <a:lnTo>
                    <a:pt x="7924" y="4085004"/>
                  </a:lnTo>
                  <a:lnTo>
                    <a:pt x="9656" y="4032674"/>
                  </a:lnTo>
                  <a:lnTo>
                    <a:pt x="11637" y="3981545"/>
                  </a:lnTo>
                  <a:lnTo>
                    <a:pt x="13744" y="3932168"/>
                  </a:lnTo>
                  <a:lnTo>
                    <a:pt x="15853" y="3885092"/>
                  </a:lnTo>
                  <a:lnTo>
                    <a:pt x="17841" y="3840867"/>
                  </a:lnTo>
                  <a:lnTo>
                    <a:pt x="25440" y="3795385"/>
                  </a:lnTo>
                  <a:lnTo>
                    <a:pt x="31533" y="3751876"/>
                  </a:lnTo>
                  <a:lnTo>
                    <a:pt x="36116" y="3709379"/>
                  </a:lnTo>
                  <a:lnTo>
                    <a:pt x="39183" y="3666932"/>
                  </a:lnTo>
                  <a:lnTo>
                    <a:pt x="40731" y="3623573"/>
                  </a:lnTo>
                  <a:lnTo>
                    <a:pt x="40754" y="3578340"/>
                  </a:lnTo>
                  <a:lnTo>
                    <a:pt x="39248" y="3530271"/>
                  </a:lnTo>
                  <a:lnTo>
                    <a:pt x="36209" y="3478404"/>
                  </a:lnTo>
                  <a:lnTo>
                    <a:pt x="31630" y="3421777"/>
                  </a:lnTo>
                  <a:lnTo>
                    <a:pt x="25509" y="3359429"/>
                  </a:lnTo>
                  <a:lnTo>
                    <a:pt x="17841" y="3290398"/>
                  </a:lnTo>
                  <a:lnTo>
                    <a:pt x="18369" y="3232905"/>
                  </a:lnTo>
                  <a:lnTo>
                    <a:pt x="19762" y="3179298"/>
                  </a:lnTo>
                  <a:lnTo>
                    <a:pt x="21803" y="3128972"/>
                  </a:lnTo>
                  <a:lnTo>
                    <a:pt x="24275" y="3081321"/>
                  </a:lnTo>
                  <a:lnTo>
                    <a:pt x="26961" y="3035741"/>
                  </a:lnTo>
                  <a:lnTo>
                    <a:pt x="29644" y="2991626"/>
                  </a:lnTo>
                  <a:lnTo>
                    <a:pt x="32107" y="2948371"/>
                  </a:lnTo>
                  <a:lnTo>
                    <a:pt x="34132" y="2905372"/>
                  </a:lnTo>
                  <a:lnTo>
                    <a:pt x="35504" y="2862023"/>
                  </a:lnTo>
                  <a:lnTo>
                    <a:pt x="36004" y="2817719"/>
                  </a:lnTo>
                  <a:lnTo>
                    <a:pt x="35416" y="2771856"/>
                  </a:lnTo>
                  <a:lnTo>
                    <a:pt x="33523" y="2723828"/>
                  </a:lnTo>
                  <a:lnTo>
                    <a:pt x="30107" y="2673031"/>
                  </a:lnTo>
                  <a:lnTo>
                    <a:pt x="24952" y="2618859"/>
                  </a:lnTo>
                  <a:lnTo>
                    <a:pt x="17841" y="2560707"/>
                  </a:lnTo>
                  <a:lnTo>
                    <a:pt x="13416" y="2492437"/>
                  </a:lnTo>
                  <a:lnTo>
                    <a:pt x="9705" y="2430503"/>
                  </a:lnTo>
                  <a:lnTo>
                    <a:pt x="6735" y="2374022"/>
                  </a:lnTo>
                  <a:lnTo>
                    <a:pt x="4533" y="2322111"/>
                  </a:lnTo>
                  <a:lnTo>
                    <a:pt x="3126" y="2273887"/>
                  </a:lnTo>
                  <a:lnTo>
                    <a:pt x="2541" y="2228469"/>
                  </a:lnTo>
                  <a:lnTo>
                    <a:pt x="2807" y="2184972"/>
                  </a:lnTo>
                  <a:lnTo>
                    <a:pt x="3950" y="2142515"/>
                  </a:lnTo>
                  <a:lnTo>
                    <a:pt x="5997" y="2100215"/>
                  </a:lnTo>
                  <a:lnTo>
                    <a:pt x="8977" y="2057190"/>
                  </a:lnTo>
                  <a:lnTo>
                    <a:pt x="12915" y="2012557"/>
                  </a:lnTo>
                  <a:lnTo>
                    <a:pt x="17841" y="1965433"/>
                  </a:lnTo>
                  <a:lnTo>
                    <a:pt x="14273" y="1913901"/>
                  </a:lnTo>
                  <a:lnTo>
                    <a:pt x="10388" y="1865908"/>
                  </a:lnTo>
                  <a:lnTo>
                    <a:pt x="6602" y="1820206"/>
                  </a:lnTo>
                  <a:lnTo>
                    <a:pt x="3331" y="1775550"/>
                  </a:lnTo>
                  <a:lnTo>
                    <a:pt x="991" y="1730693"/>
                  </a:lnTo>
                  <a:lnTo>
                    <a:pt x="0" y="1684388"/>
                  </a:lnTo>
                  <a:lnTo>
                    <a:pt x="772" y="1635390"/>
                  </a:lnTo>
                  <a:lnTo>
                    <a:pt x="3726" y="1582451"/>
                  </a:lnTo>
                  <a:lnTo>
                    <a:pt x="9276" y="1524326"/>
                  </a:lnTo>
                  <a:lnTo>
                    <a:pt x="17841" y="1459769"/>
                  </a:lnTo>
                  <a:lnTo>
                    <a:pt x="20113" y="1415041"/>
                  </a:lnTo>
                  <a:lnTo>
                    <a:pt x="21339" y="1366562"/>
                  </a:lnTo>
                  <a:lnTo>
                    <a:pt x="21693" y="1315110"/>
                  </a:lnTo>
                  <a:lnTo>
                    <a:pt x="21348" y="1261459"/>
                  </a:lnTo>
                  <a:lnTo>
                    <a:pt x="20480" y="1206388"/>
                  </a:lnTo>
                  <a:lnTo>
                    <a:pt x="19262" y="1150671"/>
                  </a:lnTo>
                  <a:lnTo>
                    <a:pt x="17868" y="1095086"/>
                  </a:lnTo>
                  <a:lnTo>
                    <a:pt x="16474" y="1040408"/>
                  </a:lnTo>
                  <a:lnTo>
                    <a:pt x="15252" y="987415"/>
                  </a:lnTo>
                  <a:lnTo>
                    <a:pt x="14378" y="936882"/>
                  </a:lnTo>
                  <a:lnTo>
                    <a:pt x="14026" y="889586"/>
                  </a:lnTo>
                  <a:lnTo>
                    <a:pt x="14369" y="846304"/>
                  </a:lnTo>
                  <a:lnTo>
                    <a:pt x="15583" y="807811"/>
                  </a:lnTo>
                  <a:lnTo>
                    <a:pt x="17841" y="774884"/>
                  </a:lnTo>
                  <a:lnTo>
                    <a:pt x="20853" y="754902"/>
                  </a:lnTo>
                  <a:lnTo>
                    <a:pt x="23331" y="729174"/>
                  </a:lnTo>
                  <a:lnTo>
                    <a:pt x="26783" y="661609"/>
                  </a:lnTo>
                  <a:lnTo>
                    <a:pt x="27804" y="620337"/>
                  </a:lnTo>
                  <a:lnTo>
                    <a:pt x="28386" y="574450"/>
                  </a:lnTo>
                  <a:lnTo>
                    <a:pt x="28554" y="524229"/>
                  </a:lnTo>
                  <a:lnTo>
                    <a:pt x="28332" y="469958"/>
                  </a:lnTo>
                  <a:lnTo>
                    <a:pt x="27743" y="411919"/>
                  </a:lnTo>
                  <a:lnTo>
                    <a:pt x="26811" y="350395"/>
                  </a:lnTo>
                  <a:lnTo>
                    <a:pt x="25559" y="285668"/>
                  </a:lnTo>
                  <a:lnTo>
                    <a:pt x="24013" y="218021"/>
                  </a:lnTo>
                  <a:lnTo>
                    <a:pt x="22195" y="147736"/>
                  </a:lnTo>
                  <a:lnTo>
                    <a:pt x="20130" y="75097"/>
                  </a:lnTo>
                  <a:lnTo>
                    <a:pt x="17841" y="387"/>
                  </a:lnTo>
                  <a:lnTo>
                    <a:pt x="23186" y="214"/>
                  </a:lnTo>
                  <a:lnTo>
                    <a:pt x="25344" y="0"/>
                  </a:lnTo>
                  <a:lnTo>
                    <a:pt x="31557" y="387"/>
                  </a:lnTo>
                  <a:close/>
                </a:path>
              </a:pathLst>
            </a:custGeom>
            <a:ln w="41275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35278" y="533400"/>
            <a:ext cx="4555757" cy="5865708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183515" algn="l"/>
              </a:tabLst>
            </a:pPr>
            <a:r>
              <a:rPr sz="2400" dirty="0">
                <a:latin typeface="Calibri"/>
                <a:cs typeface="Calibri"/>
              </a:rPr>
              <a:t>Choice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context</a:t>
            </a:r>
            <a:r>
              <a:rPr lang="en-GB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526415" lvl="1" indent="-17081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526415" algn="l"/>
              </a:tabLst>
            </a:pPr>
            <a:r>
              <a:rPr lang="en-GB" sz="2400" dirty="0">
                <a:latin typeface="Calibri"/>
                <a:cs typeface="Calibri"/>
              </a:rPr>
              <a:t>Stage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development</a:t>
            </a:r>
            <a:r>
              <a:rPr lang="en-GB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526415" lvl="1" indent="-17081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526415" algn="l"/>
              </a:tabLst>
            </a:pPr>
            <a:r>
              <a:rPr lang="en-GB" sz="2400" spc="-10" dirty="0">
                <a:latin typeface="Calibri"/>
                <a:cs typeface="Calibri"/>
              </a:rPr>
              <a:t>Resources </a:t>
            </a:r>
            <a:r>
              <a:rPr sz="2400" spc="-10" dirty="0">
                <a:latin typeface="Calibri"/>
                <a:cs typeface="Calibri"/>
              </a:rPr>
              <a:t>available</a:t>
            </a:r>
            <a:r>
              <a:rPr lang="en-GB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183515" algn="l"/>
              </a:tabLst>
            </a:pPr>
            <a:r>
              <a:rPr lang="en-GB" sz="2400" spc="-20" dirty="0">
                <a:latin typeface="Calibri"/>
                <a:cs typeface="Calibri"/>
              </a:rPr>
              <a:t>Time.</a:t>
            </a:r>
            <a:endParaRPr sz="2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83515" algn="l"/>
              </a:tabLst>
            </a:pPr>
            <a:r>
              <a:rPr lang="en-GB" sz="2400" spc="-1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valuators</a:t>
            </a:r>
            <a:r>
              <a:rPr lang="en-GB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183515" algn="l"/>
              </a:tabLst>
            </a:pPr>
            <a:r>
              <a:rPr lang="en-GB" sz="2400" spc="-10" dirty="0">
                <a:latin typeface="Calibri"/>
                <a:cs typeface="Calibri"/>
              </a:rPr>
              <a:t>Users.</a:t>
            </a:r>
            <a:endParaRPr sz="2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83515" algn="l"/>
              </a:tabLst>
            </a:pPr>
            <a:r>
              <a:rPr lang="en-GB" sz="2400" spc="-10" dirty="0">
                <a:latin typeface="Calibri"/>
                <a:cs typeface="Calibri"/>
              </a:rPr>
              <a:t>Laboratory</a:t>
            </a:r>
            <a:r>
              <a:rPr sz="2400" spc="-10" dirty="0">
                <a:latin typeface="Calibri"/>
                <a:cs typeface="Calibri"/>
              </a:rPr>
              <a:t>/equipment/facilities</a:t>
            </a:r>
            <a:r>
              <a:rPr lang="en-GB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183515" algn="l"/>
              </a:tabLst>
            </a:pPr>
            <a:r>
              <a:rPr lang="en-GB" sz="2400" dirty="0">
                <a:latin typeface="Calibri"/>
                <a:cs typeface="Calibri"/>
              </a:rPr>
              <a:t>Acceptability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intrusion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83515" algn="l"/>
              </a:tabLst>
            </a:pPr>
            <a:r>
              <a:rPr lang="en-GB" sz="2400" dirty="0">
                <a:latin typeface="Calibri"/>
                <a:cs typeface="Calibri"/>
              </a:rPr>
              <a:t>Type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required</a:t>
            </a:r>
            <a:r>
              <a:rPr lang="en-GB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183515" algn="l"/>
              </a:tabLst>
            </a:pPr>
            <a:r>
              <a:rPr lang="en-GB" sz="2400" dirty="0">
                <a:latin typeface="Calibri"/>
                <a:cs typeface="Calibri"/>
              </a:rPr>
              <a:t>Precision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reliability</a:t>
            </a:r>
            <a:r>
              <a:rPr lang="en-GB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83515" algn="l"/>
              </a:tabLst>
            </a:pPr>
            <a:r>
              <a:rPr lang="en-GB" sz="2400" spc="-10" dirty="0">
                <a:latin typeface="Calibri"/>
                <a:cs typeface="Calibri"/>
              </a:rPr>
              <a:t>Diagnostic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lang="en-GB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183515" algn="l"/>
              </a:tabLst>
            </a:pPr>
            <a:r>
              <a:rPr lang="en-GB" sz="2400" dirty="0">
                <a:latin typeface="Calibri"/>
                <a:cs typeface="Calibri"/>
              </a:rPr>
              <a:t>Level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behavior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interest</a:t>
            </a:r>
            <a:r>
              <a:rPr lang="en-GB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7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Online</a:t>
            </a:r>
            <a:r>
              <a:rPr spc="220" dirty="0"/>
              <a:t> </a:t>
            </a:r>
            <a:r>
              <a:rPr dirty="0"/>
              <a:t>Free</a:t>
            </a:r>
            <a:r>
              <a:rPr spc="220" dirty="0"/>
              <a:t> </a:t>
            </a:r>
            <a:r>
              <a:rPr dirty="0"/>
              <a:t>Usability</a:t>
            </a:r>
            <a:r>
              <a:rPr spc="225" dirty="0"/>
              <a:t> </a:t>
            </a:r>
            <a:r>
              <a:rPr dirty="0"/>
              <a:t>Metrics</a:t>
            </a:r>
            <a:r>
              <a:rPr spc="215" dirty="0"/>
              <a:t> </a:t>
            </a:r>
            <a:r>
              <a:rPr spc="-10" dirty="0"/>
              <a:t>Tests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550" y="1631268"/>
            <a:ext cx="8182310" cy="1090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7390" y="1852676"/>
            <a:ext cx="8512810" cy="4695453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400" b="1" spc="-10" dirty="0">
                <a:latin typeface="Calibri"/>
                <a:cs typeface="Calibri"/>
              </a:rPr>
              <a:t>Speed</a:t>
            </a:r>
            <a:r>
              <a:rPr lang="en-GB" sz="2400" b="1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dirty="0">
                <a:latin typeface="Calibri"/>
                <a:cs typeface="Calibri"/>
              </a:rPr>
              <a:t>GTMetrix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3"/>
              </a:rPr>
              <a:t>http://gtmetrix.com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400" dirty="0">
                <a:latin typeface="Calibri"/>
                <a:cs typeface="Calibri"/>
              </a:rPr>
              <a:t>Pingdom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4"/>
              </a:rPr>
              <a:t>http://tools.pingdom.com/fpt/</a:t>
            </a:r>
            <a:endParaRPr lang="en-GB" sz="2400" u="sng" spc="-10" dirty="0">
              <a:solidFill>
                <a:srgbClr val="0563C1"/>
              </a:solidFill>
              <a:uFill>
                <a:solidFill>
                  <a:srgbClr val="0563C1"/>
                </a:solidFill>
              </a:u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400" b="1" spc="-10" dirty="0">
                <a:latin typeface="Calibri"/>
                <a:cs typeface="Calibri"/>
              </a:rPr>
              <a:t>Navigation</a:t>
            </a:r>
            <a:r>
              <a:rPr lang="en-GB" sz="2400" b="1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ts val="2780"/>
              </a:lnSpc>
              <a:spcBef>
                <a:spcPts val="125"/>
              </a:spcBef>
            </a:pPr>
            <a:r>
              <a:rPr sz="2400" dirty="0">
                <a:latin typeface="Calibri"/>
                <a:cs typeface="Calibri"/>
              </a:rPr>
              <a:t>UXPunk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5"/>
              </a:rPr>
              <a:t>http://www.optimalworkshop.com/?uxp_welcome=1</a:t>
            </a:r>
            <a:r>
              <a:rPr sz="2400" spc="-10" dirty="0">
                <a:solidFill>
                  <a:srgbClr val="0563C1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Colour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6"/>
              </a:rPr>
              <a:t>https://www.colorcombos.com/</a:t>
            </a:r>
            <a:endParaRPr lang="en-GB" sz="2400" u="sng" spc="-10" dirty="0">
              <a:solidFill>
                <a:srgbClr val="0563C1"/>
              </a:solidFill>
              <a:uFill>
                <a:solidFill>
                  <a:srgbClr val="0563C1"/>
                </a:solidFill>
              </a:uFill>
              <a:latin typeface="Calibri"/>
              <a:cs typeface="Calibri"/>
            </a:endParaRPr>
          </a:p>
          <a:p>
            <a:pPr marL="12700" marR="5080">
              <a:lnSpc>
                <a:spcPts val="2780"/>
              </a:lnSpc>
              <a:spcBef>
                <a:spcPts val="125"/>
              </a:spcBef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400" b="1" spc="-10" dirty="0">
                <a:latin typeface="Calibri"/>
                <a:cs typeface="Calibri"/>
              </a:rPr>
              <a:t>Readability</a:t>
            </a:r>
            <a:r>
              <a:rPr lang="en-GB" sz="2400" b="1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12700" marR="2000885">
              <a:lnSpc>
                <a:spcPct val="125600"/>
              </a:lnSpc>
              <a:spcBef>
                <a:spcPts val="75"/>
              </a:spcBef>
            </a:pPr>
            <a:r>
              <a:rPr sz="2400" dirty="0">
                <a:latin typeface="Calibri"/>
                <a:cs typeface="Calibri"/>
              </a:rPr>
              <a:t>Readability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Test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lang="en-GB" sz="24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7"/>
              </a:rPr>
              <a:t>https://readable.com/</a:t>
            </a:r>
            <a:r>
              <a:rPr lang="en-GB" sz="24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 </a:t>
            </a:r>
          </a:p>
          <a:p>
            <a:pPr marL="12700" marR="2000885">
              <a:lnSpc>
                <a:spcPct val="125600"/>
              </a:lnSpc>
              <a:spcBef>
                <a:spcPts val="75"/>
              </a:spcBef>
            </a:pPr>
            <a:r>
              <a:rPr sz="2400" dirty="0">
                <a:latin typeface="Calibri"/>
                <a:cs typeface="Calibri"/>
              </a:rPr>
              <a:t>Gunning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Index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lang="en-GB" sz="24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http://gunning-fog-index.com/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408" y="228600"/>
            <a:ext cx="2357120" cy="165163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5080">
              <a:lnSpc>
                <a:spcPts val="6100"/>
              </a:lnSpc>
              <a:spcBef>
                <a:spcPts val="800"/>
              </a:spcBef>
            </a:pPr>
            <a:r>
              <a:rPr sz="5550" spc="-10" dirty="0"/>
              <a:t>Gmetrix Results</a:t>
            </a:r>
            <a:endParaRPr sz="5550" dirty="0"/>
          </a:p>
        </p:txBody>
      </p:sp>
      <p:grpSp>
        <p:nvGrpSpPr>
          <p:cNvPr id="3" name="object 3"/>
          <p:cNvGrpSpPr/>
          <p:nvPr/>
        </p:nvGrpSpPr>
        <p:grpSpPr>
          <a:xfrm>
            <a:off x="524408" y="1926182"/>
            <a:ext cx="2480310" cy="97155"/>
            <a:chOff x="462813" y="4372552"/>
            <a:chExt cx="2480310" cy="97155"/>
          </a:xfrm>
        </p:grpSpPr>
        <p:sp>
          <p:nvSpPr>
            <p:cNvPr id="4" name="object 4"/>
            <p:cNvSpPr/>
            <p:nvPr/>
          </p:nvSpPr>
          <p:spPr>
            <a:xfrm>
              <a:off x="482237" y="4396306"/>
              <a:ext cx="2442210" cy="49530"/>
            </a:xfrm>
            <a:custGeom>
              <a:avLst/>
              <a:gdLst/>
              <a:ahLst/>
              <a:cxnLst/>
              <a:rect l="l" t="t" r="r" b="b"/>
              <a:pathLst>
                <a:path w="2442210" h="49529">
                  <a:moveTo>
                    <a:pt x="1602024" y="0"/>
                  </a:moveTo>
                  <a:lnTo>
                    <a:pt x="1553765" y="1045"/>
                  </a:lnTo>
                  <a:lnTo>
                    <a:pt x="1504255" y="3058"/>
                  </a:lnTo>
                  <a:lnTo>
                    <a:pt x="1348282" y="11183"/>
                  </a:lnTo>
                  <a:lnTo>
                    <a:pt x="1293835" y="13343"/>
                  </a:lnTo>
                  <a:lnTo>
                    <a:pt x="1238172" y="14608"/>
                  </a:lnTo>
                  <a:lnTo>
                    <a:pt x="1181301" y="14604"/>
                  </a:lnTo>
                  <a:lnTo>
                    <a:pt x="1123228" y="12960"/>
                  </a:lnTo>
                  <a:lnTo>
                    <a:pt x="1058928" y="5967"/>
                  </a:lnTo>
                  <a:lnTo>
                    <a:pt x="998707" y="2603"/>
                  </a:lnTo>
                  <a:lnTo>
                    <a:pt x="942236" y="2123"/>
                  </a:lnTo>
                  <a:lnTo>
                    <a:pt x="889188" y="3784"/>
                  </a:lnTo>
                  <a:lnTo>
                    <a:pt x="839234" y="6844"/>
                  </a:lnTo>
                  <a:lnTo>
                    <a:pt x="747299" y="14188"/>
                  </a:lnTo>
                  <a:lnTo>
                    <a:pt x="704662" y="16985"/>
                  </a:lnTo>
                  <a:lnTo>
                    <a:pt x="663808" y="18208"/>
                  </a:lnTo>
                  <a:lnTo>
                    <a:pt x="624409" y="17114"/>
                  </a:lnTo>
                  <a:lnTo>
                    <a:pt x="586137" y="12960"/>
                  </a:lnTo>
                  <a:lnTo>
                    <a:pt x="548619" y="10300"/>
                  </a:lnTo>
                  <a:lnTo>
                    <a:pt x="507812" y="8175"/>
                  </a:lnTo>
                  <a:lnTo>
                    <a:pt x="464087" y="6569"/>
                  </a:lnTo>
                  <a:lnTo>
                    <a:pt x="417813" y="5466"/>
                  </a:lnTo>
                  <a:lnTo>
                    <a:pt x="369361" y="4853"/>
                  </a:lnTo>
                  <a:lnTo>
                    <a:pt x="319099" y="4712"/>
                  </a:lnTo>
                  <a:lnTo>
                    <a:pt x="267396" y="5030"/>
                  </a:lnTo>
                  <a:lnTo>
                    <a:pt x="214624" y="5791"/>
                  </a:lnTo>
                  <a:lnTo>
                    <a:pt x="161150" y="6980"/>
                  </a:lnTo>
                  <a:lnTo>
                    <a:pt x="107346" y="8581"/>
                  </a:lnTo>
                  <a:lnTo>
                    <a:pt x="53579" y="10580"/>
                  </a:lnTo>
                  <a:lnTo>
                    <a:pt x="220" y="12960"/>
                  </a:lnTo>
                  <a:lnTo>
                    <a:pt x="0" y="16248"/>
                  </a:lnTo>
                  <a:lnTo>
                    <a:pt x="220" y="31248"/>
                  </a:lnTo>
                  <a:lnTo>
                    <a:pt x="55988" y="35661"/>
                  </a:lnTo>
                  <a:lnTo>
                    <a:pt x="110310" y="38996"/>
                  </a:lnTo>
                  <a:lnTo>
                    <a:pt x="163349" y="41347"/>
                  </a:lnTo>
                  <a:lnTo>
                    <a:pt x="215270" y="42806"/>
                  </a:lnTo>
                  <a:lnTo>
                    <a:pt x="266238" y="43468"/>
                  </a:lnTo>
                  <a:lnTo>
                    <a:pt x="316417" y="43425"/>
                  </a:lnTo>
                  <a:lnTo>
                    <a:pt x="365971" y="42771"/>
                  </a:lnTo>
                  <a:lnTo>
                    <a:pt x="415064" y="41600"/>
                  </a:lnTo>
                  <a:lnTo>
                    <a:pt x="463862" y="40004"/>
                  </a:lnTo>
                  <a:lnTo>
                    <a:pt x="512527" y="38078"/>
                  </a:lnTo>
                  <a:lnTo>
                    <a:pt x="659377" y="31248"/>
                  </a:lnTo>
                  <a:lnTo>
                    <a:pt x="713986" y="32962"/>
                  </a:lnTo>
                  <a:lnTo>
                    <a:pt x="766087" y="35369"/>
                  </a:lnTo>
                  <a:lnTo>
                    <a:pt x="816187" y="38202"/>
                  </a:lnTo>
                  <a:lnTo>
                    <a:pt x="912410" y="44077"/>
                  </a:lnTo>
                  <a:lnTo>
                    <a:pt x="959545" y="46586"/>
                  </a:lnTo>
                  <a:lnTo>
                    <a:pt x="1006705" y="48453"/>
                  </a:lnTo>
                  <a:lnTo>
                    <a:pt x="1054395" y="49413"/>
                  </a:lnTo>
                  <a:lnTo>
                    <a:pt x="1103123" y="49197"/>
                  </a:lnTo>
                  <a:lnTo>
                    <a:pt x="1153394" y="47540"/>
                  </a:lnTo>
                  <a:lnTo>
                    <a:pt x="1205716" y="44173"/>
                  </a:lnTo>
                  <a:lnTo>
                    <a:pt x="1260593" y="38832"/>
                  </a:lnTo>
                  <a:lnTo>
                    <a:pt x="1318534" y="31248"/>
                  </a:lnTo>
                  <a:lnTo>
                    <a:pt x="1379323" y="25620"/>
                  </a:lnTo>
                  <a:lnTo>
                    <a:pt x="1435319" y="22038"/>
                  </a:lnTo>
                  <a:lnTo>
                    <a:pt x="1487468" y="20196"/>
                  </a:lnTo>
                  <a:lnTo>
                    <a:pt x="1536719" y="19786"/>
                  </a:lnTo>
                  <a:lnTo>
                    <a:pt x="1584022" y="20502"/>
                  </a:lnTo>
                  <a:lnTo>
                    <a:pt x="1630325" y="22037"/>
                  </a:lnTo>
                  <a:lnTo>
                    <a:pt x="1772718" y="28484"/>
                  </a:lnTo>
                  <a:lnTo>
                    <a:pt x="1824506" y="30224"/>
                  </a:lnTo>
                  <a:lnTo>
                    <a:pt x="1880037" y="31248"/>
                  </a:lnTo>
                  <a:lnTo>
                    <a:pt x="1933312" y="28464"/>
                  </a:lnTo>
                  <a:lnTo>
                    <a:pt x="1982460" y="26740"/>
                  </a:lnTo>
                  <a:lnTo>
                    <a:pt x="2028707" y="25907"/>
                  </a:lnTo>
                  <a:lnTo>
                    <a:pt x="2073283" y="25799"/>
                  </a:lnTo>
                  <a:lnTo>
                    <a:pt x="2117412" y="26247"/>
                  </a:lnTo>
                  <a:lnTo>
                    <a:pt x="2314013" y="30258"/>
                  </a:lnTo>
                  <a:lnTo>
                    <a:pt x="2374319" y="30977"/>
                  </a:lnTo>
                  <a:lnTo>
                    <a:pt x="2441541" y="31248"/>
                  </a:lnTo>
                  <a:lnTo>
                    <a:pt x="2441578" y="23485"/>
                  </a:lnTo>
                  <a:lnTo>
                    <a:pt x="2441887" y="19103"/>
                  </a:lnTo>
                  <a:lnTo>
                    <a:pt x="2369725" y="9856"/>
                  </a:lnTo>
                  <a:lnTo>
                    <a:pt x="2303809" y="7644"/>
                  </a:lnTo>
                  <a:lnTo>
                    <a:pt x="2243145" y="6222"/>
                  </a:lnTo>
                  <a:lnTo>
                    <a:pt x="2187083" y="5488"/>
                  </a:lnTo>
                  <a:lnTo>
                    <a:pt x="2134972" y="5339"/>
                  </a:lnTo>
                  <a:lnTo>
                    <a:pt x="2086163" y="5673"/>
                  </a:lnTo>
                  <a:lnTo>
                    <a:pt x="2040007" y="6389"/>
                  </a:lnTo>
                  <a:lnTo>
                    <a:pt x="1995853" y="7383"/>
                  </a:lnTo>
                  <a:lnTo>
                    <a:pt x="1826271" y="12105"/>
                  </a:lnTo>
                  <a:lnTo>
                    <a:pt x="1782385" y="12960"/>
                  </a:lnTo>
                  <a:lnTo>
                    <a:pt x="1739210" y="6403"/>
                  </a:lnTo>
                  <a:lnTo>
                    <a:pt x="1694753" y="2306"/>
                  </a:lnTo>
                  <a:lnTo>
                    <a:pt x="1649022" y="296"/>
                  </a:lnTo>
                  <a:lnTo>
                    <a:pt x="1602024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1863" y="4391602"/>
              <a:ext cx="2442210" cy="59055"/>
            </a:xfrm>
            <a:custGeom>
              <a:avLst/>
              <a:gdLst/>
              <a:ahLst/>
              <a:cxnLst/>
              <a:rect l="l" t="t" r="r" b="b"/>
              <a:pathLst>
                <a:path w="2442210" h="59054">
                  <a:moveTo>
                    <a:pt x="595" y="17665"/>
                  </a:moveTo>
                  <a:lnTo>
                    <a:pt x="66753" y="16368"/>
                  </a:lnTo>
                  <a:lnTo>
                    <a:pt x="125856" y="15708"/>
                  </a:lnTo>
                  <a:lnTo>
                    <a:pt x="179077" y="15563"/>
                  </a:lnTo>
                  <a:lnTo>
                    <a:pt x="227585" y="15815"/>
                  </a:lnTo>
                  <a:lnTo>
                    <a:pt x="272552" y="16342"/>
                  </a:lnTo>
                  <a:lnTo>
                    <a:pt x="315148" y="17025"/>
                  </a:lnTo>
                  <a:lnTo>
                    <a:pt x="356544" y="17743"/>
                  </a:lnTo>
                  <a:lnTo>
                    <a:pt x="397912" y="18377"/>
                  </a:lnTo>
                  <a:lnTo>
                    <a:pt x="440421" y="18807"/>
                  </a:lnTo>
                  <a:lnTo>
                    <a:pt x="485244" y="18911"/>
                  </a:lnTo>
                  <a:lnTo>
                    <a:pt x="533550" y="18570"/>
                  </a:lnTo>
                  <a:lnTo>
                    <a:pt x="586512" y="17665"/>
                  </a:lnTo>
                  <a:lnTo>
                    <a:pt x="646480" y="14886"/>
                  </a:lnTo>
                  <a:lnTo>
                    <a:pt x="703436" y="11773"/>
                  </a:lnTo>
                  <a:lnTo>
                    <a:pt x="757786" y="8576"/>
                  </a:lnTo>
                  <a:lnTo>
                    <a:pt x="809939" y="5548"/>
                  </a:lnTo>
                  <a:lnTo>
                    <a:pt x="860300" y="2941"/>
                  </a:lnTo>
                  <a:lnTo>
                    <a:pt x="909276" y="1008"/>
                  </a:lnTo>
                  <a:lnTo>
                    <a:pt x="957274" y="0"/>
                  </a:lnTo>
                  <a:lnTo>
                    <a:pt x="1004702" y="169"/>
                  </a:lnTo>
                  <a:lnTo>
                    <a:pt x="1051965" y="1768"/>
                  </a:lnTo>
                  <a:lnTo>
                    <a:pt x="1099472" y="5049"/>
                  </a:lnTo>
                  <a:lnTo>
                    <a:pt x="1147628" y="10264"/>
                  </a:lnTo>
                  <a:lnTo>
                    <a:pt x="1196842" y="17665"/>
                  </a:lnTo>
                  <a:lnTo>
                    <a:pt x="1238236" y="20946"/>
                  </a:lnTo>
                  <a:lnTo>
                    <a:pt x="1281852" y="22670"/>
                  </a:lnTo>
                  <a:lnTo>
                    <a:pt x="1327540" y="23125"/>
                  </a:lnTo>
                  <a:lnTo>
                    <a:pt x="1375149" y="22599"/>
                  </a:lnTo>
                  <a:lnTo>
                    <a:pt x="1424529" y="21381"/>
                  </a:lnTo>
                  <a:lnTo>
                    <a:pt x="1475531" y="19758"/>
                  </a:lnTo>
                  <a:lnTo>
                    <a:pt x="1528003" y="18019"/>
                  </a:lnTo>
                  <a:lnTo>
                    <a:pt x="1581797" y="16452"/>
                  </a:lnTo>
                  <a:lnTo>
                    <a:pt x="1636760" y="15344"/>
                  </a:lnTo>
                  <a:lnTo>
                    <a:pt x="1692744" y="14985"/>
                  </a:lnTo>
                  <a:lnTo>
                    <a:pt x="1749598" y="15663"/>
                  </a:lnTo>
                  <a:lnTo>
                    <a:pt x="1807173" y="17665"/>
                  </a:lnTo>
                  <a:lnTo>
                    <a:pt x="1855798" y="17570"/>
                  </a:lnTo>
                  <a:lnTo>
                    <a:pt x="1904800" y="17221"/>
                  </a:lnTo>
                  <a:lnTo>
                    <a:pt x="1954085" y="16692"/>
                  </a:lnTo>
                  <a:lnTo>
                    <a:pt x="2003561" y="16057"/>
                  </a:lnTo>
                  <a:lnTo>
                    <a:pt x="2053132" y="15388"/>
                  </a:lnTo>
                  <a:lnTo>
                    <a:pt x="2102706" y="14759"/>
                  </a:lnTo>
                  <a:lnTo>
                    <a:pt x="2152188" y="14244"/>
                  </a:lnTo>
                  <a:lnTo>
                    <a:pt x="2201486" y="13916"/>
                  </a:lnTo>
                  <a:lnTo>
                    <a:pt x="2250504" y="13850"/>
                  </a:lnTo>
                  <a:lnTo>
                    <a:pt x="2299150" y="14118"/>
                  </a:lnTo>
                  <a:lnTo>
                    <a:pt x="2347330" y="14794"/>
                  </a:lnTo>
                  <a:lnTo>
                    <a:pt x="2394949" y="15952"/>
                  </a:lnTo>
                  <a:lnTo>
                    <a:pt x="2441916" y="17665"/>
                  </a:lnTo>
                  <a:lnTo>
                    <a:pt x="2441783" y="26031"/>
                  </a:lnTo>
                  <a:lnTo>
                    <a:pt x="2440960" y="27682"/>
                  </a:lnTo>
                  <a:lnTo>
                    <a:pt x="2441916" y="35953"/>
                  </a:lnTo>
                  <a:lnTo>
                    <a:pt x="2374947" y="42929"/>
                  </a:lnTo>
                  <a:lnTo>
                    <a:pt x="2314329" y="48521"/>
                  </a:lnTo>
                  <a:lnTo>
                    <a:pt x="2259036" y="52763"/>
                  </a:lnTo>
                  <a:lnTo>
                    <a:pt x="2208040" y="55690"/>
                  </a:lnTo>
                  <a:lnTo>
                    <a:pt x="2160315" y="57338"/>
                  </a:lnTo>
                  <a:lnTo>
                    <a:pt x="2114835" y="57740"/>
                  </a:lnTo>
                  <a:lnTo>
                    <a:pt x="2070572" y="56932"/>
                  </a:lnTo>
                  <a:lnTo>
                    <a:pt x="2026500" y="54948"/>
                  </a:lnTo>
                  <a:lnTo>
                    <a:pt x="1981592" y="51823"/>
                  </a:lnTo>
                  <a:lnTo>
                    <a:pt x="1934821" y="47592"/>
                  </a:lnTo>
                  <a:lnTo>
                    <a:pt x="1885161" y="42291"/>
                  </a:lnTo>
                  <a:lnTo>
                    <a:pt x="1831586" y="35953"/>
                  </a:lnTo>
                  <a:lnTo>
                    <a:pt x="1775699" y="32989"/>
                  </a:lnTo>
                  <a:lnTo>
                    <a:pt x="1724554" y="30093"/>
                  </a:lnTo>
                  <a:lnTo>
                    <a:pt x="1676892" y="27440"/>
                  </a:lnTo>
                  <a:lnTo>
                    <a:pt x="1631456" y="25205"/>
                  </a:lnTo>
                  <a:lnTo>
                    <a:pt x="1586988" y="23563"/>
                  </a:lnTo>
                  <a:lnTo>
                    <a:pt x="1542231" y="22689"/>
                  </a:lnTo>
                  <a:lnTo>
                    <a:pt x="1495926" y="22757"/>
                  </a:lnTo>
                  <a:lnTo>
                    <a:pt x="1446816" y="23943"/>
                  </a:lnTo>
                  <a:lnTo>
                    <a:pt x="1393644" y="26421"/>
                  </a:lnTo>
                  <a:lnTo>
                    <a:pt x="1335152" y="30366"/>
                  </a:lnTo>
                  <a:lnTo>
                    <a:pt x="1270082" y="35953"/>
                  </a:lnTo>
                  <a:lnTo>
                    <a:pt x="1204727" y="44535"/>
                  </a:lnTo>
                  <a:lnTo>
                    <a:pt x="1144442" y="50930"/>
                  </a:lnTo>
                  <a:lnTo>
                    <a:pt x="1088491" y="55295"/>
                  </a:lnTo>
                  <a:lnTo>
                    <a:pt x="1036137" y="57786"/>
                  </a:lnTo>
                  <a:lnTo>
                    <a:pt x="986645" y="58561"/>
                  </a:lnTo>
                  <a:lnTo>
                    <a:pt x="939279" y="57776"/>
                  </a:lnTo>
                  <a:lnTo>
                    <a:pt x="893303" y="55588"/>
                  </a:lnTo>
                  <a:lnTo>
                    <a:pt x="847980" y="52155"/>
                  </a:lnTo>
                  <a:lnTo>
                    <a:pt x="802576" y="47634"/>
                  </a:lnTo>
                  <a:lnTo>
                    <a:pt x="756354" y="42180"/>
                  </a:lnTo>
                  <a:lnTo>
                    <a:pt x="708578" y="35953"/>
                  </a:lnTo>
                  <a:lnTo>
                    <a:pt x="668534" y="37850"/>
                  </a:lnTo>
                  <a:lnTo>
                    <a:pt x="627408" y="39638"/>
                  </a:lnTo>
                  <a:lnTo>
                    <a:pt x="585065" y="41272"/>
                  </a:lnTo>
                  <a:lnTo>
                    <a:pt x="541370" y="42707"/>
                  </a:lnTo>
                  <a:lnTo>
                    <a:pt x="496190" y="43895"/>
                  </a:lnTo>
                  <a:lnTo>
                    <a:pt x="449390" y="44792"/>
                  </a:lnTo>
                  <a:lnTo>
                    <a:pt x="400837" y="45351"/>
                  </a:lnTo>
                  <a:lnTo>
                    <a:pt x="350396" y="45526"/>
                  </a:lnTo>
                  <a:lnTo>
                    <a:pt x="297933" y="45272"/>
                  </a:lnTo>
                  <a:lnTo>
                    <a:pt x="243314" y="44542"/>
                  </a:lnTo>
                  <a:lnTo>
                    <a:pt x="186404" y="43291"/>
                  </a:lnTo>
                  <a:lnTo>
                    <a:pt x="127071" y="41473"/>
                  </a:lnTo>
                  <a:lnTo>
                    <a:pt x="65179" y="39043"/>
                  </a:lnTo>
                  <a:lnTo>
                    <a:pt x="595" y="35953"/>
                  </a:lnTo>
                  <a:lnTo>
                    <a:pt x="0" y="28847"/>
                  </a:lnTo>
                  <a:lnTo>
                    <a:pt x="590" y="23972"/>
                  </a:lnTo>
                  <a:lnTo>
                    <a:pt x="595" y="17665"/>
                  </a:lnTo>
                  <a:close/>
                </a:path>
              </a:pathLst>
            </a:custGeom>
            <a:ln w="381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" y="2292715"/>
            <a:ext cx="7715250" cy="430339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667" y="892338"/>
            <a:ext cx="2599792" cy="884858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5080">
              <a:lnSpc>
                <a:spcPts val="6100"/>
              </a:lnSpc>
              <a:spcBef>
                <a:spcPts val="800"/>
              </a:spcBef>
            </a:pPr>
            <a:r>
              <a:rPr lang="en-GB" sz="5550" dirty="0"/>
              <a:t>Pingdom</a:t>
            </a:r>
            <a:endParaRPr sz="5550" dirty="0"/>
          </a:p>
        </p:txBody>
      </p:sp>
      <p:grpSp>
        <p:nvGrpSpPr>
          <p:cNvPr id="3" name="object 3"/>
          <p:cNvGrpSpPr/>
          <p:nvPr/>
        </p:nvGrpSpPr>
        <p:grpSpPr>
          <a:xfrm>
            <a:off x="524408" y="1926182"/>
            <a:ext cx="2480310" cy="97155"/>
            <a:chOff x="462813" y="4372552"/>
            <a:chExt cx="2480310" cy="97155"/>
          </a:xfrm>
        </p:grpSpPr>
        <p:sp>
          <p:nvSpPr>
            <p:cNvPr id="4" name="object 4"/>
            <p:cNvSpPr/>
            <p:nvPr/>
          </p:nvSpPr>
          <p:spPr>
            <a:xfrm>
              <a:off x="482237" y="4396306"/>
              <a:ext cx="2442210" cy="49530"/>
            </a:xfrm>
            <a:custGeom>
              <a:avLst/>
              <a:gdLst/>
              <a:ahLst/>
              <a:cxnLst/>
              <a:rect l="l" t="t" r="r" b="b"/>
              <a:pathLst>
                <a:path w="2442210" h="49529">
                  <a:moveTo>
                    <a:pt x="1602024" y="0"/>
                  </a:moveTo>
                  <a:lnTo>
                    <a:pt x="1553765" y="1045"/>
                  </a:lnTo>
                  <a:lnTo>
                    <a:pt x="1504255" y="3058"/>
                  </a:lnTo>
                  <a:lnTo>
                    <a:pt x="1348282" y="11183"/>
                  </a:lnTo>
                  <a:lnTo>
                    <a:pt x="1293835" y="13343"/>
                  </a:lnTo>
                  <a:lnTo>
                    <a:pt x="1238172" y="14608"/>
                  </a:lnTo>
                  <a:lnTo>
                    <a:pt x="1181301" y="14604"/>
                  </a:lnTo>
                  <a:lnTo>
                    <a:pt x="1123228" y="12960"/>
                  </a:lnTo>
                  <a:lnTo>
                    <a:pt x="1058928" y="5967"/>
                  </a:lnTo>
                  <a:lnTo>
                    <a:pt x="998707" y="2603"/>
                  </a:lnTo>
                  <a:lnTo>
                    <a:pt x="942236" y="2123"/>
                  </a:lnTo>
                  <a:lnTo>
                    <a:pt x="889188" y="3784"/>
                  </a:lnTo>
                  <a:lnTo>
                    <a:pt x="839234" y="6844"/>
                  </a:lnTo>
                  <a:lnTo>
                    <a:pt x="747299" y="14188"/>
                  </a:lnTo>
                  <a:lnTo>
                    <a:pt x="704662" y="16985"/>
                  </a:lnTo>
                  <a:lnTo>
                    <a:pt x="663808" y="18208"/>
                  </a:lnTo>
                  <a:lnTo>
                    <a:pt x="624409" y="17114"/>
                  </a:lnTo>
                  <a:lnTo>
                    <a:pt x="586137" y="12960"/>
                  </a:lnTo>
                  <a:lnTo>
                    <a:pt x="548619" y="10300"/>
                  </a:lnTo>
                  <a:lnTo>
                    <a:pt x="507812" y="8175"/>
                  </a:lnTo>
                  <a:lnTo>
                    <a:pt x="464087" y="6569"/>
                  </a:lnTo>
                  <a:lnTo>
                    <a:pt x="417813" y="5466"/>
                  </a:lnTo>
                  <a:lnTo>
                    <a:pt x="369361" y="4853"/>
                  </a:lnTo>
                  <a:lnTo>
                    <a:pt x="319099" y="4712"/>
                  </a:lnTo>
                  <a:lnTo>
                    <a:pt x="267396" y="5030"/>
                  </a:lnTo>
                  <a:lnTo>
                    <a:pt x="214624" y="5791"/>
                  </a:lnTo>
                  <a:lnTo>
                    <a:pt x="161150" y="6980"/>
                  </a:lnTo>
                  <a:lnTo>
                    <a:pt x="107346" y="8581"/>
                  </a:lnTo>
                  <a:lnTo>
                    <a:pt x="53579" y="10580"/>
                  </a:lnTo>
                  <a:lnTo>
                    <a:pt x="220" y="12960"/>
                  </a:lnTo>
                  <a:lnTo>
                    <a:pt x="0" y="16248"/>
                  </a:lnTo>
                  <a:lnTo>
                    <a:pt x="220" y="31248"/>
                  </a:lnTo>
                  <a:lnTo>
                    <a:pt x="55988" y="35661"/>
                  </a:lnTo>
                  <a:lnTo>
                    <a:pt x="110310" y="38996"/>
                  </a:lnTo>
                  <a:lnTo>
                    <a:pt x="163349" y="41347"/>
                  </a:lnTo>
                  <a:lnTo>
                    <a:pt x="215270" y="42806"/>
                  </a:lnTo>
                  <a:lnTo>
                    <a:pt x="266238" y="43468"/>
                  </a:lnTo>
                  <a:lnTo>
                    <a:pt x="316417" y="43425"/>
                  </a:lnTo>
                  <a:lnTo>
                    <a:pt x="365971" y="42771"/>
                  </a:lnTo>
                  <a:lnTo>
                    <a:pt x="415064" y="41600"/>
                  </a:lnTo>
                  <a:lnTo>
                    <a:pt x="463862" y="40004"/>
                  </a:lnTo>
                  <a:lnTo>
                    <a:pt x="512527" y="38078"/>
                  </a:lnTo>
                  <a:lnTo>
                    <a:pt x="659377" y="31248"/>
                  </a:lnTo>
                  <a:lnTo>
                    <a:pt x="713986" y="32962"/>
                  </a:lnTo>
                  <a:lnTo>
                    <a:pt x="766087" y="35369"/>
                  </a:lnTo>
                  <a:lnTo>
                    <a:pt x="816187" y="38202"/>
                  </a:lnTo>
                  <a:lnTo>
                    <a:pt x="912410" y="44077"/>
                  </a:lnTo>
                  <a:lnTo>
                    <a:pt x="959545" y="46586"/>
                  </a:lnTo>
                  <a:lnTo>
                    <a:pt x="1006705" y="48453"/>
                  </a:lnTo>
                  <a:lnTo>
                    <a:pt x="1054395" y="49413"/>
                  </a:lnTo>
                  <a:lnTo>
                    <a:pt x="1103123" y="49197"/>
                  </a:lnTo>
                  <a:lnTo>
                    <a:pt x="1153394" y="47540"/>
                  </a:lnTo>
                  <a:lnTo>
                    <a:pt x="1205716" y="44173"/>
                  </a:lnTo>
                  <a:lnTo>
                    <a:pt x="1260593" y="38832"/>
                  </a:lnTo>
                  <a:lnTo>
                    <a:pt x="1318534" y="31248"/>
                  </a:lnTo>
                  <a:lnTo>
                    <a:pt x="1379323" y="25620"/>
                  </a:lnTo>
                  <a:lnTo>
                    <a:pt x="1435319" y="22038"/>
                  </a:lnTo>
                  <a:lnTo>
                    <a:pt x="1487468" y="20196"/>
                  </a:lnTo>
                  <a:lnTo>
                    <a:pt x="1536719" y="19786"/>
                  </a:lnTo>
                  <a:lnTo>
                    <a:pt x="1584022" y="20502"/>
                  </a:lnTo>
                  <a:lnTo>
                    <a:pt x="1630325" y="22037"/>
                  </a:lnTo>
                  <a:lnTo>
                    <a:pt x="1772718" y="28484"/>
                  </a:lnTo>
                  <a:lnTo>
                    <a:pt x="1824506" y="30224"/>
                  </a:lnTo>
                  <a:lnTo>
                    <a:pt x="1880037" y="31248"/>
                  </a:lnTo>
                  <a:lnTo>
                    <a:pt x="1933312" y="28464"/>
                  </a:lnTo>
                  <a:lnTo>
                    <a:pt x="1982460" y="26740"/>
                  </a:lnTo>
                  <a:lnTo>
                    <a:pt x="2028707" y="25907"/>
                  </a:lnTo>
                  <a:lnTo>
                    <a:pt x="2073283" y="25799"/>
                  </a:lnTo>
                  <a:lnTo>
                    <a:pt x="2117412" y="26247"/>
                  </a:lnTo>
                  <a:lnTo>
                    <a:pt x="2314013" y="30258"/>
                  </a:lnTo>
                  <a:lnTo>
                    <a:pt x="2374319" y="30977"/>
                  </a:lnTo>
                  <a:lnTo>
                    <a:pt x="2441541" y="31248"/>
                  </a:lnTo>
                  <a:lnTo>
                    <a:pt x="2441578" y="23485"/>
                  </a:lnTo>
                  <a:lnTo>
                    <a:pt x="2441887" y="19103"/>
                  </a:lnTo>
                  <a:lnTo>
                    <a:pt x="2369725" y="9856"/>
                  </a:lnTo>
                  <a:lnTo>
                    <a:pt x="2303809" y="7644"/>
                  </a:lnTo>
                  <a:lnTo>
                    <a:pt x="2243145" y="6222"/>
                  </a:lnTo>
                  <a:lnTo>
                    <a:pt x="2187083" y="5488"/>
                  </a:lnTo>
                  <a:lnTo>
                    <a:pt x="2134972" y="5339"/>
                  </a:lnTo>
                  <a:lnTo>
                    <a:pt x="2086163" y="5673"/>
                  </a:lnTo>
                  <a:lnTo>
                    <a:pt x="2040007" y="6389"/>
                  </a:lnTo>
                  <a:lnTo>
                    <a:pt x="1995853" y="7383"/>
                  </a:lnTo>
                  <a:lnTo>
                    <a:pt x="1826271" y="12105"/>
                  </a:lnTo>
                  <a:lnTo>
                    <a:pt x="1782385" y="12960"/>
                  </a:lnTo>
                  <a:lnTo>
                    <a:pt x="1739210" y="6403"/>
                  </a:lnTo>
                  <a:lnTo>
                    <a:pt x="1694753" y="2306"/>
                  </a:lnTo>
                  <a:lnTo>
                    <a:pt x="1649022" y="296"/>
                  </a:lnTo>
                  <a:lnTo>
                    <a:pt x="1602024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1863" y="4391602"/>
              <a:ext cx="2442210" cy="59055"/>
            </a:xfrm>
            <a:custGeom>
              <a:avLst/>
              <a:gdLst/>
              <a:ahLst/>
              <a:cxnLst/>
              <a:rect l="l" t="t" r="r" b="b"/>
              <a:pathLst>
                <a:path w="2442210" h="59054">
                  <a:moveTo>
                    <a:pt x="595" y="17665"/>
                  </a:moveTo>
                  <a:lnTo>
                    <a:pt x="66753" y="16368"/>
                  </a:lnTo>
                  <a:lnTo>
                    <a:pt x="125856" y="15708"/>
                  </a:lnTo>
                  <a:lnTo>
                    <a:pt x="179077" y="15563"/>
                  </a:lnTo>
                  <a:lnTo>
                    <a:pt x="227585" y="15815"/>
                  </a:lnTo>
                  <a:lnTo>
                    <a:pt x="272552" y="16342"/>
                  </a:lnTo>
                  <a:lnTo>
                    <a:pt x="315148" y="17025"/>
                  </a:lnTo>
                  <a:lnTo>
                    <a:pt x="356544" y="17743"/>
                  </a:lnTo>
                  <a:lnTo>
                    <a:pt x="397912" y="18377"/>
                  </a:lnTo>
                  <a:lnTo>
                    <a:pt x="440421" y="18807"/>
                  </a:lnTo>
                  <a:lnTo>
                    <a:pt x="485244" y="18911"/>
                  </a:lnTo>
                  <a:lnTo>
                    <a:pt x="533550" y="18570"/>
                  </a:lnTo>
                  <a:lnTo>
                    <a:pt x="586512" y="17665"/>
                  </a:lnTo>
                  <a:lnTo>
                    <a:pt x="646480" y="14886"/>
                  </a:lnTo>
                  <a:lnTo>
                    <a:pt x="703436" y="11773"/>
                  </a:lnTo>
                  <a:lnTo>
                    <a:pt x="757786" y="8576"/>
                  </a:lnTo>
                  <a:lnTo>
                    <a:pt x="809939" y="5548"/>
                  </a:lnTo>
                  <a:lnTo>
                    <a:pt x="860300" y="2941"/>
                  </a:lnTo>
                  <a:lnTo>
                    <a:pt x="909276" y="1008"/>
                  </a:lnTo>
                  <a:lnTo>
                    <a:pt x="957274" y="0"/>
                  </a:lnTo>
                  <a:lnTo>
                    <a:pt x="1004702" y="169"/>
                  </a:lnTo>
                  <a:lnTo>
                    <a:pt x="1051965" y="1768"/>
                  </a:lnTo>
                  <a:lnTo>
                    <a:pt x="1099472" y="5049"/>
                  </a:lnTo>
                  <a:lnTo>
                    <a:pt x="1147628" y="10264"/>
                  </a:lnTo>
                  <a:lnTo>
                    <a:pt x="1196842" y="17665"/>
                  </a:lnTo>
                  <a:lnTo>
                    <a:pt x="1238236" y="20946"/>
                  </a:lnTo>
                  <a:lnTo>
                    <a:pt x="1281852" y="22670"/>
                  </a:lnTo>
                  <a:lnTo>
                    <a:pt x="1327540" y="23125"/>
                  </a:lnTo>
                  <a:lnTo>
                    <a:pt x="1375149" y="22599"/>
                  </a:lnTo>
                  <a:lnTo>
                    <a:pt x="1424529" y="21381"/>
                  </a:lnTo>
                  <a:lnTo>
                    <a:pt x="1475531" y="19758"/>
                  </a:lnTo>
                  <a:lnTo>
                    <a:pt x="1528003" y="18019"/>
                  </a:lnTo>
                  <a:lnTo>
                    <a:pt x="1581797" y="16452"/>
                  </a:lnTo>
                  <a:lnTo>
                    <a:pt x="1636760" y="15344"/>
                  </a:lnTo>
                  <a:lnTo>
                    <a:pt x="1692744" y="14985"/>
                  </a:lnTo>
                  <a:lnTo>
                    <a:pt x="1749598" y="15663"/>
                  </a:lnTo>
                  <a:lnTo>
                    <a:pt x="1807173" y="17665"/>
                  </a:lnTo>
                  <a:lnTo>
                    <a:pt x="1855798" y="17570"/>
                  </a:lnTo>
                  <a:lnTo>
                    <a:pt x="1904800" y="17221"/>
                  </a:lnTo>
                  <a:lnTo>
                    <a:pt x="1954085" y="16692"/>
                  </a:lnTo>
                  <a:lnTo>
                    <a:pt x="2003561" y="16057"/>
                  </a:lnTo>
                  <a:lnTo>
                    <a:pt x="2053132" y="15388"/>
                  </a:lnTo>
                  <a:lnTo>
                    <a:pt x="2102706" y="14759"/>
                  </a:lnTo>
                  <a:lnTo>
                    <a:pt x="2152188" y="14244"/>
                  </a:lnTo>
                  <a:lnTo>
                    <a:pt x="2201486" y="13916"/>
                  </a:lnTo>
                  <a:lnTo>
                    <a:pt x="2250504" y="13850"/>
                  </a:lnTo>
                  <a:lnTo>
                    <a:pt x="2299150" y="14118"/>
                  </a:lnTo>
                  <a:lnTo>
                    <a:pt x="2347330" y="14794"/>
                  </a:lnTo>
                  <a:lnTo>
                    <a:pt x="2394949" y="15952"/>
                  </a:lnTo>
                  <a:lnTo>
                    <a:pt x="2441916" y="17665"/>
                  </a:lnTo>
                  <a:lnTo>
                    <a:pt x="2441783" y="26031"/>
                  </a:lnTo>
                  <a:lnTo>
                    <a:pt x="2440960" y="27682"/>
                  </a:lnTo>
                  <a:lnTo>
                    <a:pt x="2441916" y="35953"/>
                  </a:lnTo>
                  <a:lnTo>
                    <a:pt x="2374947" y="42929"/>
                  </a:lnTo>
                  <a:lnTo>
                    <a:pt x="2314329" y="48521"/>
                  </a:lnTo>
                  <a:lnTo>
                    <a:pt x="2259036" y="52763"/>
                  </a:lnTo>
                  <a:lnTo>
                    <a:pt x="2208040" y="55690"/>
                  </a:lnTo>
                  <a:lnTo>
                    <a:pt x="2160315" y="57338"/>
                  </a:lnTo>
                  <a:lnTo>
                    <a:pt x="2114835" y="57740"/>
                  </a:lnTo>
                  <a:lnTo>
                    <a:pt x="2070572" y="56932"/>
                  </a:lnTo>
                  <a:lnTo>
                    <a:pt x="2026500" y="54948"/>
                  </a:lnTo>
                  <a:lnTo>
                    <a:pt x="1981592" y="51823"/>
                  </a:lnTo>
                  <a:lnTo>
                    <a:pt x="1934821" y="47592"/>
                  </a:lnTo>
                  <a:lnTo>
                    <a:pt x="1885161" y="42291"/>
                  </a:lnTo>
                  <a:lnTo>
                    <a:pt x="1831586" y="35953"/>
                  </a:lnTo>
                  <a:lnTo>
                    <a:pt x="1775699" y="32989"/>
                  </a:lnTo>
                  <a:lnTo>
                    <a:pt x="1724554" y="30093"/>
                  </a:lnTo>
                  <a:lnTo>
                    <a:pt x="1676892" y="27440"/>
                  </a:lnTo>
                  <a:lnTo>
                    <a:pt x="1631456" y="25205"/>
                  </a:lnTo>
                  <a:lnTo>
                    <a:pt x="1586988" y="23563"/>
                  </a:lnTo>
                  <a:lnTo>
                    <a:pt x="1542231" y="22689"/>
                  </a:lnTo>
                  <a:lnTo>
                    <a:pt x="1495926" y="22757"/>
                  </a:lnTo>
                  <a:lnTo>
                    <a:pt x="1446816" y="23943"/>
                  </a:lnTo>
                  <a:lnTo>
                    <a:pt x="1393644" y="26421"/>
                  </a:lnTo>
                  <a:lnTo>
                    <a:pt x="1335152" y="30366"/>
                  </a:lnTo>
                  <a:lnTo>
                    <a:pt x="1270082" y="35953"/>
                  </a:lnTo>
                  <a:lnTo>
                    <a:pt x="1204727" y="44535"/>
                  </a:lnTo>
                  <a:lnTo>
                    <a:pt x="1144442" y="50930"/>
                  </a:lnTo>
                  <a:lnTo>
                    <a:pt x="1088491" y="55295"/>
                  </a:lnTo>
                  <a:lnTo>
                    <a:pt x="1036137" y="57786"/>
                  </a:lnTo>
                  <a:lnTo>
                    <a:pt x="986645" y="58561"/>
                  </a:lnTo>
                  <a:lnTo>
                    <a:pt x="939279" y="57776"/>
                  </a:lnTo>
                  <a:lnTo>
                    <a:pt x="893303" y="55588"/>
                  </a:lnTo>
                  <a:lnTo>
                    <a:pt x="847980" y="52155"/>
                  </a:lnTo>
                  <a:lnTo>
                    <a:pt x="802576" y="47634"/>
                  </a:lnTo>
                  <a:lnTo>
                    <a:pt x="756354" y="42180"/>
                  </a:lnTo>
                  <a:lnTo>
                    <a:pt x="708578" y="35953"/>
                  </a:lnTo>
                  <a:lnTo>
                    <a:pt x="668534" y="37850"/>
                  </a:lnTo>
                  <a:lnTo>
                    <a:pt x="627408" y="39638"/>
                  </a:lnTo>
                  <a:lnTo>
                    <a:pt x="585065" y="41272"/>
                  </a:lnTo>
                  <a:lnTo>
                    <a:pt x="541370" y="42707"/>
                  </a:lnTo>
                  <a:lnTo>
                    <a:pt x="496190" y="43895"/>
                  </a:lnTo>
                  <a:lnTo>
                    <a:pt x="449390" y="44792"/>
                  </a:lnTo>
                  <a:lnTo>
                    <a:pt x="400837" y="45351"/>
                  </a:lnTo>
                  <a:lnTo>
                    <a:pt x="350396" y="45526"/>
                  </a:lnTo>
                  <a:lnTo>
                    <a:pt x="297933" y="45272"/>
                  </a:lnTo>
                  <a:lnTo>
                    <a:pt x="243314" y="44542"/>
                  </a:lnTo>
                  <a:lnTo>
                    <a:pt x="186404" y="43291"/>
                  </a:lnTo>
                  <a:lnTo>
                    <a:pt x="127071" y="41473"/>
                  </a:lnTo>
                  <a:lnTo>
                    <a:pt x="65179" y="39043"/>
                  </a:lnTo>
                  <a:lnTo>
                    <a:pt x="595" y="35953"/>
                  </a:lnTo>
                  <a:lnTo>
                    <a:pt x="0" y="28847"/>
                  </a:lnTo>
                  <a:lnTo>
                    <a:pt x="590" y="23972"/>
                  </a:lnTo>
                  <a:lnTo>
                    <a:pt x="595" y="17665"/>
                  </a:lnTo>
                  <a:close/>
                </a:path>
              </a:pathLst>
            </a:custGeom>
            <a:ln w="381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2303145"/>
            <a:ext cx="73914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31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709" y="2068237"/>
            <a:ext cx="2428240" cy="226314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 algn="ctr">
              <a:lnSpc>
                <a:spcPct val="92000"/>
              </a:lnSpc>
              <a:spcBef>
                <a:spcPts val="495"/>
              </a:spcBef>
            </a:pPr>
            <a:r>
              <a:rPr sz="3900" spc="-10" dirty="0"/>
              <a:t>General Usability Assessment Tools</a:t>
            </a:r>
            <a:endParaRPr sz="3900"/>
          </a:p>
        </p:txBody>
      </p:sp>
      <p:grpSp>
        <p:nvGrpSpPr>
          <p:cNvPr id="3" name="object 3"/>
          <p:cNvGrpSpPr/>
          <p:nvPr/>
        </p:nvGrpSpPr>
        <p:grpSpPr>
          <a:xfrm>
            <a:off x="3542860" y="1006554"/>
            <a:ext cx="102235" cy="4522470"/>
            <a:chOff x="3542860" y="1006554"/>
            <a:chExt cx="102235" cy="4522470"/>
          </a:xfrm>
        </p:grpSpPr>
        <p:sp>
          <p:nvSpPr>
            <p:cNvPr id="4" name="object 4"/>
            <p:cNvSpPr/>
            <p:nvPr/>
          </p:nvSpPr>
          <p:spPr>
            <a:xfrm>
              <a:off x="3560526" y="1026839"/>
              <a:ext cx="61594" cy="4482465"/>
            </a:xfrm>
            <a:custGeom>
              <a:avLst/>
              <a:gdLst/>
              <a:ahLst/>
              <a:cxnLst/>
              <a:rect l="l" t="t" r="r" b="b"/>
              <a:pathLst>
                <a:path w="61595" h="4482465">
                  <a:moveTo>
                    <a:pt x="36148" y="3235403"/>
                  </a:moveTo>
                  <a:lnTo>
                    <a:pt x="32096" y="3253909"/>
                  </a:lnTo>
                  <a:lnTo>
                    <a:pt x="20812" y="3290750"/>
                  </a:lnTo>
                  <a:lnTo>
                    <a:pt x="21076" y="3337258"/>
                  </a:lnTo>
                  <a:lnTo>
                    <a:pt x="22206" y="3383018"/>
                  </a:lnTo>
                  <a:lnTo>
                    <a:pt x="23953" y="3428356"/>
                  </a:lnTo>
                  <a:lnTo>
                    <a:pt x="26070" y="3473603"/>
                  </a:lnTo>
                  <a:lnTo>
                    <a:pt x="28308" y="3519085"/>
                  </a:lnTo>
                  <a:lnTo>
                    <a:pt x="30419" y="3565131"/>
                  </a:lnTo>
                  <a:lnTo>
                    <a:pt x="32155" y="3612069"/>
                  </a:lnTo>
                  <a:lnTo>
                    <a:pt x="33269" y="3660229"/>
                  </a:lnTo>
                  <a:lnTo>
                    <a:pt x="33512" y="3709938"/>
                  </a:lnTo>
                  <a:lnTo>
                    <a:pt x="32635" y="3761524"/>
                  </a:lnTo>
                  <a:lnTo>
                    <a:pt x="30392" y="3815315"/>
                  </a:lnTo>
                  <a:lnTo>
                    <a:pt x="26533" y="3871641"/>
                  </a:lnTo>
                  <a:lnTo>
                    <a:pt x="20812" y="3930830"/>
                  </a:lnTo>
                  <a:lnTo>
                    <a:pt x="18007" y="4000946"/>
                  </a:lnTo>
                  <a:lnTo>
                    <a:pt x="17327" y="4061846"/>
                  </a:lnTo>
                  <a:lnTo>
                    <a:pt x="18250" y="4115263"/>
                  </a:lnTo>
                  <a:lnTo>
                    <a:pt x="20255" y="4162932"/>
                  </a:lnTo>
                  <a:lnTo>
                    <a:pt x="22821" y="4206586"/>
                  </a:lnTo>
                  <a:lnTo>
                    <a:pt x="25426" y="4247960"/>
                  </a:lnTo>
                  <a:lnTo>
                    <a:pt x="27550" y="4288786"/>
                  </a:lnTo>
                  <a:lnTo>
                    <a:pt x="28672" y="4330799"/>
                  </a:lnTo>
                  <a:lnTo>
                    <a:pt x="28270" y="4375733"/>
                  </a:lnTo>
                  <a:lnTo>
                    <a:pt x="25824" y="4425322"/>
                  </a:lnTo>
                  <a:lnTo>
                    <a:pt x="20812" y="4481299"/>
                  </a:lnTo>
                  <a:lnTo>
                    <a:pt x="25895" y="4482122"/>
                  </a:lnTo>
                  <a:lnTo>
                    <a:pt x="31069" y="4481136"/>
                  </a:lnTo>
                  <a:lnTo>
                    <a:pt x="34529" y="4481136"/>
                  </a:lnTo>
                  <a:lnTo>
                    <a:pt x="34848" y="4441311"/>
                  </a:lnTo>
                  <a:lnTo>
                    <a:pt x="34620" y="4398048"/>
                  </a:lnTo>
                  <a:lnTo>
                    <a:pt x="33968" y="4351862"/>
                  </a:lnTo>
                  <a:lnTo>
                    <a:pt x="33018" y="4303104"/>
                  </a:lnTo>
                  <a:lnTo>
                    <a:pt x="30719" y="4199284"/>
                  </a:lnTo>
                  <a:lnTo>
                    <a:pt x="29620" y="4144926"/>
                  </a:lnTo>
                  <a:lnTo>
                    <a:pt x="28722" y="4089406"/>
                  </a:lnTo>
                  <a:lnTo>
                    <a:pt x="28149" y="4033076"/>
                  </a:lnTo>
                  <a:lnTo>
                    <a:pt x="28026" y="3976288"/>
                  </a:lnTo>
                  <a:lnTo>
                    <a:pt x="28477" y="3919395"/>
                  </a:lnTo>
                  <a:lnTo>
                    <a:pt x="29628" y="3862749"/>
                  </a:lnTo>
                  <a:lnTo>
                    <a:pt x="31603" y="3806703"/>
                  </a:lnTo>
                  <a:lnTo>
                    <a:pt x="34528" y="3751607"/>
                  </a:lnTo>
                  <a:lnTo>
                    <a:pt x="34129" y="3694706"/>
                  </a:lnTo>
                  <a:lnTo>
                    <a:pt x="34038" y="3660229"/>
                  </a:lnTo>
                  <a:lnTo>
                    <a:pt x="34125" y="3565131"/>
                  </a:lnTo>
                  <a:lnTo>
                    <a:pt x="34255" y="3533324"/>
                  </a:lnTo>
                  <a:lnTo>
                    <a:pt x="34643" y="3473603"/>
                  </a:lnTo>
                  <a:lnTo>
                    <a:pt x="35362" y="3380768"/>
                  </a:lnTo>
                  <a:lnTo>
                    <a:pt x="35727" y="3330733"/>
                  </a:lnTo>
                  <a:lnTo>
                    <a:pt x="36010" y="3280696"/>
                  </a:lnTo>
                  <a:lnTo>
                    <a:pt x="36148" y="3235403"/>
                  </a:lnTo>
                  <a:close/>
                </a:path>
                <a:path w="61595" h="4482465">
                  <a:moveTo>
                    <a:pt x="34529" y="4481136"/>
                  </a:moveTo>
                  <a:lnTo>
                    <a:pt x="31069" y="4481136"/>
                  </a:lnTo>
                  <a:lnTo>
                    <a:pt x="34528" y="4481299"/>
                  </a:lnTo>
                  <a:lnTo>
                    <a:pt x="34529" y="4481136"/>
                  </a:lnTo>
                  <a:close/>
                </a:path>
                <a:path w="61595" h="4482465">
                  <a:moveTo>
                    <a:pt x="36642" y="2782553"/>
                  </a:moveTo>
                  <a:lnTo>
                    <a:pt x="35242" y="2818701"/>
                  </a:lnTo>
                  <a:lnTo>
                    <a:pt x="33795" y="2866224"/>
                  </a:lnTo>
                  <a:lnTo>
                    <a:pt x="32996" y="2915515"/>
                  </a:lnTo>
                  <a:lnTo>
                    <a:pt x="33141" y="2967203"/>
                  </a:lnTo>
                  <a:lnTo>
                    <a:pt x="34528" y="3021918"/>
                  </a:lnTo>
                  <a:lnTo>
                    <a:pt x="35369" y="3075638"/>
                  </a:lnTo>
                  <a:lnTo>
                    <a:pt x="35890" y="3128130"/>
                  </a:lnTo>
                  <a:lnTo>
                    <a:pt x="36101" y="3171652"/>
                  </a:lnTo>
                  <a:lnTo>
                    <a:pt x="36148" y="3235403"/>
                  </a:lnTo>
                  <a:lnTo>
                    <a:pt x="40806" y="3214131"/>
                  </a:lnTo>
                  <a:lnTo>
                    <a:pt x="47131" y="3171652"/>
                  </a:lnTo>
                  <a:lnTo>
                    <a:pt x="51260" y="3126710"/>
                  </a:lnTo>
                  <a:lnTo>
                    <a:pt x="53382" y="3079544"/>
                  </a:lnTo>
                  <a:lnTo>
                    <a:pt x="53686" y="3030392"/>
                  </a:lnTo>
                  <a:lnTo>
                    <a:pt x="52362" y="2979490"/>
                  </a:lnTo>
                  <a:lnTo>
                    <a:pt x="49599" y="2927077"/>
                  </a:lnTo>
                  <a:lnTo>
                    <a:pt x="45586" y="2873391"/>
                  </a:lnTo>
                  <a:lnTo>
                    <a:pt x="40511" y="2818670"/>
                  </a:lnTo>
                  <a:lnTo>
                    <a:pt x="36642" y="2782553"/>
                  </a:lnTo>
                  <a:close/>
                </a:path>
                <a:path w="61595" h="4482465">
                  <a:moveTo>
                    <a:pt x="27050" y="2328969"/>
                  </a:moveTo>
                  <a:lnTo>
                    <a:pt x="24963" y="2378038"/>
                  </a:lnTo>
                  <a:lnTo>
                    <a:pt x="22838" y="2429120"/>
                  </a:lnTo>
                  <a:lnTo>
                    <a:pt x="21010" y="2482676"/>
                  </a:lnTo>
                  <a:lnTo>
                    <a:pt x="19866" y="2536213"/>
                  </a:lnTo>
                  <a:lnTo>
                    <a:pt x="19683" y="2592462"/>
                  </a:lnTo>
                  <a:lnTo>
                    <a:pt x="20812" y="2650670"/>
                  </a:lnTo>
                  <a:lnTo>
                    <a:pt x="27935" y="2707071"/>
                  </a:lnTo>
                  <a:lnTo>
                    <a:pt x="34564" y="2763150"/>
                  </a:lnTo>
                  <a:lnTo>
                    <a:pt x="36642" y="2782553"/>
                  </a:lnTo>
                  <a:lnTo>
                    <a:pt x="37039" y="2772316"/>
                  </a:lnTo>
                  <a:lnTo>
                    <a:pt x="38891" y="2726440"/>
                  </a:lnTo>
                  <a:lnTo>
                    <a:pt x="40500" y="2680445"/>
                  </a:lnTo>
                  <a:lnTo>
                    <a:pt x="41571" y="2633700"/>
                  </a:lnTo>
                  <a:lnTo>
                    <a:pt x="41805" y="2585576"/>
                  </a:lnTo>
                  <a:lnTo>
                    <a:pt x="40907" y="2535445"/>
                  </a:lnTo>
                  <a:lnTo>
                    <a:pt x="38580" y="2482676"/>
                  </a:lnTo>
                  <a:lnTo>
                    <a:pt x="34528" y="2426642"/>
                  </a:lnTo>
                  <a:lnTo>
                    <a:pt x="30223" y="2368436"/>
                  </a:lnTo>
                  <a:lnTo>
                    <a:pt x="27050" y="2328969"/>
                  </a:lnTo>
                  <a:close/>
                </a:path>
                <a:path w="61595" h="4482465">
                  <a:moveTo>
                    <a:pt x="15165" y="2009008"/>
                  </a:moveTo>
                  <a:lnTo>
                    <a:pt x="13529" y="2043091"/>
                  </a:lnTo>
                  <a:lnTo>
                    <a:pt x="12885" y="2087957"/>
                  </a:lnTo>
                  <a:lnTo>
                    <a:pt x="13629" y="2131650"/>
                  </a:lnTo>
                  <a:lnTo>
                    <a:pt x="15534" y="2175196"/>
                  </a:lnTo>
                  <a:lnTo>
                    <a:pt x="18373" y="2219621"/>
                  </a:lnTo>
                  <a:lnTo>
                    <a:pt x="21919" y="2265952"/>
                  </a:lnTo>
                  <a:lnTo>
                    <a:pt x="25945" y="2315215"/>
                  </a:lnTo>
                  <a:lnTo>
                    <a:pt x="27050" y="2328969"/>
                  </a:lnTo>
                  <a:lnTo>
                    <a:pt x="28834" y="2280211"/>
                  </a:lnTo>
                  <a:lnTo>
                    <a:pt x="29916" y="2233228"/>
                  </a:lnTo>
                  <a:lnTo>
                    <a:pt x="29987" y="2187373"/>
                  </a:lnTo>
                  <a:lnTo>
                    <a:pt x="28714" y="2142529"/>
                  </a:lnTo>
                  <a:lnTo>
                    <a:pt x="25766" y="2098576"/>
                  </a:lnTo>
                  <a:lnTo>
                    <a:pt x="20812" y="2055395"/>
                  </a:lnTo>
                  <a:lnTo>
                    <a:pt x="15959" y="2016939"/>
                  </a:lnTo>
                  <a:lnTo>
                    <a:pt x="15165" y="2009008"/>
                  </a:lnTo>
                  <a:close/>
                </a:path>
                <a:path w="61595" h="4482465">
                  <a:moveTo>
                    <a:pt x="26061" y="0"/>
                  </a:moveTo>
                  <a:lnTo>
                    <a:pt x="18461" y="43569"/>
                  </a:lnTo>
                  <a:lnTo>
                    <a:pt x="16202" y="87787"/>
                  </a:lnTo>
                  <a:lnTo>
                    <a:pt x="14136" y="133347"/>
                  </a:lnTo>
                  <a:lnTo>
                    <a:pt x="12363" y="180201"/>
                  </a:lnTo>
                  <a:lnTo>
                    <a:pt x="10984" y="228302"/>
                  </a:lnTo>
                  <a:lnTo>
                    <a:pt x="10099" y="277605"/>
                  </a:lnTo>
                  <a:lnTo>
                    <a:pt x="9925" y="342711"/>
                  </a:lnTo>
                  <a:lnTo>
                    <a:pt x="10216" y="379624"/>
                  </a:lnTo>
                  <a:lnTo>
                    <a:pt x="11418" y="432248"/>
                  </a:lnTo>
                  <a:lnTo>
                    <a:pt x="13518" y="485885"/>
                  </a:lnTo>
                  <a:lnTo>
                    <a:pt x="16616" y="540489"/>
                  </a:lnTo>
                  <a:lnTo>
                    <a:pt x="20812" y="596013"/>
                  </a:lnTo>
                  <a:lnTo>
                    <a:pt x="26776" y="638025"/>
                  </a:lnTo>
                  <a:lnTo>
                    <a:pt x="31309" y="681877"/>
                  </a:lnTo>
                  <a:lnTo>
                    <a:pt x="34541" y="727497"/>
                  </a:lnTo>
                  <a:lnTo>
                    <a:pt x="36598" y="774815"/>
                  </a:lnTo>
                  <a:lnTo>
                    <a:pt x="37609" y="823758"/>
                  </a:lnTo>
                  <a:lnTo>
                    <a:pt x="37703" y="874257"/>
                  </a:lnTo>
                  <a:lnTo>
                    <a:pt x="37007" y="926240"/>
                  </a:lnTo>
                  <a:lnTo>
                    <a:pt x="35651" y="979636"/>
                  </a:lnTo>
                  <a:lnTo>
                    <a:pt x="33762" y="1034374"/>
                  </a:lnTo>
                  <a:lnTo>
                    <a:pt x="31468" y="1090383"/>
                  </a:lnTo>
                  <a:lnTo>
                    <a:pt x="28897" y="1147592"/>
                  </a:lnTo>
                  <a:lnTo>
                    <a:pt x="26179" y="1205929"/>
                  </a:lnTo>
                  <a:lnTo>
                    <a:pt x="23441" y="1265324"/>
                  </a:lnTo>
                  <a:lnTo>
                    <a:pt x="20812" y="1325706"/>
                  </a:lnTo>
                  <a:lnTo>
                    <a:pt x="14621" y="1375308"/>
                  </a:lnTo>
                  <a:lnTo>
                    <a:pt x="9588" y="1427788"/>
                  </a:lnTo>
                  <a:lnTo>
                    <a:pt x="5663" y="1482522"/>
                  </a:lnTo>
                  <a:lnTo>
                    <a:pt x="2792" y="1538888"/>
                  </a:lnTo>
                  <a:lnTo>
                    <a:pt x="926" y="1596264"/>
                  </a:lnTo>
                  <a:lnTo>
                    <a:pt x="12" y="1654028"/>
                  </a:lnTo>
                  <a:lnTo>
                    <a:pt x="0" y="1711557"/>
                  </a:lnTo>
                  <a:lnTo>
                    <a:pt x="836" y="1768228"/>
                  </a:lnTo>
                  <a:lnTo>
                    <a:pt x="2471" y="1823420"/>
                  </a:lnTo>
                  <a:lnTo>
                    <a:pt x="4852" y="1876509"/>
                  </a:lnTo>
                  <a:lnTo>
                    <a:pt x="7928" y="1926874"/>
                  </a:lnTo>
                  <a:lnTo>
                    <a:pt x="11648" y="1973891"/>
                  </a:lnTo>
                  <a:lnTo>
                    <a:pt x="15165" y="2009008"/>
                  </a:lnTo>
                  <a:lnTo>
                    <a:pt x="15788" y="1996025"/>
                  </a:lnTo>
                  <a:lnTo>
                    <a:pt x="19890" y="1945734"/>
                  </a:lnTo>
                  <a:lnTo>
                    <a:pt x="26060" y="1891190"/>
                  </a:lnTo>
                  <a:lnTo>
                    <a:pt x="34528" y="1831367"/>
                  </a:lnTo>
                  <a:lnTo>
                    <a:pt x="44385" y="1777145"/>
                  </a:lnTo>
                  <a:lnTo>
                    <a:pt x="51750" y="1721675"/>
                  </a:lnTo>
                  <a:lnTo>
                    <a:pt x="56874" y="1665430"/>
                  </a:lnTo>
                  <a:lnTo>
                    <a:pt x="60006" y="1608880"/>
                  </a:lnTo>
                  <a:lnTo>
                    <a:pt x="61397" y="1552499"/>
                  </a:lnTo>
                  <a:lnTo>
                    <a:pt x="61297" y="1496757"/>
                  </a:lnTo>
                  <a:lnTo>
                    <a:pt x="59954" y="1442126"/>
                  </a:lnTo>
                  <a:lnTo>
                    <a:pt x="57621" y="1389077"/>
                  </a:lnTo>
                  <a:lnTo>
                    <a:pt x="54546" y="1338083"/>
                  </a:lnTo>
                  <a:lnTo>
                    <a:pt x="50979" y="1289616"/>
                  </a:lnTo>
                  <a:lnTo>
                    <a:pt x="47172" y="1244146"/>
                  </a:lnTo>
                  <a:lnTo>
                    <a:pt x="43373" y="1202145"/>
                  </a:lnTo>
                  <a:lnTo>
                    <a:pt x="39832" y="1164086"/>
                  </a:lnTo>
                  <a:lnTo>
                    <a:pt x="36801" y="1130439"/>
                  </a:lnTo>
                  <a:lnTo>
                    <a:pt x="34528" y="1101678"/>
                  </a:lnTo>
                  <a:lnTo>
                    <a:pt x="36508" y="1072182"/>
                  </a:lnTo>
                  <a:lnTo>
                    <a:pt x="38224" y="1039090"/>
                  </a:lnTo>
                  <a:lnTo>
                    <a:pt x="39610" y="1001994"/>
                  </a:lnTo>
                  <a:lnTo>
                    <a:pt x="40600" y="960486"/>
                  </a:lnTo>
                  <a:lnTo>
                    <a:pt x="41127" y="914161"/>
                  </a:lnTo>
                  <a:lnTo>
                    <a:pt x="41127" y="862610"/>
                  </a:lnTo>
                  <a:lnTo>
                    <a:pt x="40533" y="805427"/>
                  </a:lnTo>
                  <a:lnTo>
                    <a:pt x="39279" y="742204"/>
                  </a:lnTo>
                  <a:lnTo>
                    <a:pt x="37299" y="672535"/>
                  </a:lnTo>
                  <a:lnTo>
                    <a:pt x="32207" y="531701"/>
                  </a:lnTo>
                  <a:lnTo>
                    <a:pt x="30482" y="475994"/>
                  </a:lnTo>
                  <a:lnTo>
                    <a:pt x="29300" y="427113"/>
                  </a:lnTo>
                  <a:lnTo>
                    <a:pt x="28609" y="383279"/>
                  </a:lnTo>
                  <a:lnTo>
                    <a:pt x="28358" y="342711"/>
                  </a:lnTo>
                  <a:lnTo>
                    <a:pt x="28494" y="303631"/>
                  </a:lnTo>
                  <a:lnTo>
                    <a:pt x="28965" y="264259"/>
                  </a:lnTo>
                  <a:lnTo>
                    <a:pt x="29720" y="222815"/>
                  </a:lnTo>
                  <a:lnTo>
                    <a:pt x="30705" y="177521"/>
                  </a:lnTo>
                  <a:lnTo>
                    <a:pt x="31870" y="126596"/>
                  </a:lnTo>
                  <a:lnTo>
                    <a:pt x="33161" y="68262"/>
                  </a:lnTo>
                  <a:lnTo>
                    <a:pt x="34528" y="739"/>
                  </a:lnTo>
                  <a:lnTo>
                    <a:pt x="30094" y="461"/>
                  </a:lnTo>
                  <a:lnTo>
                    <a:pt x="26061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63497" y="1027191"/>
              <a:ext cx="60960" cy="4481195"/>
            </a:xfrm>
            <a:custGeom>
              <a:avLst/>
              <a:gdLst/>
              <a:ahLst/>
              <a:cxnLst/>
              <a:rect l="l" t="t" r="r" b="b"/>
              <a:pathLst>
                <a:path w="60960" h="4481195">
                  <a:moveTo>
                    <a:pt x="31557" y="387"/>
                  </a:moveTo>
                  <a:lnTo>
                    <a:pt x="28489" y="63407"/>
                  </a:lnTo>
                  <a:lnTo>
                    <a:pt x="26488" y="119564"/>
                  </a:lnTo>
                  <a:lnTo>
                    <a:pt x="25400" y="170187"/>
                  </a:lnTo>
                  <a:lnTo>
                    <a:pt x="25074" y="216601"/>
                  </a:lnTo>
                  <a:lnTo>
                    <a:pt x="25356" y="260134"/>
                  </a:lnTo>
                  <a:lnTo>
                    <a:pt x="26094" y="302113"/>
                  </a:lnTo>
                  <a:lnTo>
                    <a:pt x="27136" y="343865"/>
                  </a:lnTo>
                  <a:lnTo>
                    <a:pt x="28329" y="386716"/>
                  </a:lnTo>
                  <a:lnTo>
                    <a:pt x="29519" y="431994"/>
                  </a:lnTo>
                  <a:lnTo>
                    <a:pt x="30556" y="481026"/>
                  </a:lnTo>
                  <a:lnTo>
                    <a:pt x="31286" y="535140"/>
                  </a:lnTo>
                  <a:lnTo>
                    <a:pt x="31557" y="595661"/>
                  </a:lnTo>
                  <a:lnTo>
                    <a:pt x="32451" y="666804"/>
                  </a:lnTo>
                  <a:lnTo>
                    <a:pt x="33681" y="725634"/>
                  </a:lnTo>
                  <a:lnTo>
                    <a:pt x="35046" y="775051"/>
                  </a:lnTo>
                  <a:lnTo>
                    <a:pt x="36346" y="817961"/>
                  </a:lnTo>
                  <a:lnTo>
                    <a:pt x="37381" y="857265"/>
                  </a:lnTo>
                  <a:lnTo>
                    <a:pt x="37949" y="895868"/>
                  </a:lnTo>
                  <a:lnTo>
                    <a:pt x="37852" y="936672"/>
                  </a:lnTo>
                  <a:lnTo>
                    <a:pt x="36887" y="982580"/>
                  </a:lnTo>
                  <a:lnTo>
                    <a:pt x="34856" y="1036497"/>
                  </a:lnTo>
                  <a:lnTo>
                    <a:pt x="31557" y="1101325"/>
                  </a:lnTo>
                  <a:lnTo>
                    <a:pt x="27990" y="1162839"/>
                  </a:lnTo>
                  <a:lnTo>
                    <a:pt x="26622" y="1217786"/>
                  </a:lnTo>
                  <a:lnTo>
                    <a:pt x="26957" y="1267591"/>
                  </a:lnTo>
                  <a:lnTo>
                    <a:pt x="28501" y="1313677"/>
                  </a:lnTo>
                  <a:lnTo>
                    <a:pt x="30758" y="1357468"/>
                  </a:lnTo>
                  <a:lnTo>
                    <a:pt x="33233" y="1400390"/>
                  </a:lnTo>
                  <a:lnTo>
                    <a:pt x="35431" y="1443865"/>
                  </a:lnTo>
                  <a:lnTo>
                    <a:pt x="36858" y="1489319"/>
                  </a:lnTo>
                  <a:lnTo>
                    <a:pt x="37018" y="1538176"/>
                  </a:lnTo>
                  <a:lnTo>
                    <a:pt x="35416" y="1591859"/>
                  </a:lnTo>
                  <a:lnTo>
                    <a:pt x="31557" y="1651793"/>
                  </a:lnTo>
                  <a:lnTo>
                    <a:pt x="30933" y="1700556"/>
                  </a:lnTo>
                  <a:lnTo>
                    <a:pt x="29854" y="1750639"/>
                  </a:lnTo>
                  <a:lnTo>
                    <a:pt x="28455" y="1801717"/>
                  </a:lnTo>
                  <a:lnTo>
                    <a:pt x="26876" y="1853466"/>
                  </a:lnTo>
                  <a:lnTo>
                    <a:pt x="25255" y="1905564"/>
                  </a:lnTo>
                  <a:lnTo>
                    <a:pt x="23730" y="1957686"/>
                  </a:lnTo>
                  <a:lnTo>
                    <a:pt x="22438" y="2009508"/>
                  </a:lnTo>
                  <a:lnTo>
                    <a:pt x="21519" y="2060707"/>
                  </a:lnTo>
                  <a:lnTo>
                    <a:pt x="21110" y="2110958"/>
                  </a:lnTo>
                  <a:lnTo>
                    <a:pt x="21350" y="2159939"/>
                  </a:lnTo>
                  <a:lnTo>
                    <a:pt x="22376" y="2207325"/>
                  </a:lnTo>
                  <a:lnTo>
                    <a:pt x="24327" y="2252793"/>
                  </a:lnTo>
                  <a:lnTo>
                    <a:pt x="27341" y="2296019"/>
                  </a:lnTo>
                  <a:lnTo>
                    <a:pt x="31557" y="2336679"/>
                  </a:lnTo>
                  <a:lnTo>
                    <a:pt x="31774" y="2383374"/>
                  </a:lnTo>
                  <a:lnTo>
                    <a:pt x="30591" y="2430519"/>
                  </a:lnTo>
                  <a:lnTo>
                    <a:pt x="28417" y="2478137"/>
                  </a:lnTo>
                  <a:lnTo>
                    <a:pt x="25659" y="2526252"/>
                  </a:lnTo>
                  <a:lnTo>
                    <a:pt x="22726" y="2574889"/>
                  </a:lnTo>
                  <a:lnTo>
                    <a:pt x="20026" y="2624071"/>
                  </a:lnTo>
                  <a:lnTo>
                    <a:pt x="17966" y="2673822"/>
                  </a:lnTo>
                  <a:lnTo>
                    <a:pt x="16955" y="2724166"/>
                  </a:lnTo>
                  <a:lnTo>
                    <a:pt x="17400" y="2775127"/>
                  </a:lnTo>
                  <a:lnTo>
                    <a:pt x="19710" y="2826730"/>
                  </a:lnTo>
                  <a:lnTo>
                    <a:pt x="24293" y="2878997"/>
                  </a:lnTo>
                  <a:lnTo>
                    <a:pt x="31557" y="2931953"/>
                  </a:lnTo>
                  <a:lnTo>
                    <a:pt x="35380" y="2987081"/>
                  </a:lnTo>
                  <a:lnTo>
                    <a:pt x="37688" y="3040536"/>
                  </a:lnTo>
                  <a:lnTo>
                    <a:pt x="38730" y="3092535"/>
                  </a:lnTo>
                  <a:lnTo>
                    <a:pt x="38756" y="3143297"/>
                  </a:lnTo>
                  <a:lnTo>
                    <a:pt x="38018" y="3193042"/>
                  </a:lnTo>
                  <a:lnTo>
                    <a:pt x="36766" y="3241989"/>
                  </a:lnTo>
                  <a:lnTo>
                    <a:pt x="35250" y="3290357"/>
                  </a:lnTo>
                  <a:lnTo>
                    <a:pt x="33720" y="3338366"/>
                  </a:lnTo>
                  <a:lnTo>
                    <a:pt x="32428" y="3386233"/>
                  </a:lnTo>
                  <a:lnTo>
                    <a:pt x="31623" y="3434179"/>
                  </a:lnTo>
                  <a:lnTo>
                    <a:pt x="31557" y="3482422"/>
                  </a:lnTo>
                  <a:lnTo>
                    <a:pt x="35186" y="3509028"/>
                  </a:lnTo>
                  <a:lnTo>
                    <a:pt x="38809" y="3538467"/>
                  </a:lnTo>
                  <a:lnTo>
                    <a:pt x="45787" y="3605586"/>
                  </a:lnTo>
                  <a:lnTo>
                    <a:pt x="51988" y="3683277"/>
                  </a:lnTo>
                  <a:lnTo>
                    <a:pt x="54641" y="3725930"/>
                  </a:lnTo>
                  <a:lnTo>
                    <a:pt x="56911" y="3771038"/>
                  </a:lnTo>
                  <a:lnTo>
                    <a:pt x="58737" y="3818537"/>
                  </a:lnTo>
                  <a:lnTo>
                    <a:pt x="60056" y="3868366"/>
                  </a:lnTo>
                  <a:lnTo>
                    <a:pt x="60805" y="3920461"/>
                  </a:lnTo>
                  <a:lnTo>
                    <a:pt x="60921" y="3974760"/>
                  </a:lnTo>
                  <a:lnTo>
                    <a:pt x="60342" y="4031200"/>
                  </a:lnTo>
                  <a:lnTo>
                    <a:pt x="59004" y="4089717"/>
                  </a:lnTo>
                  <a:lnTo>
                    <a:pt x="56847" y="4150250"/>
                  </a:lnTo>
                  <a:lnTo>
                    <a:pt x="53806" y="4212735"/>
                  </a:lnTo>
                  <a:lnTo>
                    <a:pt x="49819" y="4277111"/>
                  </a:lnTo>
                  <a:lnTo>
                    <a:pt x="44823" y="4343313"/>
                  </a:lnTo>
                  <a:lnTo>
                    <a:pt x="38757" y="4411279"/>
                  </a:lnTo>
                  <a:lnTo>
                    <a:pt x="31557" y="4480947"/>
                  </a:lnTo>
                  <a:lnTo>
                    <a:pt x="27946" y="4481029"/>
                  </a:lnTo>
                  <a:lnTo>
                    <a:pt x="22211" y="4480897"/>
                  </a:lnTo>
                  <a:lnTo>
                    <a:pt x="17841" y="4480947"/>
                  </a:lnTo>
                  <a:lnTo>
                    <a:pt x="13138" y="4438790"/>
                  </a:lnTo>
                  <a:lnTo>
                    <a:pt x="9672" y="4393439"/>
                  </a:lnTo>
                  <a:lnTo>
                    <a:pt x="7319" y="4345441"/>
                  </a:lnTo>
                  <a:lnTo>
                    <a:pt x="5955" y="4295348"/>
                  </a:lnTo>
                  <a:lnTo>
                    <a:pt x="5457" y="4243707"/>
                  </a:lnTo>
                  <a:lnTo>
                    <a:pt x="5701" y="4191070"/>
                  </a:lnTo>
                  <a:lnTo>
                    <a:pt x="6565" y="4137986"/>
                  </a:lnTo>
                  <a:lnTo>
                    <a:pt x="7924" y="4085004"/>
                  </a:lnTo>
                  <a:lnTo>
                    <a:pt x="9656" y="4032674"/>
                  </a:lnTo>
                  <a:lnTo>
                    <a:pt x="11637" y="3981545"/>
                  </a:lnTo>
                  <a:lnTo>
                    <a:pt x="13744" y="3932168"/>
                  </a:lnTo>
                  <a:lnTo>
                    <a:pt x="15853" y="3885092"/>
                  </a:lnTo>
                  <a:lnTo>
                    <a:pt x="17841" y="3840867"/>
                  </a:lnTo>
                  <a:lnTo>
                    <a:pt x="25440" y="3795385"/>
                  </a:lnTo>
                  <a:lnTo>
                    <a:pt x="31533" y="3751876"/>
                  </a:lnTo>
                  <a:lnTo>
                    <a:pt x="36116" y="3709379"/>
                  </a:lnTo>
                  <a:lnTo>
                    <a:pt x="39183" y="3666932"/>
                  </a:lnTo>
                  <a:lnTo>
                    <a:pt x="40731" y="3623573"/>
                  </a:lnTo>
                  <a:lnTo>
                    <a:pt x="40754" y="3578340"/>
                  </a:lnTo>
                  <a:lnTo>
                    <a:pt x="39248" y="3530271"/>
                  </a:lnTo>
                  <a:lnTo>
                    <a:pt x="36209" y="3478404"/>
                  </a:lnTo>
                  <a:lnTo>
                    <a:pt x="31630" y="3421777"/>
                  </a:lnTo>
                  <a:lnTo>
                    <a:pt x="25509" y="3359429"/>
                  </a:lnTo>
                  <a:lnTo>
                    <a:pt x="17841" y="3290398"/>
                  </a:lnTo>
                  <a:lnTo>
                    <a:pt x="18369" y="3232905"/>
                  </a:lnTo>
                  <a:lnTo>
                    <a:pt x="19762" y="3179298"/>
                  </a:lnTo>
                  <a:lnTo>
                    <a:pt x="21803" y="3128972"/>
                  </a:lnTo>
                  <a:lnTo>
                    <a:pt x="24275" y="3081321"/>
                  </a:lnTo>
                  <a:lnTo>
                    <a:pt x="26961" y="3035741"/>
                  </a:lnTo>
                  <a:lnTo>
                    <a:pt x="29644" y="2991626"/>
                  </a:lnTo>
                  <a:lnTo>
                    <a:pt x="32107" y="2948371"/>
                  </a:lnTo>
                  <a:lnTo>
                    <a:pt x="34132" y="2905372"/>
                  </a:lnTo>
                  <a:lnTo>
                    <a:pt x="35504" y="2862023"/>
                  </a:lnTo>
                  <a:lnTo>
                    <a:pt x="36004" y="2817719"/>
                  </a:lnTo>
                  <a:lnTo>
                    <a:pt x="35416" y="2771856"/>
                  </a:lnTo>
                  <a:lnTo>
                    <a:pt x="33523" y="2723828"/>
                  </a:lnTo>
                  <a:lnTo>
                    <a:pt x="30107" y="2673031"/>
                  </a:lnTo>
                  <a:lnTo>
                    <a:pt x="24952" y="2618859"/>
                  </a:lnTo>
                  <a:lnTo>
                    <a:pt x="17841" y="2560707"/>
                  </a:lnTo>
                  <a:lnTo>
                    <a:pt x="13416" y="2492437"/>
                  </a:lnTo>
                  <a:lnTo>
                    <a:pt x="9705" y="2430503"/>
                  </a:lnTo>
                  <a:lnTo>
                    <a:pt x="6735" y="2374022"/>
                  </a:lnTo>
                  <a:lnTo>
                    <a:pt x="4533" y="2322111"/>
                  </a:lnTo>
                  <a:lnTo>
                    <a:pt x="3126" y="2273887"/>
                  </a:lnTo>
                  <a:lnTo>
                    <a:pt x="2541" y="2228469"/>
                  </a:lnTo>
                  <a:lnTo>
                    <a:pt x="2807" y="2184972"/>
                  </a:lnTo>
                  <a:lnTo>
                    <a:pt x="3950" y="2142515"/>
                  </a:lnTo>
                  <a:lnTo>
                    <a:pt x="5997" y="2100215"/>
                  </a:lnTo>
                  <a:lnTo>
                    <a:pt x="8977" y="2057190"/>
                  </a:lnTo>
                  <a:lnTo>
                    <a:pt x="12915" y="2012557"/>
                  </a:lnTo>
                  <a:lnTo>
                    <a:pt x="17841" y="1965433"/>
                  </a:lnTo>
                  <a:lnTo>
                    <a:pt x="14273" y="1913901"/>
                  </a:lnTo>
                  <a:lnTo>
                    <a:pt x="10388" y="1865908"/>
                  </a:lnTo>
                  <a:lnTo>
                    <a:pt x="6602" y="1820206"/>
                  </a:lnTo>
                  <a:lnTo>
                    <a:pt x="3331" y="1775550"/>
                  </a:lnTo>
                  <a:lnTo>
                    <a:pt x="991" y="1730693"/>
                  </a:lnTo>
                  <a:lnTo>
                    <a:pt x="0" y="1684388"/>
                  </a:lnTo>
                  <a:lnTo>
                    <a:pt x="772" y="1635390"/>
                  </a:lnTo>
                  <a:lnTo>
                    <a:pt x="3726" y="1582451"/>
                  </a:lnTo>
                  <a:lnTo>
                    <a:pt x="9276" y="1524326"/>
                  </a:lnTo>
                  <a:lnTo>
                    <a:pt x="17841" y="1459769"/>
                  </a:lnTo>
                  <a:lnTo>
                    <a:pt x="20113" y="1415041"/>
                  </a:lnTo>
                  <a:lnTo>
                    <a:pt x="21339" y="1366562"/>
                  </a:lnTo>
                  <a:lnTo>
                    <a:pt x="21693" y="1315110"/>
                  </a:lnTo>
                  <a:lnTo>
                    <a:pt x="21348" y="1261459"/>
                  </a:lnTo>
                  <a:lnTo>
                    <a:pt x="20480" y="1206388"/>
                  </a:lnTo>
                  <a:lnTo>
                    <a:pt x="19262" y="1150671"/>
                  </a:lnTo>
                  <a:lnTo>
                    <a:pt x="17868" y="1095086"/>
                  </a:lnTo>
                  <a:lnTo>
                    <a:pt x="16474" y="1040408"/>
                  </a:lnTo>
                  <a:lnTo>
                    <a:pt x="15252" y="987415"/>
                  </a:lnTo>
                  <a:lnTo>
                    <a:pt x="14378" y="936882"/>
                  </a:lnTo>
                  <a:lnTo>
                    <a:pt x="14026" y="889586"/>
                  </a:lnTo>
                  <a:lnTo>
                    <a:pt x="14369" y="846304"/>
                  </a:lnTo>
                  <a:lnTo>
                    <a:pt x="15583" y="807811"/>
                  </a:lnTo>
                  <a:lnTo>
                    <a:pt x="17841" y="774884"/>
                  </a:lnTo>
                  <a:lnTo>
                    <a:pt x="20853" y="754902"/>
                  </a:lnTo>
                  <a:lnTo>
                    <a:pt x="23331" y="729174"/>
                  </a:lnTo>
                  <a:lnTo>
                    <a:pt x="26783" y="661609"/>
                  </a:lnTo>
                  <a:lnTo>
                    <a:pt x="27804" y="620337"/>
                  </a:lnTo>
                  <a:lnTo>
                    <a:pt x="28386" y="574450"/>
                  </a:lnTo>
                  <a:lnTo>
                    <a:pt x="28554" y="524229"/>
                  </a:lnTo>
                  <a:lnTo>
                    <a:pt x="28332" y="469958"/>
                  </a:lnTo>
                  <a:lnTo>
                    <a:pt x="27743" y="411919"/>
                  </a:lnTo>
                  <a:lnTo>
                    <a:pt x="26811" y="350395"/>
                  </a:lnTo>
                  <a:lnTo>
                    <a:pt x="25559" y="285668"/>
                  </a:lnTo>
                  <a:lnTo>
                    <a:pt x="24013" y="218021"/>
                  </a:lnTo>
                  <a:lnTo>
                    <a:pt x="22195" y="147736"/>
                  </a:lnTo>
                  <a:lnTo>
                    <a:pt x="20130" y="75097"/>
                  </a:lnTo>
                  <a:lnTo>
                    <a:pt x="17841" y="387"/>
                  </a:lnTo>
                  <a:lnTo>
                    <a:pt x="23186" y="214"/>
                  </a:lnTo>
                  <a:lnTo>
                    <a:pt x="25344" y="0"/>
                  </a:lnTo>
                  <a:lnTo>
                    <a:pt x="31557" y="387"/>
                  </a:lnTo>
                  <a:close/>
                </a:path>
              </a:pathLst>
            </a:custGeom>
            <a:ln w="41275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23553" y="2638551"/>
            <a:ext cx="2414905" cy="1485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ct val="125600"/>
              </a:lnSpc>
              <a:spcBef>
                <a:spcPts val="140"/>
              </a:spcBef>
            </a:pPr>
            <a:r>
              <a:rPr sz="1900" spc="-10" dirty="0">
                <a:latin typeface="Calibri"/>
                <a:cs typeface="Calibri"/>
              </a:rPr>
              <a:t>Loop11 </a:t>
            </a:r>
            <a:r>
              <a:rPr sz="19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http://www.loop11.com</a:t>
            </a:r>
            <a:r>
              <a:rPr sz="1900" spc="-10" dirty="0">
                <a:solidFill>
                  <a:srgbClr val="0563C1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Usabilla </a:t>
            </a:r>
            <a:r>
              <a:rPr sz="19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https://usabilla.com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0787" y="2498369"/>
            <a:ext cx="1941195" cy="137414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indent="56515">
              <a:lnSpc>
                <a:spcPts val="5090"/>
              </a:lnSpc>
              <a:spcBef>
                <a:spcPts val="635"/>
              </a:spcBef>
            </a:pPr>
            <a:r>
              <a:rPr sz="4600" spc="-10" dirty="0"/>
              <a:t>Further Reading</a:t>
            </a:r>
            <a:endParaRPr sz="4600"/>
          </a:p>
        </p:txBody>
      </p:sp>
      <p:grpSp>
        <p:nvGrpSpPr>
          <p:cNvPr id="3" name="object 3"/>
          <p:cNvGrpSpPr/>
          <p:nvPr/>
        </p:nvGrpSpPr>
        <p:grpSpPr>
          <a:xfrm>
            <a:off x="3542860" y="1006554"/>
            <a:ext cx="102235" cy="4522470"/>
            <a:chOff x="3542860" y="1006554"/>
            <a:chExt cx="102235" cy="4522470"/>
          </a:xfrm>
        </p:grpSpPr>
        <p:sp>
          <p:nvSpPr>
            <p:cNvPr id="4" name="object 4"/>
            <p:cNvSpPr/>
            <p:nvPr/>
          </p:nvSpPr>
          <p:spPr>
            <a:xfrm>
              <a:off x="3560526" y="1026839"/>
              <a:ext cx="61594" cy="4482465"/>
            </a:xfrm>
            <a:custGeom>
              <a:avLst/>
              <a:gdLst/>
              <a:ahLst/>
              <a:cxnLst/>
              <a:rect l="l" t="t" r="r" b="b"/>
              <a:pathLst>
                <a:path w="61595" h="4482465">
                  <a:moveTo>
                    <a:pt x="36148" y="3235403"/>
                  </a:moveTo>
                  <a:lnTo>
                    <a:pt x="32096" y="3253909"/>
                  </a:lnTo>
                  <a:lnTo>
                    <a:pt x="20812" y="3290750"/>
                  </a:lnTo>
                  <a:lnTo>
                    <a:pt x="21076" y="3337258"/>
                  </a:lnTo>
                  <a:lnTo>
                    <a:pt x="22206" y="3383018"/>
                  </a:lnTo>
                  <a:lnTo>
                    <a:pt x="23953" y="3428356"/>
                  </a:lnTo>
                  <a:lnTo>
                    <a:pt x="26070" y="3473603"/>
                  </a:lnTo>
                  <a:lnTo>
                    <a:pt x="28308" y="3519085"/>
                  </a:lnTo>
                  <a:lnTo>
                    <a:pt x="30419" y="3565131"/>
                  </a:lnTo>
                  <a:lnTo>
                    <a:pt x="32155" y="3612069"/>
                  </a:lnTo>
                  <a:lnTo>
                    <a:pt x="33269" y="3660229"/>
                  </a:lnTo>
                  <a:lnTo>
                    <a:pt x="33512" y="3709938"/>
                  </a:lnTo>
                  <a:lnTo>
                    <a:pt x="32635" y="3761524"/>
                  </a:lnTo>
                  <a:lnTo>
                    <a:pt x="30392" y="3815315"/>
                  </a:lnTo>
                  <a:lnTo>
                    <a:pt x="26533" y="3871641"/>
                  </a:lnTo>
                  <a:lnTo>
                    <a:pt x="20812" y="3930830"/>
                  </a:lnTo>
                  <a:lnTo>
                    <a:pt x="18007" y="4000946"/>
                  </a:lnTo>
                  <a:lnTo>
                    <a:pt x="17327" y="4061846"/>
                  </a:lnTo>
                  <a:lnTo>
                    <a:pt x="18250" y="4115263"/>
                  </a:lnTo>
                  <a:lnTo>
                    <a:pt x="20255" y="4162932"/>
                  </a:lnTo>
                  <a:lnTo>
                    <a:pt x="22821" y="4206586"/>
                  </a:lnTo>
                  <a:lnTo>
                    <a:pt x="25426" y="4247960"/>
                  </a:lnTo>
                  <a:lnTo>
                    <a:pt x="27550" y="4288786"/>
                  </a:lnTo>
                  <a:lnTo>
                    <a:pt x="28672" y="4330799"/>
                  </a:lnTo>
                  <a:lnTo>
                    <a:pt x="28270" y="4375733"/>
                  </a:lnTo>
                  <a:lnTo>
                    <a:pt x="25824" y="4425322"/>
                  </a:lnTo>
                  <a:lnTo>
                    <a:pt x="20812" y="4481299"/>
                  </a:lnTo>
                  <a:lnTo>
                    <a:pt x="25895" y="4482122"/>
                  </a:lnTo>
                  <a:lnTo>
                    <a:pt x="31069" y="4481136"/>
                  </a:lnTo>
                  <a:lnTo>
                    <a:pt x="34529" y="4481136"/>
                  </a:lnTo>
                  <a:lnTo>
                    <a:pt x="34848" y="4441311"/>
                  </a:lnTo>
                  <a:lnTo>
                    <a:pt x="34620" y="4398048"/>
                  </a:lnTo>
                  <a:lnTo>
                    <a:pt x="33968" y="4351862"/>
                  </a:lnTo>
                  <a:lnTo>
                    <a:pt x="33018" y="4303104"/>
                  </a:lnTo>
                  <a:lnTo>
                    <a:pt x="30719" y="4199284"/>
                  </a:lnTo>
                  <a:lnTo>
                    <a:pt x="29620" y="4144926"/>
                  </a:lnTo>
                  <a:lnTo>
                    <a:pt x="28722" y="4089406"/>
                  </a:lnTo>
                  <a:lnTo>
                    <a:pt x="28149" y="4033076"/>
                  </a:lnTo>
                  <a:lnTo>
                    <a:pt x="28026" y="3976288"/>
                  </a:lnTo>
                  <a:lnTo>
                    <a:pt x="28477" y="3919395"/>
                  </a:lnTo>
                  <a:lnTo>
                    <a:pt x="29628" y="3862749"/>
                  </a:lnTo>
                  <a:lnTo>
                    <a:pt x="31603" y="3806703"/>
                  </a:lnTo>
                  <a:lnTo>
                    <a:pt x="34528" y="3751607"/>
                  </a:lnTo>
                  <a:lnTo>
                    <a:pt x="34129" y="3694706"/>
                  </a:lnTo>
                  <a:lnTo>
                    <a:pt x="34038" y="3660229"/>
                  </a:lnTo>
                  <a:lnTo>
                    <a:pt x="34125" y="3565131"/>
                  </a:lnTo>
                  <a:lnTo>
                    <a:pt x="34255" y="3533324"/>
                  </a:lnTo>
                  <a:lnTo>
                    <a:pt x="34643" y="3473603"/>
                  </a:lnTo>
                  <a:lnTo>
                    <a:pt x="35362" y="3380768"/>
                  </a:lnTo>
                  <a:lnTo>
                    <a:pt x="35727" y="3330733"/>
                  </a:lnTo>
                  <a:lnTo>
                    <a:pt x="36010" y="3280696"/>
                  </a:lnTo>
                  <a:lnTo>
                    <a:pt x="36148" y="3235403"/>
                  </a:lnTo>
                  <a:close/>
                </a:path>
                <a:path w="61595" h="4482465">
                  <a:moveTo>
                    <a:pt x="34529" y="4481136"/>
                  </a:moveTo>
                  <a:lnTo>
                    <a:pt x="31069" y="4481136"/>
                  </a:lnTo>
                  <a:lnTo>
                    <a:pt x="34528" y="4481299"/>
                  </a:lnTo>
                  <a:lnTo>
                    <a:pt x="34529" y="4481136"/>
                  </a:lnTo>
                  <a:close/>
                </a:path>
                <a:path w="61595" h="4482465">
                  <a:moveTo>
                    <a:pt x="36642" y="2782553"/>
                  </a:moveTo>
                  <a:lnTo>
                    <a:pt x="35242" y="2818701"/>
                  </a:lnTo>
                  <a:lnTo>
                    <a:pt x="33795" y="2866224"/>
                  </a:lnTo>
                  <a:lnTo>
                    <a:pt x="32996" y="2915515"/>
                  </a:lnTo>
                  <a:lnTo>
                    <a:pt x="33141" y="2967203"/>
                  </a:lnTo>
                  <a:lnTo>
                    <a:pt x="34528" y="3021918"/>
                  </a:lnTo>
                  <a:lnTo>
                    <a:pt x="35369" y="3075638"/>
                  </a:lnTo>
                  <a:lnTo>
                    <a:pt x="35890" y="3128130"/>
                  </a:lnTo>
                  <a:lnTo>
                    <a:pt x="36101" y="3171652"/>
                  </a:lnTo>
                  <a:lnTo>
                    <a:pt x="36148" y="3235403"/>
                  </a:lnTo>
                  <a:lnTo>
                    <a:pt x="40806" y="3214131"/>
                  </a:lnTo>
                  <a:lnTo>
                    <a:pt x="47131" y="3171652"/>
                  </a:lnTo>
                  <a:lnTo>
                    <a:pt x="51260" y="3126710"/>
                  </a:lnTo>
                  <a:lnTo>
                    <a:pt x="53382" y="3079544"/>
                  </a:lnTo>
                  <a:lnTo>
                    <a:pt x="53686" y="3030392"/>
                  </a:lnTo>
                  <a:lnTo>
                    <a:pt x="52362" y="2979490"/>
                  </a:lnTo>
                  <a:lnTo>
                    <a:pt x="49599" y="2927077"/>
                  </a:lnTo>
                  <a:lnTo>
                    <a:pt x="45586" y="2873391"/>
                  </a:lnTo>
                  <a:lnTo>
                    <a:pt x="40511" y="2818670"/>
                  </a:lnTo>
                  <a:lnTo>
                    <a:pt x="36642" y="2782553"/>
                  </a:lnTo>
                  <a:close/>
                </a:path>
                <a:path w="61595" h="4482465">
                  <a:moveTo>
                    <a:pt x="27050" y="2328969"/>
                  </a:moveTo>
                  <a:lnTo>
                    <a:pt x="24963" y="2378038"/>
                  </a:lnTo>
                  <a:lnTo>
                    <a:pt x="22838" y="2429120"/>
                  </a:lnTo>
                  <a:lnTo>
                    <a:pt x="21010" y="2482676"/>
                  </a:lnTo>
                  <a:lnTo>
                    <a:pt x="19866" y="2536213"/>
                  </a:lnTo>
                  <a:lnTo>
                    <a:pt x="19683" y="2592462"/>
                  </a:lnTo>
                  <a:lnTo>
                    <a:pt x="20812" y="2650670"/>
                  </a:lnTo>
                  <a:lnTo>
                    <a:pt x="27935" y="2707071"/>
                  </a:lnTo>
                  <a:lnTo>
                    <a:pt x="34564" y="2763150"/>
                  </a:lnTo>
                  <a:lnTo>
                    <a:pt x="36642" y="2782553"/>
                  </a:lnTo>
                  <a:lnTo>
                    <a:pt x="37039" y="2772316"/>
                  </a:lnTo>
                  <a:lnTo>
                    <a:pt x="38891" y="2726440"/>
                  </a:lnTo>
                  <a:lnTo>
                    <a:pt x="40500" y="2680445"/>
                  </a:lnTo>
                  <a:lnTo>
                    <a:pt x="41571" y="2633700"/>
                  </a:lnTo>
                  <a:lnTo>
                    <a:pt x="41805" y="2585576"/>
                  </a:lnTo>
                  <a:lnTo>
                    <a:pt x="40907" y="2535445"/>
                  </a:lnTo>
                  <a:lnTo>
                    <a:pt x="38580" y="2482676"/>
                  </a:lnTo>
                  <a:lnTo>
                    <a:pt x="34528" y="2426642"/>
                  </a:lnTo>
                  <a:lnTo>
                    <a:pt x="30223" y="2368436"/>
                  </a:lnTo>
                  <a:lnTo>
                    <a:pt x="27050" y="2328969"/>
                  </a:lnTo>
                  <a:close/>
                </a:path>
                <a:path w="61595" h="4482465">
                  <a:moveTo>
                    <a:pt x="15165" y="2009008"/>
                  </a:moveTo>
                  <a:lnTo>
                    <a:pt x="13529" y="2043091"/>
                  </a:lnTo>
                  <a:lnTo>
                    <a:pt x="12885" y="2087957"/>
                  </a:lnTo>
                  <a:lnTo>
                    <a:pt x="13629" y="2131650"/>
                  </a:lnTo>
                  <a:lnTo>
                    <a:pt x="15534" y="2175196"/>
                  </a:lnTo>
                  <a:lnTo>
                    <a:pt x="18373" y="2219621"/>
                  </a:lnTo>
                  <a:lnTo>
                    <a:pt x="21919" y="2265952"/>
                  </a:lnTo>
                  <a:lnTo>
                    <a:pt x="25945" y="2315215"/>
                  </a:lnTo>
                  <a:lnTo>
                    <a:pt x="27050" y="2328969"/>
                  </a:lnTo>
                  <a:lnTo>
                    <a:pt x="28834" y="2280211"/>
                  </a:lnTo>
                  <a:lnTo>
                    <a:pt x="29916" y="2233228"/>
                  </a:lnTo>
                  <a:lnTo>
                    <a:pt x="29987" y="2187373"/>
                  </a:lnTo>
                  <a:lnTo>
                    <a:pt x="28714" y="2142529"/>
                  </a:lnTo>
                  <a:lnTo>
                    <a:pt x="25766" y="2098576"/>
                  </a:lnTo>
                  <a:lnTo>
                    <a:pt x="20812" y="2055395"/>
                  </a:lnTo>
                  <a:lnTo>
                    <a:pt x="15959" y="2016939"/>
                  </a:lnTo>
                  <a:lnTo>
                    <a:pt x="15165" y="2009008"/>
                  </a:lnTo>
                  <a:close/>
                </a:path>
                <a:path w="61595" h="4482465">
                  <a:moveTo>
                    <a:pt x="26061" y="0"/>
                  </a:moveTo>
                  <a:lnTo>
                    <a:pt x="18461" y="43569"/>
                  </a:lnTo>
                  <a:lnTo>
                    <a:pt x="16202" y="87787"/>
                  </a:lnTo>
                  <a:lnTo>
                    <a:pt x="14136" y="133347"/>
                  </a:lnTo>
                  <a:lnTo>
                    <a:pt x="12363" y="180201"/>
                  </a:lnTo>
                  <a:lnTo>
                    <a:pt x="10984" y="228302"/>
                  </a:lnTo>
                  <a:lnTo>
                    <a:pt x="10099" y="277605"/>
                  </a:lnTo>
                  <a:lnTo>
                    <a:pt x="9925" y="342711"/>
                  </a:lnTo>
                  <a:lnTo>
                    <a:pt x="10216" y="379624"/>
                  </a:lnTo>
                  <a:lnTo>
                    <a:pt x="11418" y="432248"/>
                  </a:lnTo>
                  <a:lnTo>
                    <a:pt x="13518" y="485885"/>
                  </a:lnTo>
                  <a:lnTo>
                    <a:pt x="16616" y="540489"/>
                  </a:lnTo>
                  <a:lnTo>
                    <a:pt x="20812" y="596013"/>
                  </a:lnTo>
                  <a:lnTo>
                    <a:pt x="26776" y="638025"/>
                  </a:lnTo>
                  <a:lnTo>
                    <a:pt x="31309" y="681877"/>
                  </a:lnTo>
                  <a:lnTo>
                    <a:pt x="34541" y="727497"/>
                  </a:lnTo>
                  <a:lnTo>
                    <a:pt x="36598" y="774815"/>
                  </a:lnTo>
                  <a:lnTo>
                    <a:pt x="37609" y="823758"/>
                  </a:lnTo>
                  <a:lnTo>
                    <a:pt x="37703" y="874257"/>
                  </a:lnTo>
                  <a:lnTo>
                    <a:pt x="37007" y="926240"/>
                  </a:lnTo>
                  <a:lnTo>
                    <a:pt x="35651" y="979636"/>
                  </a:lnTo>
                  <a:lnTo>
                    <a:pt x="33762" y="1034374"/>
                  </a:lnTo>
                  <a:lnTo>
                    <a:pt x="31468" y="1090383"/>
                  </a:lnTo>
                  <a:lnTo>
                    <a:pt x="28897" y="1147592"/>
                  </a:lnTo>
                  <a:lnTo>
                    <a:pt x="26179" y="1205929"/>
                  </a:lnTo>
                  <a:lnTo>
                    <a:pt x="23441" y="1265324"/>
                  </a:lnTo>
                  <a:lnTo>
                    <a:pt x="20812" y="1325706"/>
                  </a:lnTo>
                  <a:lnTo>
                    <a:pt x="14621" y="1375308"/>
                  </a:lnTo>
                  <a:lnTo>
                    <a:pt x="9588" y="1427788"/>
                  </a:lnTo>
                  <a:lnTo>
                    <a:pt x="5663" y="1482522"/>
                  </a:lnTo>
                  <a:lnTo>
                    <a:pt x="2792" y="1538888"/>
                  </a:lnTo>
                  <a:lnTo>
                    <a:pt x="926" y="1596264"/>
                  </a:lnTo>
                  <a:lnTo>
                    <a:pt x="12" y="1654028"/>
                  </a:lnTo>
                  <a:lnTo>
                    <a:pt x="0" y="1711557"/>
                  </a:lnTo>
                  <a:lnTo>
                    <a:pt x="836" y="1768228"/>
                  </a:lnTo>
                  <a:lnTo>
                    <a:pt x="2471" y="1823420"/>
                  </a:lnTo>
                  <a:lnTo>
                    <a:pt x="4852" y="1876509"/>
                  </a:lnTo>
                  <a:lnTo>
                    <a:pt x="7928" y="1926874"/>
                  </a:lnTo>
                  <a:lnTo>
                    <a:pt x="11648" y="1973891"/>
                  </a:lnTo>
                  <a:lnTo>
                    <a:pt x="15165" y="2009008"/>
                  </a:lnTo>
                  <a:lnTo>
                    <a:pt x="15788" y="1996025"/>
                  </a:lnTo>
                  <a:lnTo>
                    <a:pt x="19890" y="1945734"/>
                  </a:lnTo>
                  <a:lnTo>
                    <a:pt x="26060" y="1891190"/>
                  </a:lnTo>
                  <a:lnTo>
                    <a:pt x="34528" y="1831367"/>
                  </a:lnTo>
                  <a:lnTo>
                    <a:pt x="44385" y="1777145"/>
                  </a:lnTo>
                  <a:lnTo>
                    <a:pt x="51750" y="1721675"/>
                  </a:lnTo>
                  <a:lnTo>
                    <a:pt x="56874" y="1665430"/>
                  </a:lnTo>
                  <a:lnTo>
                    <a:pt x="60006" y="1608880"/>
                  </a:lnTo>
                  <a:lnTo>
                    <a:pt x="61397" y="1552499"/>
                  </a:lnTo>
                  <a:lnTo>
                    <a:pt x="61297" y="1496757"/>
                  </a:lnTo>
                  <a:lnTo>
                    <a:pt x="59954" y="1442126"/>
                  </a:lnTo>
                  <a:lnTo>
                    <a:pt x="57621" y="1389077"/>
                  </a:lnTo>
                  <a:lnTo>
                    <a:pt x="54546" y="1338083"/>
                  </a:lnTo>
                  <a:lnTo>
                    <a:pt x="50979" y="1289616"/>
                  </a:lnTo>
                  <a:lnTo>
                    <a:pt x="47172" y="1244146"/>
                  </a:lnTo>
                  <a:lnTo>
                    <a:pt x="43373" y="1202145"/>
                  </a:lnTo>
                  <a:lnTo>
                    <a:pt x="39832" y="1164086"/>
                  </a:lnTo>
                  <a:lnTo>
                    <a:pt x="36801" y="1130439"/>
                  </a:lnTo>
                  <a:lnTo>
                    <a:pt x="34528" y="1101678"/>
                  </a:lnTo>
                  <a:lnTo>
                    <a:pt x="36508" y="1072182"/>
                  </a:lnTo>
                  <a:lnTo>
                    <a:pt x="38224" y="1039090"/>
                  </a:lnTo>
                  <a:lnTo>
                    <a:pt x="39610" y="1001994"/>
                  </a:lnTo>
                  <a:lnTo>
                    <a:pt x="40600" y="960486"/>
                  </a:lnTo>
                  <a:lnTo>
                    <a:pt x="41127" y="914161"/>
                  </a:lnTo>
                  <a:lnTo>
                    <a:pt x="41127" y="862610"/>
                  </a:lnTo>
                  <a:lnTo>
                    <a:pt x="40533" y="805427"/>
                  </a:lnTo>
                  <a:lnTo>
                    <a:pt x="39279" y="742204"/>
                  </a:lnTo>
                  <a:lnTo>
                    <a:pt x="37299" y="672535"/>
                  </a:lnTo>
                  <a:lnTo>
                    <a:pt x="32207" y="531701"/>
                  </a:lnTo>
                  <a:lnTo>
                    <a:pt x="30482" y="475994"/>
                  </a:lnTo>
                  <a:lnTo>
                    <a:pt x="29300" y="427113"/>
                  </a:lnTo>
                  <a:lnTo>
                    <a:pt x="28609" y="383279"/>
                  </a:lnTo>
                  <a:lnTo>
                    <a:pt x="28358" y="342711"/>
                  </a:lnTo>
                  <a:lnTo>
                    <a:pt x="28494" y="303631"/>
                  </a:lnTo>
                  <a:lnTo>
                    <a:pt x="28965" y="264259"/>
                  </a:lnTo>
                  <a:lnTo>
                    <a:pt x="29720" y="222815"/>
                  </a:lnTo>
                  <a:lnTo>
                    <a:pt x="30705" y="177521"/>
                  </a:lnTo>
                  <a:lnTo>
                    <a:pt x="31870" y="126596"/>
                  </a:lnTo>
                  <a:lnTo>
                    <a:pt x="33161" y="68262"/>
                  </a:lnTo>
                  <a:lnTo>
                    <a:pt x="34528" y="739"/>
                  </a:lnTo>
                  <a:lnTo>
                    <a:pt x="30094" y="461"/>
                  </a:lnTo>
                  <a:lnTo>
                    <a:pt x="26061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63497" y="1027191"/>
              <a:ext cx="60960" cy="4481195"/>
            </a:xfrm>
            <a:custGeom>
              <a:avLst/>
              <a:gdLst/>
              <a:ahLst/>
              <a:cxnLst/>
              <a:rect l="l" t="t" r="r" b="b"/>
              <a:pathLst>
                <a:path w="60960" h="4481195">
                  <a:moveTo>
                    <a:pt x="31557" y="387"/>
                  </a:moveTo>
                  <a:lnTo>
                    <a:pt x="28489" y="63407"/>
                  </a:lnTo>
                  <a:lnTo>
                    <a:pt x="26488" y="119564"/>
                  </a:lnTo>
                  <a:lnTo>
                    <a:pt x="25400" y="170187"/>
                  </a:lnTo>
                  <a:lnTo>
                    <a:pt x="25074" y="216601"/>
                  </a:lnTo>
                  <a:lnTo>
                    <a:pt x="25356" y="260134"/>
                  </a:lnTo>
                  <a:lnTo>
                    <a:pt x="26094" y="302113"/>
                  </a:lnTo>
                  <a:lnTo>
                    <a:pt x="27136" y="343865"/>
                  </a:lnTo>
                  <a:lnTo>
                    <a:pt x="28329" y="386716"/>
                  </a:lnTo>
                  <a:lnTo>
                    <a:pt x="29519" y="431994"/>
                  </a:lnTo>
                  <a:lnTo>
                    <a:pt x="30556" y="481026"/>
                  </a:lnTo>
                  <a:lnTo>
                    <a:pt x="31286" y="535140"/>
                  </a:lnTo>
                  <a:lnTo>
                    <a:pt x="31557" y="595661"/>
                  </a:lnTo>
                  <a:lnTo>
                    <a:pt x="32451" y="666804"/>
                  </a:lnTo>
                  <a:lnTo>
                    <a:pt x="33681" y="725634"/>
                  </a:lnTo>
                  <a:lnTo>
                    <a:pt x="35046" y="775051"/>
                  </a:lnTo>
                  <a:lnTo>
                    <a:pt x="36346" y="817961"/>
                  </a:lnTo>
                  <a:lnTo>
                    <a:pt x="37381" y="857265"/>
                  </a:lnTo>
                  <a:lnTo>
                    <a:pt x="37949" y="895868"/>
                  </a:lnTo>
                  <a:lnTo>
                    <a:pt x="37852" y="936672"/>
                  </a:lnTo>
                  <a:lnTo>
                    <a:pt x="36887" y="982580"/>
                  </a:lnTo>
                  <a:lnTo>
                    <a:pt x="34856" y="1036497"/>
                  </a:lnTo>
                  <a:lnTo>
                    <a:pt x="31557" y="1101325"/>
                  </a:lnTo>
                  <a:lnTo>
                    <a:pt x="27990" y="1162839"/>
                  </a:lnTo>
                  <a:lnTo>
                    <a:pt x="26622" y="1217786"/>
                  </a:lnTo>
                  <a:lnTo>
                    <a:pt x="26957" y="1267591"/>
                  </a:lnTo>
                  <a:lnTo>
                    <a:pt x="28501" y="1313677"/>
                  </a:lnTo>
                  <a:lnTo>
                    <a:pt x="30758" y="1357468"/>
                  </a:lnTo>
                  <a:lnTo>
                    <a:pt x="33233" y="1400390"/>
                  </a:lnTo>
                  <a:lnTo>
                    <a:pt x="35431" y="1443865"/>
                  </a:lnTo>
                  <a:lnTo>
                    <a:pt x="36858" y="1489319"/>
                  </a:lnTo>
                  <a:lnTo>
                    <a:pt x="37018" y="1538176"/>
                  </a:lnTo>
                  <a:lnTo>
                    <a:pt x="35416" y="1591859"/>
                  </a:lnTo>
                  <a:lnTo>
                    <a:pt x="31557" y="1651793"/>
                  </a:lnTo>
                  <a:lnTo>
                    <a:pt x="30933" y="1700556"/>
                  </a:lnTo>
                  <a:lnTo>
                    <a:pt x="29854" y="1750639"/>
                  </a:lnTo>
                  <a:lnTo>
                    <a:pt x="28455" y="1801717"/>
                  </a:lnTo>
                  <a:lnTo>
                    <a:pt x="26876" y="1853466"/>
                  </a:lnTo>
                  <a:lnTo>
                    <a:pt x="25255" y="1905564"/>
                  </a:lnTo>
                  <a:lnTo>
                    <a:pt x="23730" y="1957686"/>
                  </a:lnTo>
                  <a:lnTo>
                    <a:pt x="22438" y="2009508"/>
                  </a:lnTo>
                  <a:lnTo>
                    <a:pt x="21519" y="2060707"/>
                  </a:lnTo>
                  <a:lnTo>
                    <a:pt x="21110" y="2110958"/>
                  </a:lnTo>
                  <a:lnTo>
                    <a:pt x="21350" y="2159939"/>
                  </a:lnTo>
                  <a:lnTo>
                    <a:pt x="22376" y="2207325"/>
                  </a:lnTo>
                  <a:lnTo>
                    <a:pt x="24327" y="2252793"/>
                  </a:lnTo>
                  <a:lnTo>
                    <a:pt x="27341" y="2296019"/>
                  </a:lnTo>
                  <a:lnTo>
                    <a:pt x="31557" y="2336679"/>
                  </a:lnTo>
                  <a:lnTo>
                    <a:pt x="31774" y="2383374"/>
                  </a:lnTo>
                  <a:lnTo>
                    <a:pt x="30591" y="2430519"/>
                  </a:lnTo>
                  <a:lnTo>
                    <a:pt x="28417" y="2478137"/>
                  </a:lnTo>
                  <a:lnTo>
                    <a:pt x="25659" y="2526252"/>
                  </a:lnTo>
                  <a:lnTo>
                    <a:pt x="22726" y="2574889"/>
                  </a:lnTo>
                  <a:lnTo>
                    <a:pt x="20026" y="2624071"/>
                  </a:lnTo>
                  <a:lnTo>
                    <a:pt x="17966" y="2673822"/>
                  </a:lnTo>
                  <a:lnTo>
                    <a:pt x="16955" y="2724166"/>
                  </a:lnTo>
                  <a:lnTo>
                    <a:pt x="17400" y="2775127"/>
                  </a:lnTo>
                  <a:lnTo>
                    <a:pt x="19710" y="2826730"/>
                  </a:lnTo>
                  <a:lnTo>
                    <a:pt x="24293" y="2878997"/>
                  </a:lnTo>
                  <a:lnTo>
                    <a:pt x="31557" y="2931953"/>
                  </a:lnTo>
                  <a:lnTo>
                    <a:pt x="35380" y="2987081"/>
                  </a:lnTo>
                  <a:lnTo>
                    <a:pt x="37688" y="3040536"/>
                  </a:lnTo>
                  <a:lnTo>
                    <a:pt x="38730" y="3092535"/>
                  </a:lnTo>
                  <a:lnTo>
                    <a:pt x="38756" y="3143297"/>
                  </a:lnTo>
                  <a:lnTo>
                    <a:pt x="38018" y="3193042"/>
                  </a:lnTo>
                  <a:lnTo>
                    <a:pt x="36766" y="3241989"/>
                  </a:lnTo>
                  <a:lnTo>
                    <a:pt x="35250" y="3290357"/>
                  </a:lnTo>
                  <a:lnTo>
                    <a:pt x="33720" y="3338366"/>
                  </a:lnTo>
                  <a:lnTo>
                    <a:pt x="32428" y="3386233"/>
                  </a:lnTo>
                  <a:lnTo>
                    <a:pt x="31623" y="3434179"/>
                  </a:lnTo>
                  <a:lnTo>
                    <a:pt x="31557" y="3482422"/>
                  </a:lnTo>
                  <a:lnTo>
                    <a:pt x="35186" y="3509028"/>
                  </a:lnTo>
                  <a:lnTo>
                    <a:pt x="38809" y="3538467"/>
                  </a:lnTo>
                  <a:lnTo>
                    <a:pt x="45787" y="3605586"/>
                  </a:lnTo>
                  <a:lnTo>
                    <a:pt x="51988" y="3683277"/>
                  </a:lnTo>
                  <a:lnTo>
                    <a:pt x="54641" y="3725930"/>
                  </a:lnTo>
                  <a:lnTo>
                    <a:pt x="56911" y="3771038"/>
                  </a:lnTo>
                  <a:lnTo>
                    <a:pt x="58737" y="3818537"/>
                  </a:lnTo>
                  <a:lnTo>
                    <a:pt x="60056" y="3868366"/>
                  </a:lnTo>
                  <a:lnTo>
                    <a:pt x="60805" y="3920461"/>
                  </a:lnTo>
                  <a:lnTo>
                    <a:pt x="60921" y="3974760"/>
                  </a:lnTo>
                  <a:lnTo>
                    <a:pt x="60342" y="4031200"/>
                  </a:lnTo>
                  <a:lnTo>
                    <a:pt x="59004" y="4089717"/>
                  </a:lnTo>
                  <a:lnTo>
                    <a:pt x="56847" y="4150250"/>
                  </a:lnTo>
                  <a:lnTo>
                    <a:pt x="53806" y="4212735"/>
                  </a:lnTo>
                  <a:lnTo>
                    <a:pt x="49819" y="4277111"/>
                  </a:lnTo>
                  <a:lnTo>
                    <a:pt x="44823" y="4343313"/>
                  </a:lnTo>
                  <a:lnTo>
                    <a:pt x="38757" y="4411279"/>
                  </a:lnTo>
                  <a:lnTo>
                    <a:pt x="31557" y="4480947"/>
                  </a:lnTo>
                  <a:lnTo>
                    <a:pt x="27946" y="4481029"/>
                  </a:lnTo>
                  <a:lnTo>
                    <a:pt x="22211" y="4480897"/>
                  </a:lnTo>
                  <a:lnTo>
                    <a:pt x="17841" y="4480947"/>
                  </a:lnTo>
                  <a:lnTo>
                    <a:pt x="13138" y="4438790"/>
                  </a:lnTo>
                  <a:lnTo>
                    <a:pt x="9672" y="4393439"/>
                  </a:lnTo>
                  <a:lnTo>
                    <a:pt x="7319" y="4345441"/>
                  </a:lnTo>
                  <a:lnTo>
                    <a:pt x="5955" y="4295348"/>
                  </a:lnTo>
                  <a:lnTo>
                    <a:pt x="5457" y="4243707"/>
                  </a:lnTo>
                  <a:lnTo>
                    <a:pt x="5701" y="4191070"/>
                  </a:lnTo>
                  <a:lnTo>
                    <a:pt x="6565" y="4137986"/>
                  </a:lnTo>
                  <a:lnTo>
                    <a:pt x="7924" y="4085004"/>
                  </a:lnTo>
                  <a:lnTo>
                    <a:pt x="9656" y="4032674"/>
                  </a:lnTo>
                  <a:lnTo>
                    <a:pt x="11637" y="3981545"/>
                  </a:lnTo>
                  <a:lnTo>
                    <a:pt x="13744" y="3932168"/>
                  </a:lnTo>
                  <a:lnTo>
                    <a:pt x="15853" y="3885092"/>
                  </a:lnTo>
                  <a:lnTo>
                    <a:pt x="17841" y="3840867"/>
                  </a:lnTo>
                  <a:lnTo>
                    <a:pt x="25440" y="3795385"/>
                  </a:lnTo>
                  <a:lnTo>
                    <a:pt x="31533" y="3751876"/>
                  </a:lnTo>
                  <a:lnTo>
                    <a:pt x="36116" y="3709379"/>
                  </a:lnTo>
                  <a:lnTo>
                    <a:pt x="39183" y="3666932"/>
                  </a:lnTo>
                  <a:lnTo>
                    <a:pt x="40731" y="3623573"/>
                  </a:lnTo>
                  <a:lnTo>
                    <a:pt x="40754" y="3578340"/>
                  </a:lnTo>
                  <a:lnTo>
                    <a:pt x="39248" y="3530271"/>
                  </a:lnTo>
                  <a:lnTo>
                    <a:pt x="36209" y="3478404"/>
                  </a:lnTo>
                  <a:lnTo>
                    <a:pt x="31630" y="3421777"/>
                  </a:lnTo>
                  <a:lnTo>
                    <a:pt x="25509" y="3359429"/>
                  </a:lnTo>
                  <a:lnTo>
                    <a:pt x="17841" y="3290398"/>
                  </a:lnTo>
                  <a:lnTo>
                    <a:pt x="18369" y="3232905"/>
                  </a:lnTo>
                  <a:lnTo>
                    <a:pt x="19762" y="3179298"/>
                  </a:lnTo>
                  <a:lnTo>
                    <a:pt x="21803" y="3128972"/>
                  </a:lnTo>
                  <a:lnTo>
                    <a:pt x="24275" y="3081321"/>
                  </a:lnTo>
                  <a:lnTo>
                    <a:pt x="26961" y="3035741"/>
                  </a:lnTo>
                  <a:lnTo>
                    <a:pt x="29644" y="2991626"/>
                  </a:lnTo>
                  <a:lnTo>
                    <a:pt x="32107" y="2948371"/>
                  </a:lnTo>
                  <a:lnTo>
                    <a:pt x="34132" y="2905372"/>
                  </a:lnTo>
                  <a:lnTo>
                    <a:pt x="35504" y="2862023"/>
                  </a:lnTo>
                  <a:lnTo>
                    <a:pt x="36004" y="2817719"/>
                  </a:lnTo>
                  <a:lnTo>
                    <a:pt x="35416" y="2771856"/>
                  </a:lnTo>
                  <a:lnTo>
                    <a:pt x="33523" y="2723828"/>
                  </a:lnTo>
                  <a:lnTo>
                    <a:pt x="30107" y="2673031"/>
                  </a:lnTo>
                  <a:lnTo>
                    <a:pt x="24952" y="2618859"/>
                  </a:lnTo>
                  <a:lnTo>
                    <a:pt x="17841" y="2560707"/>
                  </a:lnTo>
                  <a:lnTo>
                    <a:pt x="13416" y="2492437"/>
                  </a:lnTo>
                  <a:lnTo>
                    <a:pt x="9705" y="2430503"/>
                  </a:lnTo>
                  <a:lnTo>
                    <a:pt x="6735" y="2374022"/>
                  </a:lnTo>
                  <a:lnTo>
                    <a:pt x="4533" y="2322111"/>
                  </a:lnTo>
                  <a:lnTo>
                    <a:pt x="3126" y="2273887"/>
                  </a:lnTo>
                  <a:lnTo>
                    <a:pt x="2541" y="2228469"/>
                  </a:lnTo>
                  <a:lnTo>
                    <a:pt x="2807" y="2184972"/>
                  </a:lnTo>
                  <a:lnTo>
                    <a:pt x="3950" y="2142515"/>
                  </a:lnTo>
                  <a:lnTo>
                    <a:pt x="5997" y="2100215"/>
                  </a:lnTo>
                  <a:lnTo>
                    <a:pt x="8977" y="2057190"/>
                  </a:lnTo>
                  <a:lnTo>
                    <a:pt x="12915" y="2012557"/>
                  </a:lnTo>
                  <a:lnTo>
                    <a:pt x="17841" y="1965433"/>
                  </a:lnTo>
                  <a:lnTo>
                    <a:pt x="14273" y="1913901"/>
                  </a:lnTo>
                  <a:lnTo>
                    <a:pt x="10388" y="1865908"/>
                  </a:lnTo>
                  <a:lnTo>
                    <a:pt x="6602" y="1820206"/>
                  </a:lnTo>
                  <a:lnTo>
                    <a:pt x="3331" y="1775550"/>
                  </a:lnTo>
                  <a:lnTo>
                    <a:pt x="991" y="1730693"/>
                  </a:lnTo>
                  <a:lnTo>
                    <a:pt x="0" y="1684388"/>
                  </a:lnTo>
                  <a:lnTo>
                    <a:pt x="772" y="1635390"/>
                  </a:lnTo>
                  <a:lnTo>
                    <a:pt x="3726" y="1582451"/>
                  </a:lnTo>
                  <a:lnTo>
                    <a:pt x="9276" y="1524326"/>
                  </a:lnTo>
                  <a:lnTo>
                    <a:pt x="17841" y="1459769"/>
                  </a:lnTo>
                  <a:lnTo>
                    <a:pt x="20113" y="1415041"/>
                  </a:lnTo>
                  <a:lnTo>
                    <a:pt x="21339" y="1366562"/>
                  </a:lnTo>
                  <a:lnTo>
                    <a:pt x="21693" y="1315110"/>
                  </a:lnTo>
                  <a:lnTo>
                    <a:pt x="21348" y="1261459"/>
                  </a:lnTo>
                  <a:lnTo>
                    <a:pt x="20480" y="1206388"/>
                  </a:lnTo>
                  <a:lnTo>
                    <a:pt x="19262" y="1150671"/>
                  </a:lnTo>
                  <a:lnTo>
                    <a:pt x="17868" y="1095086"/>
                  </a:lnTo>
                  <a:lnTo>
                    <a:pt x="16474" y="1040408"/>
                  </a:lnTo>
                  <a:lnTo>
                    <a:pt x="15252" y="987415"/>
                  </a:lnTo>
                  <a:lnTo>
                    <a:pt x="14378" y="936882"/>
                  </a:lnTo>
                  <a:lnTo>
                    <a:pt x="14026" y="889586"/>
                  </a:lnTo>
                  <a:lnTo>
                    <a:pt x="14369" y="846304"/>
                  </a:lnTo>
                  <a:lnTo>
                    <a:pt x="15583" y="807811"/>
                  </a:lnTo>
                  <a:lnTo>
                    <a:pt x="17841" y="774884"/>
                  </a:lnTo>
                  <a:lnTo>
                    <a:pt x="20853" y="754902"/>
                  </a:lnTo>
                  <a:lnTo>
                    <a:pt x="23331" y="729174"/>
                  </a:lnTo>
                  <a:lnTo>
                    <a:pt x="26783" y="661609"/>
                  </a:lnTo>
                  <a:lnTo>
                    <a:pt x="27804" y="620337"/>
                  </a:lnTo>
                  <a:lnTo>
                    <a:pt x="28386" y="574450"/>
                  </a:lnTo>
                  <a:lnTo>
                    <a:pt x="28554" y="524229"/>
                  </a:lnTo>
                  <a:lnTo>
                    <a:pt x="28332" y="469958"/>
                  </a:lnTo>
                  <a:lnTo>
                    <a:pt x="27743" y="411919"/>
                  </a:lnTo>
                  <a:lnTo>
                    <a:pt x="26811" y="350395"/>
                  </a:lnTo>
                  <a:lnTo>
                    <a:pt x="25559" y="285668"/>
                  </a:lnTo>
                  <a:lnTo>
                    <a:pt x="24013" y="218021"/>
                  </a:lnTo>
                  <a:lnTo>
                    <a:pt x="22195" y="147736"/>
                  </a:lnTo>
                  <a:lnTo>
                    <a:pt x="20130" y="75097"/>
                  </a:lnTo>
                  <a:lnTo>
                    <a:pt x="17841" y="387"/>
                  </a:lnTo>
                  <a:lnTo>
                    <a:pt x="23186" y="214"/>
                  </a:lnTo>
                  <a:lnTo>
                    <a:pt x="25344" y="0"/>
                  </a:lnTo>
                  <a:lnTo>
                    <a:pt x="31557" y="387"/>
                  </a:lnTo>
                  <a:close/>
                </a:path>
              </a:pathLst>
            </a:custGeom>
            <a:ln w="41275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23553" y="2827528"/>
            <a:ext cx="4448175" cy="83311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89500"/>
              </a:lnSpc>
              <a:spcBef>
                <a:spcPts val="340"/>
              </a:spcBef>
            </a:pPr>
            <a:r>
              <a:rPr sz="1900" b="1" dirty="0">
                <a:latin typeface="Calibri"/>
                <a:cs typeface="Calibri"/>
              </a:rPr>
              <a:t>Usability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101: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Introduction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to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Usability </a:t>
            </a:r>
            <a:r>
              <a:rPr sz="19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http://www.useit.com/alertbox/20030825.ht</a:t>
            </a:r>
            <a:r>
              <a:rPr sz="1900" spc="-10" dirty="0">
                <a:solidFill>
                  <a:srgbClr val="0563C1"/>
                </a:solidFill>
                <a:latin typeface="Calibri"/>
                <a:cs typeface="Calibri"/>
              </a:rPr>
              <a:t> </a:t>
            </a:r>
            <a:r>
              <a:rPr sz="1900" u="sng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ml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6131" y="584224"/>
            <a:ext cx="8074839" cy="699560"/>
          </a:xfrm>
          <a:prstGeom prst="rect">
            <a:avLst/>
          </a:prstGeom>
        </p:spPr>
        <p:txBody>
          <a:bodyPr vert="horz" wrap="square" lIns="0" tIns="527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GB" b="1" spc="-10" dirty="0"/>
              <a:t>Exercise 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550" y="1631268"/>
            <a:ext cx="8182310" cy="1090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7390" y="1852676"/>
            <a:ext cx="7750810" cy="443326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lang="en-GB" sz="2000" spc="-10" dirty="0">
                <a:latin typeface="Calibri"/>
                <a:cs typeface="Calibri"/>
              </a:rPr>
              <a:t>Choose a website or use sections of you own projects and perform some of the usability tests below.  Some sites may need you to sign up, but don’t feel required.</a:t>
            </a:r>
            <a:endParaRPr lang="en-GB" sz="2400" b="1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000" b="1" spc="-10" dirty="0">
                <a:latin typeface="Calibri"/>
                <a:cs typeface="Calibri"/>
              </a:rPr>
              <a:t>Speed</a:t>
            </a:r>
            <a:r>
              <a:rPr lang="en-GB" sz="2000" b="1" spc="-1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lang="en-GB" sz="2000" dirty="0">
                <a:latin typeface="Calibri"/>
                <a:cs typeface="Calibri"/>
              </a:rPr>
              <a:t>(</a:t>
            </a:r>
            <a:r>
              <a:rPr lang="en-GB" sz="2000" dirty="0">
                <a:solidFill>
                  <a:srgbClr val="FF0000"/>
                </a:solidFill>
                <a:latin typeface="Calibri"/>
                <a:cs typeface="Calibri"/>
              </a:rPr>
              <a:t>sign up</a:t>
            </a:r>
            <a:r>
              <a:rPr lang="en-GB" sz="2000" dirty="0">
                <a:latin typeface="Calibri"/>
                <a:cs typeface="Calibri"/>
              </a:rPr>
              <a:t>) </a:t>
            </a:r>
            <a:r>
              <a:rPr sz="2000" dirty="0" err="1">
                <a:latin typeface="Calibri"/>
                <a:cs typeface="Calibri"/>
              </a:rPr>
              <a:t>GTMetrix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3"/>
              </a:rPr>
              <a:t>http://gtmetrix.com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000" dirty="0">
                <a:latin typeface="Calibri"/>
                <a:cs typeface="Calibri"/>
              </a:rPr>
              <a:t>Pingdom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4"/>
              </a:rPr>
              <a:t>http://tools.pingdom.com/fpt/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b="1" spc="-10" dirty="0">
                <a:latin typeface="Calibri"/>
                <a:cs typeface="Calibri"/>
              </a:rPr>
              <a:t>Navigation</a:t>
            </a:r>
            <a:r>
              <a:rPr lang="en-GB" sz="2000" b="1" spc="-1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ts val="2780"/>
              </a:lnSpc>
              <a:spcBef>
                <a:spcPts val="125"/>
              </a:spcBef>
            </a:pPr>
            <a:r>
              <a:rPr lang="en-GB" sz="2000" dirty="0">
                <a:latin typeface="Calibri"/>
                <a:cs typeface="Calibri"/>
              </a:rPr>
              <a:t>(</a:t>
            </a:r>
            <a:r>
              <a:rPr lang="en-GB" sz="2000" dirty="0">
                <a:solidFill>
                  <a:srgbClr val="FF0000"/>
                </a:solidFill>
                <a:latin typeface="Calibri"/>
                <a:cs typeface="Calibri"/>
              </a:rPr>
              <a:t>sign up</a:t>
            </a:r>
            <a:r>
              <a:rPr lang="en-GB" sz="2000" dirty="0">
                <a:latin typeface="Calibri"/>
                <a:cs typeface="Calibri"/>
              </a:rPr>
              <a:t>) </a:t>
            </a:r>
            <a:r>
              <a:rPr sz="2000" dirty="0" err="1">
                <a:latin typeface="Calibri"/>
                <a:cs typeface="Calibri"/>
              </a:rPr>
              <a:t>UXPunk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5"/>
              </a:rPr>
              <a:t>http://www.optimalworkshop.com/?uxp_welcome=1</a:t>
            </a:r>
            <a:r>
              <a:rPr sz="2000" spc="-10" dirty="0">
                <a:solidFill>
                  <a:srgbClr val="0563C1"/>
                </a:solidFill>
                <a:latin typeface="Calibri"/>
                <a:cs typeface="Calibri"/>
              </a:rPr>
              <a:t> </a:t>
            </a:r>
            <a:endParaRPr lang="en-GB" sz="2000" spc="-10" dirty="0">
              <a:solidFill>
                <a:srgbClr val="0563C1"/>
              </a:solidFill>
              <a:latin typeface="Calibri"/>
              <a:cs typeface="Calibri"/>
            </a:endParaRPr>
          </a:p>
          <a:p>
            <a:pPr marL="12700" marR="5080">
              <a:lnSpc>
                <a:spcPts val="2780"/>
              </a:lnSpc>
              <a:spcBef>
                <a:spcPts val="125"/>
              </a:spcBef>
            </a:pPr>
            <a:r>
              <a:rPr lang="en-GB" sz="2000" spc="-25" dirty="0">
                <a:latin typeface="Calibri"/>
                <a:cs typeface="Calibri"/>
              </a:rPr>
              <a:t>Colour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6"/>
              </a:rPr>
              <a:t>https://www.colorcombos.com/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b="1" spc="-10" dirty="0">
                <a:latin typeface="Calibri"/>
                <a:cs typeface="Calibri"/>
              </a:rPr>
              <a:t>Readability</a:t>
            </a:r>
            <a:r>
              <a:rPr lang="en-GB" sz="2000" b="1" spc="-1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12700" marR="2000885">
              <a:lnSpc>
                <a:spcPct val="125600"/>
              </a:lnSpc>
              <a:spcBef>
                <a:spcPts val="75"/>
              </a:spcBef>
            </a:pPr>
            <a:r>
              <a:rPr lang="en-GB" sz="2000" dirty="0">
                <a:latin typeface="Calibri"/>
                <a:cs typeface="Calibri"/>
              </a:rPr>
              <a:t>(</a:t>
            </a:r>
            <a:r>
              <a:rPr lang="en-GB" sz="2000" dirty="0">
                <a:solidFill>
                  <a:srgbClr val="FF0000"/>
                </a:solidFill>
                <a:latin typeface="Calibri"/>
                <a:cs typeface="Calibri"/>
              </a:rPr>
              <a:t>sign up</a:t>
            </a:r>
            <a:r>
              <a:rPr lang="en-GB" sz="2000" dirty="0">
                <a:latin typeface="Calibri"/>
                <a:cs typeface="Calibri"/>
              </a:rPr>
              <a:t>) </a:t>
            </a:r>
            <a:r>
              <a:rPr sz="2000" dirty="0">
                <a:latin typeface="Calibri"/>
                <a:cs typeface="Calibri"/>
              </a:rPr>
              <a:t>Readability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Test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lang="en-GB" sz="20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7"/>
              </a:rPr>
              <a:t>https://readable.com/</a:t>
            </a:r>
            <a:r>
              <a:rPr lang="en-GB" sz="20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 </a:t>
            </a:r>
          </a:p>
          <a:p>
            <a:pPr marL="12700" marR="2000885">
              <a:lnSpc>
                <a:spcPct val="125600"/>
              </a:lnSpc>
              <a:spcBef>
                <a:spcPts val="75"/>
              </a:spcBef>
            </a:pPr>
            <a:r>
              <a:rPr sz="2000" dirty="0">
                <a:latin typeface="Calibri"/>
                <a:cs typeface="Calibri"/>
              </a:rPr>
              <a:t>Gunning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Fog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Index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lang="en-GB" sz="20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http://gunning-fog-index.com/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520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1174</TotalTime>
  <Words>2022</Words>
  <Application>Microsoft Macintosh PowerPoint</Application>
  <PresentationFormat>On-screen Show (4:3)</PresentationFormat>
  <Paragraphs>261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MT</vt:lpstr>
      <vt:lpstr>Atkinson Hyperlegible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Will be teaching you usability as</vt:lpstr>
      <vt:lpstr>Usability</vt:lpstr>
      <vt:lpstr>PowerPoint Presentation</vt:lpstr>
      <vt:lpstr>User Experience</vt:lpstr>
      <vt:lpstr>User Interfaces are Hard to Build</vt:lpstr>
      <vt:lpstr>Usability Engineering is a Process</vt:lpstr>
      <vt:lpstr>Top 10 Mistakes in Web Design https://www.nngroup.com/articles/top-10-mistakes-web-design/  </vt:lpstr>
      <vt:lpstr>PowerPoint Presentation</vt:lpstr>
      <vt:lpstr>PowerPoint Presentation</vt:lpstr>
      <vt:lpstr>PowerPoint Presentation</vt:lpstr>
      <vt:lpstr>Types of Task Scenarios https://www.userfocus.co.uk/articles/testtasks.html</vt:lpstr>
      <vt:lpstr>PowerPoint Presentation</vt:lpstr>
      <vt:lpstr>PowerPoint Presentation</vt:lpstr>
      <vt:lpstr>PowerPoint Presentation</vt:lpstr>
      <vt:lpstr>Observation-based evaluation</vt:lpstr>
      <vt:lpstr>Observation-based Data Collection</vt:lpstr>
      <vt:lpstr>User report-based evaluation</vt:lpstr>
      <vt:lpstr>Analytic Techniques</vt:lpstr>
      <vt:lpstr>Expert Assessment</vt:lpstr>
      <vt:lpstr>Heuristic Evaluation </vt:lpstr>
      <vt:lpstr>The Heuristics</vt:lpstr>
      <vt:lpstr>Heuristic evaluation</vt:lpstr>
      <vt:lpstr>Severity ratings</vt:lpstr>
      <vt:lpstr>Pros and Cons: Heuristic Evaluation</vt:lpstr>
      <vt:lpstr>PowerPoint Presentation</vt:lpstr>
      <vt:lpstr>Online Free Usability Metrics Tests</vt:lpstr>
      <vt:lpstr>Gmetrix Results</vt:lpstr>
      <vt:lpstr>Pingdom</vt:lpstr>
      <vt:lpstr>General Usability Assessment Tools</vt:lpstr>
      <vt:lpstr>Further Reading</vt:lpstr>
      <vt:lpstr>Exercise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Bassma Al-Jubouri</cp:lastModifiedBy>
  <cp:revision>3</cp:revision>
  <dcterms:created xsi:type="dcterms:W3CDTF">2024-04-26T00:44:01Z</dcterms:created>
  <dcterms:modified xsi:type="dcterms:W3CDTF">2025-05-12T07:51:32Z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2023-03-27T00:00:00Z</vt:filetime>
  </property>
  <property fmtid="{D5CDD505-2E9C-101B-9397-08002B2CF9AE}" pid="3" name="LastSaved">
    <vt:filetime>2024-04-26T00:00:00Z</vt:filetime>
  </property>
  <property fmtid="{D5CDD505-2E9C-101B-9397-08002B2CF9AE}" pid="4" name="Producer">
    <vt:lpwstr>macOS Version 12.4 (Build 21F79) Quartz PDFContext</vt:lpwstr>
  </property>
</Properties>
</file>