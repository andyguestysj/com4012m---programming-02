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8"/>
  </p:notesMasterIdLst>
  <p:sldIdLst>
    <p:sldId id="256" r:id="rId2"/>
    <p:sldId id="386" r:id="rId3"/>
    <p:sldId id="393" r:id="rId4"/>
    <p:sldId id="413" r:id="rId5"/>
    <p:sldId id="395" r:id="rId6"/>
    <p:sldId id="414" r:id="rId7"/>
    <p:sldId id="415" r:id="rId8"/>
    <p:sldId id="416" r:id="rId9"/>
    <p:sldId id="417" r:id="rId10"/>
    <p:sldId id="418" r:id="rId11"/>
    <p:sldId id="419" r:id="rId12"/>
    <p:sldId id="420" r:id="rId13"/>
    <p:sldId id="421" r:id="rId14"/>
    <p:sldId id="422" r:id="rId15"/>
    <p:sldId id="423" r:id="rId16"/>
    <p:sldId id="316" r:id="rId17"/>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4D02F2-976C-4D9D-A05A-C643C65CFA1B}" v="8" dt="2024-04-21T23:13:44.0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16" autoAdjust="0"/>
    <p:restoredTop sz="84737" autoAdjust="0"/>
  </p:normalViewPr>
  <p:slideViewPr>
    <p:cSldViewPr>
      <p:cViewPr varScale="1">
        <p:scale>
          <a:sx n="114" d="100"/>
          <a:sy n="114" d="100"/>
        </p:scale>
        <p:origin x="139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Wells" userId="527ade61401a42c1" providerId="LiveId" clId="{BB4D02F2-976C-4D9D-A05A-C643C65CFA1B}"/>
    <pc:docChg chg="undo custSel addSld delSld modSld sldOrd">
      <pc:chgData name="Alec Wells" userId="527ade61401a42c1" providerId="LiveId" clId="{BB4D02F2-976C-4D9D-A05A-C643C65CFA1B}" dt="2024-04-21T23:13:51.020" v="3280" actId="20577"/>
      <pc:docMkLst>
        <pc:docMk/>
      </pc:docMkLst>
      <pc:sldChg chg="modSp del mod ord">
        <pc:chgData name="Alec Wells" userId="527ade61401a42c1" providerId="LiveId" clId="{BB4D02F2-976C-4D9D-A05A-C643C65CFA1B}" dt="2024-04-21T23:13:51.020" v="3280" actId="20577"/>
        <pc:sldMkLst>
          <pc:docMk/>
          <pc:sldMk cId="0" sldId="316"/>
        </pc:sldMkLst>
        <pc:spChg chg="mod">
          <ac:chgData name="Alec Wells" userId="527ade61401a42c1" providerId="LiveId" clId="{BB4D02F2-976C-4D9D-A05A-C643C65CFA1B}" dt="2024-04-21T23:13:51.020" v="3280" actId="20577"/>
          <ac:spMkLst>
            <pc:docMk/>
            <pc:sldMk cId="0" sldId="316"/>
            <ac:spMk id="28675" creationId="{59967F90-AC6E-E533-0567-1BC35A047667}"/>
          </ac:spMkLst>
        </pc:spChg>
      </pc:sldChg>
      <pc:sldChg chg="del">
        <pc:chgData name="Alec Wells" userId="527ade61401a42c1" providerId="LiveId" clId="{BB4D02F2-976C-4D9D-A05A-C643C65CFA1B}" dt="2024-04-20T01:08:08.233" v="3235" actId="2696"/>
        <pc:sldMkLst>
          <pc:docMk/>
          <pc:sldMk cId="3982036518" sldId="369"/>
        </pc:sldMkLst>
      </pc:sldChg>
      <pc:sldChg chg="del">
        <pc:chgData name="Alec Wells" userId="527ade61401a42c1" providerId="LiveId" clId="{BB4D02F2-976C-4D9D-A05A-C643C65CFA1B}" dt="2024-04-20T01:08:08.233" v="3235" actId="2696"/>
        <pc:sldMkLst>
          <pc:docMk/>
          <pc:sldMk cId="3327726480" sldId="394"/>
        </pc:sldMkLst>
      </pc:sldChg>
      <pc:sldChg chg="modSp mod">
        <pc:chgData name="Alec Wells" userId="527ade61401a42c1" providerId="LiveId" clId="{BB4D02F2-976C-4D9D-A05A-C643C65CFA1B}" dt="2024-04-20T00:25:38.446" v="31" actId="20577"/>
        <pc:sldMkLst>
          <pc:docMk/>
          <pc:sldMk cId="519448138" sldId="395"/>
        </pc:sldMkLst>
        <pc:spChg chg="mod">
          <ac:chgData name="Alec Wells" userId="527ade61401a42c1" providerId="LiveId" clId="{BB4D02F2-976C-4D9D-A05A-C643C65CFA1B}" dt="2024-04-20T00:25:38.446" v="31" actId="20577"/>
          <ac:spMkLst>
            <pc:docMk/>
            <pc:sldMk cId="519448138" sldId="395"/>
            <ac:spMk id="16387" creationId="{08E0A061-609E-BD92-34BE-0F168694D455}"/>
          </ac:spMkLst>
        </pc:spChg>
      </pc:sldChg>
      <pc:sldChg chg="del">
        <pc:chgData name="Alec Wells" userId="527ade61401a42c1" providerId="LiveId" clId="{BB4D02F2-976C-4D9D-A05A-C643C65CFA1B}" dt="2024-04-20T01:08:08.233" v="3235" actId="2696"/>
        <pc:sldMkLst>
          <pc:docMk/>
          <pc:sldMk cId="1529837396" sldId="397"/>
        </pc:sldMkLst>
      </pc:sldChg>
      <pc:sldChg chg="del">
        <pc:chgData name="Alec Wells" userId="527ade61401a42c1" providerId="LiveId" clId="{BB4D02F2-976C-4D9D-A05A-C643C65CFA1B}" dt="2024-04-20T01:08:08.233" v="3235" actId="2696"/>
        <pc:sldMkLst>
          <pc:docMk/>
          <pc:sldMk cId="1951583056" sldId="398"/>
        </pc:sldMkLst>
      </pc:sldChg>
      <pc:sldChg chg="del">
        <pc:chgData name="Alec Wells" userId="527ade61401a42c1" providerId="LiveId" clId="{BB4D02F2-976C-4D9D-A05A-C643C65CFA1B}" dt="2024-04-20T01:08:08.233" v="3235" actId="2696"/>
        <pc:sldMkLst>
          <pc:docMk/>
          <pc:sldMk cId="4253991661" sldId="399"/>
        </pc:sldMkLst>
      </pc:sldChg>
      <pc:sldChg chg="del">
        <pc:chgData name="Alec Wells" userId="527ade61401a42c1" providerId="LiveId" clId="{BB4D02F2-976C-4D9D-A05A-C643C65CFA1B}" dt="2024-04-20T01:08:08.233" v="3235" actId="2696"/>
        <pc:sldMkLst>
          <pc:docMk/>
          <pc:sldMk cId="1148687523" sldId="400"/>
        </pc:sldMkLst>
      </pc:sldChg>
      <pc:sldChg chg="del">
        <pc:chgData name="Alec Wells" userId="527ade61401a42c1" providerId="LiveId" clId="{BB4D02F2-976C-4D9D-A05A-C643C65CFA1B}" dt="2024-04-20T01:08:08.233" v="3235" actId="2696"/>
        <pc:sldMkLst>
          <pc:docMk/>
          <pc:sldMk cId="2936764483" sldId="401"/>
        </pc:sldMkLst>
      </pc:sldChg>
      <pc:sldChg chg="del">
        <pc:chgData name="Alec Wells" userId="527ade61401a42c1" providerId="LiveId" clId="{BB4D02F2-976C-4D9D-A05A-C643C65CFA1B}" dt="2024-04-20T01:08:08.233" v="3235" actId="2696"/>
        <pc:sldMkLst>
          <pc:docMk/>
          <pc:sldMk cId="680387633" sldId="402"/>
        </pc:sldMkLst>
      </pc:sldChg>
      <pc:sldChg chg="del">
        <pc:chgData name="Alec Wells" userId="527ade61401a42c1" providerId="LiveId" clId="{BB4D02F2-976C-4D9D-A05A-C643C65CFA1B}" dt="2024-04-20T01:08:08.233" v="3235" actId="2696"/>
        <pc:sldMkLst>
          <pc:docMk/>
          <pc:sldMk cId="2456234841" sldId="403"/>
        </pc:sldMkLst>
      </pc:sldChg>
      <pc:sldChg chg="del">
        <pc:chgData name="Alec Wells" userId="527ade61401a42c1" providerId="LiveId" clId="{BB4D02F2-976C-4D9D-A05A-C643C65CFA1B}" dt="2024-04-20T01:08:08.233" v="3235" actId="2696"/>
        <pc:sldMkLst>
          <pc:docMk/>
          <pc:sldMk cId="3232160031" sldId="405"/>
        </pc:sldMkLst>
      </pc:sldChg>
      <pc:sldChg chg="del">
        <pc:chgData name="Alec Wells" userId="527ade61401a42c1" providerId="LiveId" clId="{BB4D02F2-976C-4D9D-A05A-C643C65CFA1B}" dt="2024-04-20T01:08:08.233" v="3235" actId="2696"/>
        <pc:sldMkLst>
          <pc:docMk/>
          <pc:sldMk cId="1589019224" sldId="406"/>
        </pc:sldMkLst>
      </pc:sldChg>
      <pc:sldChg chg="del">
        <pc:chgData name="Alec Wells" userId="527ade61401a42c1" providerId="LiveId" clId="{BB4D02F2-976C-4D9D-A05A-C643C65CFA1B}" dt="2024-04-20T01:08:08.233" v="3235" actId="2696"/>
        <pc:sldMkLst>
          <pc:docMk/>
          <pc:sldMk cId="1179073541" sldId="407"/>
        </pc:sldMkLst>
      </pc:sldChg>
      <pc:sldChg chg="del">
        <pc:chgData name="Alec Wells" userId="527ade61401a42c1" providerId="LiveId" clId="{BB4D02F2-976C-4D9D-A05A-C643C65CFA1B}" dt="2024-04-20T01:08:08.233" v="3235" actId="2696"/>
        <pc:sldMkLst>
          <pc:docMk/>
          <pc:sldMk cId="1487207069" sldId="408"/>
        </pc:sldMkLst>
      </pc:sldChg>
      <pc:sldChg chg="del">
        <pc:chgData name="Alec Wells" userId="527ade61401a42c1" providerId="LiveId" clId="{BB4D02F2-976C-4D9D-A05A-C643C65CFA1B}" dt="2024-04-20T01:08:08.233" v="3235" actId="2696"/>
        <pc:sldMkLst>
          <pc:docMk/>
          <pc:sldMk cId="4169782949" sldId="409"/>
        </pc:sldMkLst>
      </pc:sldChg>
      <pc:sldChg chg="del">
        <pc:chgData name="Alec Wells" userId="527ade61401a42c1" providerId="LiveId" clId="{BB4D02F2-976C-4D9D-A05A-C643C65CFA1B}" dt="2024-04-20T01:08:08.233" v="3235" actId="2696"/>
        <pc:sldMkLst>
          <pc:docMk/>
          <pc:sldMk cId="3691213625" sldId="410"/>
        </pc:sldMkLst>
      </pc:sldChg>
      <pc:sldChg chg="del">
        <pc:chgData name="Alec Wells" userId="527ade61401a42c1" providerId="LiveId" clId="{BB4D02F2-976C-4D9D-A05A-C643C65CFA1B}" dt="2024-04-20T01:08:08.233" v="3235" actId="2696"/>
        <pc:sldMkLst>
          <pc:docMk/>
          <pc:sldMk cId="612104524" sldId="411"/>
        </pc:sldMkLst>
      </pc:sldChg>
      <pc:sldChg chg="del">
        <pc:chgData name="Alec Wells" userId="527ade61401a42c1" providerId="LiveId" clId="{BB4D02F2-976C-4D9D-A05A-C643C65CFA1B}" dt="2024-04-20T01:08:08.233" v="3235" actId="2696"/>
        <pc:sldMkLst>
          <pc:docMk/>
          <pc:sldMk cId="3191501712" sldId="412"/>
        </pc:sldMkLst>
      </pc:sldChg>
      <pc:sldChg chg="modSp mod">
        <pc:chgData name="Alec Wells" userId="527ade61401a42c1" providerId="LiveId" clId="{BB4D02F2-976C-4D9D-A05A-C643C65CFA1B}" dt="2024-04-20T00:32:50.473" v="220" actId="20577"/>
        <pc:sldMkLst>
          <pc:docMk/>
          <pc:sldMk cId="664756992" sldId="414"/>
        </pc:sldMkLst>
        <pc:spChg chg="mod">
          <ac:chgData name="Alec Wells" userId="527ade61401a42c1" providerId="LiveId" clId="{BB4D02F2-976C-4D9D-A05A-C643C65CFA1B}" dt="2024-04-20T00:32:50.473" v="220" actId="20577"/>
          <ac:spMkLst>
            <pc:docMk/>
            <pc:sldMk cId="664756992" sldId="414"/>
            <ac:spMk id="16387" creationId="{08E0A061-609E-BD92-34BE-0F168694D455}"/>
          </ac:spMkLst>
        </pc:spChg>
      </pc:sldChg>
      <pc:sldChg chg="modSp add mod">
        <pc:chgData name="Alec Wells" userId="527ade61401a42c1" providerId="LiveId" clId="{BB4D02F2-976C-4D9D-A05A-C643C65CFA1B}" dt="2024-04-20T00:32:52.805" v="221" actId="20577"/>
        <pc:sldMkLst>
          <pc:docMk/>
          <pc:sldMk cId="4088795343" sldId="415"/>
        </pc:sldMkLst>
        <pc:spChg chg="mod">
          <ac:chgData name="Alec Wells" userId="527ade61401a42c1" providerId="LiveId" clId="{BB4D02F2-976C-4D9D-A05A-C643C65CFA1B}" dt="2024-04-20T00:30:25.917" v="54" actId="20577"/>
          <ac:spMkLst>
            <pc:docMk/>
            <pc:sldMk cId="4088795343" sldId="415"/>
            <ac:spMk id="16386" creationId="{C04D9E68-69C9-7ED7-124D-C4171E4C4309}"/>
          </ac:spMkLst>
        </pc:spChg>
        <pc:spChg chg="mod">
          <ac:chgData name="Alec Wells" userId="527ade61401a42c1" providerId="LiveId" clId="{BB4D02F2-976C-4D9D-A05A-C643C65CFA1B}" dt="2024-04-20T00:32:52.805" v="221" actId="20577"/>
          <ac:spMkLst>
            <pc:docMk/>
            <pc:sldMk cId="4088795343" sldId="415"/>
            <ac:spMk id="16387" creationId="{08E0A061-609E-BD92-34BE-0F168694D455}"/>
          </ac:spMkLst>
        </pc:spChg>
      </pc:sldChg>
      <pc:sldChg chg="modSp add mod">
        <pc:chgData name="Alec Wells" userId="527ade61401a42c1" providerId="LiveId" clId="{BB4D02F2-976C-4D9D-A05A-C643C65CFA1B}" dt="2024-04-20T01:09:48.094" v="3273" actId="20577"/>
        <pc:sldMkLst>
          <pc:docMk/>
          <pc:sldMk cId="3977538255" sldId="416"/>
        </pc:sldMkLst>
        <pc:spChg chg="mod">
          <ac:chgData name="Alec Wells" userId="527ade61401a42c1" providerId="LiveId" clId="{BB4D02F2-976C-4D9D-A05A-C643C65CFA1B}" dt="2024-04-20T00:32:26.156" v="214" actId="20577"/>
          <ac:spMkLst>
            <pc:docMk/>
            <pc:sldMk cId="3977538255" sldId="416"/>
            <ac:spMk id="16386" creationId="{C04D9E68-69C9-7ED7-124D-C4171E4C4309}"/>
          </ac:spMkLst>
        </pc:spChg>
        <pc:spChg chg="mod">
          <ac:chgData name="Alec Wells" userId="527ade61401a42c1" providerId="LiveId" clId="{BB4D02F2-976C-4D9D-A05A-C643C65CFA1B}" dt="2024-04-20T01:09:48.094" v="3273" actId="20577"/>
          <ac:spMkLst>
            <pc:docMk/>
            <pc:sldMk cId="3977538255" sldId="416"/>
            <ac:spMk id="16387" creationId="{08E0A061-609E-BD92-34BE-0F168694D455}"/>
          </ac:spMkLst>
        </pc:spChg>
      </pc:sldChg>
      <pc:sldChg chg="modSp add mod">
        <pc:chgData name="Alec Wells" userId="527ade61401a42c1" providerId="LiveId" clId="{BB4D02F2-976C-4D9D-A05A-C643C65CFA1B}" dt="2024-04-20T00:46:55.264" v="1306" actId="20577"/>
        <pc:sldMkLst>
          <pc:docMk/>
          <pc:sldMk cId="4146870476" sldId="417"/>
        </pc:sldMkLst>
        <pc:spChg chg="mod">
          <ac:chgData name="Alec Wells" userId="527ade61401a42c1" providerId="LiveId" clId="{BB4D02F2-976C-4D9D-A05A-C643C65CFA1B}" dt="2024-04-20T00:38:33.010" v="519" actId="20577"/>
          <ac:spMkLst>
            <pc:docMk/>
            <pc:sldMk cId="4146870476" sldId="417"/>
            <ac:spMk id="16386" creationId="{C04D9E68-69C9-7ED7-124D-C4171E4C4309}"/>
          </ac:spMkLst>
        </pc:spChg>
        <pc:spChg chg="mod">
          <ac:chgData name="Alec Wells" userId="527ade61401a42c1" providerId="LiveId" clId="{BB4D02F2-976C-4D9D-A05A-C643C65CFA1B}" dt="2024-04-20T00:46:55.264" v="1306" actId="20577"/>
          <ac:spMkLst>
            <pc:docMk/>
            <pc:sldMk cId="4146870476" sldId="417"/>
            <ac:spMk id="16387" creationId="{08E0A061-609E-BD92-34BE-0F168694D455}"/>
          </ac:spMkLst>
        </pc:spChg>
      </pc:sldChg>
      <pc:sldChg chg="modSp add mod">
        <pc:chgData name="Alec Wells" userId="527ade61401a42c1" providerId="LiveId" clId="{BB4D02F2-976C-4D9D-A05A-C643C65CFA1B}" dt="2024-04-20T00:51:09.733" v="2198" actId="20577"/>
        <pc:sldMkLst>
          <pc:docMk/>
          <pc:sldMk cId="1051858429" sldId="418"/>
        </pc:sldMkLst>
        <pc:spChg chg="mod">
          <ac:chgData name="Alec Wells" userId="527ade61401a42c1" providerId="LiveId" clId="{BB4D02F2-976C-4D9D-A05A-C643C65CFA1B}" dt="2024-04-20T00:47:20.921" v="1342" actId="20577"/>
          <ac:spMkLst>
            <pc:docMk/>
            <pc:sldMk cId="1051858429" sldId="418"/>
            <ac:spMk id="16386" creationId="{C04D9E68-69C9-7ED7-124D-C4171E4C4309}"/>
          </ac:spMkLst>
        </pc:spChg>
        <pc:spChg chg="mod">
          <ac:chgData name="Alec Wells" userId="527ade61401a42c1" providerId="LiveId" clId="{BB4D02F2-976C-4D9D-A05A-C643C65CFA1B}" dt="2024-04-20T00:51:09.733" v="2198" actId="20577"/>
          <ac:spMkLst>
            <pc:docMk/>
            <pc:sldMk cId="1051858429" sldId="418"/>
            <ac:spMk id="16387" creationId="{08E0A061-609E-BD92-34BE-0F168694D455}"/>
          </ac:spMkLst>
        </pc:spChg>
      </pc:sldChg>
      <pc:sldChg chg="modSp add mod">
        <pc:chgData name="Alec Wells" userId="527ade61401a42c1" providerId="LiveId" clId="{BB4D02F2-976C-4D9D-A05A-C643C65CFA1B}" dt="2024-04-20T01:01:36.794" v="2785" actId="20577"/>
        <pc:sldMkLst>
          <pc:docMk/>
          <pc:sldMk cId="2020906278" sldId="419"/>
        </pc:sldMkLst>
        <pc:spChg chg="mod">
          <ac:chgData name="Alec Wells" userId="527ade61401a42c1" providerId="LiveId" clId="{BB4D02F2-976C-4D9D-A05A-C643C65CFA1B}" dt="2024-04-20T00:55:30.794" v="2216" actId="20577"/>
          <ac:spMkLst>
            <pc:docMk/>
            <pc:sldMk cId="2020906278" sldId="419"/>
            <ac:spMk id="16386" creationId="{C04D9E68-69C9-7ED7-124D-C4171E4C4309}"/>
          </ac:spMkLst>
        </pc:spChg>
        <pc:spChg chg="mod">
          <ac:chgData name="Alec Wells" userId="527ade61401a42c1" providerId="LiveId" clId="{BB4D02F2-976C-4D9D-A05A-C643C65CFA1B}" dt="2024-04-20T01:01:36.794" v="2785" actId="20577"/>
          <ac:spMkLst>
            <pc:docMk/>
            <pc:sldMk cId="2020906278" sldId="419"/>
            <ac:spMk id="16387" creationId="{08E0A061-609E-BD92-34BE-0F168694D455}"/>
          </ac:spMkLst>
        </pc:spChg>
      </pc:sldChg>
      <pc:sldChg chg="modSp add mod">
        <pc:chgData name="Alec Wells" userId="527ade61401a42c1" providerId="LiveId" clId="{BB4D02F2-976C-4D9D-A05A-C643C65CFA1B}" dt="2024-04-20T01:03:13.182" v="3033" actId="20577"/>
        <pc:sldMkLst>
          <pc:docMk/>
          <pc:sldMk cId="1672891509" sldId="420"/>
        </pc:sldMkLst>
        <pc:spChg chg="mod">
          <ac:chgData name="Alec Wells" userId="527ade61401a42c1" providerId="LiveId" clId="{BB4D02F2-976C-4D9D-A05A-C643C65CFA1B}" dt="2024-04-20T01:03:13.182" v="3033" actId="20577"/>
          <ac:spMkLst>
            <pc:docMk/>
            <pc:sldMk cId="1672891509" sldId="420"/>
            <ac:spMk id="16387" creationId="{08E0A061-609E-BD92-34BE-0F168694D455}"/>
          </ac:spMkLst>
        </pc:spChg>
      </pc:sldChg>
      <pc:sldChg chg="add">
        <pc:chgData name="Alec Wells" userId="527ade61401a42c1" providerId="LiveId" clId="{BB4D02F2-976C-4D9D-A05A-C643C65CFA1B}" dt="2024-04-20T01:03:15.722" v="3034" actId="2890"/>
        <pc:sldMkLst>
          <pc:docMk/>
          <pc:sldMk cId="3506820679" sldId="421"/>
        </pc:sldMkLst>
      </pc:sldChg>
      <pc:sldChg chg="modSp add mod">
        <pc:chgData name="Alec Wells" userId="527ade61401a42c1" providerId="LiveId" clId="{BB4D02F2-976C-4D9D-A05A-C643C65CFA1B}" dt="2024-04-20T01:04:52.394" v="3058" actId="113"/>
        <pc:sldMkLst>
          <pc:docMk/>
          <pc:sldMk cId="3970405597" sldId="422"/>
        </pc:sldMkLst>
        <pc:spChg chg="mod">
          <ac:chgData name="Alec Wells" userId="527ade61401a42c1" providerId="LiveId" clId="{BB4D02F2-976C-4D9D-A05A-C643C65CFA1B}" dt="2024-04-20T01:03:38.906" v="3042" actId="20577"/>
          <ac:spMkLst>
            <pc:docMk/>
            <pc:sldMk cId="3970405597" sldId="422"/>
            <ac:spMk id="16386" creationId="{C04D9E68-69C9-7ED7-124D-C4171E4C4309}"/>
          </ac:spMkLst>
        </pc:spChg>
        <pc:spChg chg="mod">
          <ac:chgData name="Alec Wells" userId="527ade61401a42c1" providerId="LiveId" clId="{BB4D02F2-976C-4D9D-A05A-C643C65CFA1B}" dt="2024-04-20T01:04:52.394" v="3058" actId="113"/>
          <ac:spMkLst>
            <pc:docMk/>
            <pc:sldMk cId="3970405597" sldId="422"/>
            <ac:spMk id="16387" creationId="{08E0A061-609E-BD92-34BE-0F168694D455}"/>
          </ac:spMkLst>
        </pc:spChg>
      </pc:sldChg>
      <pc:sldChg chg="modSp add mod">
        <pc:chgData name="Alec Wells" userId="527ade61401a42c1" providerId="LiveId" clId="{BB4D02F2-976C-4D9D-A05A-C643C65CFA1B}" dt="2024-04-20T01:07:50.921" v="3234" actId="20577"/>
        <pc:sldMkLst>
          <pc:docMk/>
          <pc:sldMk cId="1834463300" sldId="423"/>
        </pc:sldMkLst>
        <pc:spChg chg="mod">
          <ac:chgData name="Alec Wells" userId="527ade61401a42c1" providerId="LiveId" clId="{BB4D02F2-976C-4D9D-A05A-C643C65CFA1B}" dt="2024-04-20T01:05:13.352" v="3067" actId="20577"/>
          <ac:spMkLst>
            <pc:docMk/>
            <pc:sldMk cId="1834463300" sldId="423"/>
            <ac:spMk id="16386" creationId="{C04D9E68-69C9-7ED7-124D-C4171E4C4309}"/>
          </ac:spMkLst>
        </pc:spChg>
        <pc:spChg chg="mod">
          <ac:chgData name="Alec Wells" userId="527ade61401a42c1" providerId="LiveId" clId="{BB4D02F2-976C-4D9D-A05A-C643C65CFA1B}" dt="2024-04-20T01:07:50.921" v="3234" actId="20577"/>
          <ac:spMkLst>
            <pc:docMk/>
            <pc:sldMk cId="1834463300" sldId="423"/>
            <ac:spMk id="16387" creationId="{08E0A061-609E-BD92-34BE-0F168694D455}"/>
          </ac:spMkLst>
        </pc:spChg>
      </pc:sldChg>
    </pc:docChg>
  </pc:docChgLst>
  <pc:docChgLst>
    <pc:chgData name="Alec Wells" userId="527ade61401a42c1" providerId="LiveId" clId="{A64A5962-7ECB-4F16-903B-E4BF98D12B84}"/>
    <pc:docChg chg="undo custSel addSld delSld modSld sldOrd">
      <pc:chgData name="Alec Wells" userId="527ade61401a42c1" providerId="LiveId" clId="{A64A5962-7ECB-4F16-903B-E4BF98D12B84}" dt="2024-04-14T23:31:47.960" v="2760" actId="20577"/>
      <pc:docMkLst>
        <pc:docMk/>
      </pc:docMkLst>
      <pc:sldChg chg="modSp mod">
        <pc:chgData name="Alec Wells" userId="527ade61401a42c1" providerId="LiveId" clId="{A64A5962-7ECB-4F16-903B-E4BF98D12B84}" dt="2024-04-05T00:27:33.927" v="11" actId="20577"/>
        <pc:sldMkLst>
          <pc:docMk/>
          <pc:sldMk cId="0" sldId="256"/>
        </pc:sldMkLst>
        <pc:spChg chg="mod">
          <ac:chgData name="Alec Wells" userId="527ade61401a42c1" providerId="LiveId" clId="{A64A5962-7ECB-4F16-903B-E4BF98D12B84}" dt="2024-04-05T00:27:29.464" v="7" actId="20577"/>
          <ac:spMkLst>
            <pc:docMk/>
            <pc:sldMk cId="0" sldId="256"/>
            <ac:spMk id="2050" creationId="{CBD22B11-C1DB-B6A6-2EEE-0A845FB70593}"/>
          </ac:spMkLst>
        </pc:spChg>
        <pc:spChg chg="mod">
          <ac:chgData name="Alec Wells" userId="527ade61401a42c1" providerId="LiveId" clId="{A64A5962-7ECB-4F16-903B-E4BF98D12B84}" dt="2024-04-05T00:27:33.927" v="11" actId="20577"/>
          <ac:spMkLst>
            <pc:docMk/>
            <pc:sldMk cId="0" sldId="256"/>
            <ac:spMk id="3075" creationId="{DA12F9B4-B776-2DD3-BE3B-4F6AF00DB9ED}"/>
          </ac:spMkLst>
        </pc:spChg>
      </pc:sldChg>
      <pc:sldChg chg="modSp mod">
        <pc:chgData name="Alec Wells" userId="527ade61401a42c1" providerId="LiveId" clId="{A64A5962-7ECB-4F16-903B-E4BF98D12B84}" dt="2024-04-13T15:59:14.227" v="2099" actId="20577"/>
        <pc:sldMkLst>
          <pc:docMk/>
          <pc:sldMk cId="0" sldId="316"/>
        </pc:sldMkLst>
        <pc:spChg chg="mod">
          <ac:chgData name="Alec Wells" userId="527ade61401a42c1" providerId="LiveId" clId="{A64A5962-7ECB-4F16-903B-E4BF98D12B84}" dt="2024-04-13T15:59:14.227" v="2099" actId="20577"/>
          <ac:spMkLst>
            <pc:docMk/>
            <pc:sldMk cId="0" sldId="316"/>
            <ac:spMk id="28675" creationId="{59967F90-AC6E-E533-0567-1BC35A047667}"/>
          </ac:spMkLst>
        </pc:spChg>
      </pc:sldChg>
      <pc:sldChg chg="del ord">
        <pc:chgData name="Alec Wells" userId="527ade61401a42c1" providerId="LiveId" clId="{A64A5962-7ECB-4F16-903B-E4BF98D12B84}" dt="2024-04-11T00:08:56.957" v="1524" actId="2696"/>
        <pc:sldMkLst>
          <pc:docMk/>
          <pc:sldMk cId="2823282474" sldId="319"/>
        </pc:sldMkLst>
      </pc:sldChg>
      <pc:sldChg chg="del">
        <pc:chgData name="Alec Wells" userId="527ade61401a42c1" providerId="LiveId" clId="{A64A5962-7ECB-4F16-903B-E4BF98D12B84}" dt="2024-04-11T00:10:32.825" v="1527" actId="2696"/>
        <pc:sldMkLst>
          <pc:docMk/>
          <pc:sldMk cId="3805411026" sldId="368"/>
        </pc:sldMkLst>
      </pc:sldChg>
      <pc:sldChg chg="ord">
        <pc:chgData name="Alec Wells" userId="527ade61401a42c1" providerId="LiveId" clId="{A64A5962-7ECB-4F16-903B-E4BF98D12B84}" dt="2024-04-11T00:08:51.882" v="1523"/>
        <pc:sldMkLst>
          <pc:docMk/>
          <pc:sldMk cId="3982036518" sldId="369"/>
        </pc:sldMkLst>
      </pc:sldChg>
      <pc:sldChg chg="del">
        <pc:chgData name="Alec Wells" userId="527ade61401a42c1" providerId="LiveId" clId="{A64A5962-7ECB-4F16-903B-E4BF98D12B84}" dt="2024-04-05T00:28:56.961" v="12" actId="2696"/>
        <pc:sldMkLst>
          <pc:docMk/>
          <pc:sldMk cId="2600614731" sldId="374"/>
        </pc:sldMkLst>
      </pc:sldChg>
      <pc:sldChg chg="del">
        <pc:chgData name="Alec Wells" userId="527ade61401a42c1" providerId="LiveId" clId="{A64A5962-7ECB-4F16-903B-E4BF98D12B84}" dt="2024-04-11T00:10:32.825" v="1527" actId="2696"/>
        <pc:sldMkLst>
          <pc:docMk/>
          <pc:sldMk cId="2774362858" sldId="378"/>
        </pc:sldMkLst>
      </pc:sldChg>
      <pc:sldChg chg="del">
        <pc:chgData name="Alec Wells" userId="527ade61401a42c1" providerId="LiveId" clId="{A64A5962-7ECB-4F16-903B-E4BF98D12B84}" dt="2024-04-11T00:10:32.825" v="1527" actId="2696"/>
        <pc:sldMkLst>
          <pc:docMk/>
          <pc:sldMk cId="1212216574" sldId="384"/>
        </pc:sldMkLst>
      </pc:sldChg>
      <pc:sldChg chg="del">
        <pc:chgData name="Alec Wells" userId="527ade61401a42c1" providerId="LiveId" clId="{A64A5962-7ECB-4F16-903B-E4BF98D12B84}" dt="2024-04-11T00:10:32.825" v="1527" actId="2696"/>
        <pc:sldMkLst>
          <pc:docMk/>
          <pc:sldMk cId="2006472392" sldId="385"/>
        </pc:sldMkLst>
      </pc:sldChg>
      <pc:sldChg chg="modSp mod">
        <pc:chgData name="Alec Wells" userId="527ade61401a42c1" providerId="LiveId" clId="{A64A5962-7ECB-4F16-903B-E4BF98D12B84}" dt="2024-04-05T00:34:40.055" v="193" actId="313"/>
        <pc:sldMkLst>
          <pc:docMk/>
          <pc:sldMk cId="2003818056" sldId="386"/>
        </pc:sldMkLst>
        <pc:spChg chg="mod">
          <ac:chgData name="Alec Wells" userId="527ade61401a42c1" providerId="LiveId" clId="{A64A5962-7ECB-4F16-903B-E4BF98D12B84}" dt="2024-04-05T00:32:33.570" v="19" actId="20577"/>
          <ac:spMkLst>
            <pc:docMk/>
            <pc:sldMk cId="2003818056" sldId="386"/>
            <ac:spMk id="16386" creationId="{C04D9E68-69C9-7ED7-124D-C4171E4C4309}"/>
          </ac:spMkLst>
        </pc:spChg>
        <pc:spChg chg="mod">
          <ac:chgData name="Alec Wells" userId="527ade61401a42c1" providerId="LiveId" clId="{A64A5962-7ECB-4F16-903B-E4BF98D12B84}" dt="2024-04-05T00:34:40.055" v="193" actId="313"/>
          <ac:spMkLst>
            <pc:docMk/>
            <pc:sldMk cId="2003818056" sldId="386"/>
            <ac:spMk id="16387" creationId="{08E0A061-609E-BD92-34BE-0F168694D455}"/>
          </ac:spMkLst>
        </pc:spChg>
      </pc:sldChg>
      <pc:sldChg chg="del">
        <pc:chgData name="Alec Wells" userId="527ade61401a42c1" providerId="LiveId" clId="{A64A5962-7ECB-4F16-903B-E4BF98D12B84}" dt="2024-04-11T00:10:32.825" v="1527" actId="2696"/>
        <pc:sldMkLst>
          <pc:docMk/>
          <pc:sldMk cId="4274320194" sldId="387"/>
        </pc:sldMkLst>
      </pc:sldChg>
      <pc:sldChg chg="del">
        <pc:chgData name="Alec Wells" userId="527ade61401a42c1" providerId="LiveId" clId="{A64A5962-7ECB-4F16-903B-E4BF98D12B84}" dt="2024-04-11T00:10:32.825" v="1527" actId="2696"/>
        <pc:sldMkLst>
          <pc:docMk/>
          <pc:sldMk cId="1588919607" sldId="388"/>
        </pc:sldMkLst>
      </pc:sldChg>
      <pc:sldChg chg="del">
        <pc:chgData name="Alec Wells" userId="527ade61401a42c1" providerId="LiveId" clId="{A64A5962-7ECB-4F16-903B-E4BF98D12B84}" dt="2024-04-11T00:10:32.825" v="1527" actId="2696"/>
        <pc:sldMkLst>
          <pc:docMk/>
          <pc:sldMk cId="600549790" sldId="389"/>
        </pc:sldMkLst>
      </pc:sldChg>
      <pc:sldChg chg="del">
        <pc:chgData name="Alec Wells" userId="527ade61401a42c1" providerId="LiveId" clId="{A64A5962-7ECB-4F16-903B-E4BF98D12B84}" dt="2024-04-11T00:10:32.825" v="1527" actId="2696"/>
        <pc:sldMkLst>
          <pc:docMk/>
          <pc:sldMk cId="2904929709" sldId="390"/>
        </pc:sldMkLst>
      </pc:sldChg>
      <pc:sldChg chg="del">
        <pc:chgData name="Alec Wells" userId="527ade61401a42c1" providerId="LiveId" clId="{A64A5962-7ECB-4F16-903B-E4BF98D12B84}" dt="2024-04-11T00:10:32.825" v="1527" actId="2696"/>
        <pc:sldMkLst>
          <pc:docMk/>
          <pc:sldMk cId="59799092" sldId="391"/>
        </pc:sldMkLst>
      </pc:sldChg>
      <pc:sldChg chg="del">
        <pc:chgData name="Alec Wells" userId="527ade61401a42c1" providerId="LiveId" clId="{A64A5962-7ECB-4F16-903B-E4BF98D12B84}" dt="2024-04-11T00:10:32.825" v="1527" actId="2696"/>
        <pc:sldMkLst>
          <pc:docMk/>
          <pc:sldMk cId="1748355833" sldId="392"/>
        </pc:sldMkLst>
      </pc:sldChg>
      <pc:sldChg chg="modSp add mod">
        <pc:chgData name="Alec Wells" userId="527ade61401a42c1" providerId="LiveId" clId="{A64A5962-7ECB-4F16-903B-E4BF98D12B84}" dt="2024-04-14T23:22:08.462" v="2101" actId="113"/>
        <pc:sldMkLst>
          <pc:docMk/>
          <pc:sldMk cId="3939555691" sldId="393"/>
        </pc:sldMkLst>
        <pc:spChg chg="mod">
          <ac:chgData name="Alec Wells" userId="527ade61401a42c1" providerId="LiveId" clId="{A64A5962-7ECB-4F16-903B-E4BF98D12B84}" dt="2024-04-05T00:34:51.106" v="203" actId="20577"/>
          <ac:spMkLst>
            <pc:docMk/>
            <pc:sldMk cId="3939555691" sldId="393"/>
            <ac:spMk id="16386" creationId="{C04D9E68-69C9-7ED7-124D-C4171E4C4309}"/>
          </ac:spMkLst>
        </pc:spChg>
        <pc:spChg chg="mod">
          <ac:chgData name="Alec Wells" userId="527ade61401a42c1" providerId="LiveId" clId="{A64A5962-7ECB-4F16-903B-E4BF98D12B84}" dt="2024-04-14T23:22:08.462" v="2101" actId="113"/>
          <ac:spMkLst>
            <pc:docMk/>
            <pc:sldMk cId="3939555691" sldId="393"/>
            <ac:spMk id="16387" creationId="{08E0A061-609E-BD92-34BE-0F168694D455}"/>
          </ac:spMkLst>
        </pc:spChg>
      </pc:sldChg>
      <pc:sldChg chg="modSp add mod">
        <pc:chgData name="Alec Wells" userId="527ade61401a42c1" providerId="LiveId" clId="{A64A5962-7ECB-4F16-903B-E4BF98D12B84}" dt="2024-04-05T00:38:42.605" v="444" actId="20577"/>
        <pc:sldMkLst>
          <pc:docMk/>
          <pc:sldMk cId="3327726480" sldId="394"/>
        </pc:sldMkLst>
        <pc:spChg chg="mod">
          <ac:chgData name="Alec Wells" userId="527ade61401a42c1" providerId="LiveId" clId="{A64A5962-7ECB-4F16-903B-E4BF98D12B84}" dt="2024-04-05T00:37:22.832" v="316"/>
          <ac:spMkLst>
            <pc:docMk/>
            <pc:sldMk cId="3327726480" sldId="394"/>
            <ac:spMk id="16386" creationId="{C04D9E68-69C9-7ED7-124D-C4171E4C4309}"/>
          </ac:spMkLst>
        </pc:spChg>
        <pc:spChg chg="mod">
          <ac:chgData name="Alec Wells" userId="527ade61401a42c1" providerId="LiveId" clId="{A64A5962-7ECB-4F16-903B-E4BF98D12B84}" dt="2024-04-05T00:38:42.605" v="444" actId="20577"/>
          <ac:spMkLst>
            <pc:docMk/>
            <pc:sldMk cId="3327726480" sldId="394"/>
            <ac:spMk id="16387" creationId="{08E0A061-609E-BD92-34BE-0F168694D455}"/>
          </ac:spMkLst>
        </pc:spChg>
      </pc:sldChg>
      <pc:sldChg chg="modSp add mod ord">
        <pc:chgData name="Alec Wells" userId="527ade61401a42c1" providerId="LiveId" clId="{A64A5962-7ECB-4F16-903B-E4BF98D12B84}" dt="2024-04-05T00:37:14.176" v="315"/>
        <pc:sldMkLst>
          <pc:docMk/>
          <pc:sldMk cId="519448138" sldId="395"/>
        </pc:sldMkLst>
        <pc:spChg chg="mod">
          <ac:chgData name="Alec Wells" userId="527ade61401a42c1" providerId="LiveId" clId="{A64A5962-7ECB-4F16-903B-E4BF98D12B84}" dt="2024-04-05T00:37:09.235" v="313" actId="20577"/>
          <ac:spMkLst>
            <pc:docMk/>
            <pc:sldMk cId="519448138" sldId="395"/>
            <ac:spMk id="16386" creationId="{C04D9E68-69C9-7ED7-124D-C4171E4C4309}"/>
          </ac:spMkLst>
        </pc:spChg>
      </pc:sldChg>
      <pc:sldChg chg="add del">
        <pc:chgData name="Alec Wells" userId="527ade61401a42c1" providerId="LiveId" clId="{A64A5962-7ECB-4F16-903B-E4BF98D12B84}" dt="2024-04-11T00:00:22.562" v="1262" actId="2696"/>
        <pc:sldMkLst>
          <pc:docMk/>
          <pc:sldMk cId="1847067895" sldId="396"/>
        </pc:sldMkLst>
      </pc:sldChg>
      <pc:sldChg chg="modSp add mod">
        <pc:chgData name="Alec Wells" userId="527ade61401a42c1" providerId="LiveId" clId="{A64A5962-7ECB-4F16-903B-E4BF98D12B84}" dt="2024-04-06T00:37:02.685" v="702" actId="20577"/>
        <pc:sldMkLst>
          <pc:docMk/>
          <pc:sldMk cId="1529837396" sldId="397"/>
        </pc:sldMkLst>
        <pc:spChg chg="mod">
          <ac:chgData name="Alec Wells" userId="527ade61401a42c1" providerId="LiveId" clId="{A64A5962-7ECB-4F16-903B-E4BF98D12B84}" dt="2024-04-06T00:37:02.685" v="702" actId="20577"/>
          <ac:spMkLst>
            <pc:docMk/>
            <pc:sldMk cId="1529837396" sldId="397"/>
            <ac:spMk id="16386" creationId="{C04D9E68-69C9-7ED7-124D-C4171E4C4309}"/>
          </ac:spMkLst>
        </pc:spChg>
        <pc:spChg chg="mod">
          <ac:chgData name="Alec Wells" userId="527ade61401a42c1" providerId="LiveId" clId="{A64A5962-7ECB-4F16-903B-E4BF98D12B84}" dt="2024-04-06T00:36:41.373" v="689" actId="20577"/>
          <ac:spMkLst>
            <pc:docMk/>
            <pc:sldMk cId="1529837396" sldId="397"/>
            <ac:spMk id="16387" creationId="{08E0A061-609E-BD92-34BE-0F168694D455}"/>
          </ac:spMkLst>
        </pc:spChg>
      </pc:sldChg>
      <pc:sldChg chg="modSp add mod">
        <pc:chgData name="Alec Wells" userId="527ade61401a42c1" providerId="LiveId" clId="{A64A5962-7ECB-4F16-903B-E4BF98D12B84}" dt="2024-04-06T00:41:28.887" v="736" actId="20577"/>
        <pc:sldMkLst>
          <pc:docMk/>
          <pc:sldMk cId="1951583056" sldId="398"/>
        </pc:sldMkLst>
        <pc:spChg chg="mod">
          <ac:chgData name="Alec Wells" userId="527ade61401a42c1" providerId="LiveId" clId="{A64A5962-7ECB-4F16-903B-E4BF98D12B84}" dt="2024-04-06T00:37:13.280" v="704" actId="20577"/>
          <ac:spMkLst>
            <pc:docMk/>
            <pc:sldMk cId="1951583056" sldId="398"/>
            <ac:spMk id="16386" creationId="{C04D9E68-69C9-7ED7-124D-C4171E4C4309}"/>
          </ac:spMkLst>
        </pc:spChg>
        <pc:spChg chg="mod">
          <ac:chgData name="Alec Wells" userId="527ade61401a42c1" providerId="LiveId" clId="{A64A5962-7ECB-4F16-903B-E4BF98D12B84}" dt="2024-04-06T00:41:28.887" v="736" actId="20577"/>
          <ac:spMkLst>
            <pc:docMk/>
            <pc:sldMk cId="1951583056" sldId="398"/>
            <ac:spMk id="16387" creationId="{08E0A061-609E-BD92-34BE-0F168694D455}"/>
          </ac:spMkLst>
        </pc:spChg>
      </pc:sldChg>
      <pc:sldChg chg="modSp add mod">
        <pc:chgData name="Alec Wells" userId="527ade61401a42c1" providerId="LiveId" clId="{A64A5962-7ECB-4F16-903B-E4BF98D12B84}" dt="2024-04-06T01:18:48.824" v="1117" actId="20577"/>
        <pc:sldMkLst>
          <pc:docMk/>
          <pc:sldMk cId="4253991661" sldId="399"/>
        </pc:sldMkLst>
        <pc:spChg chg="mod">
          <ac:chgData name="Alec Wells" userId="527ade61401a42c1" providerId="LiveId" clId="{A64A5962-7ECB-4F16-903B-E4BF98D12B84}" dt="2024-04-06T01:18:48.824" v="1117" actId="20577"/>
          <ac:spMkLst>
            <pc:docMk/>
            <pc:sldMk cId="4253991661" sldId="399"/>
            <ac:spMk id="16387" creationId="{08E0A061-609E-BD92-34BE-0F168694D455}"/>
          </ac:spMkLst>
        </pc:spChg>
      </pc:sldChg>
      <pc:sldChg chg="modSp add mod">
        <pc:chgData name="Alec Wells" userId="527ade61401a42c1" providerId="LiveId" clId="{A64A5962-7ECB-4F16-903B-E4BF98D12B84}" dt="2024-04-14T23:30:35.248" v="2729" actId="20577"/>
        <pc:sldMkLst>
          <pc:docMk/>
          <pc:sldMk cId="1148687523" sldId="400"/>
        </pc:sldMkLst>
        <pc:spChg chg="mod">
          <ac:chgData name="Alec Wells" userId="527ade61401a42c1" providerId="LiveId" clId="{A64A5962-7ECB-4F16-903B-E4BF98D12B84}" dt="2024-04-14T23:30:35.248" v="2729" actId="20577"/>
          <ac:spMkLst>
            <pc:docMk/>
            <pc:sldMk cId="1148687523" sldId="400"/>
            <ac:spMk id="16386" creationId="{C04D9E68-69C9-7ED7-124D-C4171E4C4309}"/>
          </ac:spMkLst>
        </pc:spChg>
        <pc:spChg chg="mod">
          <ac:chgData name="Alec Wells" userId="527ade61401a42c1" providerId="LiveId" clId="{A64A5962-7ECB-4F16-903B-E4BF98D12B84}" dt="2024-04-06T00:44:23.654" v="931" actId="20577"/>
          <ac:spMkLst>
            <pc:docMk/>
            <pc:sldMk cId="1148687523" sldId="400"/>
            <ac:spMk id="16387" creationId="{08E0A061-609E-BD92-34BE-0F168694D455}"/>
          </ac:spMkLst>
        </pc:spChg>
      </pc:sldChg>
      <pc:sldChg chg="modSp add mod">
        <pc:chgData name="Alec Wells" userId="527ade61401a42c1" providerId="LiveId" clId="{A64A5962-7ECB-4F16-903B-E4BF98D12B84}" dt="2024-04-14T23:30:40.601" v="2738" actId="20577"/>
        <pc:sldMkLst>
          <pc:docMk/>
          <pc:sldMk cId="2936764483" sldId="401"/>
        </pc:sldMkLst>
        <pc:spChg chg="mod">
          <ac:chgData name="Alec Wells" userId="527ade61401a42c1" providerId="LiveId" clId="{A64A5962-7ECB-4F16-903B-E4BF98D12B84}" dt="2024-04-14T23:30:40.601" v="2738" actId="20577"/>
          <ac:spMkLst>
            <pc:docMk/>
            <pc:sldMk cId="2936764483" sldId="401"/>
            <ac:spMk id="16386" creationId="{C04D9E68-69C9-7ED7-124D-C4171E4C4309}"/>
          </ac:spMkLst>
        </pc:spChg>
        <pc:spChg chg="mod">
          <ac:chgData name="Alec Wells" userId="527ade61401a42c1" providerId="LiveId" clId="{A64A5962-7ECB-4F16-903B-E4BF98D12B84}" dt="2024-04-06T00:46:32.438" v="1077" actId="20577"/>
          <ac:spMkLst>
            <pc:docMk/>
            <pc:sldMk cId="2936764483" sldId="401"/>
            <ac:spMk id="16387" creationId="{08E0A061-609E-BD92-34BE-0F168694D455}"/>
          </ac:spMkLst>
        </pc:spChg>
      </pc:sldChg>
      <pc:sldChg chg="modSp add mod ord">
        <pc:chgData name="Alec Wells" userId="527ade61401a42c1" providerId="LiveId" clId="{A64A5962-7ECB-4F16-903B-E4BF98D12B84}" dt="2024-04-11T00:10:16.412" v="1526"/>
        <pc:sldMkLst>
          <pc:docMk/>
          <pc:sldMk cId="680387633" sldId="402"/>
        </pc:sldMkLst>
        <pc:spChg chg="mod">
          <ac:chgData name="Alec Wells" userId="527ade61401a42c1" providerId="LiveId" clId="{A64A5962-7ECB-4F16-903B-E4BF98D12B84}" dt="2024-04-11T00:08:12.600" v="1517" actId="20577"/>
          <ac:spMkLst>
            <pc:docMk/>
            <pc:sldMk cId="680387633" sldId="402"/>
            <ac:spMk id="16386" creationId="{C04D9E68-69C9-7ED7-124D-C4171E4C4309}"/>
          </ac:spMkLst>
        </pc:spChg>
        <pc:spChg chg="mod">
          <ac:chgData name="Alec Wells" userId="527ade61401a42c1" providerId="LiveId" clId="{A64A5962-7ECB-4F16-903B-E4BF98D12B84}" dt="2024-04-06T00:56:35.119" v="1116" actId="255"/>
          <ac:spMkLst>
            <pc:docMk/>
            <pc:sldMk cId="680387633" sldId="402"/>
            <ac:spMk id="16387" creationId="{08E0A061-609E-BD92-34BE-0F168694D455}"/>
          </ac:spMkLst>
        </pc:spChg>
      </pc:sldChg>
      <pc:sldChg chg="modSp add del mod">
        <pc:chgData name="Alec Wells" userId="527ade61401a42c1" providerId="LiveId" clId="{A64A5962-7ECB-4F16-903B-E4BF98D12B84}" dt="2024-04-06T00:55:58.400" v="1082" actId="2696"/>
        <pc:sldMkLst>
          <pc:docMk/>
          <pc:sldMk cId="2988346156" sldId="402"/>
        </pc:sldMkLst>
        <pc:spChg chg="mod">
          <ac:chgData name="Alec Wells" userId="527ade61401a42c1" providerId="LiveId" clId="{A64A5962-7ECB-4F16-903B-E4BF98D12B84}" dt="2024-04-06T00:55:53.200" v="1079" actId="20577"/>
          <ac:spMkLst>
            <pc:docMk/>
            <pc:sldMk cId="2988346156" sldId="402"/>
            <ac:spMk id="16386" creationId="{C04D9E68-69C9-7ED7-124D-C4171E4C4309}"/>
          </ac:spMkLst>
        </pc:spChg>
        <pc:spChg chg="mod">
          <ac:chgData name="Alec Wells" userId="527ade61401a42c1" providerId="LiveId" clId="{A64A5962-7ECB-4F16-903B-E4BF98D12B84}" dt="2024-04-06T00:55:55.844" v="1081" actId="1076"/>
          <ac:spMkLst>
            <pc:docMk/>
            <pc:sldMk cId="2988346156" sldId="402"/>
            <ac:spMk id="16387" creationId="{08E0A061-609E-BD92-34BE-0F168694D455}"/>
          </ac:spMkLst>
        </pc:spChg>
      </pc:sldChg>
      <pc:sldChg chg="modSp add mod ord">
        <pc:chgData name="Alec Wells" userId="527ade61401a42c1" providerId="LiveId" clId="{A64A5962-7ECB-4F16-903B-E4BF98D12B84}" dt="2024-04-14T23:29:56.738" v="2704" actId="20577"/>
        <pc:sldMkLst>
          <pc:docMk/>
          <pc:sldMk cId="2456234841" sldId="403"/>
        </pc:sldMkLst>
        <pc:spChg chg="mod">
          <ac:chgData name="Alec Wells" userId="527ade61401a42c1" providerId="LiveId" clId="{A64A5962-7ECB-4F16-903B-E4BF98D12B84}" dt="2024-04-06T01:19:14.002" v="1133" actId="20577"/>
          <ac:spMkLst>
            <pc:docMk/>
            <pc:sldMk cId="2456234841" sldId="403"/>
            <ac:spMk id="16386" creationId="{C04D9E68-69C9-7ED7-124D-C4171E4C4309}"/>
          </ac:spMkLst>
        </pc:spChg>
        <pc:spChg chg="mod">
          <ac:chgData name="Alec Wells" userId="527ade61401a42c1" providerId="LiveId" clId="{A64A5962-7ECB-4F16-903B-E4BF98D12B84}" dt="2024-04-14T23:29:56.738" v="2704" actId="20577"/>
          <ac:spMkLst>
            <pc:docMk/>
            <pc:sldMk cId="2456234841" sldId="403"/>
            <ac:spMk id="16387" creationId="{08E0A061-609E-BD92-34BE-0F168694D455}"/>
          </ac:spMkLst>
        </pc:spChg>
      </pc:sldChg>
      <pc:sldChg chg="modSp add del mod">
        <pc:chgData name="Alec Wells" userId="527ade61401a42c1" providerId="LiveId" clId="{A64A5962-7ECB-4F16-903B-E4BF98D12B84}" dt="2024-04-14T23:31:19.644" v="2740" actId="2696"/>
        <pc:sldMkLst>
          <pc:docMk/>
          <pc:sldMk cId="3137857236" sldId="404"/>
        </pc:sldMkLst>
        <pc:spChg chg="mod">
          <ac:chgData name="Alec Wells" userId="527ade61401a42c1" providerId="LiveId" clId="{A64A5962-7ECB-4F16-903B-E4BF98D12B84}" dt="2024-04-11T00:10:47.403" v="1530" actId="20577"/>
          <ac:spMkLst>
            <pc:docMk/>
            <pc:sldMk cId="3137857236" sldId="404"/>
            <ac:spMk id="16386" creationId="{C04D9E68-69C9-7ED7-124D-C4171E4C4309}"/>
          </ac:spMkLst>
        </pc:spChg>
        <pc:spChg chg="mod">
          <ac:chgData name="Alec Wells" userId="527ade61401a42c1" providerId="LiveId" clId="{A64A5962-7ECB-4F16-903B-E4BF98D12B84}" dt="2024-04-14T23:31:16.916" v="2739" actId="21"/>
          <ac:spMkLst>
            <pc:docMk/>
            <pc:sldMk cId="3137857236" sldId="404"/>
            <ac:spMk id="16387" creationId="{08E0A061-609E-BD92-34BE-0F168694D455}"/>
          </ac:spMkLst>
        </pc:spChg>
      </pc:sldChg>
      <pc:sldChg chg="modSp add mod">
        <pc:chgData name="Alec Wells" userId="527ade61401a42c1" providerId="LiveId" clId="{A64A5962-7ECB-4F16-903B-E4BF98D12B84}" dt="2024-04-14T23:31:47.960" v="2760" actId="20577"/>
        <pc:sldMkLst>
          <pc:docMk/>
          <pc:sldMk cId="3232160031" sldId="405"/>
        </pc:sldMkLst>
        <pc:spChg chg="mod">
          <ac:chgData name="Alec Wells" userId="527ade61401a42c1" providerId="LiveId" clId="{A64A5962-7ECB-4F16-903B-E4BF98D12B84}" dt="2024-04-14T23:31:47.960" v="2760" actId="20577"/>
          <ac:spMkLst>
            <pc:docMk/>
            <pc:sldMk cId="3232160031" sldId="405"/>
            <ac:spMk id="16387" creationId="{08E0A061-609E-BD92-34BE-0F168694D455}"/>
          </ac:spMkLst>
        </pc:spChg>
      </pc:sldChg>
      <pc:sldChg chg="modSp add mod">
        <pc:chgData name="Alec Wells" userId="527ade61401a42c1" providerId="LiveId" clId="{A64A5962-7ECB-4F16-903B-E4BF98D12B84}" dt="2024-04-11T00:15:39.802" v="1705" actId="20577"/>
        <pc:sldMkLst>
          <pc:docMk/>
          <pc:sldMk cId="1589019224" sldId="406"/>
        </pc:sldMkLst>
        <pc:spChg chg="mod">
          <ac:chgData name="Alec Wells" userId="527ade61401a42c1" providerId="LiveId" clId="{A64A5962-7ECB-4F16-903B-E4BF98D12B84}" dt="2024-04-11T00:15:39.802" v="1705" actId="20577"/>
          <ac:spMkLst>
            <pc:docMk/>
            <pc:sldMk cId="1589019224" sldId="406"/>
            <ac:spMk id="16387" creationId="{08E0A061-609E-BD92-34BE-0F168694D455}"/>
          </ac:spMkLst>
        </pc:spChg>
      </pc:sldChg>
      <pc:sldChg chg="modSp add mod">
        <pc:chgData name="Alec Wells" userId="527ade61401a42c1" providerId="LiveId" clId="{A64A5962-7ECB-4F16-903B-E4BF98D12B84}" dt="2024-04-11T00:14:17.923" v="1703"/>
        <pc:sldMkLst>
          <pc:docMk/>
          <pc:sldMk cId="1179073541" sldId="407"/>
        </pc:sldMkLst>
        <pc:spChg chg="mod">
          <ac:chgData name="Alec Wells" userId="527ade61401a42c1" providerId="LiveId" clId="{A64A5962-7ECB-4F16-903B-E4BF98D12B84}" dt="2024-04-11T00:14:17.923" v="1703"/>
          <ac:spMkLst>
            <pc:docMk/>
            <pc:sldMk cId="1179073541" sldId="407"/>
            <ac:spMk id="16387" creationId="{08E0A061-609E-BD92-34BE-0F168694D455}"/>
          </ac:spMkLst>
        </pc:spChg>
      </pc:sldChg>
      <pc:sldChg chg="modSp add mod">
        <pc:chgData name="Alec Wells" userId="527ade61401a42c1" providerId="LiveId" clId="{A64A5962-7ECB-4F16-903B-E4BF98D12B84}" dt="2024-04-11T00:16:52.539" v="1859" actId="20577"/>
        <pc:sldMkLst>
          <pc:docMk/>
          <pc:sldMk cId="1487207069" sldId="408"/>
        </pc:sldMkLst>
        <pc:spChg chg="mod">
          <ac:chgData name="Alec Wells" userId="527ade61401a42c1" providerId="LiveId" clId="{A64A5962-7ECB-4F16-903B-E4BF98D12B84}" dt="2024-04-11T00:16:52.539" v="1859" actId="20577"/>
          <ac:spMkLst>
            <pc:docMk/>
            <pc:sldMk cId="1487207069" sldId="408"/>
            <ac:spMk id="16387" creationId="{08E0A061-609E-BD92-34BE-0F168694D455}"/>
          </ac:spMkLst>
        </pc:spChg>
      </pc:sldChg>
      <pc:sldChg chg="modSp add mod">
        <pc:chgData name="Alec Wells" userId="527ade61401a42c1" providerId="LiveId" clId="{A64A5962-7ECB-4F16-903B-E4BF98D12B84}" dt="2024-04-11T00:17:45.935" v="1890" actId="20577"/>
        <pc:sldMkLst>
          <pc:docMk/>
          <pc:sldMk cId="4169782949" sldId="409"/>
        </pc:sldMkLst>
        <pc:spChg chg="mod">
          <ac:chgData name="Alec Wells" userId="527ade61401a42c1" providerId="LiveId" clId="{A64A5962-7ECB-4F16-903B-E4BF98D12B84}" dt="2024-04-11T00:17:26.432" v="1865"/>
          <ac:spMkLst>
            <pc:docMk/>
            <pc:sldMk cId="4169782949" sldId="409"/>
            <ac:spMk id="16386" creationId="{C04D9E68-69C9-7ED7-124D-C4171E4C4309}"/>
          </ac:spMkLst>
        </pc:spChg>
        <pc:spChg chg="mod">
          <ac:chgData name="Alec Wells" userId="527ade61401a42c1" providerId="LiveId" clId="{A64A5962-7ECB-4F16-903B-E4BF98D12B84}" dt="2024-04-11T00:17:45.935" v="1890" actId="20577"/>
          <ac:spMkLst>
            <pc:docMk/>
            <pc:sldMk cId="4169782949" sldId="409"/>
            <ac:spMk id="16387" creationId="{08E0A061-609E-BD92-34BE-0F168694D455}"/>
          </ac:spMkLst>
        </pc:spChg>
      </pc:sldChg>
      <pc:sldChg chg="modSp add mod">
        <pc:chgData name="Alec Wells" userId="527ade61401a42c1" providerId="LiveId" clId="{A64A5962-7ECB-4F16-903B-E4BF98D12B84}" dt="2024-04-11T00:21:18.248" v="2093" actId="20577"/>
        <pc:sldMkLst>
          <pc:docMk/>
          <pc:sldMk cId="3691213625" sldId="410"/>
        </pc:sldMkLst>
        <pc:spChg chg="mod">
          <ac:chgData name="Alec Wells" userId="527ade61401a42c1" providerId="LiveId" clId="{A64A5962-7ECB-4F16-903B-E4BF98D12B84}" dt="2024-04-11T00:18:06.463" v="1895"/>
          <ac:spMkLst>
            <pc:docMk/>
            <pc:sldMk cId="3691213625" sldId="410"/>
            <ac:spMk id="16386" creationId="{C04D9E68-69C9-7ED7-124D-C4171E4C4309}"/>
          </ac:spMkLst>
        </pc:spChg>
        <pc:spChg chg="mod">
          <ac:chgData name="Alec Wells" userId="527ade61401a42c1" providerId="LiveId" clId="{A64A5962-7ECB-4F16-903B-E4BF98D12B84}" dt="2024-04-11T00:21:18.248" v="2093" actId="20577"/>
          <ac:spMkLst>
            <pc:docMk/>
            <pc:sldMk cId="3691213625" sldId="410"/>
            <ac:spMk id="16387" creationId="{08E0A061-609E-BD92-34BE-0F168694D455}"/>
          </ac:spMkLst>
        </pc:spChg>
      </pc:sldChg>
      <pc:sldChg chg="modSp add mod">
        <pc:chgData name="Alec Wells" userId="527ade61401a42c1" providerId="LiveId" clId="{A64A5962-7ECB-4F16-903B-E4BF98D12B84}" dt="2024-04-11T00:21:25.242" v="2094" actId="20577"/>
        <pc:sldMkLst>
          <pc:docMk/>
          <pc:sldMk cId="612104524" sldId="411"/>
        </pc:sldMkLst>
        <pc:spChg chg="mod">
          <ac:chgData name="Alec Wells" userId="527ade61401a42c1" providerId="LiveId" clId="{A64A5962-7ECB-4F16-903B-E4BF98D12B84}" dt="2024-04-11T00:19:54.391" v="2025" actId="20577"/>
          <ac:spMkLst>
            <pc:docMk/>
            <pc:sldMk cId="612104524" sldId="411"/>
            <ac:spMk id="16386" creationId="{C04D9E68-69C9-7ED7-124D-C4171E4C4309}"/>
          </ac:spMkLst>
        </pc:spChg>
        <pc:spChg chg="mod">
          <ac:chgData name="Alec Wells" userId="527ade61401a42c1" providerId="LiveId" clId="{A64A5962-7ECB-4F16-903B-E4BF98D12B84}" dt="2024-04-11T00:21:25.242" v="2094" actId="20577"/>
          <ac:spMkLst>
            <pc:docMk/>
            <pc:sldMk cId="612104524" sldId="411"/>
            <ac:spMk id="16387" creationId="{08E0A061-609E-BD92-34BE-0F168694D455}"/>
          </ac:spMkLst>
        </pc:spChg>
      </pc:sldChg>
      <pc:sldChg chg="modSp add mod">
        <pc:chgData name="Alec Wells" userId="527ade61401a42c1" providerId="LiveId" clId="{A64A5962-7ECB-4F16-903B-E4BF98D12B84}" dt="2024-04-14T23:29:22.086" v="2703" actId="20577"/>
        <pc:sldMkLst>
          <pc:docMk/>
          <pc:sldMk cId="3191501712" sldId="412"/>
        </pc:sldMkLst>
        <pc:spChg chg="mod">
          <ac:chgData name="Alec Wells" userId="527ade61401a42c1" providerId="LiveId" clId="{A64A5962-7ECB-4F16-903B-E4BF98D12B84}" dt="2024-04-14T23:29:22.086" v="2703" actId="20577"/>
          <ac:spMkLst>
            <pc:docMk/>
            <pc:sldMk cId="3191501712" sldId="412"/>
            <ac:spMk id="16387" creationId="{08E0A061-609E-BD92-34BE-0F168694D455}"/>
          </ac:spMkLst>
        </pc:spChg>
      </pc:sldChg>
    </pc:docChg>
  </pc:docChgLst>
  <pc:docChgLst>
    <pc:chgData name="Alec Wells" userId="527ade61401a42c1" providerId="LiveId" clId="{A9E98584-689C-455A-8111-3536E25BB2F6}"/>
    <pc:docChg chg="undo custSel addSld delSld modSld sldOrd">
      <pc:chgData name="Alec Wells" userId="527ade61401a42c1" providerId="LiveId" clId="{A9E98584-689C-455A-8111-3536E25BB2F6}" dt="2024-04-04T00:48:29.448" v="3650" actId="20577"/>
      <pc:docMkLst>
        <pc:docMk/>
      </pc:docMkLst>
      <pc:sldChg chg="modSp mod">
        <pc:chgData name="Alec Wells" userId="527ade61401a42c1" providerId="LiveId" clId="{A9E98584-689C-455A-8111-3536E25BB2F6}" dt="2024-04-04T00:48:29.448" v="3650" actId="20577"/>
        <pc:sldMkLst>
          <pc:docMk/>
          <pc:sldMk cId="0" sldId="256"/>
        </pc:sldMkLst>
        <pc:spChg chg="mod">
          <ac:chgData name="Alec Wells" userId="527ade61401a42c1" providerId="LiveId" clId="{A9E98584-689C-455A-8111-3536E25BB2F6}" dt="2024-04-04T00:48:29.448" v="3650" actId="20577"/>
          <ac:spMkLst>
            <pc:docMk/>
            <pc:sldMk cId="0" sldId="256"/>
            <ac:spMk id="2050" creationId="{CBD22B11-C1DB-B6A6-2EEE-0A845FB70593}"/>
          </ac:spMkLst>
        </pc:spChg>
        <pc:spChg chg="mod">
          <ac:chgData name="Alec Wells" userId="527ade61401a42c1" providerId="LiveId" clId="{A9E98584-689C-455A-8111-3536E25BB2F6}" dt="2024-03-31T00:18:52.660" v="3" actId="20577"/>
          <ac:spMkLst>
            <pc:docMk/>
            <pc:sldMk cId="0" sldId="256"/>
            <ac:spMk id="3075" creationId="{DA12F9B4-B776-2DD3-BE3B-4F6AF00DB9ED}"/>
          </ac:spMkLst>
        </pc:spChg>
      </pc:sldChg>
      <pc:sldChg chg="del">
        <pc:chgData name="Alec Wells" userId="527ade61401a42c1" providerId="LiveId" clId="{A9E98584-689C-455A-8111-3536E25BB2F6}" dt="2024-04-04T00:47:38.797" v="3640" actId="2696"/>
        <pc:sldMkLst>
          <pc:docMk/>
          <pc:sldMk cId="0" sldId="280"/>
        </pc:sldMkLst>
      </pc:sldChg>
      <pc:sldChg chg="modSp mod">
        <pc:chgData name="Alec Wells" userId="527ade61401a42c1" providerId="LiveId" clId="{A9E98584-689C-455A-8111-3536E25BB2F6}" dt="2024-03-31T00:19:48.618" v="52" actId="20577"/>
        <pc:sldMkLst>
          <pc:docMk/>
          <pc:sldMk cId="2823282474" sldId="319"/>
        </pc:sldMkLst>
        <pc:spChg chg="mod">
          <ac:chgData name="Alec Wells" userId="527ade61401a42c1" providerId="LiveId" clId="{A9E98584-689C-455A-8111-3536E25BB2F6}" dt="2024-03-31T00:18:58.353" v="9" actId="20577"/>
          <ac:spMkLst>
            <pc:docMk/>
            <pc:sldMk cId="2823282474" sldId="319"/>
            <ac:spMk id="5122" creationId="{03008CAA-58BB-9816-3370-99195DD15434}"/>
          </ac:spMkLst>
        </pc:spChg>
        <pc:spChg chg="mod">
          <ac:chgData name="Alec Wells" userId="527ade61401a42c1" providerId="LiveId" clId="{A9E98584-689C-455A-8111-3536E25BB2F6}" dt="2024-03-31T00:19:48.618" v="52" actId="20577"/>
          <ac:spMkLst>
            <pc:docMk/>
            <pc:sldMk cId="2823282474" sldId="319"/>
            <ac:spMk id="5123" creationId="{1372D5BC-0841-7191-D4A0-4C1202001BCC}"/>
          </ac:spMkLst>
        </pc:spChg>
      </pc:sldChg>
      <pc:sldChg chg="del">
        <pc:chgData name="Alec Wells" userId="527ade61401a42c1" providerId="LiveId" clId="{A9E98584-689C-455A-8111-3536E25BB2F6}" dt="2024-04-04T00:47:38.797" v="3640" actId="2696"/>
        <pc:sldMkLst>
          <pc:docMk/>
          <pc:sldMk cId="110807449" sldId="349"/>
        </pc:sldMkLst>
      </pc:sldChg>
      <pc:sldChg chg="del">
        <pc:chgData name="Alec Wells" userId="527ade61401a42c1" providerId="LiveId" clId="{A9E98584-689C-455A-8111-3536E25BB2F6}" dt="2024-04-04T00:47:38.797" v="3640" actId="2696"/>
        <pc:sldMkLst>
          <pc:docMk/>
          <pc:sldMk cId="49530787" sldId="350"/>
        </pc:sldMkLst>
      </pc:sldChg>
      <pc:sldChg chg="del">
        <pc:chgData name="Alec Wells" userId="527ade61401a42c1" providerId="LiveId" clId="{A9E98584-689C-455A-8111-3536E25BB2F6}" dt="2024-04-04T00:47:38.797" v="3640" actId="2696"/>
        <pc:sldMkLst>
          <pc:docMk/>
          <pc:sldMk cId="1746413386" sldId="352"/>
        </pc:sldMkLst>
      </pc:sldChg>
      <pc:sldChg chg="modSp del mod">
        <pc:chgData name="Alec Wells" userId="527ade61401a42c1" providerId="LiveId" clId="{A9E98584-689C-455A-8111-3536E25BB2F6}" dt="2024-04-02T00:46:50.972" v="2080" actId="2696"/>
        <pc:sldMkLst>
          <pc:docMk/>
          <pc:sldMk cId="3374849251" sldId="354"/>
        </pc:sldMkLst>
        <pc:spChg chg="mod">
          <ac:chgData name="Alec Wells" userId="527ade61401a42c1" providerId="LiveId" clId="{A9E98584-689C-455A-8111-3536E25BB2F6}" dt="2024-04-02T00:46:47.379" v="2079" actId="20577"/>
          <ac:spMkLst>
            <pc:docMk/>
            <pc:sldMk cId="3374849251" sldId="354"/>
            <ac:spMk id="5122" creationId="{57AF4AD4-BC7B-DD4E-D35E-52BDF77B85E3}"/>
          </ac:spMkLst>
        </pc:spChg>
      </pc:sldChg>
      <pc:sldChg chg="modSp mod">
        <pc:chgData name="Alec Wells" userId="527ade61401a42c1" providerId="LiveId" clId="{A9E98584-689C-455A-8111-3536E25BB2F6}" dt="2024-04-02T00:44:16.170" v="2034" actId="207"/>
        <pc:sldMkLst>
          <pc:docMk/>
          <pc:sldMk cId="3805411026" sldId="368"/>
        </pc:sldMkLst>
        <pc:spChg chg="mod">
          <ac:chgData name="Alec Wells" userId="527ade61401a42c1" providerId="LiveId" clId="{A9E98584-689C-455A-8111-3536E25BB2F6}" dt="2024-03-31T00:26:07.549" v="382" actId="20577"/>
          <ac:spMkLst>
            <pc:docMk/>
            <pc:sldMk cId="3805411026" sldId="368"/>
            <ac:spMk id="5122" creationId="{03008CAA-58BB-9816-3370-99195DD15434}"/>
          </ac:spMkLst>
        </pc:spChg>
        <pc:spChg chg="mod">
          <ac:chgData name="Alec Wells" userId="527ade61401a42c1" providerId="LiveId" clId="{A9E98584-689C-455A-8111-3536E25BB2F6}" dt="2024-04-02T00:44:16.170" v="2034" actId="207"/>
          <ac:spMkLst>
            <pc:docMk/>
            <pc:sldMk cId="3805411026" sldId="368"/>
            <ac:spMk id="5123" creationId="{1372D5BC-0841-7191-D4A0-4C1202001BCC}"/>
          </ac:spMkLst>
        </pc:spChg>
      </pc:sldChg>
      <pc:sldChg chg="ord">
        <pc:chgData name="Alec Wells" userId="527ade61401a42c1" providerId="LiveId" clId="{A9E98584-689C-455A-8111-3536E25BB2F6}" dt="2024-03-31T00:23:58.881" v="264"/>
        <pc:sldMkLst>
          <pc:docMk/>
          <pc:sldMk cId="3982036518" sldId="369"/>
        </pc:sldMkLst>
      </pc:sldChg>
      <pc:sldChg chg="del">
        <pc:chgData name="Alec Wells" userId="527ade61401a42c1" providerId="LiveId" clId="{A9E98584-689C-455A-8111-3536E25BB2F6}" dt="2024-04-04T00:47:38.797" v="3640" actId="2696"/>
        <pc:sldMkLst>
          <pc:docMk/>
          <pc:sldMk cId="83212731" sldId="371"/>
        </pc:sldMkLst>
      </pc:sldChg>
      <pc:sldChg chg="del">
        <pc:chgData name="Alec Wells" userId="527ade61401a42c1" providerId="LiveId" clId="{A9E98584-689C-455A-8111-3536E25BB2F6}" dt="2024-04-04T00:47:38.797" v="3640" actId="2696"/>
        <pc:sldMkLst>
          <pc:docMk/>
          <pc:sldMk cId="3178569890" sldId="373"/>
        </pc:sldMkLst>
      </pc:sldChg>
      <pc:sldChg chg="modSp mod ord">
        <pc:chgData name="Alec Wells" userId="527ade61401a42c1" providerId="LiveId" clId="{A9E98584-689C-455A-8111-3536E25BB2F6}" dt="2024-03-31T00:23:56.192" v="262"/>
        <pc:sldMkLst>
          <pc:docMk/>
          <pc:sldMk cId="2600614731" sldId="374"/>
        </pc:sldMkLst>
        <pc:spChg chg="mod">
          <ac:chgData name="Alec Wells" userId="527ade61401a42c1" providerId="LiveId" clId="{A9E98584-689C-455A-8111-3536E25BB2F6}" dt="2024-03-31T00:23:51.966" v="260" actId="20577"/>
          <ac:spMkLst>
            <pc:docMk/>
            <pc:sldMk cId="2600614731" sldId="374"/>
            <ac:spMk id="16386" creationId="{C04D9E68-69C9-7ED7-124D-C4171E4C4309}"/>
          </ac:spMkLst>
        </pc:spChg>
        <pc:spChg chg="mod">
          <ac:chgData name="Alec Wells" userId="527ade61401a42c1" providerId="LiveId" clId="{A9E98584-689C-455A-8111-3536E25BB2F6}" dt="2024-03-31T00:23:35.648" v="248" actId="5793"/>
          <ac:spMkLst>
            <pc:docMk/>
            <pc:sldMk cId="2600614731" sldId="374"/>
            <ac:spMk id="16387" creationId="{08E0A061-609E-BD92-34BE-0F168694D455}"/>
          </ac:spMkLst>
        </pc:spChg>
      </pc:sldChg>
      <pc:sldChg chg="del">
        <pc:chgData name="Alec Wells" userId="527ade61401a42c1" providerId="LiveId" clId="{A9E98584-689C-455A-8111-3536E25BB2F6}" dt="2024-04-04T00:47:38.797" v="3640" actId="2696"/>
        <pc:sldMkLst>
          <pc:docMk/>
          <pc:sldMk cId="3493309931" sldId="375"/>
        </pc:sldMkLst>
      </pc:sldChg>
      <pc:sldChg chg="del">
        <pc:chgData name="Alec Wells" userId="527ade61401a42c1" providerId="LiveId" clId="{A9E98584-689C-455A-8111-3536E25BB2F6}" dt="2024-04-04T00:47:38.797" v="3640" actId="2696"/>
        <pc:sldMkLst>
          <pc:docMk/>
          <pc:sldMk cId="428630207" sldId="376"/>
        </pc:sldMkLst>
      </pc:sldChg>
      <pc:sldChg chg="del">
        <pc:chgData name="Alec Wells" userId="527ade61401a42c1" providerId="LiveId" clId="{A9E98584-689C-455A-8111-3536E25BB2F6}" dt="2024-04-04T00:47:38.797" v="3640" actId="2696"/>
        <pc:sldMkLst>
          <pc:docMk/>
          <pc:sldMk cId="3095627477" sldId="377"/>
        </pc:sldMkLst>
      </pc:sldChg>
      <pc:sldChg chg="modSp mod">
        <pc:chgData name="Alec Wells" userId="527ade61401a42c1" providerId="LiveId" clId="{A9E98584-689C-455A-8111-3536E25BB2F6}" dt="2024-04-03T00:24:16.445" v="2143" actId="20578"/>
        <pc:sldMkLst>
          <pc:docMk/>
          <pc:sldMk cId="2774362858" sldId="378"/>
        </pc:sldMkLst>
        <pc:spChg chg="mod">
          <ac:chgData name="Alec Wells" userId="527ade61401a42c1" providerId="LiveId" clId="{A9E98584-689C-455A-8111-3536E25BB2F6}" dt="2024-04-02T00:38:56.918" v="1454" actId="20577"/>
          <ac:spMkLst>
            <pc:docMk/>
            <pc:sldMk cId="2774362858" sldId="378"/>
            <ac:spMk id="5122" creationId="{57AF4AD4-BC7B-DD4E-D35E-52BDF77B85E3}"/>
          </ac:spMkLst>
        </pc:spChg>
        <pc:spChg chg="mod">
          <ac:chgData name="Alec Wells" userId="527ade61401a42c1" providerId="LiveId" clId="{A9E98584-689C-455A-8111-3536E25BB2F6}" dt="2024-04-03T00:24:16.445" v="2143" actId="20578"/>
          <ac:spMkLst>
            <pc:docMk/>
            <pc:sldMk cId="2774362858" sldId="378"/>
            <ac:spMk id="5123" creationId="{365B6720-18E1-F23B-07F7-0F262BFCBA87}"/>
          </ac:spMkLst>
        </pc:spChg>
      </pc:sldChg>
      <pc:sldChg chg="del">
        <pc:chgData name="Alec Wells" userId="527ade61401a42c1" providerId="LiveId" clId="{A9E98584-689C-455A-8111-3536E25BB2F6}" dt="2024-04-04T00:47:38.797" v="3640" actId="2696"/>
        <pc:sldMkLst>
          <pc:docMk/>
          <pc:sldMk cId="1127671632" sldId="379"/>
        </pc:sldMkLst>
      </pc:sldChg>
      <pc:sldChg chg="del">
        <pc:chgData name="Alec Wells" userId="527ade61401a42c1" providerId="LiveId" clId="{A9E98584-689C-455A-8111-3536E25BB2F6}" dt="2024-04-04T00:47:38.797" v="3640" actId="2696"/>
        <pc:sldMkLst>
          <pc:docMk/>
          <pc:sldMk cId="4080425950" sldId="380"/>
        </pc:sldMkLst>
      </pc:sldChg>
      <pc:sldChg chg="del">
        <pc:chgData name="Alec Wells" userId="527ade61401a42c1" providerId="LiveId" clId="{A9E98584-689C-455A-8111-3536E25BB2F6}" dt="2024-04-04T00:47:38.797" v="3640" actId="2696"/>
        <pc:sldMkLst>
          <pc:docMk/>
          <pc:sldMk cId="2315007373" sldId="381"/>
        </pc:sldMkLst>
      </pc:sldChg>
      <pc:sldChg chg="del">
        <pc:chgData name="Alec Wells" userId="527ade61401a42c1" providerId="LiveId" clId="{A9E98584-689C-455A-8111-3536E25BB2F6}" dt="2024-04-04T00:47:38.797" v="3640" actId="2696"/>
        <pc:sldMkLst>
          <pc:docMk/>
          <pc:sldMk cId="2125734906" sldId="382"/>
        </pc:sldMkLst>
      </pc:sldChg>
      <pc:sldChg chg="del">
        <pc:chgData name="Alec Wells" userId="527ade61401a42c1" providerId="LiveId" clId="{A9E98584-689C-455A-8111-3536E25BB2F6}" dt="2024-04-04T00:47:38.797" v="3640" actId="2696"/>
        <pc:sldMkLst>
          <pc:docMk/>
          <pc:sldMk cId="1568801087" sldId="383"/>
        </pc:sldMkLst>
      </pc:sldChg>
      <pc:sldChg chg="modSp add mod">
        <pc:chgData name="Alec Wells" userId="527ade61401a42c1" providerId="LiveId" clId="{A9E98584-689C-455A-8111-3536E25BB2F6}" dt="2024-04-02T00:37:02.284" v="1355" actId="403"/>
        <pc:sldMkLst>
          <pc:docMk/>
          <pc:sldMk cId="1212216574" sldId="384"/>
        </pc:sldMkLst>
        <pc:spChg chg="mod">
          <ac:chgData name="Alec Wells" userId="527ade61401a42c1" providerId="LiveId" clId="{A9E98584-689C-455A-8111-3536E25BB2F6}" dt="2024-04-02T00:37:02.284" v="1355" actId="403"/>
          <ac:spMkLst>
            <pc:docMk/>
            <pc:sldMk cId="1212216574" sldId="384"/>
            <ac:spMk id="5123" creationId="{1372D5BC-0841-7191-D4A0-4C1202001BCC}"/>
          </ac:spMkLst>
        </pc:spChg>
      </pc:sldChg>
      <pc:sldChg chg="modSp add mod">
        <pc:chgData name="Alec Wells" userId="527ade61401a42c1" providerId="LiveId" clId="{A9E98584-689C-455A-8111-3536E25BB2F6}" dt="2024-04-02T00:37:35.059" v="1434" actId="20577"/>
        <pc:sldMkLst>
          <pc:docMk/>
          <pc:sldMk cId="2006472392" sldId="385"/>
        </pc:sldMkLst>
        <pc:spChg chg="mod">
          <ac:chgData name="Alec Wells" userId="527ade61401a42c1" providerId="LiveId" clId="{A9E98584-689C-455A-8111-3536E25BB2F6}" dt="2024-04-02T00:32:12.433" v="686" actId="20577"/>
          <ac:spMkLst>
            <pc:docMk/>
            <pc:sldMk cId="2006472392" sldId="385"/>
            <ac:spMk id="5122" creationId="{03008CAA-58BB-9816-3370-99195DD15434}"/>
          </ac:spMkLst>
        </pc:spChg>
        <pc:spChg chg="mod">
          <ac:chgData name="Alec Wells" userId="527ade61401a42c1" providerId="LiveId" clId="{A9E98584-689C-455A-8111-3536E25BB2F6}" dt="2024-04-02T00:37:35.059" v="1434" actId="20577"/>
          <ac:spMkLst>
            <pc:docMk/>
            <pc:sldMk cId="2006472392" sldId="385"/>
            <ac:spMk id="5123" creationId="{1372D5BC-0841-7191-D4A0-4C1202001BCC}"/>
          </ac:spMkLst>
        </pc:spChg>
      </pc:sldChg>
      <pc:sldChg chg="modSp add mod">
        <pc:chgData name="Alec Wells" userId="527ade61401a42c1" providerId="LiveId" clId="{A9E98584-689C-455A-8111-3536E25BB2F6}" dt="2024-04-02T00:36:47.683" v="1353" actId="20577"/>
        <pc:sldMkLst>
          <pc:docMk/>
          <pc:sldMk cId="2003818056" sldId="386"/>
        </pc:sldMkLst>
        <pc:spChg chg="mod">
          <ac:chgData name="Alec Wells" userId="527ade61401a42c1" providerId="LiveId" clId="{A9E98584-689C-455A-8111-3536E25BB2F6}" dt="2024-04-02T00:34:22.436" v="780" actId="20577"/>
          <ac:spMkLst>
            <pc:docMk/>
            <pc:sldMk cId="2003818056" sldId="386"/>
            <ac:spMk id="16386" creationId="{C04D9E68-69C9-7ED7-124D-C4171E4C4309}"/>
          </ac:spMkLst>
        </pc:spChg>
        <pc:spChg chg="mod">
          <ac:chgData name="Alec Wells" userId="527ade61401a42c1" providerId="LiveId" clId="{A9E98584-689C-455A-8111-3536E25BB2F6}" dt="2024-04-02T00:36:47.683" v="1353" actId="20577"/>
          <ac:spMkLst>
            <pc:docMk/>
            <pc:sldMk cId="2003818056" sldId="386"/>
            <ac:spMk id="16387" creationId="{08E0A061-609E-BD92-34BE-0F168694D455}"/>
          </ac:spMkLst>
        </pc:spChg>
      </pc:sldChg>
      <pc:sldChg chg="modSp add del mod">
        <pc:chgData name="Alec Wells" userId="527ade61401a42c1" providerId="LiveId" clId="{A9E98584-689C-455A-8111-3536E25BB2F6}" dt="2024-04-02T00:45:49.971" v="2069" actId="2696"/>
        <pc:sldMkLst>
          <pc:docMk/>
          <pc:sldMk cId="3684914875" sldId="387"/>
        </pc:sldMkLst>
        <pc:spChg chg="mod">
          <ac:chgData name="Alec Wells" userId="527ade61401a42c1" providerId="LiveId" clId="{A9E98584-689C-455A-8111-3536E25BB2F6}" dt="2024-04-02T00:45:46.697" v="2068" actId="5793"/>
          <ac:spMkLst>
            <pc:docMk/>
            <pc:sldMk cId="3684914875" sldId="387"/>
            <ac:spMk id="5123" creationId="{365B6720-18E1-F23B-07F7-0F262BFCBA87}"/>
          </ac:spMkLst>
        </pc:spChg>
      </pc:sldChg>
      <pc:sldChg chg="modSp add mod">
        <pc:chgData name="Alec Wells" userId="527ade61401a42c1" providerId="LiveId" clId="{A9E98584-689C-455A-8111-3536E25BB2F6}" dt="2024-04-03T00:39:13.329" v="3050" actId="20577"/>
        <pc:sldMkLst>
          <pc:docMk/>
          <pc:sldMk cId="4274320194" sldId="387"/>
        </pc:sldMkLst>
        <pc:spChg chg="mod">
          <ac:chgData name="Alec Wells" userId="527ade61401a42c1" providerId="LiveId" clId="{A9E98584-689C-455A-8111-3536E25BB2F6}" dt="2024-04-02T00:46:56.252" v="2090" actId="20577"/>
          <ac:spMkLst>
            <pc:docMk/>
            <pc:sldMk cId="4274320194" sldId="387"/>
            <ac:spMk id="5122" creationId="{57AF4AD4-BC7B-DD4E-D35E-52BDF77B85E3}"/>
          </ac:spMkLst>
        </pc:spChg>
        <pc:spChg chg="mod">
          <ac:chgData name="Alec Wells" userId="527ade61401a42c1" providerId="LiveId" clId="{A9E98584-689C-455A-8111-3536E25BB2F6}" dt="2024-04-03T00:39:13.329" v="3050" actId="20577"/>
          <ac:spMkLst>
            <pc:docMk/>
            <pc:sldMk cId="4274320194" sldId="387"/>
            <ac:spMk id="5123" creationId="{365B6720-18E1-F23B-07F7-0F262BFCBA87}"/>
          </ac:spMkLst>
        </pc:spChg>
      </pc:sldChg>
      <pc:sldChg chg="modSp add mod">
        <pc:chgData name="Alec Wells" userId="527ade61401a42c1" providerId="LiveId" clId="{A9E98584-689C-455A-8111-3536E25BB2F6}" dt="2024-04-03T00:42:02.690" v="3090" actId="20577"/>
        <pc:sldMkLst>
          <pc:docMk/>
          <pc:sldMk cId="1588919607" sldId="388"/>
        </pc:sldMkLst>
        <pc:spChg chg="mod">
          <ac:chgData name="Alec Wells" userId="527ade61401a42c1" providerId="LiveId" clId="{A9E98584-689C-455A-8111-3536E25BB2F6}" dt="2024-04-03T00:28:59.249" v="2235" actId="20577"/>
          <ac:spMkLst>
            <pc:docMk/>
            <pc:sldMk cId="1588919607" sldId="388"/>
            <ac:spMk id="5122" creationId="{57AF4AD4-BC7B-DD4E-D35E-52BDF77B85E3}"/>
          </ac:spMkLst>
        </pc:spChg>
        <pc:spChg chg="mod">
          <ac:chgData name="Alec Wells" userId="527ade61401a42c1" providerId="LiveId" clId="{A9E98584-689C-455A-8111-3536E25BB2F6}" dt="2024-04-03T00:42:02.690" v="3090" actId="20577"/>
          <ac:spMkLst>
            <pc:docMk/>
            <pc:sldMk cId="1588919607" sldId="388"/>
            <ac:spMk id="5123" creationId="{365B6720-18E1-F23B-07F7-0F262BFCBA87}"/>
          </ac:spMkLst>
        </pc:spChg>
      </pc:sldChg>
      <pc:sldChg chg="modSp add mod">
        <pc:chgData name="Alec Wells" userId="527ade61401a42c1" providerId="LiveId" clId="{A9E98584-689C-455A-8111-3536E25BB2F6}" dt="2024-04-03T00:38:25.403" v="2995" actId="20577"/>
        <pc:sldMkLst>
          <pc:docMk/>
          <pc:sldMk cId="600549790" sldId="389"/>
        </pc:sldMkLst>
        <pc:spChg chg="mod">
          <ac:chgData name="Alec Wells" userId="527ade61401a42c1" providerId="LiveId" clId="{A9E98584-689C-455A-8111-3536E25BB2F6}" dt="2024-04-03T00:38:25.403" v="2995" actId="20577"/>
          <ac:spMkLst>
            <pc:docMk/>
            <pc:sldMk cId="600549790" sldId="389"/>
            <ac:spMk id="5123" creationId="{365B6720-18E1-F23B-07F7-0F262BFCBA87}"/>
          </ac:spMkLst>
        </pc:spChg>
      </pc:sldChg>
      <pc:sldChg chg="modSp add mod ord">
        <pc:chgData name="Alec Wells" userId="527ade61401a42c1" providerId="LiveId" clId="{A9E98584-689C-455A-8111-3536E25BB2F6}" dt="2024-04-03T00:44:12.266" v="3289" actId="20577"/>
        <pc:sldMkLst>
          <pc:docMk/>
          <pc:sldMk cId="2904929709" sldId="390"/>
        </pc:sldMkLst>
        <pc:spChg chg="mod">
          <ac:chgData name="Alec Wells" userId="527ade61401a42c1" providerId="LiveId" clId="{A9E98584-689C-455A-8111-3536E25BB2F6}" dt="2024-04-03T00:44:12.266" v="3289" actId="20577"/>
          <ac:spMkLst>
            <pc:docMk/>
            <pc:sldMk cId="2904929709" sldId="390"/>
            <ac:spMk id="5123" creationId="{365B6720-18E1-F23B-07F7-0F262BFCBA87}"/>
          </ac:spMkLst>
        </pc:spChg>
      </pc:sldChg>
      <pc:sldChg chg="modSp add mod ord">
        <pc:chgData name="Alec Wells" userId="527ade61401a42c1" providerId="LiveId" clId="{A9E98584-689C-455A-8111-3536E25BB2F6}" dt="2024-04-03T00:46:04.286" v="3376" actId="1036"/>
        <pc:sldMkLst>
          <pc:docMk/>
          <pc:sldMk cId="59799092" sldId="391"/>
        </pc:sldMkLst>
        <pc:spChg chg="mod">
          <ac:chgData name="Alec Wells" userId="527ade61401a42c1" providerId="LiveId" clId="{A9E98584-689C-455A-8111-3536E25BB2F6}" dt="2024-04-03T00:46:04.286" v="3376" actId="1036"/>
          <ac:spMkLst>
            <pc:docMk/>
            <pc:sldMk cId="59799092" sldId="391"/>
            <ac:spMk id="5123" creationId="{365B6720-18E1-F23B-07F7-0F262BFCBA87}"/>
          </ac:spMkLst>
        </pc:spChg>
      </pc:sldChg>
      <pc:sldChg chg="modSp add mod">
        <pc:chgData name="Alec Wells" userId="527ade61401a42c1" providerId="LiveId" clId="{A9E98584-689C-455A-8111-3536E25BB2F6}" dt="2024-04-04T00:47:16.515" v="3639" actId="20577"/>
        <pc:sldMkLst>
          <pc:docMk/>
          <pc:sldMk cId="1748355833" sldId="392"/>
        </pc:sldMkLst>
        <pc:spChg chg="mod">
          <ac:chgData name="Alec Wells" userId="527ade61401a42c1" providerId="LiveId" clId="{A9E98584-689C-455A-8111-3536E25BB2F6}" dt="2024-04-04T00:47:16.515" v="3639" actId="20577"/>
          <ac:spMkLst>
            <pc:docMk/>
            <pc:sldMk cId="1748355833" sldId="392"/>
            <ac:spMk id="5122" creationId="{03008CAA-58BB-9816-3370-99195DD15434}"/>
          </ac:spMkLst>
        </pc:spChg>
        <pc:spChg chg="mod">
          <ac:chgData name="Alec Wells" userId="527ade61401a42c1" providerId="LiveId" clId="{A9E98584-689C-455A-8111-3536E25BB2F6}" dt="2024-04-04T00:47:13.271" v="3630" actId="20577"/>
          <ac:spMkLst>
            <pc:docMk/>
            <pc:sldMk cId="1748355833" sldId="392"/>
            <ac:spMk id="5123" creationId="{1372D5BC-0841-7191-D4A0-4C1202001BCC}"/>
          </ac:spMkLst>
        </pc:spChg>
      </pc:sldChg>
    </pc:docChg>
  </pc:docChgLst>
  <pc:docChgLst>
    <pc:chgData name="Alec Wells" userId="527ade61401a42c1" providerId="LiveId" clId="{C7BBFF10-0E0B-4437-B677-BD2CA36F4949}"/>
    <pc:docChg chg="custSel addSld modSld sldOrd">
      <pc:chgData name="Alec Wells" userId="527ade61401a42c1" providerId="LiveId" clId="{C7BBFF10-0E0B-4437-B677-BD2CA36F4949}" dt="2024-03-04T00:01:17.985" v="890" actId="20577"/>
      <pc:docMkLst>
        <pc:docMk/>
      </pc:docMkLst>
      <pc:sldChg chg="modSp mod">
        <pc:chgData name="Alec Wells" userId="527ade61401a42c1" providerId="LiveId" clId="{C7BBFF10-0E0B-4437-B677-BD2CA36F4949}" dt="2024-03-03T23:48:57.330" v="885" actId="403"/>
        <pc:sldMkLst>
          <pc:docMk/>
          <pc:sldMk cId="3207795901" sldId="321"/>
        </pc:sldMkLst>
        <pc:spChg chg="mod">
          <ac:chgData name="Alec Wells" userId="527ade61401a42c1" providerId="LiveId" clId="{C7BBFF10-0E0B-4437-B677-BD2CA36F4949}" dt="2024-03-03T23:48:57.330" v="885" actId="403"/>
          <ac:spMkLst>
            <pc:docMk/>
            <pc:sldMk cId="3207795901" sldId="321"/>
            <ac:spMk id="5123" creationId="{381CB796-D834-D21F-B872-FD7C60DFEC7A}"/>
          </ac:spMkLst>
        </pc:spChg>
      </pc:sldChg>
      <pc:sldChg chg="modSp mod">
        <pc:chgData name="Alec Wells" userId="527ade61401a42c1" providerId="LiveId" clId="{C7BBFF10-0E0B-4437-B677-BD2CA36F4949}" dt="2024-03-03T23:59:52.233" v="887" actId="20577"/>
        <pc:sldMkLst>
          <pc:docMk/>
          <pc:sldMk cId="3493719763" sldId="348"/>
        </pc:sldMkLst>
        <pc:spChg chg="mod">
          <ac:chgData name="Alec Wells" userId="527ade61401a42c1" providerId="LiveId" clId="{C7BBFF10-0E0B-4437-B677-BD2CA36F4949}" dt="2024-03-03T23:59:52.233" v="887" actId="20577"/>
          <ac:spMkLst>
            <pc:docMk/>
            <pc:sldMk cId="3493719763" sldId="348"/>
            <ac:spMk id="16387" creationId="{AE55AA3C-9876-C4AE-1999-7DF0F24255B2}"/>
          </ac:spMkLst>
        </pc:spChg>
      </pc:sldChg>
      <pc:sldChg chg="modSp mod">
        <pc:chgData name="Alec Wells" userId="527ade61401a42c1" providerId="LiveId" clId="{C7BBFF10-0E0B-4437-B677-BD2CA36F4949}" dt="2024-03-03T23:55:09.357" v="886" actId="20577"/>
        <pc:sldMkLst>
          <pc:docMk/>
          <pc:sldMk cId="587010487" sldId="358"/>
        </pc:sldMkLst>
        <pc:spChg chg="mod">
          <ac:chgData name="Alec Wells" userId="527ade61401a42c1" providerId="LiveId" clId="{C7BBFF10-0E0B-4437-B677-BD2CA36F4949}" dt="2024-03-03T23:55:09.357" v="886" actId="20577"/>
          <ac:spMkLst>
            <pc:docMk/>
            <pc:sldMk cId="587010487" sldId="358"/>
            <ac:spMk id="9219" creationId="{AFBFF55A-A9FE-FCFA-6018-709590391234}"/>
          </ac:spMkLst>
        </pc:spChg>
      </pc:sldChg>
      <pc:sldChg chg="modSp mod">
        <pc:chgData name="Alec Wells" userId="527ade61401a42c1" providerId="LiveId" clId="{C7BBFF10-0E0B-4437-B677-BD2CA36F4949}" dt="2024-03-04T00:00:40.468" v="888" actId="403"/>
        <pc:sldMkLst>
          <pc:docMk/>
          <pc:sldMk cId="1540216628" sldId="359"/>
        </pc:sldMkLst>
        <pc:spChg chg="mod">
          <ac:chgData name="Alec Wells" userId="527ade61401a42c1" providerId="LiveId" clId="{C7BBFF10-0E0B-4437-B677-BD2CA36F4949}" dt="2024-03-04T00:00:40.468" v="888" actId="403"/>
          <ac:spMkLst>
            <pc:docMk/>
            <pc:sldMk cId="1540216628" sldId="359"/>
            <ac:spMk id="2" creationId="{D60014A9-FF3C-EEAC-E4B5-C3F61D6E6809}"/>
          </ac:spMkLst>
        </pc:spChg>
      </pc:sldChg>
      <pc:sldChg chg="modSp mod">
        <pc:chgData name="Alec Wells" userId="527ade61401a42c1" providerId="LiveId" clId="{C7BBFF10-0E0B-4437-B677-BD2CA36F4949}" dt="2024-03-04T00:01:17.985" v="890" actId="20577"/>
        <pc:sldMkLst>
          <pc:docMk/>
          <pc:sldMk cId="1629402692" sldId="360"/>
        </pc:sldMkLst>
        <pc:spChg chg="mod">
          <ac:chgData name="Alec Wells" userId="527ade61401a42c1" providerId="LiveId" clId="{C7BBFF10-0E0B-4437-B677-BD2CA36F4949}" dt="2024-03-04T00:01:17.985" v="890" actId="20577"/>
          <ac:spMkLst>
            <pc:docMk/>
            <pc:sldMk cId="1629402692" sldId="360"/>
            <ac:spMk id="2" creationId="{B8DB393A-3416-0442-977C-1C417F0AFAC0}"/>
          </ac:spMkLst>
        </pc:spChg>
      </pc:sldChg>
      <pc:sldChg chg="modSp mod">
        <pc:chgData name="Alec Wells" userId="527ade61401a42c1" providerId="LiveId" clId="{C7BBFF10-0E0B-4437-B677-BD2CA36F4949}" dt="2024-03-03T23:14:16.482" v="58" actId="404"/>
        <pc:sldMkLst>
          <pc:docMk/>
          <pc:sldMk cId="82340334" sldId="362"/>
        </pc:sldMkLst>
        <pc:spChg chg="mod">
          <ac:chgData name="Alec Wells" userId="527ade61401a42c1" providerId="LiveId" clId="{C7BBFF10-0E0B-4437-B677-BD2CA36F4949}" dt="2024-03-03T23:14:16.482" v="58" actId="404"/>
          <ac:spMkLst>
            <pc:docMk/>
            <pc:sldMk cId="82340334" sldId="362"/>
            <ac:spMk id="2" creationId="{5D273B96-CC3F-BD1B-5D4E-8F0BB4FC36F0}"/>
          </ac:spMkLst>
        </pc:spChg>
      </pc:sldChg>
      <pc:sldChg chg="modSp mod">
        <pc:chgData name="Alec Wells" userId="527ade61401a42c1" providerId="LiveId" clId="{C7BBFF10-0E0B-4437-B677-BD2CA36F4949}" dt="2024-03-03T23:19:59.115" v="400" actId="404"/>
        <pc:sldMkLst>
          <pc:docMk/>
          <pc:sldMk cId="473473277" sldId="363"/>
        </pc:sldMkLst>
        <pc:spChg chg="mod">
          <ac:chgData name="Alec Wells" userId="527ade61401a42c1" providerId="LiveId" clId="{C7BBFF10-0E0B-4437-B677-BD2CA36F4949}" dt="2024-03-03T23:19:59.115" v="400" actId="404"/>
          <ac:spMkLst>
            <pc:docMk/>
            <pc:sldMk cId="473473277" sldId="363"/>
            <ac:spMk id="2" creationId="{2876EB33-78D0-9609-E783-7386BA06A611}"/>
          </ac:spMkLst>
        </pc:spChg>
      </pc:sldChg>
      <pc:sldChg chg="modSp add mod ord">
        <pc:chgData name="Alec Wells" userId="527ade61401a42c1" providerId="LiveId" clId="{C7BBFF10-0E0B-4437-B677-BD2CA36F4949}" dt="2024-03-03T23:28:36.070" v="884" actId="20577"/>
        <pc:sldMkLst>
          <pc:docMk/>
          <pc:sldMk cId="2043993520" sldId="364"/>
        </pc:sldMkLst>
        <pc:spChg chg="mod">
          <ac:chgData name="Alec Wells" userId="527ade61401a42c1" providerId="LiveId" clId="{C7BBFF10-0E0B-4437-B677-BD2CA36F4949}" dt="2024-03-03T23:28:36.070" v="884" actId="20577"/>
          <ac:spMkLst>
            <pc:docMk/>
            <pc:sldMk cId="2043993520" sldId="364"/>
            <ac:spMk id="2" creationId="{746FCFF2-E602-F799-CB11-E13309B0968D}"/>
          </ac:spMkLst>
        </pc:spChg>
      </pc:sldChg>
      <pc:sldChg chg="modSp add mod">
        <pc:chgData name="Alec Wells" userId="527ade61401a42c1" providerId="LiveId" clId="{C7BBFF10-0E0B-4437-B677-BD2CA36F4949}" dt="2024-03-03T23:23:26.447" v="514" actId="20577"/>
        <pc:sldMkLst>
          <pc:docMk/>
          <pc:sldMk cId="2165264343" sldId="365"/>
        </pc:sldMkLst>
        <pc:spChg chg="mod">
          <ac:chgData name="Alec Wells" userId="527ade61401a42c1" providerId="LiveId" clId="{C7BBFF10-0E0B-4437-B677-BD2CA36F4949}" dt="2024-03-03T23:23:26.447" v="514" actId="20577"/>
          <ac:spMkLst>
            <pc:docMk/>
            <pc:sldMk cId="2165264343" sldId="365"/>
            <ac:spMk id="2" creationId="{E038B1FF-07A9-A19A-64CF-E9234E0E8B95}"/>
          </ac:spMkLst>
        </pc:spChg>
      </pc:sldChg>
      <pc:sldChg chg="modSp add mod">
        <pc:chgData name="Alec Wells" userId="527ade61401a42c1" providerId="LiveId" clId="{C7BBFF10-0E0B-4437-B677-BD2CA36F4949}" dt="2024-03-03T23:24:19.424" v="648" actId="20577"/>
        <pc:sldMkLst>
          <pc:docMk/>
          <pc:sldMk cId="3286551196" sldId="366"/>
        </pc:sldMkLst>
        <pc:spChg chg="mod">
          <ac:chgData name="Alec Wells" userId="527ade61401a42c1" providerId="LiveId" clId="{C7BBFF10-0E0B-4437-B677-BD2CA36F4949}" dt="2024-03-03T23:24:19.424" v="648" actId="20577"/>
          <ac:spMkLst>
            <pc:docMk/>
            <pc:sldMk cId="3286551196" sldId="366"/>
            <ac:spMk id="2" creationId="{6C6BE878-7C2F-0AD1-DBD1-C5CEA6E50D7A}"/>
          </ac:spMkLst>
        </pc:spChg>
      </pc:sldChg>
      <pc:sldChg chg="modSp add mod">
        <pc:chgData name="Alec Wells" userId="527ade61401a42c1" providerId="LiveId" clId="{C7BBFF10-0E0B-4437-B677-BD2CA36F4949}" dt="2024-03-03T23:26:32.687" v="863" actId="20577"/>
        <pc:sldMkLst>
          <pc:docMk/>
          <pc:sldMk cId="251505049" sldId="367"/>
        </pc:sldMkLst>
        <pc:spChg chg="mod">
          <ac:chgData name="Alec Wells" userId="527ade61401a42c1" providerId="LiveId" clId="{C7BBFF10-0E0B-4437-B677-BD2CA36F4949}" dt="2024-03-03T23:26:32.687" v="863" actId="20577"/>
          <ac:spMkLst>
            <pc:docMk/>
            <pc:sldMk cId="251505049" sldId="367"/>
            <ac:spMk id="2" creationId="{0D7C5E95-90A3-A357-2CE0-AB0B458B53C7}"/>
          </ac:spMkLst>
        </pc:spChg>
      </pc:sldChg>
    </pc:docChg>
  </pc:docChgLst>
  <pc:docChgLst>
    <pc:chgData name="Alec Wells" userId="527ade61401a42c1" providerId="LiveId" clId="{AD0DF8F6-AF04-4C85-9181-8ECC256CFED2}"/>
    <pc:docChg chg="undo custSel addSld delSld modSld sldOrd">
      <pc:chgData name="Alec Wells" userId="527ade61401a42c1" providerId="LiveId" clId="{AD0DF8F6-AF04-4C85-9181-8ECC256CFED2}" dt="2024-03-09T17:24:52.117" v="6867" actId="20577"/>
      <pc:docMkLst>
        <pc:docMk/>
      </pc:docMkLst>
      <pc:sldChg chg="modSp mod">
        <pc:chgData name="Alec Wells" userId="527ade61401a42c1" providerId="LiveId" clId="{AD0DF8F6-AF04-4C85-9181-8ECC256CFED2}" dt="2024-03-08T00:54:27.170" v="9" actId="20577"/>
        <pc:sldMkLst>
          <pc:docMk/>
          <pc:sldMk cId="0" sldId="256"/>
        </pc:sldMkLst>
        <pc:spChg chg="mod">
          <ac:chgData name="Alec Wells" userId="527ade61401a42c1" providerId="LiveId" clId="{AD0DF8F6-AF04-4C85-9181-8ECC256CFED2}" dt="2024-03-08T00:54:27.170" v="9" actId="20577"/>
          <ac:spMkLst>
            <pc:docMk/>
            <pc:sldMk cId="0" sldId="256"/>
            <ac:spMk id="2050" creationId="{CBD22B11-C1DB-B6A6-2EEE-0A845FB70593}"/>
          </ac:spMkLst>
        </pc:spChg>
        <pc:spChg chg="mod">
          <ac:chgData name="Alec Wells" userId="527ade61401a42c1" providerId="LiveId" clId="{AD0DF8F6-AF04-4C85-9181-8ECC256CFED2}" dt="2024-03-08T00:54:21.380" v="5" actId="20577"/>
          <ac:spMkLst>
            <pc:docMk/>
            <pc:sldMk cId="0" sldId="256"/>
            <ac:spMk id="3075" creationId="{DA12F9B4-B776-2DD3-BE3B-4F6AF00DB9ED}"/>
          </ac:spMkLst>
        </pc:spChg>
      </pc:sldChg>
      <pc:sldChg chg="add del">
        <pc:chgData name="Alec Wells" userId="527ade61401a42c1" providerId="LiveId" clId="{AD0DF8F6-AF04-4C85-9181-8ECC256CFED2}" dt="2024-03-09T16:58:00.086" v="5164" actId="2696"/>
        <pc:sldMkLst>
          <pc:docMk/>
          <pc:sldMk cId="0" sldId="280"/>
        </pc:sldMkLst>
      </pc:sldChg>
      <pc:sldChg chg="del">
        <pc:chgData name="Alec Wells" userId="527ade61401a42c1" providerId="LiveId" clId="{AD0DF8F6-AF04-4C85-9181-8ECC256CFED2}" dt="2024-03-09T13:23:08.719" v="4227" actId="2696"/>
        <pc:sldMkLst>
          <pc:docMk/>
          <pc:sldMk cId="0" sldId="288"/>
        </pc:sldMkLst>
      </pc:sldChg>
      <pc:sldChg chg="modSp mod">
        <pc:chgData name="Alec Wells" userId="527ade61401a42c1" providerId="LiveId" clId="{AD0DF8F6-AF04-4C85-9181-8ECC256CFED2}" dt="2024-03-09T16:27:11.854" v="4563" actId="20577"/>
        <pc:sldMkLst>
          <pc:docMk/>
          <pc:sldMk cId="2823282474" sldId="319"/>
        </pc:sldMkLst>
        <pc:spChg chg="mod">
          <ac:chgData name="Alec Wells" userId="527ade61401a42c1" providerId="LiveId" clId="{AD0DF8F6-AF04-4C85-9181-8ECC256CFED2}" dt="2024-03-08T00:54:33.482" v="13" actId="20577"/>
          <ac:spMkLst>
            <pc:docMk/>
            <pc:sldMk cId="2823282474" sldId="319"/>
            <ac:spMk id="5122" creationId="{03008CAA-58BB-9816-3370-99195DD15434}"/>
          </ac:spMkLst>
        </pc:spChg>
        <pc:spChg chg="mod">
          <ac:chgData name="Alec Wells" userId="527ade61401a42c1" providerId="LiveId" clId="{AD0DF8F6-AF04-4C85-9181-8ECC256CFED2}" dt="2024-03-09T16:27:11.854" v="4563" actId="20577"/>
          <ac:spMkLst>
            <pc:docMk/>
            <pc:sldMk cId="2823282474" sldId="319"/>
            <ac:spMk id="5123" creationId="{1372D5BC-0841-7191-D4A0-4C1202001BCC}"/>
          </ac:spMkLst>
        </pc:spChg>
      </pc:sldChg>
      <pc:sldChg chg="modSp del mod">
        <pc:chgData name="Alec Wells" userId="527ade61401a42c1" providerId="LiveId" clId="{AD0DF8F6-AF04-4C85-9181-8ECC256CFED2}" dt="2024-03-08T01:13:18.792" v="1811" actId="2696"/>
        <pc:sldMkLst>
          <pc:docMk/>
          <pc:sldMk cId="4058445389" sldId="320"/>
        </pc:sldMkLst>
        <pc:spChg chg="mod">
          <ac:chgData name="Alec Wells" userId="527ade61401a42c1" providerId="LiveId" clId="{AD0DF8F6-AF04-4C85-9181-8ECC256CFED2}" dt="2024-03-08T01:13:11.823" v="1808" actId="20577"/>
          <ac:spMkLst>
            <pc:docMk/>
            <pc:sldMk cId="4058445389" sldId="320"/>
            <ac:spMk id="5122" creationId="{CD504D0F-EA23-1C0C-536A-83011BE5839E}"/>
          </ac:spMkLst>
        </pc:spChg>
      </pc:sldChg>
      <pc:sldChg chg="del">
        <pc:chgData name="Alec Wells" userId="527ade61401a42c1" providerId="LiveId" clId="{AD0DF8F6-AF04-4C85-9181-8ECC256CFED2}" dt="2024-03-09T13:23:08.719" v="4227" actId="2696"/>
        <pc:sldMkLst>
          <pc:docMk/>
          <pc:sldMk cId="3207795901" sldId="321"/>
        </pc:sldMkLst>
      </pc:sldChg>
      <pc:sldChg chg="add del">
        <pc:chgData name="Alec Wells" userId="527ade61401a42c1" providerId="LiveId" clId="{AD0DF8F6-AF04-4C85-9181-8ECC256CFED2}" dt="2024-03-09T16:58:04.973" v="5167" actId="2696"/>
        <pc:sldMkLst>
          <pc:docMk/>
          <pc:sldMk cId="3268456659" sldId="323"/>
        </pc:sldMkLst>
      </pc:sldChg>
      <pc:sldChg chg="add del">
        <pc:chgData name="Alec Wells" userId="527ade61401a42c1" providerId="LiveId" clId="{AD0DF8F6-AF04-4C85-9181-8ECC256CFED2}" dt="2024-03-09T16:58:17.320" v="5168" actId="2696"/>
        <pc:sldMkLst>
          <pc:docMk/>
          <pc:sldMk cId="3493719763" sldId="348"/>
        </pc:sldMkLst>
      </pc:sldChg>
      <pc:sldChg chg="ord">
        <pc:chgData name="Alec Wells" userId="527ade61401a42c1" providerId="LiveId" clId="{AD0DF8F6-AF04-4C85-9181-8ECC256CFED2}" dt="2024-03-09T16:57:58.977" v="5162" actId="20578"/>
        <pc:sldMkLst>
          <pc:docMk/>
          <pc:sldMk cId="110807449" sldId="349"/>
        </pc:sldMkLst>
      </pc:sldChg>
      <pc:sldChg chg="modSp mod">
        <pc:chgData name="Alec Wells" userId="527ade61401a42c1" providerId="LiveId" clId="{AD0DF8F6-AF04-4C85-9181-8ECC256CFED2}" dt="2024-03-09T16:35:11.100" v="4613" actId="20577"/>
        <pc:sldMkLst>
          <pc:docMk/>
          <pc:sldMk cId="49530787" sldId="350"/>
        </pc:sldMkLst>
        <pc:spChg chg="mod">
          <ac:chgData name="Alec Wells" userId="527ade61401a42c1" providerId="LiveId" clId="{AD0DF8F6-AF04-4C85-9181-8ECC256CFED2}" dt="2024-03-08T01:13:09.446" v="1807" actId="20577"/>
          <ac:spMkLst>
            <pc:docMk/>
            <pc:sldMk cId="49530787" sldId="350"/>
            <ac:spMk id="16386" creationId="{C04D9E68-69C9-7ED7-124D-C4171E4C4309}"/>
          </ac:spMkLst>
        </pc:spChg>
        <pc:spChg chg="mod">
          <ac:chgData name="Alec Wells" userId="527ade61401a42c1" providerId="LiveId" clId="{AD0DF8F6-AF04-4C85-9181-8ECC256CFED2}" dt="2024-03-09T16:35:11.100" v="4613" actId="20577"/>
          <ac:spMkLst>
            <pc:docMk/>
            <pc:sldMk cId="49530787" sldId="350"/>
            <ac:spMk id="16387" creationId="{08E0A061-609E-BD92-34BE-0F168694D455}"/>
          </ac:spMkLst>
        </pc:spChg>
      </pc:sldChg>
      <pc:sldChg chg="add del">
        <pc:chgData name="Alec Wells" userId="527ade61401a42c1" providerId="LiveId" clId="{AD0DF8F6-AF04-4C85-9181-8ECC256CFED2}" dt="2024-03-09T16:58:00.392" v="5165" actId="2696"/>
        <pc:sldMkLst>
          <pc:docMk/>
          <pc:sldMk cId="1746413386" sldId="352"/>
        </pc:sldMkLst>
      </pc:sldChg>
      <pc:sldChg chg="add del">
        <pc:chgData name="Alec Wells" userId="527ade61401a42c1" providerId="LiveId" clId="{AD0DF8F6-AF04-4C85-9181-8ECC256CFED2}" dt="2024-03-09T16:58:17.320" v="5168" actId="2696"/>
        <pc:sldMkLst>
          <pc:docMk/>
          <pc:sldMk cId="3762269615" sldId="353"/>
        </pc:sldMkLst>
      </pc:sldChg>
      <pc:sldChg chg="modSp mod">
        <pc:chgData name="Alec Wells" userId="527ade61401a42c1" providerId="LiveId" clId="{AD0DF8F6-AF04-4C85-9181-8ECC256CFED2}" dt="2024-03-09T16:25:58.468" v="4513" actId="113"/>
        <pc:sldMkLst>
          <pc:docMk/>
          <pc:sldMk cId="3374849251" sldId="354"/>
        </pc:sldMkLst>
        <pc:spChg chg="mod">
          <ac:chgData name="Alec Wells" userId="527ade61401a42c1" providerId="LiveId" clId="{AD0DF8F6-AF04-4C85-9181-8ECC256CFED2}" dt="2024-03-08T01:06:02.707" v="1212" actId="20577"/>
          <ac:spMkLst>
            <pc:docMk/>
            <pc:sldMk cId="3374849251" sldId="354"/>
            <ac:spMk id="5122" creationId="{57AF4AD4-BC7B-DD4E-D35E-52BDF77B85E3}"/>
          </ac:spMkLst>
        </pc:spChg>
        <pc:spChg chg="mod">
          <ac:chgData name="Alec Wells" userId="527ade61401a42c1" providerId="LiveId" clId="{AD0DF8F6-AF04-4C85-9181-8ECC256CFED2}" dt="2024-03-09T16:25:58.468" v="4513" actId="113"/>
          <ac:spMkLst>
            <pc:docMk/>
            <pc:sldMk cId="3374849251" sldId="354"/>
            <ac:spMk id="5123" creationId="{365B6720-18E1-F23B-07F7-0F262BFCBA87}"/>
          </ac:spMkLst>
        </pc:spChg>
      </pc:sldChg>
      <pc:sldChg chg="del">
        <pc:chgData name="Alec Wells" userId="527ade61401a42c1" providerId="LiveId" clId="{AD0DF8F6-AF04-4C85-9181-8ECC256CFED2}" dt="2024-03-09T16:57:02.777" v="5155" actId="2696"/>
        <pc:sldMkLst>
          <pc:docMk/>
          <pc:sldMk cId="4241106793" sldId="355"/>
        </pc:sldMkLst>
      </pc:sldChg>
      <pc:sldChg chg="add del">
        <pc:chgData name="Alec Wells" userId="527ade61401a42c1" providerId="LiveId" clId="{AD0DF8F6-AF04-4C85-9181-8ECC256CFED2}" dt="2024-03-09T16:58:04.973" v="5167" actId="2696"/>
        <pc:sldMkLst>
          <pc:docMk/>
          <pc:sldMk cId="2362606726" sldId="356"/>
        </pc:sldMkLst>
      </pc:sldChg>
      <pc:sldChg chg="add del">
        <pc:chgData name="Alec Wells" userId="527ade61401a42c1" providerId="LiveId" clId="{AD0DF8F6-AF04-4C85-9181-8ECC256CFED2}" dt="2024-03-09T16:58:04.973" v="5167" actId="2696"/>
        <pc:sldMkLst>
          <pc:docMk/>
          <pc:sldMk cId="2039970856" sldId="357"/>
        </pc:sldMkLst>
      </pc:sldChg>
      <pc:sldChg chg="add del">
        <pc:chgData name="Alec Wells" userId="527ade61401a42c1" providerId="LiveId" clId="{AD0DF8F6-AF04-4C85-9181-8ECC256CFED2}" dt="2024-03-09T16:58:04.973" v="5167" actId="2696"/>
        <pc:sldMkLst>
          <pc:docMk/>
          <pc:sldMk cId="587010487" sldId="358"/>
        </pc:sldMkLst>
      </pc:sldChg>
      <pc:sldChg chg="add del">
        <pc:chgData name="Alec Wells" userId="527ade61401a42c1" providerId="LiveId" clId="{AD0DF8F6-AF04-4C85-9181-8ECC256CFED2}" dt="2024-03-09T16:58:17.320" v="5168" actId="2696"/>
        <pc:sldMkLst>
          <pc:docMk/>
          <pc:sldMk cId="1540216628" sldId="359"/>
        </pc:sldMkLst>
      </pc:sldChg>
      <pc:sldChg chg="add del">
        <pc:chgData name="Alec Wells" userId="527ade61401a42c1" providerId="LiveId" clId="{AD0DF8F6-AF04-4C85-9181-8ECC256CFED2}" dt="2024-03-09T16:58:17.320" v="5168" actId="2696"/>
        <pc:sldMkLst>
          <pc:docMk/>
          <pc:sldMk cId="1629402692" sldId="360"/>
        </pc:sldMkLst>
      </pc:sldChg>
      <pc:sldChg chg="add del">
        <pc:chgData name="Alec Wells" userId="527ade61401a42c1" providerId="LiveId" clId="{AD0DF8F6-AF04-4C85-9181-8ECC256CFED2}" dt="2024-03-09T16:58:17.320" v="5168" actId="2696"/>
        <pc:sldMkLst>
          <pc:docMk/>
          <pc:sldMk cId="1464846336" sldId="361"/>
        </pc:sldMkLst>
      </pc:sldChg>
      <pc:sldChg chg="add del">
        <pc:chgData name="Alec Wells" userId="527ade61401a42c1" providerId="LiveId" clId="{AD0DF8F6-AF04-4C85-9181-8ECC256CFED2}" dt="2024-03-09T16:58:17.320" v="5168" actId="2696"/>
        <pc:sldMkLst>
          <pc:docMk/>
          <pc:sldMk cId="82340334" sldId="362"/>
        </pc:sldMkLst>
      </pc:sldChg>
      <pc:sldChg chg="add del">
        <pc:chgData name="Alec Wells" userId="527ade61401a42c1" providerId="LiveId" clId="{AD0DF8F6-AF04-4C85-9181-8ECC256CFED2}" dt="2024-03-09T16:58:17.320" v="5168" actId="2696"/>
        <pc:sldMkLst>
          <pc:docMk/>
          <pc:sldMk cId="473473277" sldId="363"/>
        </pc:sldMkLst>
      </pc:sldChg>
      <pc:sldChg chg="add del">
        <pc:chgData name="Alec Wells" userId="527ade61401a42c1" providerId="LiveId" clId="{AD0DF8F6-AF04-4C85-9181-8ECC256CFED2}" dt="2024-03-09T16:58:17.320" v="5168" actId="2696"/>
        <pc:sldMkLst>
          <pc:docMk/>
          <pc:sldMk cId="2043993520" sldId="364"/>
        </pc:sldMkLst>
      </pc:sldChg>
      <pc:sldChg chg="add del">
        <pc:chgData name="Alec Wells" userId="527ade61401a42c1" providerId="LiveId" clId="{AD0DF8F6-AF04-4C85-9181-8ECC256CFED2}" dt="2024-03-09T16:58:17.320" v="5168" actId="2696"/>
        <pc:sldMkLst>
          <pc:docMk/>
          <pc:sldMk cId="2165264343" sldId="365"/>
        </pc:sldMkLst>
      </pc:sldChg>
      <pc:sldChg chg="add del">
        <pc:chgData name="Alec Wells" userId="527ade61401a42c1" providerId="LiveId" clId="{AD0DF8F6-AF04-4C85-9181-8ECC256CFED2}" dt="2024-03-09T16:58:17.320" v="5168" actId="2696"/>
        <pc:sldMkLst>
          <pc:docMk/>
          <pc:sldMk cId="3286551196" sldId="366"/>
        </pc:sldMkLst>
      </pc:sldChg>
      <pc:sldChg chg="add del">
        <pc:chgData name="Alec Wells" userId="527ade61401a42c1" providerId="LiveId" clId="{AD0DF8F6-AF04-4C85-9181-8ECC256CFED2}" dt="2024-03-09T16:58:17.320" v="5168" actId="2696"/>
        <pc:sldMkLst>
          <pc:docMk/>
          <pc:sldMk cId="251505049" sldId="367"/>
        </pc:sldMkLst>
      </pc:sldChg>
      <pc:sldChg chg="modSp add mod">
        <pc:chgData name="Alec Wells" userId="527ade61401a42c1" providerId="LiveId" clId="{AD0DF8F6-AF04-4C85-9181-8ECC256CFED2}" dt="2024-03-09T16:29:17.123" v="4564" actId="20577"/>
        <pc:sldMkLst>
          <pc:docMk/>
          <pc:sldMk cId="3805411026" sldId="368"/>
        </pc:sldMkLst>
        <pc:spChg chg="mod">
          <ac:chgData name="Alec Wells" userId="527ade61401a42c1" providerId="LiveId" clId="{AD0DF8F6-AF04-4C85-9181-8ECC256CFED2}" dt="2024-03-08T01:00:11.894" v="467" actId="20577"/>
          <ac:spMkLst>
            <pc:docMk/>
            <pc:sldMk cId="3805411026" sldId="368"/>
            <ac:spMk id="5122" creationId="{03008CAA-58BB-9816-3370-99195DD15434}"/>
          </ac:spMkLst>
        </pc:spChg>
        <pc:spChg chg="mod">
          <ac:chgData name="Alec Wells" userId="527ade61401a42c1" providerId="LiveId" clId="{AD0DF8F6-AF04-4C85-9181-8ECC256CFED2}" dt="2024-03-09T16:29:17.123" v="4564" actId="20577"/>
          <ac:spMkLst>
            <pc:docMk/>
            <pc:sldMk cId="3805411026" sldId="368"/>
            <ac:spMk id="5123" creationId="{1372D5BC-0841-7191-D4A0-4C1202001BCC}"/>
          </ac:spMkLst>
        </pc:spChg>
      </pc:sldChg>
      <pc:sldChg chg="addSp modSp add mod setBg">
        <pc:chgData name="Alec Wells" userId="527ade61401a42c1" providerId="LiveId" clId="{AD0DF8F6-AF04-4C85-9181-8ECC256CFED2}" dt="2024-03-08T01:11:16.278" v="1789" actId="20577"/>
        <pc:sldMkLst>
          <pc:docMk/>
          <pc:sldMk cId="3982036518" sldId="369"/>
        </pc:sldMkLst>
        <pc:spChg chg="add">
          <ac:chgData name="Alec Wells" userId="527ade61401a42c1" providerId="LiveId" clId="{AD0DF8F6-AF04-4C85-9181-8ECC256CFED2}" dt="2024-03-08T01:10:46.427" v="1767"/>
          <ac:spMkLst>
            <pc:docMk/>
            <pc:sldMk cId="3982036518" sldId="369"/>
            <ac:spMk id="2" creationId="{E7C31C76-5233-FF57-A95E-C894524BC256}"/>
          </ac:spMkLst>
        </pc:spChg>
        <pc:spChg chg="mod">
          <ac:chgData name="Alec Wells" userId="527ade61401a42c1" providerId="LiveId" clId="{AD0DF8F6-AF04-4C85-9181-8ECC256CFED2}" dt="2024-03-08T01:10:39.757" v="1766" actId="20577"/>
          <ac:spMkLst>
            <pc:docMk/>
            <pc:sldMk cId="3982036518" sldId="369"/>
            <ac:spMk id="5122" creationId="{57AF4AD4-BC7B-DD4E-D35E-52BDF77B85E3}"/>
          </ac:spMkLst>
        </pc:spChg>
        <pc:spChg chg="mod">
          <ac:chgData name="Alec Wells" userId="527ade61401a42c1" providerId="LiveId" clId="{AD0DF8F6-AF04-4C85-9181-8ECC256CFED2}" dt="2024-03-08T01:11:16.278" v="1789" actId="20577"/>
          <ac:spMkLst>
            <pc:docMk/>
            <pc:sldMk cId="3982036518" sldId="369"/>
            <ac:spMk id="5123" creationId="{365B6720-18E1-F23B-07F7-0F262BFCBA87}"/>
          </ac:spMkLst>
        </pc:spChg>
      </pc:sldChg>
      <pc:sldChg chg="modSp add del mod">
        <pc:chgData name="Alec Wells" userId="527ade61401a42c1" providerId="LiveId" clId="{AD0DF8F6-AF04-4C85-9181-8ECC256CFED2}" dt="2024-03-09T01:13:00.600" v="3382" actId="2696"/>
        <pc:sldMkLst>
          <pc:docMk/>
          <pc:sldMk cId="1439159269" sldId="370"/>
        </pc:sldMkLst>
        <pc:spChg chg="mod">
          <ac:chgData name="Alec Wells" userId="527ade61401a42c1" providerId="LiveId" clId="{AD0DF8F6-AF04-4C85-9181-8ECC256CFED2}" dt="2024-03-08T01:13:31.249" v="1839" actId="20577"/>
          <ac:spMkLst>
            <pc:docMk/>
            <pc:sldMk cId="1439159269" sldId="370"/>
            <ac:spMk id="16386" creationId="{C04D9E68-69C9-7ED7-124D-C4171E4C4309}"/>
          </ac:spMkLst>
        </pc:spChg>
      </pc:sldChg>
      <pc:sldChg chg="add del">
        <pc:chgData name="Alec Wells" userId="527ade61401a42c1" providerId="LiveId" clId="{AD0DF8F6-AF04-4C85-9181-8ECC256CFED2}" dt="2024-03-08T01:13:16.882" v="1810" actId="2696"/>
        <pc:sldMkLst>
          <pc:docMk/>
          <pc:sldMk cId="4108759623" sldId="370"/>
        </pc:sldMkLst>
      </pc:sldChg>
      <pc:sldChg chg="modSp add mod ord">
        <pc:chgData name="Alec Wells" userId="527ade61401a42c1" providerId="LiveId" clId="{AD0DF8F6-AF04-4C85-9181-8ECC256CFED2}" dt="2024-03-09T16:42:04.095" v="4838" actId="20577"/>
        <pc:sldMkLst>
          <pc:docMk/>
          <pc:sldMk cId="83212731" sldId="371"/>
        </pc:sldMkLst>
        <pc:spChg chg="mod">
          <ac:chgData name="Alec Wells" userId="527ade61401a42c1" providerId="LiveId" clId="{AD0DF8F6-AF04-4C85-9181-8ECC256CFED2}" dt="2024-03-08T01:13:38.909" v="1854" actId="20577"/>
          <ac:spMkLst>
            <pc:docMk/>
            <pc:sldMk cId="83212731" sldId="371"/>
            <ac:spMk id="16386" creationId="{C04D9E68-69C9-7ED7-124D-C4171E4C4309}"/>
          </ac:spMkLst>
        </pc:spChg>
        <pc:spChg chg="mod">
          <ac:chgData name="Alec Wells" userId="527ade61401a42c1" providerId="LiveId" clId="{AD0DF8F6-AF04-4C85-9181-8ECC256CFED2}" dt="2024-03-09T16:42:04.095" v="4838" actId="20577"/>
          <ac:spMkLst>
            <pc:docMk/>
            <pc:sldMk cId="83212731" sldId="371"/>
            <ac:spMk id="16387" creationId="{08E0A061-609E-BD92-34BE-0F168694D455}"/>
          </ac:spMkLst>
        </pc:spChg>
      </pc:sldChg>
      <pc:sldChg chg="modSp add del mod">
        <pc:chgData name="Alec Wells" userId="527ade61401a42c1" providerId="LiveId" clId="{AD0DF8F6-AF04-4C85-9181-8ECC256CFED2}" dt="2024-03-09T01:28:18.196" v="3994" actId="2696"/>
        <pc:sldMkLst>
          <pc:docMk/>
          <pc:sldMk cId="1244599910" sldId="372"/>
        </pc:sldMkLst>
        <pc:spChg chg="mod">
          <ac:chgData name="Alec Wells" userId="527ade61401a42c1" providerId="LiveId" clId="{AD0DF8F6-AF04-4C85-9181-8ECC256CFED2}" dt="2024-03-08T01:13:46.739" v="1866" actId="20577"/>
          <ac:spMkLst>
            <pc:docMk/>
            <pc:sldMk cId="1244599910" sldId="372"/>
            <ac:spMk id="16386" creationId="{C04D9E68-69C9-7ED7-124D-C4171E4C4309}"/>
          </ac:spMkLst>
        </pc:spChg>
      </pc:sldChg>
      <pc:sldChg chg="addSp modSp add mod ord setBg">
        <pc:chgData name="Alec Wells" userId="527ade61401a42c1" providerId="LiveId" clId="{AD0DF8F6-AF04-4C85-9181-8ECC256CFED2}" dt="2024-03-09T17:18:01.704" v="6155" actId="20577"/>
        <pc:sldMkLst>
          <pc:docMk/>
          <pc:sldMk cId="3178569890" sldId="373"/>
        </pc:sldMkLst>
        <pc:spChg chg="add">
          <ac:chgData name="Alec Wells" userId="527ade61401a42c1" providerId="LiveId" clId="{AD0DF8F6-AF04-4C85-9181-8ECC256CFED2}" dt="2024-03-09T17:02:37.533" v="5676"/>
          <ac:spMkLst>
            <pc:docMk/>
            <pc:sldMk cId="3178569890" sldId="373"/>
            <ac:spMk id="2" creationId="{6FA6ACE3-E839-3E9D-1005-4974953CFAEE}"/>
          </ac:spMkLst>
        </pc:spChg>
        <pc:spChg chg="mod">
          <ac:chgData name="Alec Wells" userId="527ade61401a42c1" providerId="LiveId" clId="{AD0DF8F6-AF04-4C85-9181-8ECC256CFED2}" dt="2024-03-09T17:17:38.079" v="6143" actId="20577"/>
          <ac:spMkLst>
            <pc:docMk/>
            <pc:sldMk cId="3178569890" sldId="373"/>
            <ac:spMk id="16386" creationId="{C04D9E68-69C9-7ED7-124D-C4171E4C4309}"/>
          </ac:spMkLst>
        </pc:spChg>
        <pc:spChg chg="mod">
          <ac:chgData name="Alec Wells" userId="527ade61401a42c1" providerId="LiveId" clId="{AD0DF8F6-AF04-4C85-9181-8ECC256CFED2}" dt="2024-03-09T17:18:01.704" v="6155" actId="20577"/>
          <ac:spMkLst>
            <pc:docMk/>
            <pc:sldMk cId="3178569890" sldId="373"/>
            <ac:spMk id="16387" creationId="{08E0A061-609E-BD92-34BE-0F168694D455}"/>
          </ac:spMkLst>
        </pc:spChg>
      </pc:sldChg>
      <pc:sldChg chg="modSp add mod">
        <pc:chgData name="Alec Wells" userId="527ade61401a42c1" providerId="LiveId" clId="{AD0DF8F6-AF04-4C85-9181-8ECC256CFED2}" dt="2024-03-09T17:24:52.117" v="6867" actId="20577"/>
        <pc:sldMkLst>
          <pc:docMk/>
          <pc:sldMk cId="2600614731" sldId="374"/>
        </pc:sldMkLst>
        <pc:spChg chg="mod">
          <ac:chgData name="Alec Wells" userId="527ade61401a42c1" providerId="LiveId" clId="{AD0DF8F6-AF04-4C85-9181-8ECC256CFED2}" dt="2024-03-09T17:24:52.117" v="6867" actId="20577"/>
          <ac:spMkLst>
            <pc:docMk/>
            <pc:sldMk cId="2600614731" sldId="374"/>
            <ac:spMk id="16387" creationId="{08E0A061-609E-BD92-34BE-0F168694D455}"/>
          </ac:spMkLst>
        </pc:spChg>
      </pc:sldChg>
      <pc:sldChg chg="modSp add mod ord">
        <pc:chgData name="Alec Wells" userId="527ade61401a42c1" providerId="LiveId" clId="{AD0DF8F6-AF04-4C85-9181-8ECC256CFED2}" dt="2024-03-09T16:52:36.115" v="5148" actId="5793"/>
        <pc:sldMkLst>
          <pc:docMk/>
          <pc:sldMk cId="3493309931" sldId="375"/>
        </pc:sldMkLst>
        <pc:spChg chg="mod">
          <ac:chgData name="Alec Wells" userId="527ade61401a42c1" providerId="LiveId" clId="{AD0DF8F6-AF04-4C85-9181-8ECC256CFED2}" dt="2024-03-09T01:12:56.118" v="3381" actId="20577"/>
          <ac:spMkLst>
            <pc:docMk/>
            <pc:sldMk cId="3493309931" sldId="375"/>
            <ac:spMk id="16386" creationId="{C04D9E68-69C9-7ED7-124D-C4171E4C4309}"/>
          </ac:spMkLst>
        </pc:spChg>
        <pc:spChg chg="mod">
          <ac:chgData name="Alec Wells" userId="527ade61401a42c1" providerId="LiveId" clId="{AD0DF8F6-AF04-4C85-9181-8ECC256CFED2}" dt="2024-03-09T16:52:36.115" v="5148" actId="5793"/>
          <ac:spMkLst>
            <pc:docMk/>
            <pc:sldMk cId="3493309931" sldId="375"/>
            <ac:spMk id="16387" creationId="{08E0A061-609E-BD92-34BE-0F168694D455}"/>
          </ac:spMkLst>
        </pc:spChg>
      </pc:sldChg>
      <pc:sldChg chg="modSp add mod ord">
        <pc:chgData name="Alec Wells" userId="527ade61401a42c1" providerId="LiveId" clId="{AD0DF8F6-AF04-4C85-9181-8ECC256CFED2}" dt="2024-03-09T16:49:27.287" v="5055"/>
        <pc:sldMkLst>
          <pc:docMk/>
          <pc:sldMk cId="428630207" sldId="376"/>
        </pc:sldMkLst>
        <pc:spChg chg="mod">
          <ac:chgData name="Alec Wells" userId="527ade61401a42c1" providerId="LiveId" clId="{AD0DF8F6-AF04-4C85-9181-8ECC256CFED2}" dt="2024-03-09T01:18:38.728" v="3985" actId="20577"/>
          <ac:spMkLst>
            <pc:docMk/>
            <pc:sldMk cId="428630207" sldId="376"/>
            <ac:spMk id="16387" creationId="{08E0A061-609E-BD92-34BE-0F168694D455}"/>
          </ac:spMkLst>
        </pc:spChg>
      </pc:sldChg>
      <pc:sldChg chg="modSp add mod ord">
        <pc:chgData name="Alec Wells" userId="527ade61401a42c1" providerId="LiveId" clId="{AD0DF8F6-AF04-4C85-9181-8ECC256CFED2}" dt="2024-03-09T16:56:04.105" v="5154" actId="20577"/>
        <pc:sldMkLst>
          <pc:docMk/>
          <pc:sldMk cId="3095627477" sldId="377"/>
        </pc:sldMkLst>
        <pc:spChg chg="mod">
          <ac:chgData name="Alec Wells" userId="527ade61401a42c1" providerId="LiveId" clId="{AD0DF8F6-AF04-4C85-9181-8ECC256CFED2}" dt="2024-03-09T01:28:14.809" v="3993" actId="20577"/>
          <ac:spMkLst>
            <pc:docMk/>
            <pc:sldMk cId="3095627477" sldId="377"/>
            <ac:spMk id="16386" creationId="{C04D9E68-69C9-7ED7-124D-C4171E4C4309}"/>
          </ac:spMkLst>
        </pc:spChg>
        <pc:spChg chg="mod">
          <ac:chgData name="Alec Wells" userId="527ade61401a42c1" providerId="LiveId" clId="{AD0DF8F6-AF04-4C85-9181-8ECC256CFED2}" dt="2024-03-09T16:56:04.105" v="5154" actId="20577"/>
          <ac:spMkLst>
            <pc:docMk/>
            <pc:sldMk cId="3095627477" sldId="377"/>
            <ac:spMk id="16387" creationId="{08E0A061-609E-BD92-34BE-0F168694D455}"/>
          </ac:spMkLst>
        </pc:spChg>
      </pc:sldChg>
      <pc:sldChg chg="modSp add mod ord">
        <pc:chgData name="Alec Wells" userId="527ade61401a42c1" providerId="LiveId" clId="{AD0DF8F6-AF04-4C85-9181-8ECC256CFED2}" dt="2024-03-09T16:24:22.985" v="4238"/>
        <pc:sldMkLst>
          <pc:docMk/>
          <pc:sldMk cId="2774362858" sldId="378"/>
        </pc:sldMkLst>
        <pc:spChg chg="mod">
          <ac:chgData name="Alec Wells" userId="527ade61401a42c1" providerId="LiveId" clId="{AD0DF8F6-AF04-4C85-9181-8ECC256CFED2}" dt="2024-03-09T16:24:17.782" v="4234" actId="20577"/>
          <ac:spMkLst>
            <pc:docMk/>
            <pc:sldMk cId="2774362858" sldId="378"/>
            <ac:spMk id="5123" creationId="{365B6720-18E1-F23B-07F7-0F262BFCBA87}"/>
          </ac:spMkLst>
        </pc:spChg>
      </pc:sldChg>
      <pc:sldChg chg="modSp add mod">
        <pc:chgData name="Alec Wells" userId="527ade61401a42c1" providerId="LiveId" clId="{AD0DF8F6-AF04-4C85-9181-8ECC256CFED2}" dt="2024-03-09T16:54:48.097" v="5151" actId="20577"/>
        <pc:sldMkLst>
          <pc:docMk/>
          <pc:sldMk cId="1127671632" sldId="379"/>
        </pc:sldMkLst>
        <pc:spChg chg="mod">
          <ac:chgData name="Alec Wells" userId="527ade61401a42c1" providerId="LiveId" clId="{AD0DF8F6-AF04-4C85-9181-8ECC256CFED2}" dt="2024-03-09T16:48:18.440" v="5047" actId="20577"/>
          <ac:spMkLst>
            <pc:docMk/>
            <pc:sldMk cId="1127671632" sldId="379"/>
            <ac:spMk id="16386" creationId="{C04D9E68-69C9-7ED7-124D-C4171E4C4309}"/>
          </ac:spMkLst>
        </pc:spChg>
        <pc:spChg chg="mod">
          <ac:chgData name="Alec Wells" userId="527ade61401a42c1" providerId="LiveId" clId="{AD0DF8F6-AF04-4C85-9181-8ECC256CFED2}" dt="2024-03-09T16:54:48.097" v="5151" actId="20577"/>
          <ac:spMkLst>
            <pc:docMk/>
            <pc:sldMk cId="1127671632" sldId="379"/>
            <ac:spMk id="16387" creationId="{08E0A061-609E-BD92-34BE-0F168694D455}"/>
          </ac:spMkLst>
        </pc:spChg>
      </pc:sldChg>
      <pc:sldChg chg="modSp add mod">
        <pc:chgData name="Alec Wells" userId="527ade61401a42c1" providerId="LiveId" clId="{AD0DF8F6-AF04-4C85-9181-8ECC256CFED2}" dt="2024-03-09T16:48:24.905" v="5050" actId="20577"/>
        <pc:sldMkLst>
          <pc:docMk/>
          <pc:sldMk cId="4080425950" sldId="380"/>
        </pc:sldMkLst>
        <pc:spChg chg="mod">
          <ac:chgData name="Alec Wells" userId="527ade61401a42c1" providerId="LiveId" clId="{AD0DF8F6-AF04-4C85-9181-8ECC256CFED2}" dt="2024-03-09T16:48:14.759" v="5046" actId="20577"/>
          <ac:spMkLst>
            <pc:docMk/>
            <pc:sldMk cId="4080425950" sldId="380"/>
            <ac:spMk id="16386" creationId="{C04D9E68-69C9-7ED7-124D-C4171E4C4309}"/>
          </ac:spMkLst>
        </pc:spChg>
        <pc:spChg chg="mod">
          <ac:chgData name="Alec Wells" userId="527ade61401a42c1" providerId="LiveId" clId="{AD0DF8F6-AF04-4C85-9181-8ECC256CFED2}" dt="2024-03-09T16:48:24.905" v="5050" actId="20577"/>
          <ac:spMkLst>
            <pc:docMk/>
            <pc:sldMk cId="4080425950" sldId="380"/>
            <ac:spMk id="16387" creationId="{08E0A061-609E-BD92-34BE-0F168694D455}"/>
          </ac:spMkLst>
        </pc:spChg>
      </pc:sldChg>
      <pc:sldChg chg="addSp modSp add mod setBg">
        <pc:chgData name="Alec Wells" userId="527ade61401a42c1" providerId="LiveId" clId="{AD0DF8F6-AF04-4C85-9181-8ECC256CFED2}" dt="2024-03-09T17:10:26.012" v="5830" actId="20577"/>
        <pc:sldMkLst>
          <pc:docMk/>
          <pc:sldMk cId="2315007373" sldId="381"/>
        </pc:sldMkLst>
        <pc:spChg chg="add">
          <ac:chgData name="Alec Wells" userId="527ade61401a42c1" providerId="LiveId" clId="{AD0DF8F6-AF04-4C85-9181-8ECC256CFED2}" dt="2024-03-09T17:05:26.550" v="5737"/>
          <ac:spMkLst>
            <pc:docMk/>
            <pc:sldMk cId="2315007373" sldId="381"/>
            <ac:spMk id="2" creationId="{77C19DA2-38FB-9C76-BB5B-1D6C860C930C}"/>
          </ac:spMkLst>
        </pc:spChg>
        <pc:spChg chg="mod">
          <ac:chgData name="Alec Wells" userId="527ade61401a42c1" providerId="LiveId" clId="{AD0DF8F6-AF04-4C85-9181-8ECC256CFED2}" dt="2024-03-09T17:10:26.012" v="5830" actId="20577"/>
          <ac:spMkLst>
            <pc:docMk/>
            <pc:sldMk cId="2315007373" sldId="381"/>
            <ac:spMk id="16387" creationId="{08E0A061-609E-BD92-34BE-0F168694D455}"/>
          </ac:spMkLst>
        </pc:spChg>
      </pc:sldChg>
      <pc:sldChg chg="modSp add mod">
        <pc:chgData name="Alec Wells" userId="527ade61401a42c1" providerId="LiveId" clId="{AD0DF8F6-AF04-4C85-9181-8ECC256CFED2}" dt="2024-03-09T17:14:27.688" v="6094" actId="20577"/>
        <pc:sldMkLst>
          <pc:docMk/>
          <pc:sldMk cId="2125734906" sldId="382"/>
        </pc:sldMkLst>
        <pc:spChg chg="mod">
          <ac:chgData name="Alec Wells" userId="527ade61401a42c1" providerId="LiveId" clId="{AD0DF8F6-AF04-4C85-9181-8ECC256CFED2}" dt="2024-03-09T17:08:15.199" v="5755" actId="20577"/>
          <ac:spMkLst>
            <pc:docMk/>
            <pc:sldMk cId="2125734906" sldId="382"/>
            <ac:spMk id="16386" creationId="{C04D9E68-69C9-7ED7-124D-C4171E4C4309}"/>
          </ac:spMkLst>
        </pc:spChg>
        <pc:spChg chg="mod">
          <ac:chgData name="Alec Wells" userId="527ade61401a42c1" providerId="LiveId" clId="{AD0DF8F6-AF04-4C85-9181-8ECC256CFED2}" dt="2024-03-09T17:14:27.688" v="6094" actId="20577"/>
          <ac:spMkLst>
            <pc:docMk/>
            <pc:sldMk cId="2125734906" sldId="382"/>
            <ac:spMk id="16387" creationId="{08E0A061-609E-BD92-34BE-0F168694D455}"/>
          </ac:spMkLst>
        </pc:spChg>
      </pc:sldChg>
      <pc:sldChg chg="modSp add mod ord">
        <pc:chgData name="Alec Wells" userId="527ade61401a42c1" providerId="LiveId" clId="{AD0DF8F6-AF04-4C85-9181-8ECC256CFED2}" dt="2024-03-09T17:23:59.048" v="6815" actId="20577"/>
        <pc:sldMkLst>
          <pc:docMk/>
          <pc:sldMk cId="1568801087" sldId="383"/>
        </pc:sldMkLst>
        <pc:spChg chg="mod">
          <ac:chgData name="Alec Wells" userId="527ade61401a42c1" providerId="LiveId" clId="{AD0DF8F6-AF04-4C85-9181-8ECC256CFED2}" dt="2024-03-09T17:23:48.823" v="6808" actId="2711"/>
          <ac:spMkLst>
            <pc:docMk/>
            <pc:sldMk cId="1568801087" sldId="383"/>
            <ac:spMk id="16386" creationId="{C04D9E68-69C9-7ED7-124D-C4171E4C4309}"/>
          </ac:spMkLst>
        </pc:spChg>
        <pc:spChg chg="mod">
          <ac:chgData name="Alec Wells" userId="527ade61401a42c1" providerId="LiveId" clId="{AD0DF8F6-AF04-4C85-9181-8ECC256CFED2}" dt="2024-03-09T17:23:59.048" v="6815" actId="20577"/>
          <ac:spMkLst>
            <pc:docMk/>
            <pc:sldMk cId="1568801087" sldId="383"/>
            <ac:spMk id="16387" creationId="{08E0A061-609E-BD92-34BE-0F168694D4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C43917-5DA0-DECF-FF69-2A40A360DAC3}"/>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3" name="Date Placeholder 2">
            <a:extLst>
              <a:ext uri="{FF2B5EF4-FFF2-40B4-BE49-F238E27FC236}">
                <a16:creationId xmlns:a16="http://schemas.microsoft.com/office/drawing/2014/main" id="{F17651BE-CB62-1C46-2D82-5CE8C878F164}"/>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F8F6FD23-3D60-4451-A465-FCB20600655D}" type="datetimeFigureOut">
              <a:rPr lang="en-GB" altLang="en-US"/>
              <a:pPr>
                <a:defRPr/>
              </a:pPr>
              <a:t>21/04/2024</a:t>
            </a:fld>
            <a:endParaRPr lang="en-GB" altLang="en-US"/>
          </a:p>
        </p:txBody>
      </p:sp>
      <p:sp>
        <p:nvSpPr>
          <p:cNvPr id="4" name="Slide Image Placeholder 3">
            <a:extLst>
              <a:ext uri="{FF2B5EF4-FFF2-40B4-BE49-F238E27FC236}">
                <a16:creationId xmlns:a16="http://schemas.microsoft.com/office/drawing/2014/main" id="{6EB60F19-1FDC-AE14-9F7A-B626270BC29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DF6E3879-375D-FC9C-BF07-9901CCEEF48F}"/>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endParaRPr lang="en-GB" altLang="en-US" noProof="0"/>
          </a:p>
        </p:txBody>
      </p:sp>
      <p:sp>
        <p:nvSpPr>
          <p:cNvPr id="6" name="Footer Placeholder 5">
            <a:extLst>
              <a:ext uri="{FF2B5EF4-FFF2-40B4-BE49-F238E27FC236}">
                <a16:creationId xmlns:a16="http://schemas.microsoft.com/office/drawing/2014/main" id="{1F2C8949-BF00-F811-963F-ECEB0B12FDB7}"/>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7" name="Slide Number Placeholder 6">
            <a:extLst>
              <a:ext uri="{FF2B5EF4-FFF2-40B4-BE49-F238E27FC236}">
                <a16:creationId xmlns:a16="http://schemas.microsoft.com/office/drawing/2014/main" id="{FAA25848-9C49-2CA4-2EC3-282A591EAB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A21F885-8204-4DD9-BC7B-9FC74636C35C}"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71BBAFB-C6ED-4820-7CC8-4B2299CB328A}"/>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3D9B34F-007A-4505-C473-7A739958F29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1077DD2-9ABA-4339-C4A0-71FC7FAFE27B}"/>
              </a:ext>
            </a:extLst>
          </p:cNvPr>
          <p:cNvSpPr>
            <a:spLocks noGrp="1"/>
          </p:cNvSpPr>
          <p:nvPr>
            <p:ph type="sldNum" sz="quarter" idx="12"/>
          </p:nvPr>
        </p:nvSpPr>
        <p:spPr/>
        <p:txBody>
          <a:bodyPr/>
          <a:lstStyle>
            <a:lvl1pPr>
              <a:defRPr/>
            </a:lvl1pPr>
          </a:lstStyle>
          <a:p>
            <a:pPr>
              <a:defRPr/>
            </a:pPr>
            <a:fld id="{30BE0E50-4C41-4C5F-A6E6-AC7BF62D1857}" type="slidenum">
              <a:rPr lang="en-GB" altLang="en-US"/>
              <a:pPr>
                <a:defRPr/>
              </a:pPr>
              <a:t>‹#›</a:t>
            </a:fld>
            <a:endParaRPr lang="en-GB" altLang="en-US"/>
          </a:p>
        </p:txBody>
      </p:sp>
    </p:spTree>
    <p:extLst>
      <p:ext uri="{BB962C8B-B14F-4D97-AF65-F5344CB8AC3E}">
        <p14:creationId xmlns:p14="http://schemas.microsoft.com/office/powerpoint/2010/main" val="988784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DD4698-C369-2023-91B9-BF198125B4E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64A1741-3F88-8162-B004-697E368D38A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D36B3B1-73CB-EC00-EED5-0EEA39969896}"/>
              </a:ext>
            </a:extLst>
          </p:cNvPr>
          <p:cNvSpPr>
            <a:spLocks noGrp="1"/>
          </p:cNvSpPr>
          <p:nvPr>
            <p:ph type="sldNum" sz="quarter" idx="12"/>
          </p:nvPr>
        </p:nvSpPr>
        <p:spPr/>
        <p:txBody>
          <a:bodyPr/>
          <a:lstStyle>
            <a:lvl1pPr>
              <a:defRPr/>
            </a:lvl1pPr>
          </a:lstStyle>
          <a:p>
            <a:pPr>
              <a:defRPr/>
            </a:pPr>
            <a:fld id="{7C25BD3A-794A-4E96-98D9-29C2B056AD7D}" type="slidenum">
              <a:rPr lang="en-GB" altLang="en-US"/>
              <a:pPr>
                <a:defRPr/>
              </a:pPr>
              <a:t>‹#›</a:t>
            </a:fld>
            <a:endParaRPr lang="en-GB" altLang="en-US"/>
          </a:p>
        </p:txBody>
      </p:sp>
    </p:spTree>
    <p:extLst>
      <p:ext uri="{BB962C8B-B14F-4D97-AF65-F5344CB8AC3E}">
        <p14:creationId xmlns:p14="http://schemas.microsoft.com/office/powerpoint/2010/main" val="2626168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23E6FFD-939A-BD45-E1E8-529438FC79A5}"/>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9543CDE-922C-2344-660F-03C06D117A4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74466662-5449-E588-4330-3A244FF5A028}"/>
              </a:ext>
            </a:extLst>
          </p:cNvPr>
          <p:cNvSpPr>
            <a:spLocks noGrp="1"/>
          </p:cNvSpPr>
          <p:nvPr>
            <p:ph type="sldNum" sz="quarter" idx="12"/>
          </p:nvPr>
        </p:nvSpPr>
        <p:spPr/>
        <p:txBody>
          <a:bodyPr/>
          <a:lstStyle>
            <a:lvl1pPr>
              <a:defRPr/>
            </a:lvl1pPr>
          </a:lstStyle>
          <a:p>
            <a:pPr>
              <a:defRPr/>
            </a:pPr>
            <a:fld id="{81108A3C-4472-4BAF-A76A-4F4F697D913A}" type="slidenum">
              <a:rPr lang="en-GB" altLang="en-US"/>
              <a:pPr>
                <a:defRPr/>
              </a:pPr>
              <a:t>‹#›</a:t>
            </a:fld>
            <a:endParaRPr lang="en-GB" altLang="en-US"/>
          </a:p>
        </p:txBody>
      </p:sp>
    </p:spTree>
    <p:extLst>
      <p:ext uri="{BB962C8B-B14F-4D97-AF65-F5344CB8AC3E}">
        <p14:creationId xmlns:p14="http://schemas.microsoft.com/office/powerpoint/2010/main" val="3700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3F96180A-360A-28AC-BC5B-A14C3263B81D}"/>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E1FAE49A-406E-6125-F6F8-1D8F79C8F15D}"/>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C1914FC4-FB85-D5D5-FABA-19F789F72D39}"/>
              </a:ext>
            </a:extLst>
          </p:cNvPr>
          <p:cNvSpPr>
            <a:spLocks noGrp="1"/>
          </p:cNvSpPr>
          <p:nvPr>
            <p:ph type="sldNum" sz="quarter" idx="12"/>
          </p:nvPr>
        </p:nvSpPr>
        <p:spPr/>
        <p:txBody>
          <a:bodyPr/>
          <a:lstStyle>
            <a:lvl1pPr>
              <a:defRPr/>
            </a:lvl1pPr>
          </a:lstStyle>
          <a:p>
            <a:pPr>
              <a:defRPr/>
            </a:pPr>
            <a:fld id="{B188C25F-8E11-4064-AE56-034BE9F0A5EF}" type="slidenum">
              <a:rPr lang="en-GB" altLang="en-US"/>
              <a:pPr>
                <a:defRPr/>
              </a:pPr>
              <a:t>‹#›</a:t>
            </a:fld>
            <a:endParaRPr lang="en-GB" altLang="en-US"/>
          </a:p>
        </p:txBody>
      </p:sp>
    </p:spTree>
    <p:extLst>
      <p:ext uri="{BB962C8B-B14F-4D97-AF65-F5344CB8AC3E}">
        <p14:creationId xmlns:p14="http://schemas.microsoft.com/office/powerpoint/2010/main" val="2378618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EC118F79-0C6B-8A0F-452A-293937782353}"/>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8DAC1512-3CFA-9ED4-6912-E83D46A6A0F5}"/>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9F6B54D7-BD1B-60A9-EE0C-E6240E295A93}"/>
              </a:ext>
            </a:extLst>
          </p:cNvPr>
          <p:cNvSpPr>
            <a:spLocks noGrp="1"/>
          </p:cNvSpPr>
          <p:nvPr>
            <p:ph type="sldNum" sz="quarter" idx="12"/>
          </p:nvPr>
        </p:nvSpPr>
        <p:spPr/>
        <p:txBody>
          <a:bodyPr/>
          <a:lstStyle>
            <a:lvl1pPr>
              <a:defRPr/>
            </a:lvl1pPr>
          </a:lstStyle>
          <a:p>
            <a:pPr>
              <a:defRPr/>
            </a:pPr>
            <a:fld id="{A05C60ED-42C1-4545-9468-EB382124E435}" type="slidenum">
              <a:rPr lang="en-GB" altLang="en-US"/>
              <a:pPr>
                <a:defRPr/>
              </a:pPr>
              <a:t>‹#›</a:t>
            </a:fld>
            <a:endParaRPr lang="en-GB" altLang="en-US"/>
          </a:p>
        </p:txBody>
      </p:sp>
    </p:spTree>
    <p:extLst>
      <p:ext uri="{BB962C8B-B14F-4D97-AF65-F5344CB8AC3E}">
        <p14:creationId xmlns:p14="http://schemas.microsoft.com/office/powerpoint/2010/main" val="294900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47A73B05-6FFC-20AB-88CD-C36C2814B604}"/>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7D173DA2-E0C4-C94C-1189-0B6927EA5F0E}"/>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F9F8BBCA-AB2F-A0B1-0591-4896EDB6C3E6}"/>
              </a:ext>
            </a:extLst>
          </p:cNvPr>
          <p:cNvSpPr>
            <a:spLocks noGrp="1"/>
          </p:cNvSpPr>
          <p:nvPr>
            <p:ph type="sldNum" sz="quarter" idx="12"/>
          </p:nvPr>
        </p:nvSpPr>
        <p:spPr/>
        <p:txBody>
          <a:bodyPr/>
          <a:lstStyle>
            <a:lvl1pPr>
              <a:defRPr/>
            </a:lvl1pPr>
          </a:lstStyle>
          <a:p>
            <a:pPr>
              <a:defRPr/>
            </a:pPr>
            <a:fld id="{D5A3FA38-719B-4553-BB70-BC9B5BFEE365}" type="slidenum">
              <a:rPr lang="en-GB" altLang="en-US"/>
              <a:pPr>
                <a:defRPr/>
              </a:pPr>
              <a:t>‹#›</a:t>
            </a:fld>
            <a:endParaRPr lang="en-GB" altLang="en-US"/>
          </a:p>
        </p:txBody>
      </p:sp>
    </p:spTree>
    <p:extLst>
      <p:ext uri="{BB962C8B-B14F-4D97-AF65-F5344CB8AC3E}">
        <p14:creationId xmlns:p14="http://schemas.microsoft.com/office/powerpoint/2010/main" val="128071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E38D44-9016-3653-11C1-D7EED8428C20}"/>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id="{59221E15-45F9-4641-B1AD-217C36677594}"/>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080A2E8F-4061-8E93-340C-1D20852C28D5}"/>
              </a:ext>
            </a:extLst>
          </p:cNvPr>
          <p:cNvSpPr>
            <a:spLocks noGrp="1"/>
          </p:cNvSpPr>
          <p:nvPr>
            <p:ph type="sldNum" sz="quarter" idx="12"/>
          </p:nvPr>
        </p:nvSpPr>
        <p:spPr/>
        <p:txBody>
          <a:bodyPr/>
          <a:lstStyle>
            <a:lvl1pPr>
              <a:defRPr/>
            </a:lvl1pPr>
          </a:lstStyle>
          <a:p>
            <a:pPr>
              <a:defRPr/>
            </a:pPr>
            <a:fld id="{330F20B5-584E-4376-A04B-5421FA31DE32}" type="slidenum">
              <a:rPr lang="en-GB" altLang="en-US"/>
              <a:pPr>
                <a:defRPr/>
              </a:pPr>
              <a:t>‹#›</a:t>
            </a:fld>
            <a:endParaRPr lang="en-GB" altLang="en-US"/>
          </a:p>
        </p:txBody>
      </p:sp>
    </p:spTree>
    <p:extLst>
      <p:ext uri="{BB962C8B-B14F-4D97-AF65-F5344CB8AC3E}">
        <p14:creationId xmlns:p14="http://schemas.microsoft.com/office/powerpoint/2010/main" val="3789468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308620D2-93DB-34AF-586C-192F933C1D7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690FA0B-7904-A676-6163-FD77398C1346}"/>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F1176326-CFAA-29F9-92E3-DCEB4670CBEE}"/>
              </a:ext>
            </a:extLst>
          </p:cNvPr>
          <p:cNvSpPr>
            <a:spLocks noGrp="1"/>
          </p:cNvSpPr>
          <p:nvPr>
            <p:ph type="sldNum" sz="quarter" idx="12"/>
          </p:nvPr>
        </p:nvSpPr>
        <p:spPr/>
        <p:txBody>
          <a:bodyPr/>
          <a:lstStyle>
            <a:lvl1pPr>
              <a:defRPr/>
            </a:lvl1pPr>
          </a:lstStyle>
          <a:p>
            <a:pPr>
              <a:defRPr/>
            </a:pPr>
            <a:fld id="{66C705C3-B364-4629-A107-E36FCF12B0FC}" type="slidenum">
              <a:rPr lang="en-GB" altLang="en-US"/>
              <a:pPr>
                <a:defRPr/>
              </a:pPr>
              <a:t>‹#›</a:t>
            </a:fld>
            <a:endParaRPr lang="en-GB" altLang="en-US"/>
          </a:p>
        </p:txBody>
      </p:sp>
    </p:spTree>
    <p:extLst>
      <p:ext uri="{BB962C8B-B14F-4D97-AF65-F5344CB8AC3E}">
        <p14:creationId xmlns:p14="http://schemas.microsoft.com/office/powerpoint/2010/main" val="426352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44D5AA8B-B01E-46F3-C62F-FCE7D9A569F1}"/>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08E1609F-5AA5-80F4-30D0-DBCE5236971F}"/>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2FA5CEA0-E675-CDA8-9359-23A3EAA6C721}"/>
              </a:ext>
            </a:extLst>
          </p:cNvPr>
          <p:cNvSpPr>
            <a:spLocks noGrp="1"/>
          </p:cNvSpPr>
          <p:nvPr>
            <p:ph type="sldNum" sz="quarter" idx="12"/>
          </p:nvPr>
        </p:nvSpPr>
        <p:spPr/>
        <p:txBody>
          <a:bodyPr/>
          <a:lstStyle>
            <a:lvl1pPr>
              <a:defRPr/>
            </a:lvl1pPr>
          </a:lstStyle>
          <a:p>
            <a:pPr>
              <a:defRPr/>
            </a:pPr>
            <a:fld id="{2D24EF56-4ACE-450F-A7DD-8E4C428E809A}" type="slidenum">
              <a:rPr lang="en-GB" altLang="en-US"/>
              <a:pPr>
                <a:defRPr/>
              </a:pPr>
              <a:t>‹#›</a:t>
            </a:fld>
            <a:endParaRPr lang="en-GB" altLang="en-US"/>
          </a:p>
        </p:txBody>
      </p:sp>
    </p:spTree>
    <p:extLst>
      <p:ext uri="{BB962C8B-B14F-4D97-AF65-F5344CB8AC3E}">
        <p14:creationId xmlns:p14="http://schemas.microsoft.com/office/powerpoint/2010/main" val="154020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82C65B-8123-09AD-C768-EFA9AA22FD9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5275FD1B-7CD8-996E-2C11-932D1F4DBF4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45440A63-02C6-C3BE-37F9-0CD17051AB2C}"/>
              </a:ext>
            </a:extLst>
          </p:cNvPr>
          <p:cNvSpPr>
            <a:spLocks noGrp="1"/>
          </p:cNvSpPr>
          <p:nvPr>
            <p:ph type="sldNum" sz="quarter" idx="12"/>
          </p:nvPr>
        </p:nvSpPr>
        <p:spPr/>
        <p:txBody>
          <a:bodyPr/>
          <a:lstStyle>
            <a:lvl1pPr>
              <a:defRPr/>
            </a:lvl1pPr>
          </a:lstStyle>
          <a:p>
            <a:pPr>
              <a:defRPr/>
            </a:pPr>
            <a:fld id="{960B4257-4EAD-4B33-9187-8B0607F59988}" type="slidenum">
              <a:rPr lang="en-GB" altLang="en-US"/>
              <a:pPr>
                <a:defRPr/>
              </a:pPr>
              <a:t>‹#›</a:t>
            </a:fld>
            <a:endParaRPr lang="en-GB" altLang="en-US"/>
          </a:p>
        </p:txBody>
      </p:sp>
    </p:spTree>
    <p:extLst>
      <p:ext uri="{BB962C8B-B14F-4D97-AF65-F5344CB8AC3E}">
        <p14:creationId xmlns:p14="http://schemas.microsoft.com/office/powerpoint/2010/main" val="30016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38E955-62F5-DD4E-EE52-7755BC98615D}"/>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423F677-8E04-4AF5-7A8F-62E869B9A7D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AF51409A-F1AF-841D-E371-7B283311DB8C}"/>
              </a:ext>
            </a:extLst>
          </p:cNvPr>
          <p:cNvSpPr>
            <a:spLocks noGrp="1"/>
          </p:cNvSpPr>
          <p:nvPr>
            <p:ph type="sldNum" sz="quarter" idx="12"/>
          </p:nvPr>
        </p:nvSpPr>
        <p:spPr/>
        <p:txBody>
          <a:bodyPr/>
          <a:lstStyle>
            <a:lvl1pPr>
              <a:defRPr/>
            </a:lvl1pPr>
          </a:lstStyle>
          <a:p>
            <a:pPr>
              <a:defRPr/>
            </a:pPr>
            <a:fld id="{23E30639-9610-4849-A845-B7AFDD53177D}" type="slidenum">
              <a:rPr lang="en-GB" altLang="en-US"/>
              <a:pPr>
                <a:defRPr/>
              </a:pPr>
              <a:t>‹#›</a:t>
            </a:fld>
            <a:endParaRPr lang="en-GB" altLang="en-US"/>
          </a:p>
        </p:txBody>
      </p:sp>
    </p:spTree>
    <p:extLst>
      <p:ext uri="{BB962C8B-B14F-4D97-AF65-F5344CB8AC3E}">
        <p14:creationId xmlns:p14="http://schemas.microsoft.com/office/powerpoint/2010/main" val="343728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A64DF63-3DD7-821E-54F3-A943D67D81F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D262D890-8658-5D37-F511-34DD99DB7A1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CEDFAD4-83EC-8E6C-126A-4165CC02B610}"/>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Arial" charset="0"/>
              </a:defRPr>
            </a:lvl1pPr>
          </a:lstStyle>
          <a:p>
            <a:pPr>
              <a:defRPr/>
            </a:pPr>
            <a:endParaRPr lang="en-US" altLang="en-US"/>
          </a:p>
        </p:txBody>
      </p:sp>
      <p:sp>
        <p:nvSpPr>
          <p:cNvPr id="5" name="Footer Placeholder 4">
            <a:extLst>
              <a:ext uri="{FF2B5EF4-FFF2-40B4-BE49-F238E27FC236}">
                <a16:creationId xmlns:a16="http://schemas.microsoft.com/office/drawing/2014/main" id="{3E18FCFC-4EA7-3C10-D20A-1EB4D26558EC}"/>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Arial" charset="0"/>
              </a:defRPr>
            </a:lvl1pPr>
          </a:lstStyle>
          <a:p>
            <a:pPr>
              <a:defRPr/>
            </a:pPr>
            <a:endParaRPr lang="en-US" altLang="en-US"/>
          </a:p>
        </p:txBody>
      </p:sp>
      <p:sp>
        <p:nvSpPr>
          <p:cNvPr id="6" name="Slide Number Placeholder 5">
            <a:extLst>
              <a:ext uri="{FF2B5EF4-FFF2-40B4-BE49-F238E27FC236}">
                <a16:creationId xmlns:a16="http://schemas.microsoft.com/office/drawing/2014/main" id="{DD2AD705-2A07-18FC-AAED-DB92C7D6C8A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49CF8B0-F3D1-4896-8BDE-4D5FE3D569F5}"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www.w3schools.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BD22B11-C1DB-B6A6-2EEE-0A845FB70593}"/>
              </a:ext>
            </a:extLst>
          </p:cNvPr>
          <p:cNvSpPr>
            <a:spLocks noGrp="1" noChangeArrowheads="1"/>
          </p:cNvSpPr>
          <p:nvPr>
            <p:ph type="ctrTitle"/>
          </p:nvPr>
        </p:nvSpPr>
        <p:spPr>
          <a:xfrm>
            <a:off x="647700" y="2133600"/>
            <a:ext cx="7848600" cy="1470025"/>
          </a:xfrm>
        </p:spPr>
        <p:txBody>
          <a:bodyPr rtlCol="0">
            <a:normAutofit/>
          </a:bodyPr>
          <a:lstStyle/>
          <a:p>
            <a:pPr eaLnBrk="1" fontAlgn="auto" hangingPunct="1">
              <a:spcAft>
                <a:spcPts val="0"/>
              </a:spcAft>
              <a:defRPr/>
            </a:pPr>
            <a:r>
              <a:rPr lang="en-GB" dirty="0">
                <a:ea typeface="+mj-ea"/>
                <a:cs typeface="+mj-cs"/>
              </a:rPr>
              <a:t>COM4012M – Session Variables</a:t>
            </a:r>
          </a:p>
        </p:txBody>
      </p:sp>
      <p:sp>
        <p:nvSpPr>
          <p:cNvPr id="3075" name="Rectangle 3">
            <a:extLst>
              <a:ext uri="{FF2B5EF4-FFF2-40B4-BE49-F238E27FC236}">
                <a16:creationId xmlns:a16="http://schemas.microsoft.com/office/drawing/2014/main" id="{DA12F9B4-B776-2DD3-BE3B-4F6AF00DB9ED}"/>
              </a:ext>
            </a:extLst>
          </p:cNvPr>
          <p:cNvSpPr>
            <a:spLocks noGrp="1"/>
          </p:cNvSpPr>
          <p:nvPr>
            <p:ph type="subTitle" idx="1"/>
          </p:nvPr>
        </p:nvSpPr>
        <p:spPr/>
        <p:txBody>
          <a:bodyPr/>
          <a:lstStyle/>
          <a:p>
            <a:pPr eaLnBrk="1" hangingPunct="1">
              <a:buFont typeface="Wingdings" panose="05000000000000000000" pitchFamily="2" charset="2"/>
              <a:buNone/>
            </a:pPr>
            <a:r>
              <a:rPr lang="en-GB" altLang="en-US" dirty="0">
                <a:solidFill>
                  <a:srgbClr val="898989"/>
                </a:solidFill>
                <a:latin typeface="+mj-lt"/>
              </a:rPr>
              <a:t>Week 9 Lab Session 9</a:t>
            </a:r>
          </a:p>
          <a:p>
            <a:pPr eaLnBrk="1" hangingPunct="1">
              <a:buFont typeface="Wingdings" panose="05000000000000000000" pitchFamily="2" charset="2"/>
              <a:buNone/>
            </a:pPr>
            <a:endParaRPr lang="en-GB" altLang="en-US" dirty="0">
              <a:solidFill>
                <a:srgbClr val="898989"/>
              </a:solidFill>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PHP Sessions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When you work with an application, you open an instance and can manipulate data or whatever it is you are working on, and then you close the application ending that instance. </a:t>
            </a:r>
          </a:p>
          <a:p>
            <a:pPr eaLnBrk="1" hangingPunct="1"/>
            <a:endParaRPr lang="en-GB" altLang="en-US" sz="2400" dirty="0">
              <a:latin typeface="+mj-lt"/>
            </a:endParaRPr>
          </a:p>
          <a:p>
            <a:pPr eaLnBrk="1" hangingPunct="1"/>
            <a:r>
              <a:rPr lang="en-GB" altLang="en-US" sz="2400" dirty="0">
                <a:latin typeface="+mj-lt"/>
              </a:rPr>
              <a:t>This is much like a PHP Session. The computer knows who you are. It knows when you start the application and when you end. But on the internet, there is one problem: the web server does not know who you are or what you do, because the HTTP address doesn't maintain state.</a:t>
            </a:r>
          </a:p>
          <a:p>
            <a:pPr eaLnBrk="1" hangingPunct="1"/>
            <a:endParaRPr lang="en-GB" altLang="en-US" sz="2400" dirty="0">
              <a:latin typeface="+mj-lt"/>
            </a:endParaRPr>
          </a:p>
          <a:p>
            <a:pPr eaLnBrk="1" hangingPunct="1"/>
            <a:r>
              <a:rPr lang="en-GB" altLang="en-US" sz="2400" dirty="0">
                <a:latin typeface="+mj-lt"/>
              </a:rPr>
              <a:t>Session variables can solve this problem.</a:t>
            </a:r>
          </a:p>
        </p:txBody>
      </p:sp>
    </p:spTree>
    <p:extLst>
      <p:ext uri="{BB962C8B-B14F-4D97-AF65-F5344CB8AC3E}">
        <p14:creationId xmlns:p14="http://schemas.microsoft.com/office/powerpoint/2010/main" val="2003818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Session Variables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Session variables are a lot like cookies.</a:t>
            </a:r>
          </a:p>
          <a:p>
            <a:pPr eaLnBrk="1" hangingPunct="1"/>
            <a:endParaRPr lang="en-GB" altLang="en-US" sz="2400" dirty="0">
              <a:latin typeface="+mj-lt"/>
            </a:endParaRPr>
          </a:p>
          <a:p>
            <a:pPr eaLnBrk="1" hangingPunct="1"/>
            <a:r>
              <a:rPr lang="en-GB" altLang="en-US" sz="2400" dirty="0">
                <a:latin typeface="+mj-lt"/>
              </a:rPr>
              <a:t>Though rather than being stored on your computer, they are stored on the web server so that they can be read from or written to by server scripts.</a:t>
            </a:r>
          </a:p>
          <a:p>
            <a:pPr eaLnBrk="1" hangingPunct="1"/>
            <a:endParaRPr lang="en-GB" altLang="en-US" sz="2400" dirty="0">
              <a:latin typeface="+mj-lt"/>
            </a:endParaRPr>
          </a:p>
          <a:p>
            <a:pPr eaLnBrk="1" hangingPunct="1"/>
            <a:r>
              <a:rPr lang="en-GB" altLang="en-US" sz="2400" dirty="0">
                <a:latin typeface="+mj-lt"/>
              </a:rPr>
              <a:t>Each session file is unique to the user request that created it and can only be accessed by subsequent requests from the same user.</a:t>
            </a:r>
          </a:p>
          <a:p>
            <a:pPr eaLnBrk="1" hangingPunct="1"/>
            <a:endParaRPr lang="en-GB" altLang="en-US" sz="2400" dirty="0">
              <a:latin typeface="+mj-lt"/>
            </a:endParaRPr>
          </a:p>
          <a:p>
            <a:pPr eaLnBrk="1" hangingPunct="1"/>
            <a:endParaRPr lang="en-GB" altLang="en-US" sz="2400" dirty="0">
              <a:latin typeface="+mj-lt"/>
            </a:endParaRPr>
          </a:p>
        </p:txBody>
      </p:sp>
    </p:spTree>
    <p:extLst>
      <p:ext uri="{BB962C8B-B14F-4D97-AF65-F5344CB8AC3E}">
        <p14:creationId xmlns:p14="http://schemas.microsoft.com/office/powerpoint/2010/main" val="3939555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Session Variables vs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As stated prior, the main difference between session variables and cookies is that they are stored on the server rather than on the user’s hard drive.</a:t>
            </a:r>
          </a:p>
          <a:p>
            <a:pPr eaLnBrk="1" hangingPunct="1"/>
            <a:endParaRPr lang="en-GB" altLang="en-US" sz="2400" dirty="0">
              <a:latin typeface="+mj-lt"/>
            </a:endParaRPr>
          </a:p>
          <a:p>
            <a:pPr eaLnBrk="1" hangingPunct="1"/>
            <a:r>
              <a:rPr lang="en-GB" altLang="en-US" sz="2400" dirty="0">
                <a:latin typeface="+mj-lt"/>
              </a:rPr>
              <a:t>As such, session variables are less easily tampered with. </a:t>
            </a:r>
          </a:p>
          <a:p>
            <a:pPr eaLnBrk="1" hangingPunct="1"/>
            <a:endParaRPr lang="en-GB" altLang="en-US" sz="2400" dirty="0">
              <a:latin typeface="+mj-lt"/>
            </a:endParaRPr>
          </a:p>
          <a:p>
            <a:pPr eaLnBrk="1" hangingPunct="1"/>
            <a:r>
              <a:rPr lang="en-GB" altLang="en-US" sz="2400" dirty="0">
                <a:latin typeface="+mj-lt"/>
              </a:rPr>
              <a:t>They also require less scripting to encode and decode than a cookie string as you merely need to start the session.</a:t>
            </a:r>
          </a:p>
          <a:p>
            <a:pPr eaLnBrk="1" hangingPunct="1"/>
            <a:endParaRPr lang="en-GB" altLang="en-US" sz="2400" dirty="0">
              <a:latin typeface="+mj-lt"/>
            </a:endParaRPr>
          </a:p>
          <a:p>
            <a:pPr eaLnBrk="1" hangingPunct="1"/>
            <a:r>
              <a:rPr lang="en-GB" altLang="en-US" sz="2400" dirty="0">
                <a:latin typeface="+mj-lt"/>
              </a:rPr>
              <a:t>PHP sessions will also work even if the user has cookies disabled.</a:t>
            </a:r>
          </a:p>
        </p:txBody>
      </p:sp>
    </p:spTree>
    <p:extLst>
      <p:ext uri="{BB962C8B-B14F-4D97-AF65-F5344CB8AC3E}">
        <p14:creationId xmlns:p14="http://schemas.microsoft.com/office/powerpoint/2010/main" val="539572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Session Variable Purposes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Cookies are client-side and small, whereas sessions are server-side and large. Though the two can be used in tandem.</a:t>
            </a:r>
          </a:p>
          <a:p>
            <a:pPr eaLnBrk="1" hangingPunct="1"/>
            <a:endParaRPr lang="en-GB" altLang="en-US" sz="2400" dirty="0">
              <a:latin typeface="+mj-lt"/>
            </a:endParaRPr>
          </a:p>
          <a:p>
            <a:pPr eaLnBrk="1" hangingPunct="1"/>
            <a:r>
              <a:rPr lang="en-GB" altLang="en-US" sz="2400" dirty="0">
                <a:latin typeface="+mj-lt"/>
              </a:rPr>
              <a:t>Cookies are best suited for small pieces of data that you can trust the user with (like font settings, site theme, etc.) and for opaque IDs for server-side data (such as a session ID). Expect that the data in a cookie can be lost at any time, and they cannot be trusted.</a:t>
            </a:r>
          </a:p>
          <a:p>
            <a:pPr eaLnBrk="1" hangingPunct="1"/>
            <a:endParaRPr lang="en-GB" altLang="en-US" sz="2400" dirty="0">
              <a:latin typeface="+mj-lt"/>
            </a:endParaRPr>
          </a:p>
          <a:p>
            <a:pPr eaLnBrk="1" hangingPunct="1"/>
            <a:r>
              <a:rPr lang="en-GB" altLang="en-US" sz="2400" dirty="0">
                <a:latin typeface="+mj-lt"/>
              </a:rPr>
              <a:t>Use session variables for bigger data chunks (like storing objects, data structures, etc.) and ones you have to trust - like authorization status, etc. In general, use session data for storing larger state data.</a:t>
            </a:r>
          </a:p>
        </p:txBody>
      </p:sp>
    </p:spTree>
    <p:extLst>
      <p:ext uri="{BB962C8B-B14F-4D97-AF65-F5344CB8AC3E}">
        <p14:creationId xmlns:p14="http://schemas.microsoft.com/office/powerpoint/2010/main" val="519448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Starting a Session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800" dirty="0">
                <a:latin typeface="+mj-lt"/>
              </a:rPr>
              <a:t>A session is started with the </a:t>
            </a:r>
            <a:r>
              <a:rPr lang="en-GB" altLang="en-US" sz="1800" dirty="0" err="1">
                <a:latin typeface="+mj-lt"/>
              </a:rPr>
              <a:t>session_start</a:t>
            </a:r>
            <a:r>
              <a:rPr lang="en-GB" altLang="en-US" sz="1800" dirty="0">
                <a:latin typeface="+mj-lt"/>
              </a:rPr>
              <a:t>() function and we can set session variables with the PHP global variable: $_SESSION:</a:t>
            </a:r>
          </a:p>
          <a:p>
            <a:pPr eaLnBrk="1" hangingPunct="1"/>
            <a:r>
              <a:rPr lang="en-GB" altLang="en-US" sz="1800" dirty="0">
                <a:latin typeface="+mj-lt"/>
              </a:rPr>
              <a:t>&lt;?</a:t>
            </a:r>
            <a:r>
              <a:rPr lang="en-GB" altLang="en-US" sz="1800" dirty="0" err="1">
                <a:latin typeface="+mj-lt"/>
              </a:rPr>
              <a:t>php</a:t>
            </a:r>
            <a:endParaRPr lang="en-GB" altLang="en-US" sz="1800" dirty="0">
              <a:latin typeface="+mj-lt"/>
            </a:endParaRPr>
          </a:p>
          <a:p>
            <a:pPr marL="0" indent="0" eaLnBrk="1" hangingPunct="1">
              <a:buNone/>
            </a:pPr>
            <a:r>
              <a:rPr lang="en-GB" altLang="en-US" sz="1800" dirty="0">
                <a:latin typeface="+mj-lt"/>
              </a:rPr>
              <a:t>	</a:t>
            </a:r>
            <a:r>
              <a:rPr lang="en-GB" altLang="en-US" sz="1800" dirty="0" err="1">
                <a:latin typeface="+mj-lt"/>
              </a:rPr>
              <a:t>session_start</a:t>
            </a:r>
            <a:r>
              <a:rPr lang="en-GB" altLang="en-US" sz="1800" dirty="0">
                <a:latin typeface="+mj-lt"/>
              </a:rPr>
              <a:t>();</a:t>
            </a:r>
          </a:p>
          <a:p>
            <a:pPr marL="0" indent="0" eaLnBrk="1" hangingPunct="1">
              <a:buNone/>
            </a:pPr>
            <a:r>
              <a:rPr lang="en-GB" altLang="en-US" sz="1800" dirty="0">
                <a:latin typeface="+mj-lt"/>
              </a:rPr>
              <a:t>	?&gt;</a:t>
            </a:r>
          </a:p>
          <a:p>
            <a:pPr marL="0" indent="0" eaLnBrk="1" hangingPunct="1">
              <a:buNone/>
            </a:pPr>
            <a:r>
              <a:rPr lang="en-GB" altLang="en-US" sz="1800" dirty="0">
                <a:latin typeface="+mj-lt"/>
              </a:rPr>
              <a:t>	&lt;!DOCTYPE html&gt;</a:t>
            </a:r>
          </a:p>
          <a:p>
            <a:pPr marL="0" indent="0" eaLnBrk="1" hangingPunct="1">
              <a:buNone/>
            </a:pPr>
            <a:r>
              <a:rPr lang="en-GB" altLang="en-US" sz="1800" dirty="0">
                <a:latin typeface="+mj-lt"/>
              </a:rPr>
              <a:t>	&lt;html&gt;</a:t>
            </a:r>
          </a:p>
          <a:p>
            <a:pPr marL="0" indent="0" eaLnBrk="1" hangingPunct="1">
              <a:buNone/>
            </a:pPr>
            <a:r>
              <a:rPr lang="en-GB" altLang="en-US" sz="1800" dirty="0">
                <a:latin typeface="+mj-lt"/>
              </a:rPr>
              <a:t>	&lt;body&gt;</a:t>
            </a:r>
          </a:p>
          <a:p>
            <a:pPr marL="0" indent="0" eaLnBrk="1" hangingPunct="1">
              <a:buNone/>
            </a:pPr>
            <a:r>
              <a:rPr lang="en-GB" altLang="en-US" sz="1800" dirty="0">
                <a:latin typeface="+mj-lt"/>
              </a:rPr>
              <a:t>		&lt;?</a:t>
            </a:r>
            <a:r>
              <a:rPr lang="en-GB" altLang="en-US" sz="1800" dirty="0" err="1">
                <a:latin typeface="+mj-lt"/>
              </a:rPr>
              <a:t>php</a:t>
            </a:r>
            <a:endParaRPr lang="en-GB" altLang="en-US" sz="1800" dirty="0">
              <a:latin typeface="+mj-lt"/>
            </a:endParaRPr>
          </a:p>
          <a:p>
            <a:pPr marL="0" indent="0" eaLnBrk="1" hangingPunct="1">
              <a:buNone/>
            </a:pPr>
            <a:r>
              <a:rPr lang="en-GB" altLang="en-US" sz="1800" dirty="0">
                <a:latin typeface="+mj-lt"/>
              </a:rPr>
              <a:t>		$_SESSION["</a:t>
            </a:r>
            <a:r>
              <a:rPr lang="en-GB" altLang="en-US" sz="1800" dirty="0" err="1">
                <a:latin typeface="+mj-lt"/>
              </a:rPr>
              <a:t>favcolour</a:t>
            </a:r>
            <a:r>
              <a:rPr lang="en-GB" altLang="en-US" sz="1800" dirty="0">
                <a:latin typeface="+mj-lt"/>
              </a:rPr>
              <a:t>"] = "green";</a:t>
            </a:r>
          </a:p>
          <a:p>
            <a:pPr marL="0" indent="0" eaLnBrk="1" hangingPunct="1">
              <a:buNone/>
            </a:pPr>
            <a:r>
              <a:rPr lang="en-GB" altLang="en-US" sz="1800" dirty="0">
                <a:latin typeface="+mj-lt"/>
              </a:rPr>
              <a:t>		$_SESSION["</a:t>
            </a:r>
            <a:r>
              <a:rPr lang="en-GB" altLang="en-US" sz="1800" dirty="0" err="1">
                <a:latin typeface="+mj-lt"/>
              </a:rPr>
              <a:t>favanimal</a:t>
            </a:r>
            <a:r>
              <a:rPr lang="en-GB" altLang="en-US" sz="1800" dirty="0">
                <a:latin typeface="+mj-lt"/>
              </a:rPr>
              <a:t>"] = "cat";</a:t>
            </a:r>
          </a:p>
          <a:p>
            <a:pPr marL="0" indent="0" eaLnBrk="1" hangingPunct="1">
              <a:buNone/>
            </a:pPr>
            <a:r>
              <a:rPr lang="en-GB" altLang="en-US" sz="1800" dirty="0">
                <a:latin typeface="+mj-lt"/>
              </a:rPr>
              <a:t>		echo "Session variables are set.";</a:t>
            </a:r>
          </a:p>
          <a:p>
            <a:pPr marL="0" indent="0" eaLnBrk="1" hangingPunct="1">
              <a:buNone/>
            </a:pPr>
            <a:r>
              <a:rPr lang="en-GB" altLang="en-US" sz="1800" dirty="0">
                <a:latin typeface="+mj-lt"/>
              </a:rPr>
              <a:t>		?&gt;</a:t>
            </a:r>
          </a:p>
          <a:p>
            <a:pPr marL="0" indent="0" eaLnBrk="1" hangingPunct="1">
              <a:buNone/>
            </a:pPr>
            <a:r>
              <a:rPr lang="en-GB" altLang="en-US" sz="1800" dirty="0">
                <a:latin typeface="+mj-lt"/>
              </a:rPr>
              <a:t>	&lt;/body&gt;</a:t>
            </a:r>
          </a:p>
          <a:p>
            <a:pPr marL="0" indent="0" eaLnBrk="1" hangingPunct="1">
              <a:buNone/>
            </a:pPr>
            <a:r>
              <a:rPr lang="en-GB" altLang="en-US" sz="1800" dirty="0">
                <a:latin typeface="+mj-lt"/>
              </a:rPr>
              <a:t>	&lt;/html&gt;</a:t>
            </a:r>
          </a:p>
        </p:txBody>
      </p:sp>
    </p:spTree>
    <p:extLst>
      <p:ext uri="{BB962C8B-B14F-4D97-AF65-F5344CB8AC3E}">
        <p14:creationId xmlns:p14="http://schemas.microsoft.com/office/powerpoint/2010/main" val="664756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Modify a Session Variable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800" dirty="0">
                <a:latin typeface="+mj-lt"/>
              </a:rPr>
              <a:t>Session variables can be modified in the same way we would modify any variable, by overwriting it:</a:t>
            </a:r>
          </a:p>
          <a:p>
            <a:pPr eaLnBrk="1" hangingPunct="1"/>
            <a:r>
              <a:rPr lang="en-GB" altLang="en-US" sz="1800" dirty="0">
                <a:latin typeface="+mj-lt"/>
              </a:rPr>
              <a:t>&lt;?</a:t>
            </a:r>
            <a:r>
              <a:rPr lang="en-GB" altLang="en-US" sz="1800" dirty="0" err="1">
                <a:latin typeface="+mj-lt"/>
              </a:rPr>
              <a:t>php</a:t>
            </a:r>
            <a:endParaRPr lang="en-GB" altLang="en-US" sz="1800" dirty="0">
              <a:latin typeface="+mj-lt"/>
            </a:endParaRPr>
          </a:p>
          <a:p>
            <a:pPr marL="0" indent="0" eaLnBrk="1" hangingPunct="1">
              <a:buNone/>
            </a:pPr>
            <a:r>
              <a:rPr lang="en-GB" altLang="en-US" sz="1800" dirty="0">
                <a:latin typeface="+mj-lt"/>
              </a:rPr>
              <a:t>	</a:t>
            </a:r>
            <a:r>
              <a:rPr lang="en-GB" altLang="en-US" sz="1800" dirty="0" err="1">
                <a:latin typeface="+mj-lt"/>
              </a:rPr>
              <a:t>session_start</a:t>
            </a:r>
            <a:r>
              <a:rPr lang="en-GB" altLang="en-US" sz="1800" dirty="0">
                <a:latin typeface="+mj-lt"/>
              </a:rPr>
              <a:t>();</a:t>
            </a:r>
          </a:p>
          <a:p>
            <a:pPr marL="0" indent="0" eaLnBrk="1" hangingPunct="1">
              <a:buNone/>
            </a:pPr>
            <a:r>
              <a:rPr lang="en-GB" altLang="en-US" sz="1800" dirty="0">
                <a:latin typeface="+mj-lt"/>
              </a:rPr>
              <a:t>	?&gt;</a:t>
            </a:r>
          </a:p>
          <a:p>
            <a:pPr marL="0" indent="0" eaLnBrk="1" hangingPunct="1">
              <a:buNone/>
            </a:pPr>
            <a:r>
              <a:rPr lang="en-GB" altLang="en-US" sz="1800" dirty="0">
                <a:latin typeface="+mj-lt"/>
              </a:rPr>
              <a:t>	&lt;!DOCTYPE html&gt;</a:t>
            </a:r>
          </a:p>
          <a:p>
            <a:pPr marL="0" indent="0" eaLnBrk="1" hangingPunct="1">
              <a:buNone/>
            </a:pPr>
            <a:r>
              <a:rPr lang="en-GB" altLang="en-US" sz="1800" dirty="0">
                <a:latin typeface="+mj-lt"/>
              </a:rPr>
              <a:t>	&lt;html&gt;</a:t>
            </a:r>
          </a:p>
          <a:p>
            <a:pPr marL="0" indent="0" eaLnBrk="1" hangingPunct="1">
              <a:buNone/>
            </a:pPr>
            <a:r>
              <a:rPr lang="en-GB" altLang="en-US" sz="1800" dirty="0">
                <a:latin typeface="+mj-lt"/>
              </a:rPr>
              <a:t>	&lt;body&gt;</a:t>
            </a:r>
          </a:p>
          <a:p>
            <a:pPr marL="0" indent="0" eaLnBrk="1" hangingPunct="1">
              <a:buNone/>
            </a:pPr>
            <a:r>
              <a:rPr lang="en-GB" altLang="en-US" sz="1800" dirty="0">
                <a:latin typeface="+mj-lt"/>
              </a:rPr>
              <a:t>		&lt;?</a:t>
            </a:r>
            <a:r>
              <a:rPr lang="en-GB" altLang="en-US" sz="1800" dirty="0" err="1">
                <a:latin typeface="+mj-lt"/>
              </a:rPr>
              <a:t>php</a:t>
            </a:r>
            <a:endParaRPr lang="en-GB" altLang="en-US" sz="1800" dirty="0">
              <a:latin typeface="+mj-lt"/>
            </a:endParaRPr>
          </a:p>
          <a:p>
            <a:pPr marL="0" indent="0" eaLnBrk="1" hangingPunct="1">
              <a:buNone/>
            </a:pPr>
            <a:r>
              <a:rPr lang="en-GB" altLang="en-US" sz="1800" dirty="0">
                <a:latin typeface="+mj-lt"/>
              </a:rPr>
              <a:t>		// to change a session variable, just overwrite it</a:t>
            </a:r>
          </a:p>
          <a:p>
            <a:pPr marL="0" indent="0" eaLnBrk="1" hangingPunct="1">
              <a:buNone/>
            </a:pPr>
            <a:r>
              <a:rPr lang="en-GB" altLang="en-US" sz="1800" dirty="0">
                <a:latin typeface="+mj-lt"/>
              </a:rPr>
              <a:t>		$_SESSION["</a:t>
            </a:r>
            <a:r>
              <a:rPr lang="en-GB" altLang="en-US" sz="1800" dirty="0" err="1">
                <a:latin typeface="+mj-lt"/>
              </a:rPr>
              <a:t>favcolour</a:t>
            </a:r>
            <a:r>
              <a:rPr lang="en-GB" altLang="en-US" sz="1800" dirty="0">
                <a:latin typeface="+mj-lt"/>
              </a:rPr>
              <a:t>"] = "yellow";</a:t>
            </a:r>
          </a:p>
          <a:p>
            <a:pPr marL="0" indent="0" eaLnBrk="1" hangingPunct="1">
              <a:buNone/>
            </a:pPr>
            <a:r>
              <a:rPr lang="en-GB" altLang="en-US" sz="1800" dirty="0">
                <a:latin typeface="+mj-lt"/>
              </a:rPr>
              <a:t>		?&gt;	</a:t>
            </a:r>
          </a:p>
          <a:p>
            <a:pPr marL="0" indent="0" eaLnBrk="1" hangingPunct="1">
              <a:buNone/>
            </a:pPr>
            <a:r>
              <a:rPr lang="en-GB" altLang="en-US" sz="1800" dirty="0">
                <a:latin typeface="+mj-lt"/>
              </a:rPr>
              <a:t>	&lt;/body&gt;</a:t>
            </a:r>
          </a:p>
          <a:p>
            <a:pPr marL="0" indent="0" eaLnBrk="1" hangingPunct="1">
              <a:buNone/>
            </a:pPr>
            <a:r>
              <a:rPr lang="en-GB" altLang="en-US" sz="1800" dirty="0">
                <a:latin typeface="+mj-lt"/>
              </a:rPr>
              <a:t>	&lt;/html&gt;</a:t>
            </a:r>
          </a:p>
        </p:txBody>
      </p:sp>
    </p:spTree>
    <p:extLst>
      <p:ext uri="{BB962C8B-B14F-4D97-AF65-F5344CB8AC3E}">
        <p14:creationId xmlns:p14="http://schemas.microsoft.com/office/powerpoint/2010/main" val="4088795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Ending a Session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To destroy a variable, we can use the unset method:</a:t>
            </a:r>
          </a:p>
          <a:p>
            <a:pPr eaLnBrk="1" hangingPunct="1"/>
            <a:endParaRPr lang="en-GB" altLang="en-US" sz="2000" dirty="0">
              <a:latin typeface="+mj-lt"/>
            </a:endParaRPr>
          </a:p>
          <a:p>
            <a:pPr eaLnBrk="1" hangingPunct="1"/>
            <a:r>
              <a:rPr lang="en-GB" altLang="en-US" sz="2000" dirty="0">
                <a:latin typeface="+mj-lt"/>
              </a:rPr>
              <a:t>&lt;?</a:t>
            </a:r>
            <a:r>
              <a:rPr lang="en-GB" altLang="en-US" sz="2000" dirty="0" err="1">
                <a:latin typeface="+mj-lt"/>
              </a:rPr>
              <a:t>php</a:t>
            </a:r>
            <a:endParaRPr lang="en-GB" altLang="en-US" sz="2000" dirty="0">
              <a:latin typeface="+mj-lt"/>
            </a:endParaRPr>
          </a:p>
          <a:p>
            <a:pPr marL="0" indent="0" eaLnBrk="1" hangingPunct="1">
              <a:buNone/>
            </a:pPr>
            <a:r>
              <a:rPr lang="en-GB" altLang="en-US" sz="2000" dirty="0">
                <a:latin typeface="+mj-lt"/>
              </a:rPr>
              <a:t>	unset($_SESSION[‘</a:t>
            </a:r>
            <a:r>
              <a:rPr lang="en-GB" altLang="en-US" sz="2000" dirty="0" err="1">
                <a:latin typeface="+mj-lt"/>
              </a:rPr>
              <a:t>favcolour</a:t>
            </a:r>
            <a:r>
              <a:rPr lang="en-GB" altLang="en-US" sz="2000" dirty="0">
                <a:latin typeface="+mj-lt"/>
              </a:rPr>
              <a:t>']);</a:t>
            </a:r>
          </a:p>
          <a:p>
            <a:pPr marL="0" indent="0" eaLnBrk="1" hangingPunct="1">
              <a:buNone/>
            </a:pPr>
            <a:r>
              <a:rPr lang="en-GB" altLang="en-US" sz="2000" dirty="0">
                <a:latin typeface="+mj-lt"/>
              </a:rPr>
              <a:t>	?&gt;</a:t>
            </a:r>
          </a:p>
          <a:p>
            <a:pPr marL="0" indent="0" eaLnBrk="1" hangingPunct="1">
              <a:buNone/>
            </a:pPr>
            <a:endParaRPr lang="en-GB" altLang="en-US" sz="2000" dirty="0">
              <a:latin typeface="+mj-lt"/>
            </a:endParaRPr>
          </a:p>
          <a:p>
            <a:pPr eaLnBrk="1" hangingPunct="1"/>
            <a:r>
              <a:rPr lang="en-GB" altLang="en-US" sz="2000" dirty="0">
                <a:latin typeface="+mj-lt"/>
              </a:rPr>
              <a:t>To delete the session, we can use:</a:t>
            </a:r>
          </a:p>
          <a:p>
            <a:pPr marL="0" indent="0" eaLnBrk="1" hangingPunct="1">
              <a:buNone/>
            </a:pPr>
            <a:r>
              <a:rPr lang="en-GB" altLang="en-US" sz="2000" dirty="0">
                <a:latin typeface="+mj-lt"/>
              </a:rPr>
              <a:t>	</a:t>
            </a:r>
          </a:p>
          <a:p>
            <a:pPr eaLnBrk="1" hangingPunct="1"/>
            <a:r>
              <a:rPr lang="en-GB" altLang="en-US" sz="2000" dirty="0" err="1">
                <a:latin typeface="+mj-lt"/>
              </a:rPr>
              <a:t>session_destroy</a:t>
            </a:r>
            <a:r>
              <a:rPr lang="en-GB" altLang="en-US" sz="2000" dirty="0">
                <a:latin typeface="+mj-lt"/>
              </a:rPr>
              <a:t>();</a:t>
            </a:r>
          </a:p>
          <a:p>
            <a:pPr eaLnBrk="1" hangingPunct="1"/>
            <a:endParaRPr lang="en-GB" altLang="en-US" sz="2000" dirty="0">
              <a:latin typeface="+mj-lt"/>
            </a:endParaRPr>
          </a:p>
          <a:p>
            <a:pPr eaLnBrk="1" hangingPunct="1"/>
            <a:r>
              <a:rPr lang="en-GB" altLang="en-US" sz="2000" dirty="0">
                <a:latin typeface="+mj-lt"/>
              </a:rPr>
              <a:t>This will end not only the session but also all delete all the session variables within that session.</a:t>
            </a:r>
          </a:p>
          <a:p>
            <a:pPr marL="0" indent="0" eaLnBrk="1" hangingPunct="1">
              <a:buNone/>
            </a:pPr>
            <a:endParaRPr lang="en-GB" altLang="en-US" sz="1800" dirty="0">
              <a:latin typeface="+mj-lt"/>
            </a:endParaRPr>
          </a:p>
          <a:p>
            <a:pPr marL="0" indent="0" eaLnBrk="1" hangingPunct="1">
              <a:buNone/>
            </a:pPr>
            <a:endParaRPr lang="en-GB" altLang="en-US" sz="1800" dirty="0">
              <a:latin typeface="+mj-lt"/>
            </a:endParaRPr>
          </a:p>
        </p:txBody>
      </p:sp>
    </p:spTree>
    <p:extLst>
      <p:ext uri="{BB962C8B-B14F-4D97-AF65-F5344CB8AC3E}">
        <p14:creationId xmlns:p14="http://schemas.microsoft.com/office/powerpoint/2010/main" val="3977538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Simple Login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Here is a very simple login script to give you an idea. The first if statement will take 2 variables from a login form (username &amp; password) and see if they match admin &amp; password12. Of course, in an proper implementation you would be retrieving these values from a database of usernames &amp; passwords, and they would be at least hashed for security purposes.</a:t>
            </a:r>
          </a:p>
          <a:p>
            <a:pPr eaLnBrk="1" hangingPunct="1"/>
            <a:endParaRPr lang="en-GB" altLang="en-US" sz="2000" dirty="0">
              <a:latin typeface="+mj-lt"/>
            </a:endParaRPr>
          </a:p>
          <a:p>
            <a:pPr eaLnBrk="1" hangingPunct="1"/>
            <a:r>
              <a:rPr lang="en-GB" altLang="en-US" sz="1800" dirty="0">
                <a:latin typeface="+mj-lt"/>
              </a:rPr>
              <a:t>if(</a:t>
            </a:r>
            <a:r>
              <a:rPr lang="en-GB" altLang="en-US" sz="1800" dirty="0" err="1">
                <a:latin typeface="+mj-lt"/>
              </a:rPr>
              <a:t>isset</a:t>
            </a:r>
            <a:r>
              <a:rPr lang="en-GB" altLang="en-US" sz="1800" dirty="0">
                <a:latin typeface="+mj-lt"/>
              </a:rPr>
              <a:t>($_POST['username'], $_POST['password'])) {</a:t>
            </a:r>
          </a:p>
          <a:p>
            <a:pPr marL="0" indent="0" eaLnBrk="1" hangingPunct="1">
              <a:buNone/>
            </a:pPr>
            <a:r>
              <a:rPr lang="en-GB" altLang="en-US" sz="1800" dirty="0">
                <a:latin typeface="+mj-lt"/>
              </a:rPr>
              <a:t>		$username = $_POST['username’];</a:t>
            </a:r>
          </a:p>
          <a:p>
            <a:pPr marL="0" indent="0" eaLnBrk="1" hangingPunct="1">
              <a:buNone/>
            </a:pPr>
            <a:r>
              <a:rPr lang="en-GB" altLang="en-US" sz="1800" dirty="0">
                <a:latin typeface="+mj-lt"/>
              </a:rPr>
              <a:t>		$password = $_POST['password’];</a:t>
            </a:r>
          </a:p>
          <a:p>
            <a:pPr marL="0" indent="0" eaLnBrk="1" hangingPunct="1">
              <a:buNone/>
            </a:pPr>
            <a:r>
              <a:rPr lang="en-GB" altLang="en-US" sz="1800" dirty="0">
                <a:latin typeface="+mj-lt"/>
              </a:rPr>
              <a:t>		if($username === 'admin' &amp;&amp; $password === ‘password12’) {</a:t>
            </a:r>
          </a:p>
          <a:p>
            <a:pPr marL="0" indent="0" eaLnBrk="1" hangingPunct="1">
              <a:buNone/>
            </a:pPr>
            <a:r>
              <a:rPr lang="en-GB" altLang="en-US" sz="1800" dirty="0">
                <a:latin typeface="+mj-lt"/>
              </a:rPr>
              <a:t>			$_SESSION['login'] = true; </a:t>
            </a:r>
          </a:p>
          <a:p>
            <a:pPr marL="0" indent="0" eaLnBrk="1" hangingPunct="1">
              <a:buNone/>
            </a:pPr>
            <a:r>
              <a:rPr lang="en-GB" altLang="en-US" sz="1800" dirty="0">
                <a:latin typeface="+mj-lt"/>
              </a:rPr>
              <a:t>		}</a:t>
            </a:r>
          </a:p>
          <a:p>
            <a:pPr marL="0" indent="0" eaLnBrk="1" hangingPunct="1">
              <a:buNone/>
            </a:pPr>
            <a:r>
              <a:rPr lang="en-GB" altLang="en-US" sz="1800" dirty="0">
                <a:latin typeface="+mj-lt"/>
              </a:rPr>
              <a:t>		// if they are not logged in etc.</a:t>
            </a:r>
          </a:p>
          <a:p>
            <a:pPr marL="0" indent="0" eaLnBrk="1" hangingPunct="1">
              <a:buNone/>
            </a:pPr>
            <a:r>
              <a:rPr lang="en-GB" altLang="en-US" sz="1800" dirty="0">
                <a:latin typeface="+mj-lt"/>
              </a:rPr>
              <a:t>	}</a:t>
            </a:r>
          </a:p>
        </p:txBody>
      </p:sp>
    </p:spTree>
    <p:extLst>
      <p:ext uri="{BB962C8B-B14F-4D97-AF65-F5344CB8AC3E}">
        <p14:creationId xmlns:p14="http://schemas.microsoft.com/office/powerpoint/2010/main" val="4146870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Simple Login Pt. 2</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If a user did successfully sign in, at the top of your pages you could check if your variable for them being logging in was true in which case, the content you display might be different to if they were. A small example could be displaying a message if they were not signed in “Sign-In Here” that when clicked would lead to the login page. Otherwise, it could display a message such as “Welcome User” where that message once was. Though the changes might be much more drastic, depending on what functionalities are available to a user with a login vs those without.</a:t>
            </a:r>
          </a:p>
          <a:p>
            <a:pPr eaLnBrk="1" hangingPunct="1"/>
            <a:endParaRPr lang="en-GB" altLang="en-US" sz="1800" dirty="0">
              <a:latin typeface="+mj-lt"/>
            </a:endParaRPr>
          </a:p>
          <a:p>
            <a:pPr eaLnBrk="1" hangingPunct="1"/>
            <a:r>
              <a:rPr lang="en-GB" altLang="en-US" sz="1800" dirty="0">
                <a:latin typeface="+mj-lt"/>
              </a:rPr>
              <a:t> if (</a:t>
            </a:r>
            <a:r>
              <a:rPr lang="en-GB" altLang="en-US" sz="1800" dirty="0" err="1">
                <a:latin typeface="+mj-lt"/>
              </a:rPr>
              <a:t>isset</a:t>
            </a:r>
            <a:r>
              <a:rPr lang="en-GB" altLang="en-US" sz="1800" dirty="0">
                <a:latin typeface="+mj-lt"/>
              </a:rPr>
              <a:t>($_SESSION[‘login'])) {</a:t>
            </a:r>
          </a:p>
          <a:p>
            <a:pPr marL="0" indent="0" eaLnBrk="1" hangingPunct="1">
              <a:buNone/>
            </a:pPr>
            <a:r>
              <a:rPr lang="en-GB" altLang="en-US" sz="1800" dirty="0">
                <a:latin typeface="+mj-lt"/>
              </a:rPr>
              <a:t>		// logged in</a:t>
            </a:r>
          </a:p>
          <a:p>
            <a:pPr marL="0" indent="0" eaLnBrk="1" hangingPunct="1">
              <a:buNone/>
            </a:pPr>
            <a:r>
              <a:rPr lang="en-GB" altLang="en-US" sz="1800" dirty="0">
                <a:latin typeface="+mj-lt"/>
              </a:rPr>
              <a:t>	} else {</a:t>
            </a:r>
          </a:p>
          <a:p>
            <a:pPr marL="0" indent="0" eaLnBrk="1" hangingPunct="1">
              <a:buNone/>
            </a:pPr>
            <a:r>
              <a:rPr lang="en-GB" altLang="en-US" sz="1800" dirty="0">
                <a:latin typeface="+mj-lt"/>
              </a:rPr>
              <a:t>		// not logged in</a:t>
            </a:r>
          </a:p>
          <a:p>
            <a:pPr marL="0" indent="0" eaLnBrk="1" hangingPunct="1">
              <a:buNone/>
            </a:pPr>
            <a:r>
              <a:rPr lang="en-GB" altLang="en-US" sz="1800" dirty="0">
                <a:latin typeface="+mj-lt"/>
              </a:rPr>
              <a:t>	}</a:t>
            </a:r>
          </a:p>
          <a:p>
            <a:pPr marL="0" indent="0" eaLnBrk="1" hangingPunct="1">
              <a:buNone/>
            </a:pPr>
            <a:endParaRPr lang="en-GB" altLang="en-US" sz="1800" dirty="0">
              <a:latin typeface="+mj-lt"/>
            </a:endParaRPr>
          </a:p>
        </p:txBody>
      </p:sp>
    </p:spTree>
    <p:extLst>
      <p:ext uri="{BB962C8B-B14F-4D97-AF65-F5344CB8AC3E}">
        <p14:creationId xmlns:p14="http://schemas.microsoft.com/office/powerpoint/2010/main" val="1051858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Server Variables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800" dirty="0">
                <a:latin typeface="+mj-lt"/>
              </a:rPr>
              <a:t>Server variables may sound similar to session variables, but they are not to be confused. Server variables are a set of global variables that hold information about the web server and allow you to access certain details about the user’s browser.</a:t>
            </a:r>
          </a:p>
          <a:p>
            <a:pPr eaLnBrk="1" hangingPunct="1"/>
            <a:endParaRPr lang="en-GB" altLang="en-US" sz="2800" dirty="0">
              <a:latin typeface="+mj-lt"/>
            </a:endParaRPr>
          </a:p>
          <a:p>
            <a:pPr eaLnBrk="1" hangingPunct="1"/>
            <a:r>
              <a:rPr lang="en-GB" altLang="en-US" sz="2800" dirty="0">
                <a:latin typeface="+mj-lt"/>
              </a:rPr>
              <a:t>They can be useful for checking useful information about the user, like where the visitor came from, their choice of browser and their IP address.</a:t>
            </a:r>
          </a:p>
          <a:p>
            <a:pPr eaLnBrk="1" hangingPunct="1"/>
            <a:endParaRPr lang="en-GB" altLang="en-US" sz="1800" dirty="0">
              <a:latin typeface="+mj-lt"/>
            </a:endParaRPr>
          </a:p>
          <a:p>
            <a:pPr marL="0" indent="0" eaLnBrk="1" hangingPunct="1">
              <a:buNone/>
            </a:pPr>
            <a:endParaRPr lang="en-GB" altLang="en-US" sz="1800" dirty="0">
              <a:latin typeface="+mj-lt"/>
            </a:endParaRPr>
          </a:p>
        </p:txBody>
      </p:sp>
    </p:spTree>
    <p:extLst>
      <p:ext uri="{BB962C8B-B14F-4D97-AF65-F5344CB8AC3E}">
        <p14:creationId xmlns:p14="http://schemas.microsoft.com/office/powerpoint/2010/main" val="2020906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Server Variables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800" dirty="0">
                <a:latin typeface="+mj-lt"/>
              </a:rPr>
              <a:t>To get the values within server variables, the syntax is like so:</a:t>
            </a:r>
          </a:p>
          <a:p>
            <a:pPr eaLnBrk="1" hangingPunct="1"/>
            <a:endParaRPr lang="en-GB" altLang="en-US" sz="2800" dirty="0">
              <a:latin typeface="+mj-lt"/>
            </a:endParaRPr>
          </a:p>
          <a:p>
            <a:pPr eaLnBrk="1" hangingPunct="1"/>
            <a:r>
              <a:rPr lang="en-GB" altLang="en-US" sz="2800" dirty="0">
                <a:latin typeface="+mj-lt"/>
              </a:rPr>
              <a:t>$_SERVER['</a:t>
            </a:r>
            <a:r>
              <a:rPr lang="en-GB" altLang="en-US" sz="2800" dirty="0" err="1">
                <a:latin typeface="+mj-lt"/>
              </a:rPr>
              <a:t>Server_Variable</a:t>
            </a:r>
            <a:r>
              <a:rPr lang="en-GB" altLang="en-US" sz="2800" dirty="0">
                <a:latin typeface="+mj-lt"/>
              </a:rPr>
              <a:t>’]</a:t>
            </a:r>
          </a:p>
          <a:p>
            <a:pPr eaLnBrk="1" hangingPunct="1"/>
            <a:endParaRPr lang="en-GB" altLang="en-US" sz="2800" dirty="0">
              <a:latin typeface="+mj-lt"/>
            </a:endParaRPr>
          </a:p>
          <a:p>
            <a:pPr eaLnBrk="1" hangingPunct="1"/>
            <a:r>
              <a:rPr lang="en-GB" altLang="en-US" sz="2800" dirty="0">
                <a:latin typeface="+mj-lt"/>
              </a:rPr>
              <a:t>Replacing the ‘</a:t>
            </a:r>
            <a:r>
              <a:rPr lang="en-GB" altLang="en-US" sz="2800" dirty="0" err="1">
                <a:latin typeface="+mj-lt"/>
              </a:rPr>
              <a:t>Server_Variable</a:t>
            </a:r>
            <a:r>
              <a:rPr lang="en-GB" altLang="en-US" sz="2800" dirty="0">
                <a:latin typeface="+mj-lt"/>
              </a:rPr>
              <a:t>’ with the name of the server variable you want to access. </a:t>
            </a:r>
          </a:p>
          <a:p>
            <a:pPr eaLnBrk="1" hangingPunct="1"/>
            <a:endParaRPr lang="en-GB" altLang="en-US" sz="2800" dirty="0">
              <a:latin typeface="+mj-lt"/>
            </a:endParaRPr>
          </a:p>
          <a:p>
            <a:pPr eaLnBrk="1" hangingPunct="1"/>
            <a:endParaRPr lang="en-GB" altLang="en-US" sz="2800" dirty="0">
              <a:latin typeface="+mj-lt"/>
            </a:endParaRPr>
          </a:p>
          <a:p>
            <a:pPr eaLnBrk="1" hangingPunct="1"/>
            <a:endParaRPr lang="en-GB" altLang="en-US" sz="2800" dirty="0">
              <a:latin typeface="+mj-lt"/>
            </a:endParaRPr>
          </a:p>
          <a:p>
            <a:pPr eaLnBrk="1" hangingPunct="1"/>
            <a:endParaRPr lang="en-GB" altLang="en-US" sz="2800" dirty="0">
              <a:latin typeface="+mj-lt"/>
            </a:endParaRPr>
          </a:p>
          <a:p>
            <a:pPr marL="0" indent="0" eaLnBrk="1" hangingPunct="1">
              <a:buNone/>
            </a:pPr>
            <a:endParaRPr lang="en-GB" altLang="en-US" sz="1800" dirty="0">
              <a:latin typeface="+mj-lt"/>
            </a:endParaRPr>
          </a:p>
        </p:txBody>
      </p:sp>
    </p:spTree>
    <p:extLst>
      <p:ext uri="{BB962C8B-B14F-4D97-AF65-F5344CB8AC3E}">
        <p14:creationId xmlns:p14="http://schemas.microsoft.com/office/powerpoint/2010/main" val="1672891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Server Variables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800" dirty="0">
                <a:latin typeface="+mj-lt"/>
              </a:rPr>
              <a:t>To get the values within server variables, the syntax is like so:</a:t>
            </a:r>
          </a:p>
          <a:p>
            <a:pPr eaLnBrk="1" hangingPunct="1"/>
            <a:endParaRPr lang="en-GB" altLang="en-US" sz="2800" dirty="0">
              <a:latin typeface="+mj-lt"/>
            </a:endParaRPr>
          </a:p>
          <a:p>
            <a:pPr eaLnBrk="1" hangingPunct="1"/>
            <a:r>
              <a:rPr lang="en-GB" altLang="en-US" sz="2800" dirty="0">
                <a:latin typeface="+mj-lt"/>
              </a:rPr>
              <a:t>$_SERVER['</a:t>
            </a:r>
            <a:r>
              <a:rPr lang="en-GB" altLang="en-US" sz="2800" dirty="0" err="1">
                <a:latin typeface="+mj-lt"/>
              </a:rPr>
              <a:t>Server_Variable</a:t>
            </a:r>
            <a:r>
              <a:rPr lang="en-GB" altLang="en-US" sz="2800" dirty="0">
                <a:latin typeface="+mj-lt"/>
              </a:rPr>
              <a:t>’]</a:t>
            </a:r>
          </a:p>
          <a:p>
            <a:pPr eaLnBrk="1" hangingPunct="1"/>
            <a:endParaRPr lang="en-GB" altLang="en-US" sz="2800" dirty="0">
              <a:latin typeface="+mj-lt"/>
            </a:endParaRPr>
          </a:p>
          <a:p>
            <a:pPr eaLnBrk="1" hangingPunct="1"/>
            <a:r>
              <a:rPr lang="en-GB" altLang="en-US" sz="2800" dirty="0">
                <a:latin typeface="+mj-lt"/>
              </a:rPr>
              <a:t>Replacing the ‘</a:t>
            </a:r>
            <a:r>
              <a:rPr lang="en-GB" altLang="en-US" sz="2800" dirty="0" err="1">
                <a:latin typeface="+mj-lt"/>
              </a:rPr>
              <a:t>Server_Variable</a:t>
            </a:r>
            <a:r>
              <a:rPr lang="en-GB" altLang="en-US" sz="2800" dirty="0">
                <a:latin typeface="+mj-lt"/>
              </a:rPr>
              <a:t>’ with the name of the server variable you want to access. </a:t>
            </a:r>
          </a:p>
          <a:p>
            <a:pPr eaLnBrk="1" hangingPunct="1"/>
            <a:endParaRPr lang="en-GB" altLang="en-US" sz="2800" dirty="0">
              <a:latin typeface="+mj-lt"/>
            </a:endParaRPr>
          </a:p>
          <a:p>
            <a:pPr eaLnBrk="1" hangingPunct="1"/>
            <a:endParaRPr lang="en-GB" altLang="en-US" sz="2800" dirty="0">
              <a:latin typeface="+mj-lt"/>
            </a:endParaRPr>
          </a:p>
          <a:p>
            <a:pPr eaLnBrk="1" hangingPunct="1"/>
            <a:endParaRPr lang="en-GB" altLang="en-US" sz="2800" dirty="0">
              <a:latin typeface="+mj-lt"/>
            </a:endParaRPr>
          </a:p>
          <a:p>
            <a:pPr eaLnBrk="1" hangingPunct="1"/>
            <a:endParaRPr lang="en-GB" altLang="en-US" sz="2800" dirty="0">
              <a:latin typeface="+mj-lt"/>
            </a:endParaRPr>
          </a:p>
          <a:p>
            <a:pPr marL="0" indent="0" eaLnBrk="1" hangingPunct="1">
              <a:buNone/>
            </a:pPr>
            <a:endParaRPr lang="en-GB" altLang="en-US" sz="1800" dirty="0">
              <a:latin typeface="+mj-lt"/>
            </a:endParaRPr>
          </a:p>
        </p:txBody>
      </p:sp>
    </p:spTree>
    <p:extLst>
      <p:ext uri="{BB962C8B-B14F-4D97-AF65-F5344CB8AC3E}">
        <p14:creationId xmlns:p14="http://schemas.microsoft.com/office/powerpoint/2010/main" val="3506820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Common Server Variables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800" b="1" dirty="0">
                <a:latin typeface="+mj-lt"/>
              </a:rPr>
              <a:t>$_SERVER['HTTP_HOST']: </a:t>
            </a:r>
            <a:r>
              <a:rPr lang="en-GB" altLang="en-US" sz="1800" dirty="0">
                <a:latin typeface="+mj-lt"/>
              </a:rPr>
              <a:t>This variable holds the host name of the server.</a:t>
            </a:r>
          </a:p>
          <a:p>
            <a:pPr eaLnBrk="1" hangingPunct="1"/>
            <a:endParaRPr lang="en-GB" altLang="en-US" sz="1800" dirty="0">
              <a:latin typeface="+mj-lt"/>
            </a:endParaRPr>
          </a:p>
          <a:p>
            <a:pPr eaLnBrk="1" hangingPunct="1"/>
            <a:r>
              <a:rPr lang="en-GB" altLang="en-US" sz="1800" b="1" dirty="0">
                <a:latin typeface="+mj-lt"/>
              </a:rPr>
              <a:t>$_SERVER['HTTP_USER_AGENT']: </a:t>
            </a:r>
            <a:r>
              <a:rPr lang="en-GB" altLang="en-US" sz="1800" dirty="0">
                <a:latin typeface="+mj-lt"/>
              </a:rPr>
              <a:t>This variable holds information about the client's browser type and operating system.</a:t>
            </a:r>
          </a:p>
          <a:p>
            <a:pPr eaLnBrk="1" hangingPunct="1"/>
            <a:endParaRPr lang="en-GB" altLang="en-US" sz="1800" dirty="0">
              <a:latin typeface="+mj-lt"/>
            </a:endParaRPr>
          </a:p>
          <a:p>
            <a:pPr eaLnBrk="1" hangingPunct="1"/>
            <a:r>
              <a:rPr lang="en-GB" altLang="en-US" sz="1800" b="1" dirty="0">
                <a:latin typeface="+mj-lt"/>
              </a:rPr>
              <a:t>$_SERVER['REMOTE_ADDR']: </a:t>
            </a:r>
            <a:r>
              <a:rPr lang="en-GB" altLang="en-US" sz="1800" dirty="0">
                <a:latin typeface="+mj-lt"/>
              </a:rPr>
              <a:t>This variable holds the IP address of the client.</a:t>
            </a:r>
          </a:p>
          <a:p>
            <a:pPr eaLnBrk="1" hangingPunct="1"/>
            <a:endParaRPr lang="en-GB" altLang="en-US" sz="1800" dirty="0">
              <a:latin typeface="+mj-lt"/>
            </a:endParaRPr>
          </a:p>
          <a:p>
            <a:pPr eaLnBrk="1" hangingPunct="1"/>
            <a:r>
              <a:rPr lang="en-GB" altLang="en-US" sz="1800" b="1" dirty="0">
                <a:latin typeface="+mj-lt"/>
              </a:rPr>
              <a:t>$_SERVER['REQUEST_METHOD']: </a:t>
            </a:r>
            <a:r>
              <a:rPr lang="en-GB" altLang="en-US" sz="1800" dirty="0">
                <a:latin typeface="+mj-lt"/>
              </a:rPr>
              <a:t>This variable holds the request method used for the current request (e.g., GET, POST, etc.).</a:t>
            </a:r>
          </a:p>
          <a:p>
            <a:pPr eaLnBrk="1" hangingPunct="1"/>
            <a:endParaRPr lang="en-GB" altLang="en-US" sz="1800" dirty="0">
              <a:latin typeface="+mj-lt"/>
            </a:endParaRPr>
          </a:p>
          <a:p>
            <a:pPr eaLnBrk="1" hangingPunct="1"/>
            <a:r>
              <a:rPr lang="en-GB" altLang="en-US" sz="1800" b="1" dirty="0">
                <a:latin typeface="+mj-lt"/>
              </a:rPr>
              <a:t>$_SERVER['QUERY_STRING']: </a:t>
            </a:r>
            <a:r>
              <a:rPr lang="en-GB" altLang="en-US" sz="1800" dirty="0">
                <a:latin typeface="+mj-lt"/>
              </a:rPr>
              <a:t>This variable holds the query string part of the URL if any.</a:t>
            </a:r>
          </a:p>
          <a:p>
            <a:pPr eaLnBrk="1" hangingPunct="1"/>
            <a:endParaRPr lang="en-GB" altLang="en-US" sz="1800" dirty="0">
              <a:latin typeface="+mj-lt"/>
            </a:endParaRPr>
          </a:p>
          <a:p>
            <a:pPr eaLnBrk="1" hangingPunct="1"/>
            <a:r>
              <a:rPr lang="en-GB" altLang="en-US" sz="1800" b="1" dirty="0">
                <a:latin typeface="+mj-lt"/>
              </a:rPr>
              <a:t>$_SERVER['SCRIPT_NAME']: </a:t>
            </a:r>
            <a:r>
              <a:rPr lang="en-GB" altLang="en-US" sz="1800" dirty="0">
                <a:latin typeface="+mj-lt"/>
              </a:rPr>
              <a:t>This variable holds the name of the script that is currently executing.</a:t>
            </a:r>
          </a:p>
          <a:p>
            <a:pPr eaLnBrk="1" hangingPunct="1"/>
            <a:endParaRPr lang="en-GB" altLang="en-US" sz="1800" dirty="0">
              <a:latin typeface="+mj-lt"/>
            </a:endParaRPr>
          </a:p>
          <a:p>
            <a:pPr eaLnBrk="1" hangingPunct="1"/>
            <a:endParaRPr lang="en-GB" altLang="en-US" sz="1800" dirty="0">
              <a:latin typeface="+mj-lt"/>
            </a:endParaRPr>
          </a:p>
          <a:p>
            <a:pPr eaLnBrk="1" hangingPunct="1"/>
            <a:endParaRPr lang="en-GB" altLang="en-US" sz="1800" dirty="0">
              <a:latin typeface="+mj-lt"/>
            </a:endParaRPr>
          </a:p>
          <a:p>
            <a:pPr marL="0" indent="0" eaLnBrk="1" hangingPunct="1">
              <a:buNone/>
            </a:pPr>
            <a:endParaRPr lang="en-GB" altLang="en-US" sz="1200" dirty="0">
              <a:latin typeface="+mj-lt"/>
            </a:endParaRPr>
          </a:p>
        </p:txBody>
      </p:sp>
    </p:spTree>
    <p:extLst>
      <p:ext uri="{BB962C8B-B14F-4D97-AF65-F5344CB8AC3E}">
        <p14:creationId xmlns:p14="http://schemas.microsoft.com/office/powerpoint/2010/main" val="3970405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Use of Server Variables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800" dirty="0">
                <a:latin typeface="+mj-lt"/>
              </a:rPr>
              <a:t>The main uses of server variables can be for:</a:t>
            </a:r>
          </a:p>
          <a:p>
            <a:pPr lvl="1" eaLnBrk="1" hangingPunct="1"/>
            <a:r>
              <a:rPr lang="en-GB" altLang="en-US" sz="2400" dirty="0">
                <a:latin typeface="+mj-lt"/>
              </a:rPr>
              <a:t>Logging information about the client and server for security or debugging purposes.</a:t>
            </a:r>
          </a:p>
          <a:p>
            <a:pPr lvl="1" eaLnBrk="1" hangingPunct="1"/>
            <a:r>
              <a:rPr lang="en-GB" altLang="en-US" sz="2400" dirty="0">
                <a:latin typeface="+mj-lt"/>
              </a:rPr>
              <a:t>Redirect the user to different pages based on their browser type or IP address.</a:t>
            </a:r>
          </a:p>
          <a:p>
            <a:pPr lvl="1" eaLnBrk="1" hangingPunct="1"/>
            <a:r>
              <a:rPr lang="en-GB" altLang="en-US" sz="2400" dirty="0">
                <a:latin typeface="+mj-lt"/>
              </a:rPr>
              <a:t>Storing information about the client and server in a database for later analysis.</a:t>
            </a:r>
          </a:p>
          <a:p>
            <a:pPr lvl="1" eaLnBrk="1" hangingPunct="1"/>
            <a:r>
              <a:rPr lang="en-GB" altLang="en-US" sz="2400" dirty="0">
                <a:latin typeface="+mj-lt"/>
              </a:rPr>
              <a:t>To customize the content of a website based on the client's location or language.</a:t>
            </a:r>
            <a:endParaRPr lang="en-GB" altLang="en-US" sz="2800" dirty="0">
              <a:latin typeface="+mj-lt"/>
            </a:endParaRPr>
          </a:p>
          <a:p>
            <a:pPr eaLnBrk="1" hangingPunct="1"/>
            <a:r>
              <a:rPr lang="en-GB" altLang="en-US" sz="2800" dirty="0">
                <a:latin typeface="+mj-lt"/>
              </a:rPr>
              <a:t>Though these are probably out of scope for your projects.</a:t>
            </a:r>
          </a:p>
          <a:p>
            <a:pPr marL="457200" lvl="1" indent="0" eaLnBrk="1" hangingPunct="1">
              <a:buNone/>
            </a:pPr>
            <a:endParaRPr lang="en-GB" altLang="en-US" dirty="0">
              <a:latin typeface="+mj-lt"/>
            </a:endParaRPr>
          </a:p>
          <a:p>
            <a:pPr eaLnBrk="1" hangingPunct="1"/>
            <a:endParaRPr lang="en-GB" altLang="en-US" sz="1800" dirty="0">
              <a:latin typeface="+mj-lt"/>
            </a:endParaRPr>
          </a:p>
          <a:p>
            <a:pPr eaLnBrk="1" hangingPunct="1"/>
            <a:endParaRPr lang="en-GB" altLang="en-US" sz="1800" dirty="0">
              <a:latin typeface="+mj-lt"/>
            </a:endParaRPr>
          </a:p>
          <a:p>
            <a:pPr marL="0" indent="0" eaLnBrk="1" hangingPunct="1">
              <a:buNone/>
            </a:pPr>
            <a:endParaRPr lang="en-GB" altLang="en-US" sz="1200" dirty="0">
              <a:latin typeface="+mj-lt"/>
            </a:endParaRPr>
          </a:p>
        </p:txBody>
      </p:sp>
    </p:spTree>
    <p:extLst>
      <p:ext uri="{BB962C8B-B14F-4D97-AF65-F5344CB8AC3E}">
        <p14:creationId xmlns:p14="http://schemas.microsoft.com/office/powerpoint/2010/main" val="183446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5A56DE6-4F93-1651-3797-3EB61F286E83}"/>
              </a:ext>
            </a:extLst>
          </p:cNvPr>
          <p:cNvSpPr>
            <a:spLocks noGrp="1"/>
          </p:cNvSpPr>
          <p:nvPr>
            <p:ph type="title"/>
          </p:nvPr>
        </p:nvSpPr>
        <p:spPr/>
        <p:txBody>
          <a:bodyPr/>
          <a:lstStyle/>
          <a:p>
            <a:pPr eaLnBrk="1" hangingPunct="1"/>
            <a:r>
              <a:rPr lang="en-GB" altLang="en-US" dirty="0">
                <a:latin typeface="Arial" panose="020B0604020202020204" pitchFamily="34" charset="0"/>
              </a:rPr>
              <a:t>Sourced</a:t>
            </a:r>
          </a:p>
        </p:txBody>
      </p:sp>
      <p:sp>
        <p:nvSpPr>
          <p:cNvPr id="28675" name="Rectangle 3">
            <a:extLst>
              <a:ext uri="{FF2B5EF4-FFF2-40B4-BE49-F238E27FC236}">
                <a16:creationId xmlns:a16="http://schemas.microsoft.com/office/drawing/2014/main" id="{59967F90-AC6E-E533-0567-1BC35A047667}"/>
              </a:ext>
            </a:extLst>
          </p:cNvPr>
          <p:cNvSpPr>
            <a:spLocks noGrp="1"/>
          </p:cNvSpPr>
          <p:nvPr>
            <p:ph idx="1"/>
          </p:nvPr>
        </p:nvSpPr>
        <p:spPr/>
        <p:txBody>
          <a:bodyPr/>
          <a:lstStyle/>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r>
              <a:rPr lang="en-GB" altLang="en-US" sz="2800" dirty="0">
                <a:latin typeface="Arial" panose="020B0604020202020204" pitchFamily="34" charset="0"/>
                <a:hlinkClick r:id="rId2"/>
              </a:rPr>
              <a:t>www.w3schools.com</a:t>
            </a:r>
            <a:endParaRPr lang="en-GB" altLang="en-US" sz="28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933</TotalTime>
  <Words>1292</Words>
  <Application>Microsoft Office PowerPoint</Application>
  <PresentationFormat>On-screen Show (4:3)</PresentationFormat>
  <Paragraphs>138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Office Theme</vt:lpstr>
      <vt:lpstr>COM4012M – Session Variables</vt:lpstr>
      <vt:lpstr>PHP Sessions</vt:lpstr>
      <vt:lpstr>Session Variables</vt:lpstr>
      <vt:lpstr>Session Variables vs Cookies</vt:lpstr>
      <vt:lpstr>Session Variable Purposes</vt:lpstr>
      <vt:lpstr>Starting a Session</vt:lpstr>
      <vt:lpstr>Modify a Session Variable</vt:lpstr>
      <vt:lpstr>Ending a Session</vt:lpstr>
      <vt:lpstr>Simple Login</vt:lpstr>
      <vt:lpstr>Simple Login Pt. 2</vt:lpstr>
      <vt:lpstr>Server Variables</vt:lpstr>
      <vt:lpstr>Server Variables</vt:lpstr>
      <vt:lpstr>Server Variables</vt:lpstr>
      <vt:lpstr>Common Server Variables</vt:lpstr>
      <vt:lpstr>Use of Server Variables</vt:lpstr>
      <vt:lpstr>Sourced</vt:lpstr>
    </vt:vector>
  </TitlesOfParts>
  <Company>York St John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1IT060 Developing Hypermedia</dc:title>
  <dc:creator>adkins</dc:creator>
  <cp:lastModifiedBy>Alec Wells</cp:lastModifiedBy>
  <cp:revision>85</cp:revision>
  <dcterms:created xsi:type="dcterms:W3CDTF">2004-02-03T17:25:57Z</dcterms:created>
  <dcterms:modified xsi:type="dcterms:W3CDTF">2024-04-21T23:13:53Z</dcterms:modified>
</cp:coreProperties>
</file>