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9" r:id="rId4"/>
    <p:sldId id="260" r:id="rId5"/>
    <p:sldId id="296" r:id="rId6"/>
    <p:sldId id="261" r:id="rId7"/>
    <p:sldId id="292" r:id="rId8"/>
    <p:sldId id="293" r:id="rId9"/>
    <p:sldId id="294" r:id="rId10"/>
    <p:sldId id="295" r:id="rId11"/>
    <p:sldId id="297" r:id="rId12"/>
    <p:sldId id="265" r:id="rId13"/>
    <p:sldId id="266" r:id="rId14"/>
    <p:sldId id="290" r:id="rId15"/>
    <p:sldId id="267" r:id="rId16"/>
    <p:sldId id="268" r:id="rId17"/>
    <p:sldId id="270" r:id="rId18"/>
    <p:sldId id="271" r:id="rId19"/>
    <p:sldId id="272" r:id="rId20"/>
    <p:sldId id="273" r:id="rId21"/>
    <p:sldId id="274" r:id="rId22"/>
    <p:sldId id="275" r:id="rId23"/>
    <p:sldId id="276" r:id="rId24"/>
    <p:sldId id="277" r:id="rId25"/>
    <p:sldId id="280" r:id="rId26"/>
    <p:sldId id="278" r:id="rId27"/>
    <p:sldId id="291" r:id="rId28"/>
    <p:sldId id="279" r:id="rId29"/>
    <p:sldId id="281" r:id="rId30"/>
    <p:sldId id="282" r:id="rId31"/>
    <p:sldId id="283" r:id="rId32"/>
    <p:sldId id="284" r:id="rId33"/>
    <p:sldId id="286" r:id="rId34"/>
    <p:sldId id="287" r:id="rId35"/>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34573"/>
    <p:restoredTop sz="86441"/>
  </p:normalViewPr>
  <p:slideViewPr>
    <p:cSldViewPr>
      <p:cViewPr varScale="1">
        <p:scale>
          <a:sx n="90" d="100"/>
          <a:sy n="90" d="100"/>
        </p:scale>
        <p:origin x="192" y="224"/>
      </p:cViewPr>
      <p:guideLst>
        <p:guide orient="horz" pos="2880"/>
        <p:guide pos="2160"/>
      </p:guideLst>
    </p:cSldViewPr>
  </p:slideViewPr>
  <p:outlineViewPr>
    <p:cViewPr>
      <p:scale>
        <a:sx n="33" d="100"/>
        <a:sy n="33" d="100"/>
      </p:scale>
      <p:origin x="0" y="-14056"/>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373564" y="714562"/>
            <a:ext cx="2396870" cy="518794"/>
          </a:xfrm>
          <a:prstGeom prst="rect">
            <a:avLst/>
          </a:prstGeom>
        </p:spPr>
        <p:txBody>
          <a:bodyPr wrap="square" lIns="0" tIns="0" rIns="0" bIns="0">
            <a:spAutoFit/>
          </a:bodyPr>
          <a:lstStyle>
            <a:lvl1pPr>
              <a:defRPr b="0" i="0">
                <a:solidFill>
                  <a:schemeClr val="tx1"/>
                </a:solidFill>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4/2/25</a:t>
            </a:fld>
            <a:endParaRPr lang="en-US"/>
          </a:p>
        </p:txBody>
      </p:sp>
      <p:sp>
        <p:nvSpPr>
          <p:cNvPr id="6" name="Holder 6"/>
          <p:cNvSpPr>
            <a:spLocks noGrp="1"/>
          </p:cNvSpPr>
          <p:nvPr>
            <p:ph type="sldNum" sz="quarter" idx="7"/>
          </p:nvPr>
        </p:nvSpPr>
        <p:spPr/>
        <p:txBody>
          <a:bodyPr lIns="0" tIns="0" rIns="0" bIns="0"/>
          <a:lstStyle>
            <a:lvl1pPr>
              <a:defRPr sz="1200" b="0" i="0">
                <a:solidFill>
                  <a:srgbClr val="898989"/>
                </a:solidFill>
                <a:latin typeface="Calibri"/>
                <a:cs typeface="Calibri"/>
              </a:defRPr>
            </a:lvl1pPr>
          </a:lstStyle>
          <a:p>
            <a:pPr marL="38100">
              <a:lnSpc>
                <a:spcPct val="100000"/>
              </a:lnSpc>
              <a:spcBef>
                <a:spcPts val="40"/>
              </a:spcBef>
            </a:pPr>
            <a:fld id="{81D60167-4931-47E6-BA6A-407CBD079E47}" type="slidenum">
              <a:rPr dirty="0"/>
              <a:t>‹#›</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300" b="0" i="0">
                <a:solidFill>
                  <a:schemeClr val="tx1"/>
                </a:solidFill>
                <a:latin typeface="Calibri Light"/>
                <a:cs typeface="Calibri Light"/>
              </a:defRPr>
            </a:lvl1pPr>
          </a:lstStyle>
          <a:p>
            <a:endParaRPr/>
          </a:p>
        </p:txBody>
      </p:sp>
      <p:sp>
        <p:nvSpPr>
          <p:cNvPr id="3" name="Holder 3"/>
          <p:cNvSpPr>
            <a:spLocks noGrp="1"/>
          </p:cNvSpPr>
          <p:nvPr>
            <p:ph type="body" idx="1"/>
          </p:nvPr>
        </p:nvSpPr>
        <p:spPr/>
        <p:txBody>
          <a:bodyPr lIns="0" tIns="0" rIns="0" bIns="0"/>
          <a:lstStyle>
            <a:lvl1pPr>
              <a:defRPr sz="15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4/2/25</a:t>
            </a:fld>
            <a:endParaRPr lang="en-US"/>
          </a:p>
        </p:txBody>
      </p:sp>
      <p:sp>
        <p:nvSpPr>
          <p:cNvPr id="6" name="Holder 6"/>
          <p:cNvSpPr>
            <a:spLocks noGrp="1"/>
          </p:cNvSpPr>
          <p:nvPr>
            <p:ph type="sldNum" sz="quarter" idx="7"/>
          </p:nvPr>
        </p:nvSpPr>
        <p:spPr/>
        <p:txBody>
          <a:bodyPr lIns="0" tIns="0" rIns="0" bIns="0"/>
          <a:lstStyle>
            <a:lvl1pPr>
              <a:defRPr sz="1200" b="0" i="0">
                <a:solidFill>
                  <a:srgbClr val="898989"/>
                </a:solidFill>
                <a:latin typeface="Calibri"/>
                <a:cs typeface="Calibri"/>
              </a:defRPr>
            </a:lvl1pPr>
          </a:lstStyle>
          <a:p>
            <a:pPr marL="38100">
              <a:lnSpc>
                <a:spcPct val="100000"/>
              </a:lnSpc>
              <a:spcBef>
                <a:spcPts val="40"/>
              </a:spcBef>
            </a:pPr>
            <a:fld id="{81D60167-4931-47E6-BA6A-407CBD079E47}" type="slidenum">
              <a:rPr dirty="0"/>
              <a:t>‹#›</a:t>
            </a:fld>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Two Content">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363072" y="470924"/>
            <a:ext cx="3286125" cy="5892165"/>
          </a:xfrm>
          <a:custGeom>
            <a:avLst/>
            <a:gdLst/>
            <a:ahLst/>
            <a:cxnLst/>
            <a:rect l="l" t="t" r="r" b="b"/>
            <a:pathLst>
              <a:path w="3286125" h="5892165">
                <a:moveTo>
                  <a:pt x="3118220" y="0"/>
                </a:moveTo>
                <a:lnTo>
                  <a:pt x="0" y="0"/>
                </a:lnTo>
                <a:lnTo>
                  <a:pt x="0" y="5892103"/>
                </a:lnTo>
                <a:lnTo>
                  <a:pt x="3119347" y="5892103"/>
                </a:lnTo>
                <a:lnTo>
                  <a:pt x="3124858" y="5844464"/>
                </a:lnTo>
                <a:lnTo>
                  <a:pt x="3133326" y="5768188"/>
                </a:lnTo>
                <a:lnTo>
                  <a:pt x="3152968" y="5569627"/>
                </a:lnTo>
                <a:lnTo>
                  <a:pt x="3164260" y="5450370"/>
                </a:lnTo>
                <a:lnTo>
                  <a:pt x="3176138" y="5315979"/>
                </a:lnTo>
                <a:lnTo>
                  <a:pt x="3188724" y="5169481"/>
                </a:lnTo>
                <a:lnTo>
                  <a:pt x="3201308" y="5010269"/>
                </a:lnTo>
                <a:lnTo>
                  <a:pt x="3214128" y="4840767"/>
                </a:lnTo>
                <a:lnTo>
                  <a:pt x="3226007" y="4657945"/>
                </a:lnTo>
                <a:lnTo>
                  <a:pt x="3237416" y="4466649"/>
                </a:lnTo>
                <a:lnTo>
                  <a:pt x="3247766" y="4264456"/>
                </a:lnTo>
                <a:lnTo>
                  <a:pt x="3257645" y="4053789"/>
                </a:lnTo>
                <a:lnTo>
                  <a:pt x="3266937" y="3834041"/>
                </a:lnTo>
                <a:lnTo>
                  <a:pt x="3270230" y="3721442"/>
                </a:lnTo>
                <a:lnTo>
                  <a:pt x="3273876" y="3606422"/>
                </a:lnTo>
                <a:lnTo>
                  <a:pt x="3277287" y="3489586"/>
                </a:lnTo>
                <a:lnTo>
                  <a:pt x="3279521" y="3372145"/>
                </a:lnTo>
                <a:lnTo>
                  <a:pt x="3283638" y="3131210"/>
                </a:lnTo>
                <a:lnTo>
                  <a:pt x="3285049" y="3007715"/>
                </a:lnTo>
                <a:lnTo>
                  <a:pt x="3285049" y="2883010"/>
                </a:lnTo>
                <a:lnTo>
                  <a:pt x="3285756" y="2757092"/>
                </a:lnTo>
                <a:lnTo>
                  <a:pt x="3285049" y="2629965"/>
                </a:lnTo>
                <a:lnTo>
                  <a:pt x="3282344" y="2372080"/>
                </a:lnTo>
                <a:lnTo>
                  <a:pt x="3276581" y="2109350"/>
                </a:lnTo>
                <a:lnTo>
                  <a:pt x="3273170" y="1977381"/>
                </a:lnTo>
                <a:lnTo>
                  <a:pt x="3268348" y="1844200"/>
                </a:lnTo>
                <a:lnTo>
                  <a:pt x="3262584" y="1709808"/>
                </a:lnTo>
                <a:lnTo>
                  <a:pt x="3257057" y="1574812"/>
                </a:lnTo>
                <a:lnTo>
                  <a:pt x="3250000" y="1439815"/>
                </a:lnTo>
                <a:lnTo>
                  <a:pt x="3233065" y="1168005"/>
                </a:lnTo>
                <a:lnTo>
                  <a:pt x="3223301" y="1030587"/>
                </a:lnTo>
                <a:lnTo>
                  <a:pt x="3212598" y="892563"/>
                </a:lnTo>
                <a:lnTo>
                  <a:pt x="3201308" y="756354"/>
                </a:lnTo>
                <a:lnTo>
                  <a:pt x="3188134" y="618332"/>
                </a:lnTo>
                <a:lnTo>
                  <a:pt x="3160024" y="342889"/>
                </a:lnTo>
                <a:lnTo>
                  <a:pt x="3143677" y="205472"/>
                </a:lnTo>
                <a:lnTo>
                  <a:pt x="3126975" y="68658"/>
                </a:lnTo>
                <a:lnTo>
                  <a:pt x="3118220" y="0"/>
                </a:lnTo>
                <a:close/>
              </a:path>
            </a:pathLst>
          </a:custGeom>
          <a:solidFill>
            <a:srgbClr val="404040"/>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4300" b="0" i="0">
                <a:solidFill>
                  <a:schemeClr val="tx1"/>
                </a:solidFill>
                <a:latin typeface="Calibri Light"/>
                <a:cs typeface="Calibri Light"/>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4/2/25</a:t>
            </a:fld>
            <a:endParaRPr lang="en-US"/>
          </a:p>
        </p:txBody>
      </p:sp>
      <p:sp>
        <p:nvSpPr>
          <p:cNvPr id="7" name="Holder 7"/>
          <p:cNvSpPr>
            <a:spLocks noGrp="1"/>
          </p:cNvSpPr>
          <p:nvPr>
            <p:ph type="sldNum" sz="quarter" idx="7"/>
          </p:nvPr>
        </p:nvSpPr>
        <p:spPr/>
        <p:txBody>
          <a:bodyPr lIns="0" tIns="0" rIns="0" bIns="0"/>
          <a:lstStyle>
            <a:lvl1pPr>
              <a:defRPr sz="1200" b="0" i="0">
                <a:solidFill>
                  <a:srgbClr val="898989"/>
                </a:solidFill>
                <a:latin typeface="Calibri"/>
                <a:cs typeface="Calibri"/>
              </a:defRPr>
            </a:lvl1pPr>
          </a:lstStyle>
          <a:p>
            <a:pPr marL="38100">
              <a:lnSpc>
                <a:spcPct val="100000"/>
              </a:lnSpc>
              <a:spcBef>
                <a:spcPts val="40"/>
              </a:spcBef>
            </a:pPr>
            <a:fld id="{81D60167-4931-47E6-BA6A-407CBD079E47}" type="slidenum">
              <a:rPr dirty="0"/>
              <a:t>‹#›</a:t>
            </a:fld>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300" b="0" i="0">
                <a:solidFill>
                  <a:schemeClr val="tx1"/>
                </a:solidFill>
                <a:latin typeface="Calibri Light"/>
                <a:cs typeface="Calibri Light"/>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4/2/25</a:t>
            </a:fld>
            <a:endParaRPr lang="en-US"/>
          </a:p>
        </p:txBody>
      </p:sp>
      <p:sp>
        <p:nvSpPr>
          <p:cNvPr id="5" name="Holder 5"/>
          <p:cNvSpPr>
            <a:spLocks noGrp="1"/>
          </p:cNvSpPr>
          <p:nvPr>
            <p:ph type="sldNum" sz="quarter" idx="7"/>
          </p:nvPr>
        </p:nvSpPr>
        <p:spPr/>
        <p:txBody>
          <a:bodyPr lIns="0" tIns="0" rIns="0" bIns="0"/>
          <a:lstStyle>
            <a:lvl1pPr>
              <a:defRPr sz="1200" b="0" i="0">
                <a:solidFill>
                  <a:srgbClr val="898989"/>
                </a:solidFill>
                <a:latin typeface="Calibri"/>
                <a:cs typeface="Calibri"/>
              </a:defRPr>
            </a:lvl1pPr>
          </a:lstStyle>
          <a:p>
            <a:pPr marL="38100">
              <a:lnSpc>
                <a:spcPct val="100000"/>
              </a:lnSpc>
              <a:spcBef>
                <a:spcPts val="40"/>
              </a:spcBef>
            </a:pPr>
            <a:fld id="{81D60167-4931-47E6-BA6A-407CBD079E47}" type="slidenum">
              <a:rPr dirty="0"/>
              <a:t>‹#›</a:t>
            </a:fld>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4/2/25</a:t>
            </a:fld>
            <a:endParaRPr lang="en-US"/>
          </a:p>
        </p:txBody>
      </p:sp>
      <p:sp>
        <p:nvSpPr>
          <p:cNvPr id="4" name="Holder 4"/>
          <p:cNvSpPr>
            <a:spLocks noGrp="1"/>
          </p:cNvSpPr>
          <p:nvPr>
            <p:ph type="sldNum" sz="quarter" idx="7"/>
          </p:nvPr>
        </p:nvSpPr>
        <p:spPr/>
        <p:txBody>
          <a:bodyPr lIns="0" tIns="0" rIns="0" bIns="0"/>
          <a:lstStyle>
            <a:lvl1pPr>
              <a:defRPr sz="1200" b="0" i="0">
                <a:solidFill>
                  <a:srgbClr val="898989"/>
                </a:solidFill>
                <a:latin typeface="Calibri"/>
                <a:cs typeface="Calibri"/>
              </a:defRPr>
            </a:lvl1pPr>
          </a:lstStyle>
          <a:p>
            <a:pPr marL="38100">
              <a:lnSpc>
                <a:spcPct val="100000"/>
              </a:lnSpc>
              <a:spcBef>
                <a:spcPts val="40"/>
              </a:spcBef>
            </a:pPr>
            <a:fld id="{81D60167-4931-47E6-BA6A-407CBD079E47}" type="slidenum">
              <a:rPr dirty="0"/>
              <a:t>‹#›</a:t>
            </a:fld>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707390" y="309371"/>
            <a:ext cx="7729219" cy="1293495"/>
          </a:xfrm>
          <a:prstGeom prst="rect">
            <a:avLst/>
          </a:prstGeom>
        </p:spPr>
        <p:txBody>
          <a:bodyPr wrap="square" lIns="0" tIns="0" rIns="0" bIns="0">
            <a:spAutoFit/>
          </a:bodyPr>
          <a:lstStyle>
            <a:lvl1pPr>
              <a:defRPr sz="4300" b="0" i="0">
                <a:solidFill>
                  <a:schemeClr val="tx1"/>
                </a:solidFill>
                <a:latin typeface="Calibri Light"/>
                <a:cs typeface="Calibri Light"/>
              </a:defRPr>
            </a:lvl1pPr>
          </a:lstStyle>
          <a:p>
            <a:endParaRPr/>
          </a:p>
        </p:txBody>
      </p:sp>
      <p:sp>
        <p:nvSpPr>
          <p:cNvPr id="3" name="Holder 3"/>
          <p:cNvSpPr>
            <a:spLocks noGrp="1"/>
          </p:cNvSpPr>
          <p:nvPr>
            <p:ph type="body" idx="1"/>
          </p:nvPr>
        </p:nvSpPr>
        <p:spPr>
          <a:xfrm>
            <a:off x="861061" y="1653031"/>
            <a:ext cx="7421877" cy="3978910"/>
          </a:xfrm>
          <a:prstGeom prst="rect">
            <a:avLst/>
          </a:prstGeom>
        </p:spPr>
        <p:txBody>
          <a:bodyPr wrap="square" lIns="0" tIns="0" rIns="0" bIns="0">
            <a:spAutoFit/>
          </a:bodyPr>
          <a:lstStyle>
            <a:lvl1pPr>
              <a:defRPr sz="1500" b="0" i="0">
                <a:solidFill>
                  <a:schemeClr val="tx1"/>
                </a:solidFill>
                <a:latin typeface="Calibri"/>
                <a:cs typeface="Calibri"/>
              </a:defRPr>
            </a:lvl1pPr>
          </a:lstStyle>
          <a:p>
            <a:endParaRPr/>
          </a:p>
        </p:txBody>
      </p:sp>
      <p:sp>
        <p:nvSpPr>
          <p:cNvPr id="4" name="Holder 4"/>
          <p:cNvSpPr>
            <a:spLocks noGrp="1"/>
          </p:cNvSpPr>
          <p:nvPr>
            <p:ph type="ftr" sz="quarter" idx="5"/>
          </p:nvPr>
        </p:nvSpPr>
        <p:spPr>
          <a:xfrm>
            <a:off x="3108960" y="6377940"/>
            <a:ext cx="292608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4/2/25</a:t>
            </a:fld>
            <a:endParaRPr lang="en-US"/>
          </a:p>
        </p:txBody>
      </p:sp>
      <p:sp>
        <p:nvSpPr>
          <p:cNvPr id="6" name="Holder 6"/>
          <p:cNvSpPr>
            <a:spLocks noGrp="1"/>
          </p:cNvSpPr>
          <p:nvPr>
            <p:ph type="sldNum" sz="quarter" idx="7"/>
          </p:nvPr>
        </p:nvSpPr>
        <p:spPr>
          <a:xfrm>
            <a:off x="8375013" y="6428920"/>
            <a:ext cx="231775" cy="211454"/>
          </a:xfrm>
          <a:prstGeom prst="rect">
            <a:avLst/>
          </a:prstGeom>
        </p:spPr>
        <p:txBody>
          <a:bodyPr wrap="square" lIns="0" tIns="0" rIns="0" bIns="0">
            <a:spAutoFit/>
          </a:bodyPr>
          <a:lstStyle>
            <a:lvl1pPr>
              <a:defRPr sz="1200" b="0" i="0">
                <a:solidFill>
                  <a:srgbClr val="898989"/>
                </a:solidFill>
                <a:latin typeface="Calibri"/>
                <a:cs typeface="Calibri"/>
              </a:defRPr>
            </a:lvl1pPr>
          </a:lstStyle>
          <a:p>
            <a:pPr marL="38100">
              <a:lnSpc>
                <a:spcPct val="100000"/>
              </a:lnSpc>
              <a:spcBef>
                <a:spcPts val="40"/>
              </a:spcBef>
            </a:pPr>
            <a:fld id="{81D60167-4931-47E6-BA6A-407CBD079E47}" type="slidenum">
              <a:rPr dirty="0"/>
              <a:t>‹#›</a:t>
            </a:fld>
            <a:endParaRPr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hyperlink" Target="http://www.odannyboy.com/blog/archives/001000.html" TargetMode="External"/><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www.odannyboy.com/blog/archives/001000.html"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hyperlink" Target="http://www.asktog.com/"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www.asktog.com/basics/firstPrinciples.html"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www.asktog.com/basics/firstPrinciples.html"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www.asktog.com/basics/firstPrinciples.html"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www.asktog.com/basics/firstPrinciples.html"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miro.com/templates/low-fidelity-wireframes/"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www.nngroup.com/articles/usability-testing-101/"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http://www.youtube.com/watch?v=xPzpIRZAWUc" TargetMode="Externa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hyperlink" Target="http://www.steptwo.com.au/papers/kmc_whatisinfoarch/index.html"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hyperlink" Target="https://www.optimalworkshop.com/optimalsort/"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hyperlink" Target="http://digestwebdesign.com/sitemap.html"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hyperlink" Target="http://www.sampletemplates.com/business-templates/website-storyboard.html"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hyperlink" Target="http://www.sampletemplates.com/business-templates/website-storyboard.html" TargetMode="External"/><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hyperlink" Target="http://www.distilled.net/" TargetMode="Externa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34.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hyperlink" Target="http://www.alandix.com/academic/teaching/rome2003/docs/rome-ch05.pdf" TargetMode="External"/><Relationship Id="rId2" Type="http://schemas.openxmlformats.org/officeDocument/2006/relationships/image" Target="../media/image19.png"/><Relationship Id="rId1" Type="http://schemas.openxmlformats.org/officeDocument/2006/relationships/slideLayout" Target="../slideLayouts/slideLayout2.xml"/><Relationship Id="rId6" Type="http://schemas.openxmlformats.org/officeDocument/2006/relationships/hyperlink" Target="http://www.wired.com/2010/02/information-architecture-tutorial-lesson-1/" TargetMode="External"/><Relationship Id="rId5" Type="http://schemas.openxmlformats.org/officeDocument/2006/relationships/hyperlink" Target="http://www.oreilly.com/library/view/designing-web-navigation/9780596528102/" TargetMode="External"/><Relationship Id="rId4" Type="http://schemas.openxmlformats.org/officeDocument/2006/relationships/hyperlink" Target="http://www.designinginteractions.com/download" TargetMode="Externa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a:extLst>
              <a:ext uri="{C183D7F6-B498-43B3-948B-1728B52AA6E4}">
                <adec:decorative xmlns:adec="http://schemas.microsoft.com/office/drawing/2017/decorative" val="1"/>
              </a:ext>
            </a:extLst>
          </p:cNvPr>
          <p:cNvSpPr/>
          <p:nvPr/>
        </p:nvSpPr>
        <p:spPr>
          <a:xfrm>
            <a:off x="0" y="0"/>
            <a:ext cx="9144000" cy="6858000"/>
          </a:xfrm>
          <a:custGeom>
            <a:avLst/>
            <a:gdLst/>
            <a:ahLst/>
            <a:cxnLst/>
            <a:rect l="l" t="t" r="r" b="b"/>
            <a:pathLst>
              <a:path w="9144000" h="6858000">
                <a:moveTo>
                  <a:pt x="9144000" y="0"/>
                </a:moveTo>
                <a:lnTo>
                  <a:pt x="0" y="0"/>
                </a:lnTo>
                <a:lnTo>
                  <a:pt x="0" y="6857999"/>
                </a:lnTo>
                <a:lnTo>
                  <a:pt x="9144000" y="6857999"/>
                </a:lnTo>
                <a:lnTo>
                  <a:pt x="9144000" y="0"/>
                </a:lnTo>
                <a:close/>
              </a:path>
            </a:pathLst>
          </a:custGeom>
          <a:solidFill>
            <a:srgbClr val="3F3F3F"/>
          </a:solidFill>
        </p:spPr>
        <p:txBody>
          <a:bodyPr wrap="square" lIns="0" tIns="0" rIns="0" bIns="0" rtlCol="0"/>
          <a:lstStyle/>
          <a:p>
            <a:endParaRPr/>
          </a:p>
        </p:txBody>
      </p:sp>
      <p:sp>
        <p:nvSpPr>
          <p:cNvPr id="3" name="object 3"/>
          <p:cNvSpPr txBox="1">
            <a:spLocks noGrp="1"/>
          </p:cNvSpPr>
          <p:nvPr>
            <p:ph type="title"/>
          </p:nvPr>
        </p:nvSpPr>
        <p:spPr>
          <a:xfrm>
            <a:off x="469265" y="1796795"/>
            <a:ext cx="4392295" cy="1562607"/>
          </a:xfrm>
          <a:prstGeom prst="rect">
            <a:avLst/>
          </a:prstGeom>
        </p:spPr>
        <p:txBody>
          <a:bodyPr vert="horz" wrap="square" lIns="0" tIns="46355" rIns="0" bIns="0" rtlCol="0">
            <a:spAutoFit/>
          </a:bodyPr>
          <a:lstStyle/>
          <a:p>
            <a:pPr marL="12700">
              <a:lnSpc>
                <a:spcPct val="100000"/>
              </a:lnSpc>
              <a:spcBef>
                <a:spcPts val="365"/>
              </a:spcBef>
            </a:pPr>
            <a:r>
              <a:rPr sz="3200" spc="-30" dirty="0">
                <a:solidFill>
                  <a:srgbClr val="FFFFFF"/>
                </a:solidFill>
              </a:rPr>
              <a:t>Week</a:t>
            </a:r>
            <a:r>
              <a:rPr sz="3200" spc="-35" dirty="0">
                <a:solidFill>
                  <a:srgbClr val="FFFFFF"/>
                </a:solidFill>
              </a:rPr>
              <a:t> </a:t>
            </a:r>
            <a:r>
              <a:rPr lang="nb-NO" sz="3200" spc="-35" dirty="0">
                <a:solidFill>
                  <a:srgbClr val="FFFFFF"/>
                </a:solidFill>
              </a:rPr>
              <a:t>5</a:t>
            </a:r>
            <a:br>
              <a:rPr lang="nb-NO" sz="3200" spc="-35" dirty="0">
                <a:solidFill>
                  <a:srgbClr val="FFFFFF"/>
                </a:solidFill>
              </a:rPr>
            </a:br>
            <a:endParaRPr sz="3200" dirty="0"/>
          </a:p>
          <a:p>
            <a:pPr marL="12700">
              <a:lnSpc>
                <a:spcPct val="100000"/>
              </a:lnSpc>
              <a:spcBef>
                <a:spcPts val="260"/>
              </a:spcBef>
            </a:pPr>
            <a:r>
              <a:rPr sz="3200" dirty="0">
                <a:solidFill>
                  <a:srgbClr val="FFFFFF"/>
                </a:solidFill>
              </a:rPr>
              <a:t>User</a:t>
            </a:r>
            <a:r>
              <a:rPr sz="3200" spc="-25" dirty="0">
                <a:solidFill>
                  <a:srgbClr val="FFFFFF"/>
                </a:solidFill>
              </a:rPr>
              <a:t> </a:t>
            </a:r>
            <a:r>
              <a:rPr sz="3200" spc="-5" dirty="0">
                <a:solidFill>
                  <a:srgbClr val="FFFFFF"/>
                </a:solidFill>
              </a:rPr>
              <a:t>Experience:</a:t>
            </a:r>
            <a:r>
              <a:rPr sz="3200" spc="-20" dirty="0">
                <a:solidFill>
                  <a:srgbClr val="FFFFFF"/>
                </a:solidFill>
              </a:rPr>
              <a:t> </a:t>
            </a:r>
            <a:r>
              <a:rPr sz="3200" spc="-10" dirty="0">
                <a:solidFill>
                  <a:srgbClr val="FFFFFF"/>
                </a:solidFill>
              </a:rPr>
              <a:t>Structure</a:t>
            </a:r>
            <a:endParaRPr sz="3200" dirty="0"/>
          </a:p>
        </p:txBody>
      </p:sp>
      <p:sp>
        <p:nvSpPr>
          <p:cNvPr id="4" name="object 4">
            <a:extLst>
              <a:ext uri="{C183D7F6-B498-43B3-948B-1728B52AA6E4}">
                <adec:decorative xmlns:adec="http://schemas.microsoft.com/office/drawing/2017/decorative" val="1"/>
              </a:ext>
            </a:extLst>
          </p:cNvPr>
          <p:cNvSpPr/>
          <p:nvPr/>
        </p:nvSpPr>
        <p:spPr>
          <a:xfrm>
            <a:off x="298563" y="325741"/>
            <a:ext cx="411480" cy="411480"/>
          </a:xfrm>
          <a:custGeom>
            <a:avLst/>
            <a:gdLst/>
            <a:ahLst/>
            <a:cxnLst/>
            <a:rect l="l" t="t" r="r" b="b"/>
            <a:pathLst>
              <a:path w="411480" h="411480">
                <a:moveTo>
                  <a:pt x="205740" y="0"/>
                </a:moveTo>
                <a:lnTo>
                  <a:pt x="158565" y="5433"/>
                </a:lnTo>
                <a:lnTo>
                  <a:pt x="115260" y="20911"/>
                </a:lnTo>
                <a:lnTo>
                  <a:pt x="77060" y="45198"/>
                </a:lnTo>
                <a:lnTo>
                  <a:pt x="45198" y="77060"/>
                </a:lnTo>
                <a:lnTo>
                  <a:pt x="20911" y="115260"/>
                </a:lnTo>
                <a:lnTo>
                  <a:pt x="5433" y="158565"/>
                </a:lnTo>
                <a:lnTo>
                  <a:pt x="0" y="205739"/>
                </a:lnTo>
                <a:lnTo>
                  <a:pt x="5433" y="252914"/>
                </a:lnTo>
                <a:lnTo>
                  <a:pt x="20911" y="296219"/>
                </a:lnTo>
                <a:lnTo>
                  <a:pt x="45198" y="334419"/>
                </a:lnTo>
                <a:lnTo>
                  <a:pt x="77060" y="366281"/>
                </a:lnTo>
                <a:lnTo>
                  <a:pt x="115260" y="390568"/>
                </a:lnTo>
                <a:lnTo>
                  <a:pt x="158565" y="406046"/>
                </a:lnTo>
                <a:lnTo>
                  <a:pt x="205740" y="411479"/>
                </a:lnTo>
                <a:lnTo>
                  <a:pt x="252914" y="406046"/>
                </a:lnTo>
                <a:lnTo>
                  <a:pt x="296219" y="390568"/>
                </a:lnTo>
                <a:lnTo>
                  <a:pt x="334419" y="366281"/>
                </a:lnTo>
                <a:lnTo>
                  <a:pt x="366281" y="334419"/>
                </a:lnTo>
                <a:lnTo>
                  <a:pt x="390568" y="296219"/>
                </a:lnTo>
                <a:lnTo>
                  <a:pt x="406046" y="252914"/>
                </a:lnTo>
                <a:lnTo>
                  <a:pt x="411480" y="205739"/>
                </a:lnTo>
                <a:lnTo>
                  <a:pt x="406046" y="158565"/>
                </a:lnTo>
                <a:lnTo>
                  <a:pt x="390568" y="115260"/>
                </a:lnTo>
                <a:lnTo>
                  <a:pt x="366281" y="77060"/>
                </a:lnTo>
                <a:lnTo>
                  <a:pt x="334419" y="45198"/>
                </a:lnTo>
                <a:lnTo>
                  <a:pt x="296219" y="20911"/>
                </a:lnTo>
                <a:lnTo>
                  <a:pt x="252914" y="5433"/>
                </a:lnTo>
                <a:lnTo>
                  <a:pt x="205740" y="0"/>
                </a:lnTo>
                <a:close/>
              </a:path>
            </a:pathLst>
          </a:custGeom>
          <a:solidFill>
            <a:srgbClr val="7F7F7F"/>
          </a:solidFill>
        </p:spPr>
        <p:txBody>
          <a:bodyPr wrap="square" lIns="0" tIns="0" rIns="0" bIns="0" rtlCol="0"/>
          <a:lstStyle/>
          <a:p>
            <a:endParaRPr/>
          </a:p>
        </p:txBody>
      </p:sp>
      <p:sp>
        <p:nvSpPr>
          <p:cNvPr id="5" name="object 5"/>
          <p:cNvSpPr txBox="1"/>
          <p:nvPr/>
        </p:nvSpPr>
        <p:spPr>
          <a:xfrm>
            <a:off x="455090" y="432815"/>
            <a:ext cx="96520" cy="193040"/>
          </a:xfrm>
          <a:prstGeom prst="rect">
            <a:avLst/>
          </a:prstGeom>
        </p:spPr>
        <p:txBody>
          <a:bodyPr vert="horz" wrap="square" lIns="0" tIns="12700" rIns="0" bIns="0" rtlCol="0">
            <a:spAutoFit/>
          </a:bodyPr>
          <a:lstStyle/>
          <a:p>
            <a:pPr marL="12700">
              <a:lnSpc>
                <a:spcPct val="100000"/>
              </a:lnSpc>
              <a:spcBef>
                <a:spcPts val="100"/>
              </a:spcBef>
            </a:pPr>
            <a:r>
              <a:rPr sz="1100" dirty="0">
                <a:solidFill>
                  <a:srgbClr val="FFFFFF"/>
                </a:solidFill>
                <a:latin typeface="Calibri"/>
                <a:cs typeface="Calibri"/>
              </a:rPr>
              <a:t>1</a:t>
            </a:r>
            <a:endParaRPr sz="1100">
              <a:latin typeface="Calibri"/>
              <a:cs typeface="Calibri"/>
            </a:endParaRPr>
          </a:p>
        </p:txBody>
      </p:sp>
      <p:sp>
        <p:nvSpPr>
          <p:cNvPr id="6" name="object 6">
            <a:extLst>
              <a:ext uri="{C183D7F6-B498-43B3-948B-1728B52AA6E4}">
                <adec:decorative xmlns:adec="http://schemas.microsoft.com/office/drawing/2017/decorative" val="1"/>
              </a:ext>
            </a:extLst>
          </p:cNvPr>
          <p:cNvSpPr/>
          <p:nvPr/>
        </p:nvSpPr>
        <p:spPr>
          <a:xfrm>
            <a:off x="4734477" y="1783755"/>
            <a:ext cx="4410075" cy="5074285"/>
          </a:xfrm>
          <a:custGeom>
            <a:avLst/>
            <a:gdLst/>
            <a:ahLst/>
            <a:cxnLst/>
            <a:rect l="l" t="t" r="r" b="b"/>
            <a:pathLst>
              <a:path w="4410075" h="5074284">
                <a:moveTo>
                  <a:pt x="2596879" y="0"/>
                </a:moveTo>
                <a:lnTo>
                  <a:pt x="2548639" y="439"/>
                </a:lnTo>
                <a:lnTo>
                  <a:pt x="2500612" y="1751"/>
                </a:lnTo>
                <a:lnTo>
                  <a:pt x="2452806" y="3928"/>
                </a:lnTo>
                <a:lnTo>
                  <a:pt x="2405228" y="6964"/>
                </a:lnTo>
                <a:lnTo>
                  <a:pt x="2357886" y="10850"/>
                </a:lnTo>
                <a:lnTo>
                  <a:pt x="2310788" y="15579"/>
                </a:lnTo>
                <a:lnTo>
                  <a:pt x="2263941" y="21143"/>
                </a:lnTo>
                <a:lnTo>
                  <a:pt x="2217353" y="27535"/>
                </a:lnTo>
                <a:lnTo>
                  <a:pt x="2171032" y="34746"/>
                </a:lnTo>
                <a:lnTo>
                  <a:pt x="2124984" y="42770"/>
                </a:lnTo>
                <a:lnTo>
                  <a:pt x="2079218" y="51599"/>
                </a:lnTo>
                <a:lnTo>
                  <a:pt x="2033741" y="61225"/>
                </a:lnTo>
                <a:lnTo>
                  <a:pt x="1988560" y="71641"/>
                </a:lnTo>
                <a:lnTo>
                  <a:pt x="1943684" y="82839"/>
                </a:lnTo>
                <a:lnTo>
                  <a:pt x="1899120" y="94811"/>
                </a:lnTo>
                <a:lnTo>
                  <a:pt x="1854875" y="107551"/>
                </a:lnTo>
                <a:lnTo>
                  <a:pt x="1810958" y="121050"/>
                </a:lnTo>
                <a:lnTo>
                  <a:pt x="1767375" y="135300"/>
                </a:lnTo>
                <a:lnTo>
                  <a:pt x="1724134" y="150295"/>
                </a:lnTo>
                <a:lnTo>
                  <a:pt x="1681243" y="166026"/>
                </a:lnTo>
                <a:lnTo>
                  <a:pt x="1638709" y="182486"/>
                </a:lnTo>
                <a:lnTo>
                  <a:pt x="1596540" y="199668"/>
                </a:lnTo>
                <a:lnTo>
                  <a:pt x="1554744" y="217564"/>
                </a:lnTo>
                <a:lnTo>
                  <a:pt x="1513328" y="236165"/>
                </a:lnTo>
                <a:lnTo>
                  <a:pt x="1472300" y="255466"/>
                </a:lnTo>
                <a:lnTo>
                  <a:pt x="1431667" y="275457"/>
                </a:lnTo>
                <a:lnTo>
                  <a:pt x="1391437" y="296132"/>
                </a:lnTo>
                <a:lnTo>
                  <a:pt x="1351617" y="317483"/>
                </a:lnTo>
                <a:lnTo>
                  <a:pt x="1312216" y="339503"/>
                </a:lnTo>
                <a:lnTo>
                  <a:pt x="1273240" y="362183"/>
                </a:lnTo>
                <a:lnTo>
                  <a:pt x="1234697" y="385516"/>
                </a:lnTo>
                <a:lnTo>
                  <a:pt x="1196595" y="409495"/>
                </a:lnTo>
                <a:lnTo>
                  <a:pt x="1158942" y="434112"/>
                </a:lnTo>
                <a:lnTo>
                  <a:pt x="1121744" y="459359"/>
                </a:lnTo>
                <a:lnTo>
                  <a:pt x="1085010" y="485229"/>
                </a:lnTo>
                <a:lnTo>
                  <a:pt x="1048747" y="511714"/>
                </a:lnTo>
                <a:lnTo>
                  <a:pt x="1012963" y="538807"/>
                </a:lnTo>
                <a:lnTo>
                  <a:pt x="977666" y="566500"/>
                </a:lnTo>
                <a:lnTo>
                  <a:pt x="942862" y="594786"/>
                </a:lnTo>
                <a:lnTo>
                  <a:pt x="908559" y="623656"/>
                </a:lnTo>
                <a:lnTo>
                  <a:pt x="874766" y="653104"/>
                </a:lnTo>
                <a:lnTo>
                  <a:pt x="841489" y="683122"/>
                </a:lnTo>
                <a:lnTo>
                  <a:pt x="808737" y="713701"/>
                </a:lnTo>
                <a:lnTo>
                  <a:pt x="776516" y="744836"/>
                </a:lnTo>
                <a:lnTo>
                  <a:pt x="744835" y="776517"/>
                </a:lnTo>
                <a:lnTo>
                  <a:pt x="713701" y="808737"/>
                </a:lnTo>
                <a:lnTo>
                  <a:pt x="683121" y="841490"/>
                </a:lnTo>
                <a:lnTo>
                  <a:pt x="653104" y="874766"/>
                </a:lnTo>
                <a:lnTo>
                  <a:pt x="623656" y="908560"/>
                </a:lnTo>
                <a:lnTo>
                  <a:pt x="594785" y="942862"/>
                </a:lnTo>
                <a:lnTo>
                  <a:pt x="566500" y="977666"/>
                </a:lnTo>
                <a:lnTo>
                  <a:pt x="538807" y="1012964"/>
                </a:lnTo>
                <a:lnTo>
                  <a:pt x="511714" y="1048748"/>
                </a:lnTo>
                <a:lnTo>
                  <a:pt x="485229" y="1085011"/>
                </a:lnTo>
                <a:lnTo>
                  <a:pt x="459359" y="1121745"/>
                </a:lnTo>
                <a:lnTo>
                  <a:pt x="434111" y="1158942"/>
                </a:lnTo>
                <a:lnTo>
                  <a:pt x="409495" y="1196596"/>
                </a:lnTo>
                <a:lnTo>
                  <a:pt x="385516" y="1234698"/>
                </a:lnTo>
                <a:lnTo>
                  <a:pt x="362183" y="1273240"/>
                </a:lnTo>
                <a:lnTo>
                  <a:pt x="339502" y="1312216"/>
                </a:lnTo>
                <a:lnTo>
                  <a:pt x="317483" y="1351618"/>
                </a:lnTo>
                <a:lnTo>
                  <a:pt x="296132" y="1391437"/>
                </a:lnTo>
                <a:lnTo>
                  <a:pt x="275457" y="1431668"/>
                </a:lnTo>
                <a:lnTo>
                  <a:pt x="255466" y="1472301"/>
                </a:lnTo>
                <a:lnTo>
                  <a:pt x="236165" y="1513329"/>
                </a:lnTo>
                <a:lnTo>
                  <a:pt x="217563" y="1554745"/>
                </a:lnTo>
                <a:lnTo>
                  <a:pt x="199668" y="1596541"/>
                </a:lnTo>
                <a:lnTo>
                  <a:pt x="182486" y="1638710"/>
                </a:lnTo>
                <a:lnTo>
                  <a:pt x="166026" y="1681243"/>
                </a:lnTo>
                <a:lnTo>
                  <a:pt x="150295" y="1724134"/>
                </a:lnTo>
                <a:lnTo>
                  <a:pt x="135300" y="1767375"/>
                </a:lnTo>
                <a:lnTo>
                  <a:pt x="121049" y="1810958"/>
                </a:lnTo>
                <a:lnTo>
                  <a:pt x="107551" y="1854876"/>
                </a:lnTo>
                <a:lnTo>
                  <a:pt x="94811" y="1899120"/>
                </a:lnTo>
                <a:lnTo>
                  <a:pt x="82839" y="1943685"/>
                </a:lnTo>
                <a:lnTo>
                  <a:pt x="71641" y="1988561"/>
                </a:lnTo>
                <a:lnTo>
                  <a:pt x="61225" y="2033741"/>
                </a:lnTo>
                <a:lnTo>
                  <a:pt x="51599" y="2079218"/>
                </a:lnTo>
                <a:lnTo>
                  <a:pt x="42770" y="2124984"/>
                </a:lnTo>
                <a:lnTo>
                  <a:pt x="34746" y="2171032"/>
                </a:lnTo>
                <a:lnTo>
                  <a:pt x="27535" y="2217354"/>
                </a:lnTo>
                <a:lnTo>
                  <a:pt x="21143" y="2263942"/>
                </a:lnTo>
                <a:lnTo>
                  <a:pt x="15579" y="2310788"/>
                </a:lnTo>
                <a:lnTo>
                  <a:pt x="10850" y="2357886"/>
                </a:lnTo>
                <a:lnTo>
                  <a:pt x="6964" y="2405228"/>
                </a:lnTo>
                <a:lnTo>
                  <a:pt x="3928" y="2452806"/>
                </a:lnTo>
                <a:lnTo>
                  <a:pt x="1751" y="2500612"/>
                </a:lnTo>
                <a:lnTo>
                  <a:pt x="439" y="2548639"/>
                </a:lnTo>
                <a:lnTo>
                  <a:pt x="0" y="2596879"/>
                </a:lnTo>
                <a:lnTo>
                  <a:pt x="492" y="2647984"/>
                </a:lnTo>
                <a:lnTo>
                  <a:pt x="1965" y="2698849"/>
                </a:lnTo>
                <a:lnTo>
                  <a:pt x="4408" y="2749465"/>
                </a:lnTo>
                <a:lnTo>
                  <a:pt x="7813" y="2799824"/>
                </a:lnTo>
                <a:lnTo>
                  <a:pt x="12170" y="2849915"/>
                </a:lnTo>
                <a:lnTo>
                  <a:pt x="17471" y="2899730"/>
                </a:lnTo>
                <a:lnTo>
                  <a:pt x="23706" y="2949260"/>
                </a:lnTo>
                <a:lnTo>
                  <a:pt x="30867" y="2998496"/>
                </a:lnTo>
                <a:lnTo>
                  <a:pt x="38944" y="3047430"/>
                </a:lnTo>
                <a:lnTo>
                  <a:pt x="47929" y="3096050"/>
                </a:lnTo>
                <a:lnTo>
                  <a:pt x="57812" y="3144350"/>
                </a:lnTo>
                <a:lnTo>
                  <a:pt x="68585" y="3192320"/>
                </a:lnTo>
                <a:lnTo>
                  <a:pt x="80238" y="3239950"/>
                </a:lnTo>
                <a:lnTo>
                  <a:pt x="92762" y="3287233"/>
                </a:lnTo>
                <a:lnTo>
                  <a:pt x="106149" y="3334158"/>
                </a:lnTo>
                <a:lnTo>
                  <a:pt x="120389" y="3380717"/>
                </a:lnTo>
                <a:lnTo>
                  <a:pt x="135474" y="3426900"/>
                </a:lnTo>
                <a:lnTo>
                  <a:pt x="151394" y="3472700"/>
                </a:lnTo>
                <a:lnTo>
                  <a:pt x="168140" y="3518106"/>
                </a:lnTo>
                <a:lnTo>
                  <a:pt x="185703" y="3563110"/>
                </a:lnTo>
                <a:lnTo>
                  <a:pt x="204075" y="3607702"/>
                </a:lnTo>
                <a:lnTo>
                  <a:pt x="223246" y="3651874"/>
                </a:lnTo>
                <a:lnTo>
                  <a:pt x="243207" y="3695617"/>
                </a:lnTo>
                <a:lnTo>
                  <a:pt x="263949" y="3738921"/>
                </a:lnTo>
                <a:lnTo>
                  <a:pt x="285463" y="3781778"/>
                </a:lnTo>
                <a:lnTo>
                  <a:pt x="307741" y="3824179"/>
                </a:lnTo>
                <a:lnTo>
                  <a:pt x="330773" y="3866114"/>
                </a:lnTo>
                <a:lnTo>
                  <a:pt x="354549" y="3907574"/>
                </a:lnTo>
                <a:lnTo>
                  <a:pt x="379062" y="3948551"/>
                </a:lnTo>
                <a:lnTo>
                  <a:pt x="404302" y="3989036"/>
                </a:lnTo>
                <a:lnTo>
                  <a:pt x="430260" y="4029019"/>
                </a:lnTo>
                <a:lnTo>
                  <a:pt x="456927" y="4068491"/>
                </a:lnTo>
                <a:lnTo>
                  <a:pt x="484294" y="4107444"/>
                </a:lnTo>
                <a:lnTo>
                  <a:pt x="512352" y="4145869"/>
                </a:lnTo>
                <a:lnTo>
                  <a:pt x="541092" y="4183755"/>
                </a:lnTo>
                <a:lnTo>
                  <a:pt x="570504" y="4221095"/>
                </a:lnTo>
                <a:lnTo>
                  <a:pt x="600581" y="4257880"/>
                </a:lnTo>
                <a:lnTo>
                  <a:pt x="631313" y="4294099"/>
                </a:lnTo>
                <a:lnTo>
                  <a:pt x="662690" y="4329745"/>
                </a:lnTo>
                <a:lnTo>
                  <a:pt x="694704" y="4364809"/>
                </a:lnTo>
                <a:lnTo>
                  <a:pt x="727347" y="4399280"/>
                </a:lnTo>
                <a:lnTo>
                  <a:pt x="760608" y="4433151"/>
                </a:lnTo>
                <a:lnTo>
                  <a:pt x="794478" y="4466412"/>
                </a:lnTo>
                <a:lnTo>
                  <a:pt x="828950" y="4499054"/>
                </a:lnTo>
                <a:lnTo>
                  <a:pt x="864013" y="4531068"/>
                </a:lnTo>
                <a:lnTo>
                  <a:pt x="899659" y="4562446"/>
                </a:lnTo>
                <a:lnTo>
                  <a:pt x="935879" y="4593177"/>
                </a:lnTo>
                <a:lnTo>
                  <a:pt x="972663" y="4623254"/>
                </a:lnTo>
                <a:lnTo>
                  <a:pt x="1010003" y="4652667"/>
                </a:lnTo>
                <a:lnTo>
                  <a:pt x="1047890" y="4681407"/>
                </a:lnTo>
                <a:lnTo>
                  <a:pt x="1086314" y="4709465"/>
                </a:lnTo>
                <a:lnTo>
                  <a:pt x="1125267" y="4736832"/>
                </a:lnTo>
                <a:lnTo>
                  <a:pt x="1164740" y="4763498"/>
                </a:lnTo>
                <a:lnTo>
                  <a:pt x="1204723" y="4789456"/>
                </a:lnTo>
                <a:lnTo>
                  <a:pt x="1245207" y="4814696"/>
                </a:lnTo>
                <a:lnTo>
                  <a:pt x="1286184" y="4839209"/>
                </a:lnTo>
                <a:lnTo>
                  <a:pt x="1327645" y="4862986"/>
                </a:lnTo>
                <a:lnTo>
                  <a:pt x="1369580" y="4886018"/>
                </a:lnTo>
                <a:lnTo>
                  <a:pt x="1411980" y="4908295"/>
                </a:lnTo>
                <a:lnTo>
                  <a:pt x="1454837" y="4929810"/>
                </a:lnTo>
                <a:lnTo>
                  <a:pt x="1498142" y="4950552"/>
                </a:lnTo>
                <a:lnTo>
                  <a:pt x="1541885" y="4970513"/>
                </a:lnTo>
                <a:lnTo>
                  <a:pt x="1586057" y="4989684"/>
                </a:lnTo>
                <a:lnTo>
                  <a:pt x="1817090" y="5074243"/>
                </a:lnTo>
                <a:lnTo>
                  <a:pt x="3376667" y="5074243"/>
                </a:lnTo>
                <a:lnTo>
                  <a:pt x="3607700" y="4989684"/>
                </a:lnTo>
                <a:lnTo>
                  <a:pt x="3654070" y="4969533"/>
                </a:lnTo>
                <a:lnTo>
                  <a:pt x="3699965" y="4948512"/>
                </a:lnTo>
                <a:lnTo>
                  <a:pt x="3745377" y="4926631"/>
                </a:lnTo>
                <a:lnTo>
                  <a:pt x="3790293" y="4903900"/>
                </a:lnTo>
                <a:lnTo>
                  <a:pt x="3834705" y="4880330"/>
                </a:lnTo>
                <a:lnTo>
                  <a:pt x="3878601" y="4855930"/>
                </a:lnTo>
                <a:lnTo>
                  <a:pt x="3921970" y="4830713"/>
                </a:lnTo>
                <a:lnTo>
                  <a:pt x="3964803" y="4804687"/>
                </a:lnTo>
                <a:lnTo>
                  <a:pt x="4007090" y="4777863"/>
                </a:lnTo>
                <a:lnTo>
                  <a:pt x="4048818" y="4750253"/>
                </a:lnTo>
                <a:lnTo>
                  <a:pt x="4089979" y="4721865"/>
                </a:lnTo>
                <a:lnTo>
                  <a:pt x="4130562" y="4692712"/>
                </a:lnTo>
                <a:lnTo>
                  <a:pt x="4170555" y="4662802"/>
                </a:lnTo>
                <a:lnTo>
                  <a:pt x="4209950" y="4632148"/>
                </a:lnTo>
                <a:lnTo>
                  <a:pt x="4248735" y="4600758"/>
                </a:lnTo>
                <a:lnTo>
                  <a:pt x="4409523" y="4454624"/>
                </a:lnTo>
                <a:lnTo>
                  <a:pt x="4409523" y="739134"/>
                </a:lnTo>
                <a:lnTo>
                  <a:pt x="4248735" y="593001"/>
                </a:lnTo>
                <a:lnTo>
                  <a:pt x="4211036" y="562473"/>
                </a:lnTo>
                <a:lnTo>
                  <a:pt x="4172760" y="532640"/>
                </a:lnTo>
                <a:lnTo>
                  <a:pt x="4133917" y="503510"/>
                </a:lnTo>
                <a:lnTo>
                  <a:pt x="4094517" y="475095"/>
                </a:lnTo>
                <a:lnTo>
                  <a:pt x="4054569" y="447402"/>
                </a:lnTo>
                <a:lnTo>
                  <a:pt x="4014084" y="420443"/>
                </a:lnTo>
                <a:lnTo>
                  <a:pt x="3973069" y="394225"/>
                </a:lnTo>
                <a:lnTo>
                  <a:pt x="3931536" y="368760"/>
                </a:lnTo>
                <a:lnTo>
                  <a:pt x="3889493" y="344056"/>
                </a:lnTo>
                <a:lnTo>
                  <a:pt x="3846951" y="320124"/>
                </a:lnTo>
                <a:lnTo>
                  <a:pt x="3803918" y="296972"/>
                </a:lnTo>
                <a:lnTo>
                  <a:pt x="3760405" y="274611"/>
                </a:lnTo>
                <a:lnTo>
                  <a:pt x="3716421" y="253049"/>
                </a:lnTo>
                <a:lnTo>
                  <a:pt x="3671976" y="232297"/>
                </a:lnTo>
                <a:lnTo>
                  <a:pt x="3627079" y="212365"/>
                </a:lnTo>
                <a:lnTo>
                  <a:pt x="3581740" y="193261"/>
                </a:lnTo>
                <a:lnTo>
                  <a:pt x="3535968" y="174995"/>
                </a:lnTo>
                <a:lnTo>
                  <a:pt x="3489773" y="157577"/>
                </a:lnTo>
                <a:lnTo>
                  <a:pt x="3443165" y="141017"/>
                </a:lnTo>
                <a:lnTo>
                  <a:pt x="3396153" y="125324"/>
                </a:lnTo>
                <a:lnTo>
                  <a:pt x="3348747" y="110508"/>
                </a:lnTo>
                <a:lnTo>
                  <a:pt x="3300956" y="96578"/>
                </a:lnTo>
                <a:lnTo>
                  <a:pt x="3252790" y="83544"/>
                </a:lnTo>
                <a:lnTo>
                  <a:pt x="3204259" y="71416"/>
                </a:lnTo>
                <a:lnTo>
                  <a:pt x="3155372" y="60203"/>
                </a:lnTo>
                <a:lnTo>
                  <a:pt x="3106139" y="49914"/>
                </a:lnTo>
                <a:lnTo>
                  <a:pt x="3056570" y="40560"/>
                </a:lnTo>
                <a:lnTo>
                  <a:pt x="3006673" y="32150"/>
                </a:lnTo>
                <a:lnTo>
                  <a:pt x="2956459" y="24693"/>
                </a:lnTo>
                <a:lnTo>
                  <a:pt x="2905937" y="18199"/>
                </a:lnTo>
                <a:lnTo>
                  <a:pt x="2855117" y="12678"/>
                </a:lnTo>
                <a:lnTo>
                  <a:pt x="2804008" y="8139"/>
                </a:lnTo>
                <a:lnTo>
                  <a:pt x="2752620" y="4593"/>
                </a:lnTo>
                <a:lnTo>
                  <a:pt x="2700963" y="2047"/>
                </a:lnTo>
                <a:lnTo>
                  <a:pt x="2649046" y="513"/>
                </a:lnTo>
                <a:lnTo>
                  <a:pt x="2596879" y="0"/>
                </a:lnTo>
                <a:close/>
              </a:path>
            </a:pathLst>
          </a:custGeom>
          <a:solidFill>
            <a:srgbClr val="FFFFFF"/>
          </a:solidFill>
        </p:spPr>
        <p:txBody>
          <a:bodyPr wrap="square" lIns="0" tIns="0" rIns="0" bIns="0" rtlCol="0"/>
          <a:lstStyle/>
          <a:p>
            <a:endParaRPr/>
          </a:p>
        </p:txBody>
      </p:sp>
      <p:grpSp>
        <p:nvGrpSpPr>
          <p:cNvPr id="7" name="object 7">
            <a:extLst>
              <a:ext uri="{C183D7F6-B498-43B3-948B-1728B52AA6E4}">
                <adec:decorative xmlns:adec="http://schemas.microsoft.com/office/drawing/2017/decorative" val="1"/>
              </a:ext>
            </a:extLst>
          </p:cNvPr>
          <p:cNvGrpSpPr/>
          <p:nvPr/>
        </p:nvGrpSpPr>
        <p:grpSpPr>
          <a:xfrm>
            <a:off x="4585177" y="1634459"/>
            <a:ext cx="4559300" cy="5224145"/>
            <a:chOff x="4585177" y="1634459"/>
            <a:chExt cx="4559300" cy="5224145"/>
          </a:xfrm>
        </p:grpSpPr>
        <p:sp>
          <p:nvSpPr>
            <p:cNvPr id="8" name="object 8"/>
            <p:cNvSpPr/>
            <p:nvPr/>
          </p:nvSpPr>
          <p:spPr>
            <a:xfrm>
              <a:off x="4585177" y="1634459"/>
              <a:ext cx="4559300" cy="5224145"/>
            </a:xfrm>
            <a:custGeom>
              <a:avLst/>
              <a:gdLst/>
              <a:ahLst/>
              <a:cxnLst/>
              <a:rect l="l" t="t" r="r" b="b"/>
              <a:pathLst>
                <a:path w="4559300" h="5224145">
                  <a:moveTo>
                    <a:pt x="2746178" y="0"/>
                  </a:moveTo>
                  <a:lnTo>
                    <a:pt x="2697872" y="416"/>
                  </a:lnTo>
                  <a:lnTo>
                    <a:pt x="2649768" y="1660"/>
                  </a:lnTo>
                  <a:lnTo>
                    <a:pt x="2601872" y="3726"/>
                  </a:lnTo>
                  <a:lnTo>
                    <a:pt x="2554193" y="6606"/>
                  </a:lnTo>
                  <a:lnTo>
                    <a:pt x="2506735" y="10294"/>
                  </a:lnTo>
                  <a:lnTo>
                    <a:pt x="2459506" y="14782"/>
                  </a:lnTo>
                  <a:lnTo>
                    <a:pt x="2412513" y="20065"/>
                  </a:lnTo>
                  <a:lnTo>
                    <a:pt x="2365763" y="26135"/>
                  </a:lnTo>
                  <a:lnTo>
                    <a:pt x="2319262" y="32985"/>
                  </a:lnTo>
                  <a:lnTo>
                    <a:pt x="2273018" y="40609"/>
                  </a:lnTo>
                  <a:lnTo>
                    <a:pt x="2227036" y="49000"/>
                  </a:lnTo>
                  <a:lnTo>
                    <a:pt x="2181325" y="58151"/>
                  </a:lnTo>
                  <a:lnTo>
                    <a:pt x="2135890" y="68055"/>
                  </a:lnTo>
                  <a:lnTo>
                    <a:pt x="2090739" y="78705"/>
                  </a:lnTo>
                  <a:lnTo>
                    <a:pt x="2045878" y="90095"/>
                  </a:lnTo>
                  <a:lnTo>
                    <a:pt x="2001314" y="102217"/>
                  </a:lnTo>
                  <a:lnTo>
                    <a:pt x="1957054" y="115066"/>
                  </a:lnTo>
                  <a:lnTo>
                    <a:pt x="1913104" y="128634"/>
                  </a:lnTo>
                  <a:lnTo>
                    <a:pt x="1869472" y="142914"/>
                  </a:lnTo>
                  <a:lnTo>
                    <a:pt x="1826165" y="157900"/>
                  </a:lnTo>
                  <a:lnTo>
                    <a:pt x="1783189" y="173584"/>
                  </a:lnTo>
                  <a:lnTo>
                    <a:pt x="1740550" y="189961"/>
                  </a:lnTo>
                  <a:lnTo>
                    <a:pt x="1698257" y="207022"/>
                  </a:lnTo>
                  <a:lnTo>
                    <a:pt x="1656315" y="224762"/>
                  </a:lnTo>
                  <a:lnTo>
                    <a:pt x="1614731" y="243173"/>
                  </a:lnTo>
                  <a:lnTo>
                    <a:pt x="1573512" y="262249"/>
                  </a:lnTo>
                  <a:lnTo>
                    <a:pt x="1532666" y="281983"/>
                  </a:lnTo>
                  <a:lnTo>
                    <a:pt x="1492198" y="302368"/>
                  </a:lnTo>
                  <a:lnTo>
                    <a:pt x="1452116" y="323397"/>
                  </a:lnTo>
                  <a:lnTo>
                    <a:pt x="1412426" y="345064"/>
                  </a:lnTo>
                  <a:lnTo>
                    <a:pt x="1373136" y="367362"/>
                  </a:lnTo>
                  <a:lnTo>
                    <a:pt x="1334252" y="390283"/>
                  </a:lnTo>
                  <a:lnTo>
                    <a:pt x="1295780" y="413821"/>
                  </a:lnTo>
                  <a:lnTo>
                    <a:pt x="1257728" y="437970"/>
                  </a:lnTo>
                  <a:lnTo>
                    <a:pt x="1220102" y="462722"/>
                  </a:lnTo>
                  <a:lnTo>
                    <a:pt x="1182910" y="488070"/>
                  </a:lnTo>
                  <a:lnTo>
                    <a:pt x="1146158" y="514009"/>
                  </a:lnTo>
                  <a:lnTo>
                    <a:pt x="1109853" y="540530"/>
                  </a:lnTo>
                  <a:lnTo>
                    <a:pt x="1074001" y="567628"/>
                  </a:lnTo>
                  <a:lnTo>
                    <a:pt x="1038610" y="595295"/>
                  </a:lnTo>
                  <a:lnTo>
                    <a:pt x="1003686" y="623525"/>
                  </a:lnTo>
                  <a:lnTo>
                    <a:pt x="969236" y="652310"/>
                  </a:lnTo>
                  <a:lnTo>
                    <a:pt x="935267" y="681645"/>
                  </a:lnTo>
                  <a:lnTo>
                    <a:pt x="901786" y="711521"/>
                  </a:lnTo>
                  <a:lnTo>
                    <a:pt x="868799" y="741933"/>
                  </a:lnTo>
                  <a:lnTo>
                    <a:pt x="836314" y="772874"/>
                  </a:lnTo>
                  <a:lnTo>
                    <a:pt x="804337" y="804336"/>
                  </a:lnTo>
                  <a:lnTo>
                    <a:pt x="772874" y="836313"/>
                  </a:lnTo>
                  <a:lnTo>
                    <a:pt x="741934" y="868798"/>
                  </a:lnTo>
                  <a:lnTo>
                    <a:pt x="711522" y="901785"/>
                  </a:lnTo>
                  <a:lnTo>
                    <a:pt x="681645" y="935266"/>
                  </a:lnTo>
                  <a:lnTo>
                    <a:pt x="652311" y="969235"/>
                  </a:lnTo>
                  <a:lnTo>
                    <a:pt x="623525" y="1003685"/>
                  </a:lnTo>
                  <a:lnTo>
                    <a:pt x="595296" y="1038609"/>
                  </a:lnTo>
                  <a:lnTo>
                    <a:pt x="567628" y="1074000"/>
                  </a:lnTo>
                  <a:lnTo>
                    <a:pt x="540531" y="1109852"/>
                  </a:lnTo>
                  <a:lnTo>
                    <a:pt x="514009" y="1146157"/>
                  </a:lnTo>
                  <a:lnTo>
                    <a:pt x="488071" y="1182909"/>
                  </a:lnTo>
                  <a:lnTo>
                    <a:pt x="462722" y="1220102"/>
                  </a:lnTo>
                  <a:lnTo>
                    <a:pt x="437970" y="1257727"/>
                  </a:lnTo>
                  <a:lnTo>
                    <a:pt x="413822" y="1295779"/>
                  </a:lnTo>
                  <a:lnTo>
                    <a:pt x="390283" y="1334251"/>
                  </a:lnTo>
                  <a:lnTo>
                    <a:pt x="367362" y="1373135"/>
                  </a:lnTo>
                  <a:lnTo>
                    <a:pt x="345064" y="1412425"/>
                  </a:lnTo>
                  <a:lnTo>
                    <a:pt x="323398" y="1452115"/>
                  </a:lnTo>
                  <a:lnTo>
                    <a:pt x="302368" y="1492197"/>
                  </a:lnTo>
                  <a:lnTo>
                    <a:pt x="281983" y="1532665"/>
                  </a:lnTo>
                  <a:lnTo>
                    <a:pt x="262249" y="1573511"/>
                  </a:lnTo>
                  <a:lnTo>
                    <a:pt x="243173" y="1614730"/>
                  </a:lnTo>
                  <a:lnTo>
                    <a:pt x="224762" y="1656314"/>
                  </a:lnTo>
                  <a:lnTo>
                    <a:pt x="207022" y="1698256"/>
                  </a:lnTo>
                  <a:lnTo>
                    <a:pt x="189961" y="1740549"/>
                  </a:lnTo>
                  <a:lnTo>
                    <a:pt x="173584" y="1783188"/>
                  </a:lnTo>
                  <a:lnTo>
                    <a:pt x="157900" y="1826164"/>
                  </a:lnTo>
                  <a:lnTo>
                    <a:pt x="142914" y="1869471"/>
                  </a:lnTo>
                  <a:lnTo>
                    <a:pt x="128634" y="1913103"/>
                  </a:lnTo>
                  <a:lnTo>
                    <a:pt x="115066" y="1957052"/>
                  </a:lnTo>
                  <a:lnTo>
                    <a:pt x="102218" y="2001312"/>
                  </a:lnTo>
                  <a:lnTo>
                    <a:pt x="90095" y="2045876"/>
                  </a:lnTo>
                  <a:lnTo>
                    <a:pt x="78705" y="2090737"/>
                  </a:lnTo>
                  <a:lnTo>
                    <a:pt x="68055" y="2135889"/>
                  </a:lnTo>
                  <a:lnTo>
                    <a:pt x="58151" y="2181324"/>
                  </a:lnTo>
                  <a:lnTo>
                    <a:pt x="49000" y="2227035"/>
                  </a:lnTo>
                  <a:lnTo>
                    <a:pt x="40609" y="2273017"/>
                  </a:lnTo>
                  <a:lnTo>
                    <a:pt x="32985" y="2319261"/>
                  </a:lnTo>
                  <a:lnTo>
                    <a:pt x="26135" y="2365762"/>
                  </a:lnTo>
                  <a:lnTo>
                    <a:pt x="20065" y="2412512"/>
                  </a:lnTo>
                  <a:lnTo>
                    <a:pt x="14782" y="2459505"/>
                  </a:lnTo>
                  <a:lnTo>
                    <a:pt x="10294" y="2506734"/>
                  </a:lnTo>
                  <a:lnTo>
                    <a:pt x="6606" y="2554191"/>
                  </a:lnTo>
                  <a:lnTo>
                    <a:pt x="3726" y="2601871"/>
                  </a:lnTo>
                  <a:lnTo>
                    <a:pt x="1660" y="2649767"/>
                  </a:lnTo>
                  <a:lnTo>
                    <a:pt x="416" y="2697871"/>
                  </a:lnTo>
                  <a:lnTo>
                    <a:pt x="0" y="2746176"/>
                  </a:lnTo>
                  <a:lnTo>
                    <a:pt x="467" y="2797347"/>
                  </a:lnTo>
                  <a:lnTo>
                    <a:pt x="1863" y="2848290"/>
                  </a:lnTo>
                  <a:lnTo>
                    <a:pt x="4180" y="2898998"/>
                  </a:lnTo>
                  <a:lnTo>
                    <a:pt x="7410" y="2949463"/>
                  </a:lnTo>
                  <a:lnTo>
                    <a:pt x="11544" y="2999677"/>
                  </a:lnTo>
                  <a:lnTo>
                    <a:pt x="16575" y="3049631"/>
                  </a:lnTo>
                  <a:lnTo>
                    <a:pt x="22495" y="3099318"/>
                  </a:lnTo>
                  <a:lnTo>
                    <a:pt x="29295" y="3148729"/>
                  </a:lnTo>
                  <a:lnTo>
                    <a:pt x="36967" y="3197857"/>
                  </a:lnTo>
                  <a:lnTo>
                    <a:pt x="45503" y="3246693"/>
                  </a:lnTo>
                  <a:lnTo>
                    <a:pt x="54896" y="3295230"/>
                  </a:lnTo>
                  <a:lnTo>
                    <a:pt x="65137" y="3343458"/>
                  </a:lnTo>
                  <a:lnTo>
                    <a:pt x="76217" y="3391371"/>
                  </a:lnTo>
                  <a:lnTo>
                    <a:pt x="88130" y="3438959"/>
                  </a:lnTo>
                  <a:lnTo>
                    <a:pt x="100866" y="3486215"/>
                  </a:lnTo>
                  <a:lnTo>
                    <a:pt x="114418" y="3533131"/>
                  </a:lnTo>
                  <a:lnTo>
                    <a:pt x="128777" y="3579698"/>
                  </a:lnTo>
                  <a:lnTo>
                    <a:pt x="143936" y="3625909"/>
                  </a:lnTo>
                  <a:lnTo>
                    <a:pt x="159886" y="3671756"/>
                  </a:lnTo>
                  <a:lnTo>
                    <a:pt x="176619" y="3717230"/>
                  </a:lnTo>
                  <a:lnTo>
                    <a:pt x="194128" y="3762323"/>
                  </a:lnTo>
                  <a:lnTo>
                    <a:pt x="212403" y="3807027"/>
                  </a:lnTo>
                  <a:lnTo>
                    <a:pt x="231438" y="3851334"/>
                  </a:lnTo>
                  <a:lnTo>
                    <a:pt x="251223" y="3895237"/>
                  </a:lnTo>
                  <a:lnTo>
                    <a:pt x="271752" y="3938726"/>
                  </a:lnTo>
                  <a:lnTo>
                    <a:pt x="293015" y="3981794"/>
                  </a:lnTo>
                  <a:lnTo>
                    <a:pt x="315004" y="4024432"/>
                  </a:lnTo>
                  <a:lnTo>
                    <a:pt x="337712" y="4066633"/>
                  </a:lnTo>
                  <a:lnTo>
                    <a:pt x="361131" y="4108389"/>
                  </a:lnTo>
                  <a:lnTo>
                    <a:pt x="385252" y="4149691"/>
                  </a:lnTo>
                  <a:lnTo>
                    <a:pt x="410067" y="4190531"/>
                  </a:lnTo>
                  <a:lnTo>
                    <a:pt x="435568" y="4230902"/>
                  </a:lnTo>
                  <a:lnTo>
                    <a:pt x="461747" y="4270795"/>
                  </a:lnTo>
                  <a:lnTo>
                    <a:pt x="488597" y="4310201"/>
                  </a:lnTo>
                  <a:lnTo>
                    <a:pt x="516108" y="4349114"/>
                  </a:lnTo>
                  <a:lnTo>
                    <a:pt x="544272" y="4387525"/>
                  </a:lnTo>
                  <a:lnTo>
                    <a:pt x="573083" y="4425425"/>
                  </a:lnTo>
                  <a:lnTo>
                    <a:pt x="602531" y="4462807"/>
                  </a:lnTo>
                  <a:lnTo>
                    <a:pt x="632608" y="4499662"/>
                  </a:lnTo>
                  <a:lnTo>
                    <a:pt x="663307" y="4535983"/>
                  </a:lnTo>
                  <a:lnTo>
                    <a:pt x="694619" y="4571761"/>
                  </a:lnTo>
                  <a:lnTo>
                    <a:pt x="726537" y="4606989"/>
                  </a:lnTo>
                  <a:lnTo>
                    <a:pt x="759051" y="4641657"/>
                  </a:lnTo>
                  <a:lnTo>
                    <a:pt x="792155" y="4675759"/>
                  </a:lnTo>
                  <a:lnTo>
                    <a:pt x="825839" y="4709286"/>
                  </a:lnTo>
                  <a:lnTo>
                    <a:pt x="860096" y="4742229"/>
                  </a:lnTo>
                  <a:lnTo>
                    <a:pt x="894918" y="4774582"/>
                  </a:lnTo>
                  <a:lnTo>
                    <a:pt x="930296" y="4806335"/>
                  </a:lnTo>
                  <a:lnTo>
                    <a:pt x="966223" y="4837481"/>
                  </a:lnTo>
                  <a:lnTo>
                    <a:pt x="1002691" y="4868011"/>
                  </a:lnTo>
                  <a:lnTo>
                    <a:pt x="1039691" y="4897917"/>
                  </a:lnTo>
                  <a:lnTo>
                    <a:pt x="1077215" y="4927192"/>
                  </a:lnTo>
                  <a:lnTo>
                    <a:pt x="1115255" y="4955828"/>
                  </a:lnTo>
                  <a:lnTo>
                    <a:pt x="1153803" y="4983815"/>
                  </a:lnTo>
                  <a:lnTo>
                    <a:pt x="1192851" y="5011146"/>
                  </a:lnTo>
                  <a:lnTo>
                    <a:pt x="1232391" y="5037813"/>
                  </a:lnTo>
                  <a:lnTo>
                    <a:pt x="1272415" y="5063809"/>
                  </a:lnTo>
                  <a:lnTo>
                    <a:pt x="1312915" y="5089123"/>
                  </a:lnTo>
                  <a:lnTo>
                    <a:pt x="1353882" y="5113750"/>
                  </a:lnTo>
                  <a:lnTo>
                    <a:pt x="1395308" y="5137680"/>
                  </a:lnTo>
                  <a:lnTo>
                    <a:pt x="1437186" y="5160906"/>
                  </a:lnTo>
                  <a:lnTo>
                    <a:pt x="1567207" y="5223540"/>
                  </a:lnTo>
                  <a:lnTo>
                    <a:pt x="3925147" y="5223540"/>
                  </a:lnTo>
                  <a:lnTo>
                    <a:pt x="4055168" y="5160906"/>
                  </a:lnTo>
                  <a:lnTo>
                    <a:pt x="4101587" y="5135104"/>
                  </a:lnTo>
                  <a:lnTo>
                    <a:pt x="4147450" y="5108436"/>
                  </a:lnTo>
                  <a:lnTo>
                    <a:pt x="4192746" y="5080914"/>
                  </a:lnTo>
                  <a:lnTo>
                    <a:pt x="4237463" y="5052548"/>
                  </a:lnTo>
                  <a:lnTo>
                    <a:pt x="4281591" y="5023350"/>
                  </a:lnTo>
                  <a:lnTo>
                    <a:pt x="4325118" y="4993331"/>
                  </a:lnTo>
                  <a:lnTo>
                    <a:pt x="4368034" y="4962501"/>
                  </a:lnTo>
                  <a:lnTo>
                    <a:pt x="4410327" y="4930872"/>
                  </a:lnTo>
                  <a:lnTo>
                    <a:pt x="4451987" y="4898455"/>
                  </a:lnTo>
                  <a:lnTo>
                    <a:pt x="4493002" y="4865261"/>
                  </a:lnTo>
                  <a:lnTo>
                    <a:pt x="4558822" y="4805439"/>
                  </a:lnTo>
                  <a:lnTo>
                    <a:pt x="4558822" y="686915"/>
                  </a:lnTo>
                  <a:lnTo>
                    <a:pt x="4493002" y="627092"/>
                  </a:lnTo>
                  <a:lnTo>
                    <a:pt x="4455249" y="596491"/>
                  </a:lnTo>
                  <a:lnTo>
                    <a:pt x="4416948" y="566547"/>
                  </a:lnTo>
                  <a:lnTo>
                    <a:pt x="4378108" y="537271"/>
                  </a:lnTo>
                  <a:lnTo>
                    <a:pt x="4338738" y="508671"/>
                  </a:lnTo>
                  <a:lnTo>
                    <a:pt x="4298846" y="480755"/>
                  </a:lnTo>
                  <a:lnTo>
                    <a:pt x="4258441" y="453533"/>
                  </a:lnTo>
                  <a:lnTo>
                    <a:pt x="4217531" y="427012"/>
                  </a:lnTo>
                  <a:lnTo>
                    <a:pt x="4176125" y="401201"/>
                  </a:lnTo>
                  <a:lnTo>
                    <a:pt x="4134233" y="376110"/>
                  </a:lnTo>
                  <a:lnTo>
                    <a:pt x="4091861" y="351746"/>
                  </a:lnTo>
                  <a:lnTo>
                    <a:pt x="4049020" y="328118"/>
                  </a:lnTo>
                  <a:lnTo>
                    <a:pt x="4005717" y="305235"/>
                  </a:lnTo>
                  <a:lnTo>
                    <a:pt x="3961962" y="283106"/>
                  </a:lnTo>
                  <a:lnTo>
                    <a:pt x="3917762" y="261739"/>
                  </a:lnTo>
                  <a:lnTo>
                    <a:pt x="3873127" y="241142"/>
                  </a:lnTo>
                  <a:lnTo>
                    <a:pt x="3828066" y="221325"/>
                  </a:lnTo>
                  <a:lnTo>
                    <a:pt x="3782585" y="202296"/>
                  </a:lnTo>
                  <a:lnTo>
                    <a:pt x="3736696" y="184064"/>
                  </a:lnTo>
                  <a:lnTo>
                    <a:pt x="3690405" y="166637"/>
                  </a:lnTo>
                  <a:lnTo>
                    <a:pt x="3643722" y="150023"/>
                  </a:lnTo>
                  <a:lnTo>
                    <a:pt x="3596656" y="134233"/>
                  </a:lnTo>
                  <a:lnTo>
                    <a:pt x="3549214" y="119273"/>
                  </a:lnTo>
                  <a:lnTo>
                    <a:pt x="3501406" y="105154"/>
                  </a:lnTo>
                  <a:lnTo>
                    <a:pt x="3453240" y="91882"/>
                  </a:lnTo>
                  <a:lnTo>
                    <a:pt x="3404725" y="79468"/>
                  </a:lnTo>
                  <a:lnTo>
                    <a:pt x="3355869" y="67919"/>
                  </a:lnTo>
                  <a:lnTo>
                    <a:pt x="3306681" y="57245"/>
                  </a:lnTo>
                  <a:lnTo>
                    <a:pt x="3257170" y="47454"/>
                  </a:lnTo>
                  <a:lnTo>
                    <a:pt x="3207345" y="38554"/>
                  </a:lnTo>
                  <a:lnTo>
                    <a:pt x="3157213" y="30554"/>
                  </a:lnTo>
                  <a:lnTo>
                    <a:pt x="3106784" y="23463"/>
                  </a:lnTo>
                  <a:lnTo>
                    <a:pt x="3056066" y="17290"/>
                  </a:lnTo>
                  <a:lnTo>
                    <a:pt x="3005068" y="12043"/>
                  </a:lnTo>
                  <a:lnTo>
                    <a:pt x="2953799" y="7730"/>
                  </a:lnTo>
                  <a:lnTo>
                    <a:pt x="2902266" y="4361"/>
                  </a:lnTo>
                  <a:lnTo>
                    <a:pt x="2850479" y="1944"/>
                  </a:lnTo>
                  <a:lnTo>
                    <a:pt x="2798447" y="487"/>
                  </a:lnTo>
                  <a:lnTo>
                    <a:pt x="2746178" y="0"/>
                  </a:lnTo>
                  <a:close/>
                </a:path>
              </a:pathLst>
            </a:custGeom>
            <a:solidFill>
              <a:srgbClr val="FFFFFF">
                <a:alpha val="79998"/>
              </a:srgbClr>
            </a:solidFill>
          </p:spPr>
          <p:txBody>
            <a:bodyPr wrap="square" lIns="0" tIns="0" rIns="0" bIns="0" rtlCol="0"/>
            <a:lstStyle/>
            <a:p>
              <a:endParaRPr/>
            </a:p>
          </p:txBody>
        </p:sp>
        <p:pic>
          <p:nvPicPr>
            <p:cNvPr id="9" name="object 9"/>
            <p:cNvPicPr/>
            <p:nvPr/>
          </p:nvPicPr>
          <p:blipFill>
            <a:blip r:embed="rId2" cstate="print"/>
            <a:stretch>
              <a:fillRect/>
            </a:stretch>
          </p:blipFill>
          <p:spPr>
            <a:xfrm>
              <a:off x="5571744" y="2688335"/>
              <a:ext cx="3352800" cy="3352800"/>
            </a:xfrm>
            <a:prstGeom prst="rect">
              <a:avLst/>
            </a:prstGeom>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2136308" y="458724"/>
            <a:ext cx="4870450" cy="695960"/>
          </a:xfrm>
          <a:prstGeom prst="rect">
            <a:avLst/>
          </a:prstGeom>
        </p:spPr>
        <p:txBody>
          <a:bodyPr vert="horz" wrap="square" lIns="0" tIns="12700" rIns="0" bIns="0" rtlCol="0">
            <a:spAutoFit/>
          </a:bodyPr>
          <a:lstStyle/>
          <a:p>
            <a:pPr marL="12700">
              <a:lnSpc>
                <a:spcPct val="100000"/>
              </a:lnSpc>
              <a:spcBef>
                <a:spcPts val="100"/>
              </a:spcBef>
            </a:pPr>
            <a:r>
              <a:rPr sz="4400" dirty="0">
                <a:solidFill>
                  <a:srgbClr val="2F2B20"/>
                </a:solidFill>
                <a:latin typeface="Calibri"/>
                <a:cs typeface="Calibri"/>
              </a:rPr>
              <a:t>UX</a:t>
            </a:r>
            <a:r>
              <a:rPr sz="4400" spc="-20" dirty="0">
                <a:solidFill>
                  <a:srgbClr val="2F2B20"/>
                </a:solidFill>
                <a:latin typeface="Calibri"/>
                <a:cs typeface="Calibri"/>
              </a:rPr>
              <a:t> </a:t>
            </a:r>
            <a:r>
              <a:rPr sz="4400" dirty="0">
                <a:solidFill>
                  <a:srgbClr val="2F2B20"/>
                </a:solidFill>
                <a:latin typeface="Calibri"/>
                <a:cs typeface="Calibri"/>
              </a:rPr>
              <a:t>Design</a:t>
            </a:r>
            <a:r>
              <a:rPr sz="4400" spc="-25" dirty="0">
                <a:solidFill>
                  <a:srgbClr val="2F2B20"/>
                </a:solidFill>
                <a:latin typeface="Calibri"/>
                <a:cs typeface="Calibri"/>
              </a:rPr>
              <a:t> </a:t>
            </a:r>
            <a:r>
              <a:rPr sz="4400" dirty="0">
                <a:solidFill>
                  <a:srgbClr val="2F2B20"/>
                </a:solidFill>
                <a:latin typeface="Calibri"/>
                <a:cs typeface="Calibri"/>
              </a:rPr>
              <a:t>-</a:t>
            </a:r>
            <a:r>
              <a:rPr sz="4400" spc="-20" dirty="0">
                <a:solidFill>
                  <a:srgbClr val="2F2B20"/>
                </a:solidFill>
                <a:latin typeface="Calibri"/>
                <a:cs typeface="Calibri"/>
              </a:rPr>
              <a:t> </a:t>
            </a:r>
            <a:r>
              <a:rPr sz="4400" spc="-10" dirty="0">
                <a:solidFill>
                  <a:srgbClr val="2F2B20"/>
                </a:solidFill>
                <a:latin typeface="Calibri"/>
                <a:cs typeface="Calibri"/>
              </a:rPr>
              <a:t>Structure</a:t>
            </a:r>
            <a:endParaRPr sz="4400">
              <a:latin typeface="Calibri"/>
              <a:cs typeface="Calibri"/>
            </a:endParaRPr>
          </a:p>
        </p:txBody>
      </p:sp>
      <p:grpSp>
        <p:nvGrpSpPr>
          <p:cNvPr id="4" name="object 4" descr="UXD"/>
          <p:cNvGrpSpPr/>
          <p:nvPr/>
        </p:nvGrpSpPr>
        <p:grpSpPr>
          <a:xfrm>
            <a:off x="1102860" y="1341360"/>
            <a:ext cx="5509260" cy="5218430"/>
            <a:chOff x="1102860" y="1341360"/>
            <a:chExt cx="5509260" cy="5218430"/>
          </a:xfrm>
        </p:grpSpPr>
        <p:pic>
          <p:nvPicPr>
            <p:cNvPr id="5" name="object 5"/>
            <p:cNvPicPr/>
            <p:nvPr/>
          </p:nvPicPr>
          <p:blipFill>
            <a:blip r:embed="rId2" cstate="print"/>
            <a:stretch>
              <a:fillRect/>
            </a:stretch>
          </p:blipFill>
          <p:spPr>
            <a:xfrm>
              <a:off x="2340000" y="1341360"/>
              <a:ext cx="4271759" cy="5217839"/>
            </a:xfrm>
            <a:prstGeom prst="rect">
              <a:avLst/>
            </a:prstGeom>
          </p:spPr>
        </p:pic>
        <p:sp>
          <p:nvSpPr>
            <p:cNvPr id="6" name="object 6"/>
            <p:cNvSpPr/>
            <p:nvPr/>
          </p:nvSpPr>
          <p:spPr>
            <a:xfrm>
              <a:off x="1115640" y="3932999"/>
              <a:ext cx="1431925" cy="542290"/>
            </a:xfrm>
            <a:custGeom>
              <a:avLst/>
              <a:gdLst/>
              <a:ahLst/>
              <a:cxnLst/>
              <a:rect l="l" t="t" r="r" b="b"/>
              <a:pathLst>
                <a:path w="1431925" h="542289">
                  <a:moveTo>
                    <a:pt x="1160461" y="0"/>
                  </a:moveTo>
                  <a:lnTo>
                    <a:pt x="1160461" y="135450"/>
                  </a:lnTo>
                  <a:lnTo>
                    <a:pt x="0" y="135450"/>
                  </a:lnTo>
                  <a:lnTo>
                    <a:pt x="0" y="406350"/>
                  </a:lnTo>
                  <a:lnTo>
                    <a:pt x="1160461" y="406350"/>
                  </a:lnTo>
                  <a:lnTo>
                    <a:pt x="1160461" y="541801"/>
                  </a:lnTo>
                  <a:lnTo>
                    <a:pt x="1431360" y="270901"/>
                  </a:lnTo>
                  <a:lnTo>
                    <a:pt x="1160461" y="0"/>
                  </a:lnTo>
                  <a:close/>
                </a:path>
              </a:pathLst>
            </a:custGeom>
            <a:solidFill>
              <a:srgbClr val="A9A57C"/>
            </a:solidFill>
          </p:spPr>
          <p:txBody>
            <a:bodyPr wrap="square" lIns="0" tIns="0" rIns="0" bIns="0" rtlCol="0"/>
            <a:lstStyle/>
            <a:p>
              <a:endParaRPr/>
            </a:p>
          </p:txBody>
        </p:sp>
        <p:sp>
          <p:nvSpPr>
            <p:cNvPr id="7" name="object 7"/>
            <p:cNvSpPr/>
            <p:nvPr/>
          </p:nvSpPr>
          <p:spPr>
            <a:xfrm>
              <a:off x="1115640" y="3932999"/>
              <a:ext cx="1431925" cy="542290"/>
            </a:xfrm>
            <a:custGeom>
              <a:avLst/>
              <a:gdLst/>
              <a:ahLst/>
              <a:cxnLst/>
              <a:rect l="l" t="t" r="r" b="b"/>
              <a:pathLst>
                <a:path w="1431925" h="542289">
                  <a:moveTo>
                    <a:pt x="0" y="135450"/>
                  </a:moveTo>
                  <a:lnTo>
                    <a:pt x="1160461" y="135450"/>
                  </a:lnTo>
                  <a:lnTo>
                    <a:pt x="1160461" y="0"/>
                  </a:lnTo>
                  <a:lnTo>
                    <a:pt x="1431360" y="270900"/>
                  </a:lnTo>
                  <a:lnTo>
                    <a:pt x="1160461" y="541800"/>
                  </a:lnTo>
                  <a:lnTo>
                    <a:pt x="1160461" y="406349"/>
                  </a:lnTo>
                  <a:lnTo>
                    <a:pt x="0" y="406349"/>
                  </a:lnTo>
                  <a:lnTo>
                    <a:pt x="0" y="135450"/>
                  </a:lnTo>
                  <a:close/>
                </a:path>
              </a:pathLst>
            </a:custGeom>
            <a:ln w="25560">
              <a:solidFill>
                <a:srgbClr val="7D7A5B"/>
              </a:solidFill>
            </a:ln>
          </p:spPr>
          <p:txBody>
            <a:bodyPr wrap="square" lIns="0" tIns="0" rIns="0" bIns="0" rtlCol="0"/>
            <a:lstStyle/>
            <a:p>
              <a:endParaRPr/>
            </a:p>
          </p:txBody>
        </p:sp>
      </p:grpSp>
      <p:sp>
        <p:nvSpPr>
          <p:cNvPr id="8" name="object 8"/>
          <p:cNvSpPr txBox="1"/>
          <p:nvPr/>
        </p:nvSpPr>
        <p:spPr>
          <a:xfrm>
            <a:off x="89531" y="6525767"/>
            <a:ext cx="2018664"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2F2B20"/>
                </a:solidFill>
                <a:latin typeface="Calibri"/>
                <a:cs typeface="Calibri"/>
              </a:rPr>
              <a:t>Source:</a:t>
            </a:r>
            <a:r>
              <a:rPr sz="1800" spc="-35" dirty="0">
                <a:solidFill>
                  <a:srgbClr val="2F2B20"/>
                </a:solidFill>
                <a:latin typeface="Calibri"/>
                <a:cs typeface="Calibri"/>
              </a:rPr>
              <a:t> </a:t>
            </a:r>
            <a:r>
              <a:rPr sz="1800" spc="-10" dirty="0">
                <a:solidFill>
                  <a:srgbClr val="2F2B20"/>
                </a:solidFill>
                <a:latin typeface="Calibri"/>
                <a:cs typeface="Calibri"/>
              </a:rPr>
              <a:t>Garrett,</a:t>
            </a:r>
            <a:r>
              <a:rPr sz="1800" spc="-40" dirty="0">
                <a:solidFill>
                  <a:srgbClr val="2F2B20"/>
                </a:solidFill>
                <a:latin typeface="Calibri"/>
                <a:cs typeface="Calibri"/>
              </a:rPr>
              <a:t> </a:t>
            </a:r>
            <a:r>
              <a:rPr sz="1800" dirty="0">
                <a:solidFill>
                  <a:srgbClr val="2F2B20"/>
                </a:solidFill>
                <a:latin typeface="Calibri"/>
                <a:cs typeface="Calibri"/>
              </a:rPr>
              <a:t>2002</a:t>
            </a:r>
            <a:endParaRPr sz="1800" dirty="0">
              <a:latin typeface="Calibri"/>
              <a:cs typeface="Calibri"/>
            </a:endParaRPr>
          </a:p>
        </p:txBody>
      </p:sp>
      <p:sp>
        <p:nvSpPr>
          <p:cNvPr id="9" name="object 9"/>
          <p:cNvSpPr txBox="1"/>
          <p:nvPr/>
        </p:nvSpPr>
        <p:spPr>
          <a:xfrm>
            <a:off x="8332152" y="6421628"/>
            <a:ext cx="102870"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8F8E8D"/>
                </a:solidFill>
                <a:latin typeface="Calibri"/>
                <a:cs typeface="Calibri"/>
              </a:rPr>
              <a:t>2</a:t>
            </a:r>
            <a:endParaRPr sz="1200">
              <a:latin typeface="Calibri"/>
              <a:cs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26011" y="2391156"/>
            <a:ext cx="2475230" cy="1903095"/>
          </a:xfrm>
          <a:prstGeom prst="rect">
            <a:avLst/>
          </a:prstGeom>
        </p:spPr>
        <p:txBody>
          <a:bodyPr vert="horz" wrap="square" lIns="0" tIns="79375" rIns="0" bIns="0" rtlCol="0">
            <a:spAutoFit/>
          </a:bodyPr>
          <a:lstStyle/>
          <a:p>
            <a:pPr marL="12700" marR="5080">
              <a:lnSpc>
                <a:spcPct val="90000"/>
              </a:lnSpc>
              <a:spcBef>
                <a:spcPts val="625"/>
              </a:spcBef>
            </a:pPr>
            <a:r>
              <a:rPr sz="4400" dirty="0">
                <a:solidFill>
                  <a:srgbClr val="FFFFFF"/>
                </a:solidFill>
                <a:latin typeface="Calibri Light"/>
                <a:cs typeface="Calibri Light"/>
              </a:rPr>
              <a:t>I</a:t>
            </a:r>
            <a:r>
              <a:rPr sz="4400" spc="-45" dirty="0">
                <a:solidFill>
                  <a:srgbClr val="FFFFFF"/>
                </a:solidFill>
                <a:latin typeface="Calibri Light"/>
                <a:cs typeface="Calibri Light"/>
              </a:rPr>
              <a:t>nt</a:t>
            </a:r>
            <a:r>
              <a:rPr sz="4400" dirty="0">
                <a:solidFill>
                  <a:srgbClr val="FFFFFF"/>
                </a:solidFill>
                <a:latin typeface="Calibri Light"/>
                <a:cs typeface="Calibri Light"/>
              </a:rPr>
              <a:t>e</a:t>
            </a:r>
            <a:r>
              <a:rPr sz="4400" spc="-95" dirty="0">
                <a:solidFill>
                  <a:srgbClr val="FFFFFF"/>
                </a:solidFill>
                <a:latin typeface="Calibri Light"/>
                <a:cs typeface="Calibri Light"/>
              </a:rPr>
              <a:t>r</a:t>
            </a:r>
            <a:r>
              <a:rPr sz="4400" dirty="0">
                <a:solidFill>
                  <a:srgbClr val="FFFFFF"/>
                </a:solidFill>
                <a:latin typeface="Calibri Light"/>
                <a:cs typeface="Calibri Light"/>
              </a:rPr>
              <a:t>a</a:t>
            </a:r>
            <a:r>
              <a:rPr sz="4400" spc="5" dirty="0">
                <a:solidFill>
                  <a:srgbClr val="FFFFFF"/>
                </a:solidFill>
                <a:latin typeface="Calibri Light"/>
                <a:cs typeface="Calibri Light"/>
              </a:rPr>
              <a:t>c</a:t>
            </a:r>
            <a:r>
              <a:rPr sz="4400" dirty="0">
                <a:solidFill>
                  <a:srgbClr val="FFFFFF"/>
                </a:solidFill>
                <a:latin typeface="Calibri Light"/>
                <a:cs typeface="Calibri Light"/>
              </a:rPr>
              <a:t>ti</a:t>
            </a:r>
            <a:r>
              <a:rPr sz="4400" spc="5" dirty="0">
                <a:solidFill>
                  <a:srgbClr val="FFFFFF"/>
                </a:solidFill>
                <a:latin typeface="Calibri Light"/>
                <a:cs typeface="Calibri Light"/>
              </a:rPr>
              <a:t>o</a:t>
            </a:r>
            <a:r>
              <a:rPr sz="4400" dirty="0">
                <a:solidFill>
                  <a:srgbClr val="FFFFFF"/>
                </a:solidFill>
                <a:latin typeface="Calibri Light"/>
                <a:cs typeface="Calibri Light"/>
              </a:rPr>
              <a:t>n  Design </a:t>
            </a:r>
            <a:r>
              <a:rPr sz="4400" spc="5" dirty="0">
                <a:solidFill>
                  <a:srgbClr val="FFFFFF"/>
                </a:solidFill>
                <a:latin typeface="Calibri Light"/>
                <a:cs typeface="Calibri Light"/>
              </a:rPr>
              <a:t> </a:t>
            </a:r>
            <a:r>
              <a:rPr sz="4400" spc="-5" dirty="0">
                <a:solidFill>
                  <a:srgbClr val="FFFFFF"/>
                </a:solidFill>
                <a:latin typeface="Calibri Light"/>
                <a:cs typeface="Calibri Light"/>
              </a:rPr>
              <a:t>(IxD)</a:t>
            </a:r>
            <a:endParaRPr sz="4400">
              <a:latin typeface="Calibri Light"/>
              <a:cs typeface="Calibri Light"/>
            </a:endParaRPr>
          </a:p>
        </p:txBody>
      </p:sp>
      <p:grpSp>
        <p:nvGrpSpPr>
          <p:cNvPr id="3" name="object 3">
            <a:extLst>
              <a:ext uri="{C183D7F6-B498-43B3-948B-1728B52AA6E4}">
                <adec:decorative xmlns:adec="http://schemas.microsoft.com/office/drawing/2017/decorative" val="1"/>
              </a:ext>
            </a:extLst>
          </p:cNvPr>
          <p:cNvGrpSpPr/>
          <p:nvPr/>
        </p:nvGrpSpPr>
        <p:grpSpPr>
          <a:xfrm>
            <a:off x="3895725" y="471642"/>
            <a:ext cx="4885690" cy="1681480"/>
            <a:chOff x="3895725" y="471642"/>
            <a:chExt cx="4885690" cy="1681480"/>
          </a:xfrm>
        </p:grpSpPr>
        <p:sp>
          <p:nvSpPr>
            <p:cNvPr id="4" name="object 4"/>
            <p:cNvSpPr/>
            <p:nvPr/>
          </p:nvSpPr>
          <p:spPr>
            <a:xfrm>
              <a:off x="3895725" y="471642"/>
              <a:ext cx="4885690" cy="1681480"/>
            </a:xfrm>
            <a:custGeom>
              <a:avLst/>
              <a:gdLst/>
              <a:ahLst/>
              <a:cxnLst/>
              <a:rect l="l" t="t" r="r" b="b"/>
              <a:pathLst>
                <a:path w="4885690" h="1681480">
                  <a:moveTo>
                    <a:pt x="4717089" y="0"/>
                  </a:moveTo>
                  <a:lnTo>
                    <a:pt x="168113" y="0"/>
                  </a:lnTo>
                  <a:lnTo>
                    <a:pt x="123422" y="6005"/>
                  </a:lnTo>
                  <a:lnTo>
                    <a:pt x="83263" y="22952"/>
                  </a:lnTo>
                  <a:lnTo>
                    <a:pt x="49239" y="49239"/>
                  </a:lnTo>
                  <a:lnTo>
                    <a:pt x="22952" y="83262"/>
                  </a:lnTo>
                  <a:lnTo>
                    <a:pt x="6005" y="123421"/>
                  </a:lnTo>
                  <a:lnTo>
                    <a:pt x="0" y="168112"/>
                  </a:lnTo>
                  <a:lnTo>
                    <a:pt x="0" y="1513024"/>
                  </a:lnTo>
                  <a:lnTo>
                    <a:pt x="6005" y="1557716"/>
                  </a:lnTo>
                  <a:lnTo>
                    <a:pt x="22952" y="1597875"/>
                  </a:lnTo>
                  <a:lnTo>
                    <a:pt x="49239" y="1631899"/>
                  </a:lnTo>
                  <a:lnTo>
                    <a:pt x="83263" y="1658186"/>
                  </a:lnTo>
                  <a:lnTo>
                    <a:pt x="123422" y="1675133"/>
                  </a:lnTo>
                  <a:lnTo>
                    <a:pt x="168113" y="1681138"/>
                  </a:lnTo>
                  <a:lnTo>
                    <a:pt x="4717089" y="1681138"/>
                  </a:lnTo>
                  <a:lnTo>
                    <a:pt x="4761780" y="1675133"/>
                  </a:lnTo>
                  <a:lnTo>
                    <a:pt x="4801939" y="1658186"/>
                  </a:lnTo>
                  <a:lnTo>
                    <a:pt x="4835963" y="1631899"/>
                  </a:lnTo>
                  <a:lnTo>
                    <a:pt x="4862250" y="1597875"/>
                  </a:lnTo>
                  <a:lnTo>
                    <a:pt x="4879197" y="1557716"/>
                  </a:lnTo>
                  <a:lnTo>
                    <a:pt x="4885202" y="1513024"/>
                  </a:lnTo>
                  <a:lnTo>
                    <a:pt x="4885202" y="168112"/>
                  </a:lnTo>
                  <a:lnTo>
                    <a:pt x="4879197" y="123421"/>
                  </a:lnTo>
                  <a:lnTo>
                    <a:pt x="4862250" y="83262"/>
                  </a:lnTo>
                  <a:lnTo>
                    <a:pt x="4835963" y="49239"/>
                  </a:lnTo>
                  <a:lnTo>
                    <a:pt x="4801939" y="22952"/>
                  </a:lnTo>
                  <a:lnTo>
                    <a:pt x="4761780" y="6005"/>
                  </a:lnTo>
                  <a:lnTo>
                    <a:pt x="4717089" y="0"/>
                  </a:lnTo>
                  <a:close/>
                </a:path>
              </a:pathLst>
            </a:custGeom>
            <a:solidFill>
              <a:srgbClr val="F2F2F2"/>
            </a:solidFill>
          </p:spPr>
          <p:txBody>
            <a:bodyPr wrap="square" lIns="0" tIns="0" rIns="0" bIns="0" rtlCol="0"/>
            <a:lstStyle/>
            <a:p>
              <a:endParaRPr/>
            </a:p>
          </p:txBody>
        </p:sp>
        <p:pic>
          <p:nvPicPr>
            <p:cNvPr id="5" name="object 5"/>
            <p:cNvPicPr/>
            <p:nvPr/>
          </p:nvPicPr>
          <p:blipFill>
            <a:blip r:embed="rId2" cstate="print"/>
            <a:stretch>
              <a:fillRect/>
            </a:stretch>
          </p:blipFill>
          <p:spPr>
            <a:xfrm>
              <a:off x="4401312" y="847343"/>
              <a:ext cx="929639" cy="929639"/>
            </a:xfrm>
            <a:prstGeom prst="rect">
              <a:avLst/>
            </a:prstGeom>
          </p:spPr>
        </p:pic>
      </p:grpSp>
      <p:sp>
        <p:nvSpPr>
          <p:cNvPr id="6" name="object 6"/>
          <p:cNvSpPr txBox="1">
            <a:spLocks noGrp="1"/>
          </p:cNvSpPr>
          <p:nvPr>
            <p:ph type="title"/>
          </p:nvPr>
        </p:nvSpPr>
        <p:spPr>
          <a:xfrm>
            <a:off x="6002661" y="905255"/>
            <a:ext cx="2499360" cy="754380"/>
          </a:xfrm>
          <a:prstGeom prst="rect">
            <a:avLst/>
          </a:prstGeom>
        </p:spPr>
        <p:txBody>
          <a:bodyPr vert="horz" wrap="square" lIns="0" tIns="36830" rIns="0" bIns="0" rtlCol="0">
            <a:spAutoFit/>
          </a:bodyPr>
          <a:lstStyle/>
          <a:p>
            <a:pPr marL="12700" marR="5080">
              <a:lnSpc>
                <a:spcPct val="90600"/>
              </a:lnSpc>
              <a:spcBef>
                <a:spcPts val="290"/>
              </a:spcBef>
            </a:pPr>
            <a:r>
              <a:rPr sz="1700" dirty="0">
                <a:latin typeface="Calibri"/>
                <a:cs typeface="Calibri"/>
              </a:rPr>
              <a:t>The </a:t>
            </a:r>
            <a:r>
              <a:rPr sz="1700" spc="-10" dirty="0">
                <a:latin typeface="Calibri"/>
                <a:cs typeface="Calibri"/>
              </a:rPr>
              <a:t>focus </a:t>
            </a:r>
            <a:r>
              <a:rPr sz="1700" spc="-5" dirty="0">
                <a:latin typeface="Calibri"/>
                <a:cs typeface="Calibri"/>
              </a:rPr>
              <a:t>of </a:t>
            </a:r>
            <a:r>
              <a:rPr sz="1700" dirty="0">
                <a:latin typeface="Calibri"/>
                <a:cs typeface="Calibri"/>
              </a:rPr>
              <a:t>IxD </a:t>
            </a:r>
            <a:r>
              <a:rPr sz="1700" spc="-5" dirty="0">
                <a:latin typeface="Calibri"/>
                <a:cs typeface="Calibri"/>
              </a:rPr>
              <a:t>is on </a:t>
            </a:r>
            <a:r>
              <a:rPr sz="1700" b="1" i="1" spc="-5" dirty="0">
                <a:latin typeface="Calibri"/>
                <a:cs typeface="Calibri"/>
              </a:rPr>
              <a:t>user </a:t>
            </a:r>
            <a:r>
              <a:rPr sz="1700" b="1" i="1" dirty="0">
                <a:latin typeface="Calibri"/>
                <a:cs typeface="Calibri"/>
              </a:rPr>
              <a:t> behaviour</a:t>
            </a:r>
            <a:r>
              <a:rPr sz="1700" b="1" i="1" spc="-30" dirty="0">
                <a:latin typeface="Calibri"/>
                <a:cs typeface="Calibri"/>
              </a:rPr>
              <a:t> </a:t>
            </a:r>
            <a:r>
              <a:rPr sz="1700" dirty="0">
                <a:latin typeface="Calibri"/>
                <a:cs typeface="Calibri"/>
              </a:rPr>
              <a:t>and</a:t>
            </a:r>
            <a:r>
              <a:rPr sz="1700" spc="-20" dirty="0">
                <a:latin typeface="Calibri"/>
                <a:cs typeface="Calibri"/>
              </a:rPr>
              <a:t> </a:t>
            </a:r>
            <a:r>
              <a:rPr sz="1700" spc="-5" dirty="0">
                <a:latin typeface="Calibri"/>
                <a:cs typeface="Calibri"/>
              </a:rPr>
              <a:t>on</a:t>
            </a:r>
            <a:r>
              <a:rPr sz="1700" spc="-20" dirty="0">
                <a:latin typeface="Calibri"/>
                <a:cs typeface="Calibri"/>
              </a:rPr>
              <a:t> </a:t>
            </a:r>
            <a:r>
              <a:rPr sz="1700" b="1" i="1" spc="-5" dirty="0">
                <a:latin typeface="Calibri"/>
                <a:cs typeface="Calibri"/>
              </a:rPr>
              <a:t>satisfying </a:t>
            </a:r>
            <a:r>
              <a:rPr sz="1700" b="1" i="1" spc="-370" dirty="0">
                <a:latin typeface="Calibri"/>
                <a:cs typeface="Calibri"/>
              </a:rPr>
              <a:t> </a:t>
            </a:r>
            <a:r>
              <a:rPr sz="1700" b="1" i="1" spc="-5" dirty="0">
                <a:latin typeface="Calibri"/>
                <a:cs typeface="Calibri"/>
              </a:rPr>
              <a:t>user needs</a:t>
            </a:r>
            <a:r>
              <a:rPr sz="1700" spc="-5" dirty="0">
                <a:latin typeface="Calibri"/>
                <a:cs typeface="Calibri"/>
              </a:rPr>
              <a:t>.</a:t>
            </a:r>
            <a:endParaRPr sz="1700">
              <a:latin typeface="Calibri"/>
              <a:cs typeface="Calibri"/>
            </a:endParaRPr>
          </a:p>
        </p:txBody>
      </p:sp>
      <p:grpSp>
        <p:nvGrpSpPr>
          <p:cNvPr id="7" name="object 7">
            <a:extLst>
              <a:ext uri="{C183D7F6-B498-43B3-948B-1728B52AA6E4}">
                <adec:decorative xmlns:adec="http://schemas.microsoft.com/office/drawing/2017/decorative" val="1"/>
              </a:ext>
            </a:extLst>
          </p:cNvPr>
          <p:cNvGrpSpPr/>
          <p:nvPr/>
        </p:nvGrpSpPr>
        <p:grpSpPr>
          <a:xfrm>
            <a:off x="3895725" y="2573066"/>
            <a:ext cx="4885690" cy="1681480"/>
            <a:chOff x="3895725" y="2573066"/>
            <a:chExt cx="4885690" cy="1681480"/>
          </a:xfrm>
        </p:grpSpPr>
        <p:sp>
          <p:nvSpPr>
            <p:cNvPr id="8" name="object 8"/>
            <p:cNvSpPr/>
            <p:nvPr/>
          </p:nvSpPr>
          <p:spPr>
            <a:xfrm>
              <a:off x="3895725" y="2573066"/>
              <a:ext cx="4885690" cy="1681480"/>
            </a:xfrm>
            <a:custGeom>
              <a:avLst/>
              <a:gdLst/>
              <a:ahLst/>
              <a:cxnLst/>
              <a:rect l="l" t="t" r="r" b="b"/>
              <a:pathLst>
                <a:path w="4885690" h="1681479">
                  <a:moveTo>
                    <a:pt x="4717089" y="0"/>
                  </a:moveTo>
                  <a:lnTo>
                    <a:pt x="168113" y="0"/>
                  </a:lnTo>
                  <a:lnTo>
                    <a:pt x="123422" y="6005"/>
                  </a:lnTo>
                  <a:lnTo>
                    <a:pt x="83263" y="22952"/>
                  </a:lnTo>
                  <a:lnTo>
                    <a:pt x="49239" y="49239"/>
                  </a:lnTo>
                  <a:lnTo>
                    <a:pt x="22952" y="83263"/>
                  </a:lnTo>
                  <a:lnTo>
                    <a:pt x="6005" y="123422"/>
                  </a:lnTo>
                  <a:lnTo>
                    <a:pt x="0" y="168113"/>
                  </a:lnTo>
                  <a:lnTo>
                    <a:pt x="0" y="1513025"/>
                  </a:lnTo>
                  <a:lnTo>
                    <a:pt x="6005" y="1557716"/>
                  </a:lnTo>
                  <a:lnTo>
                    <a:pt x="22952" y="1597875"/>
                  </a:lnTo>
                  <a:lnTo>
                    <a:pt x="49239" y="1631899"/>
                  </a:lnTo>
                  <a:lnTo>
                    <a:pt x="83263" y="1658186"/>
                  </a:lnTo>
                  <a:lnTo>
                    <a:pt x="123422" y="1675133"/>
                  </a:lnTo>
                  <a:lnTo>
                    <a:pt x="168113" y="1681138"/>
                  </a:lnTo>
                  <a:lnTo>
                    <a:pt x="4717089" y="1681138"/>
                  </a:lnTo>
                  <a:lnTo>
                    <a:pt x="4761780" y="1675133"/>
                  </a:lnTo>
                  <a:lnTo>
                    <a:pt x="4801939" y="1658186"/>
                  </a:lnTo>
                  <a:lnTo>
                    <a:pt x="4835963" y="1631899"/>
                  </a:lnTo>
                  <a:lnTo>
                    <a:pt x="4862250" y="1597875"/>
                  </a:lnTo>
                  <a:lnTo>
                    <a:pt x="4879197" y="1557716"/>
                  </a:lnTo>
                  <a:lnTo>
                    <a:pt x="4885202" y="1513025"/>
                  </a:lnTo>
                  <a:lnTo>
                    <a:pt x="4885202" y="168113"/>
                  </a:lnTo>
                  <a:lnTo>
                    <a:pt x="4879197" y="123422"/>
                  </a:lnTo>
                  <a:lnTo>
                    <a:pt x="4862250" y="83263"/>
                  </a:lnTo>
                  <a:lnTo>
                    <a:pt x="4835963" y="49239"/>
                  </a:lnTo>
                  <a:lnTo>
                    <a:pt x="4801939" y="22952"/>
                  </a:lnTo>
                  <a:lnTo>
                    <a:pt x="4761780" y="6005"/>
                  </a:lnTo>
                  <a:lnTo>
                    <a:pt x="4717089" y="0"/>
                  </a:lnTo>
                  <a:close/>
                </a:path>
              </a:pathLst>
            </a:custGeom>
            <a:solidFill>
              <a:srgbClr val="F2F2F2"/>
            </a:solidFill>
          </p:spPr>
          <p:txBody>
            <a:bodyPr wrap="square" lIns="0" tIns="0" rIns="0" bIns="0" rtlCol="0"/>
            <a:lstStyle/>
            <a:p>
              <a:endParaRPr/>
            </a:p>
          </p:txBody>
        </p:sp>
        <p:pic>
          <p:nvPicPr>
            <p:cNvPr id="9" name="object 9"/>
            <p:cNvPicPr/>
            <p:nvPr/>
          </p:nvPicPr>
          <p:blipFill>
            <a:blip r:embed="rId3" cstate="print"/>
            <a:stretch>
              <a:fillRect/>
            </a:stretch>
          </p:blipFill>
          <p:spPr>
            <a:xfrm>
              <a:off x="4401312" y="2950463"/>
              <a:ext cx="929639" cy="926592"/>
            </a:xfrm>
            <a:prstGeom prst="rect">
              <a:avLst/>
            </a:prstGeom>
          </p:spPr>
        </p:pic>
      </p:grpSp>
      <p:sp>
        <p:nvSpPr>
          <p:cNvPr id="10" name="object 10"/>
          <p:cNvSpPr txBox="1"/>
          <p:nvPr/>
        </p:nvSpPr>
        <p:spPr>
          <a:xfrm>
            <a:off x="6002661" y="2770632"/>
            <a:ext cx="2497455" cy="1235710"/>
          </a:xfrm>
          <a:prstGeom prst="rect">
            <a:avLst/>
          </a:prstGeom>
        </p:spPr>
        <p:txBody>
          <a:bodyPr vert="horz" wrap="square" lIns="0" tIns="33655" rIns="0" bIns="0" rtlCol="0">
            <a:spAutoFit/>
          </a:bodyPr>
          <a:lstStyle/>
          <a:p>
            <a:pPr marL="12700" marR="5080">
              <a:lnSpc>
                <a:spcPct val="91800"/>
              </a:lnSpc>
              <a:spcBef>
                <a:spcPts val="265"/>
              </a:spcBef>
            </a:pPr>
            <a:r>
              <a:rPr sz="1700" dirty="0">
                <a:latin typeface="Calibri"/>
                <a:cs typeface="Calibri"/>
              </a:rPr>
              <a:t>It </a:t>
            </a:r>
            <a:r>
              <a:rPr sz="1700" spc="-5" dirty="0">
                <a:latin typeface="Calibri"/>
                <a:cs typeface="Calibri"/>
              </a:rPr>
              <a:t>uses </a:t>
            </a:r>
            <a:r>
              <a:rPr sz="1700" b="1" i="1" spc="-5" dirty="0">
                <a:latin typeface="Calibri"/>
                <a:cs typeface="Calibri"/>
              </a:rPr>
              <a:t>goal-oriented design </a:t>
            </a:r>
            <a:r>
              <a:rPr sz="1700" b="1" i="1" spc="-370" dirty="0">
                <a:latin typeface="Calibri"/>
                <a:cs typeface="Calibri"/>
              </a:rPr>
              <a:t> </a:t>
            </a:r>
            <a:r>
              <a:rPr sz="1700" spc="-10" dirty="0">
                <a:latin typeface="Calibri"/>
                <a:cs typeface="Calibri"/>
              </a:rPr>
              <a:t>(aka goal directed </a:t>
            </a:r>
            <a:r>
              <a:rPr sz="1700" spc="-5" dirty="0">
                <a:latin typeface="Calibri"/>
                <a:cs typeface="Calibri"/>
              </a:rPr>
              <a:t>design) </a:t>
            </a:r>
            <a:r>
              <a:rPr sz="1700" spc="-10" dirty="0">
                <a:latin typeface="Calibri"/>
                <a:cs typeface="Calibri"/>
              </a:rPr>
              <a:t>to </a:t>
            </a:r>
            <a:r>
              <a:rPr sz="1700" spc="-370" dirty="0">
                <a:latin typeface="Calibri"/>
                <a:cs typeface="Calibri"/>
              </a:rPr>
              <a:t> </a:t>
            </a:r>
            <a:r>
              <a:rPr sz="1700" spc="-5" dirty="0">
                <a:latin typeface="Calibri"/>
                <a:cs typeface="Calibri"/>
              </a:rPr>
              <a:t>underpin </a:t>
            </a:r>
            <a:r>
              <a:rPr sz="1700" dirty="0">
                <a:latin typeface="Calibri"/>
                <a:cs typeface="Calibri"/>
              </a:rPr>
              <a:t>the </a:t>
            </a:r>
            <a:r>
              <a:rPr sz="1700" spc="-20" dirty="0">
                <a:latin typeface="Calibri"/>
                <a:cs typeface="Calibri"/>
              </a:rPr>
              <a:t>way </a:t>
            </a:r>
            <a:r>
              <a:rPr sz="1700" spc="-5" dirty="0">
                <a:latin typeface="Calibri"/>
                <a:cs typeface="Calibri"/>
              </a:rPr>
              <a:t>it looks </a:t>
            </a:r>
            <a:r>
              <a:rPr sz="1700" spc="-10" dirty="0">
                <a:latin typeface="Calibri"/>
                <a:cs typeface="Calibri"/>
              </a:rPr>
              <a:t>at </a:t>
            </a:r>
            <a:r>
              <a:rPr sz="1700" spc="-370" dirty="0">
                <a:latin typeface="Calibri"/>
                <a:cs typeface="Calibri"/>
              </a:rPr>
              <a:t> </a:t>
            </a:r>
            <a:r>
              <a:rPr sz="1700" b="1" i="1" spc="-5" dirty="0">
                <a:latin typeface="Calibri"/>
                <a:cs typeface="Calibri"/>
              </a:rPr>
              <a:t>how </a:t>
            </a:r>
            <a:r>
              <a:rPr sz="1700" b="1" i="1" dirty="0">
                <a:latin typeface="Calibri"/>
                <a:cs typeface="Calibri"/>
              </a:rPr>
              <a:t>users </a:t>
            </a:r>
            <a:r>
              <a:rPr sz="1700" b="1" i="1" spc="-5" dirty="0">
                <a:latin typeface="Calibri"/>
                <a:cs typeface="Calibri"/>
              </a:rPr>
              <a:t>interact </a:t>
            </a:r>
            <a:r>
              <a:rPr sz="1700" spc="-5" dirty="0">
                <a:latin typeface="Calibri"/>
                <a:cs typeface="Calibri"/>
              </a:rPr>
              <a:t>with </a:t>
            </a:r>
            <a:r>
              <a:rPr lang="en-GB" sz="1700" spc="-5" dirty="0">
                <a:latin typeface="Calibri"/>
                <a:cs typeface="Calibri"/>
              </a:rPr>
              <a:t>the</a:t>
            </a:r>
            <a:r>
              <a:rPr sz="1700" dirty="0">
                <a:latin typeface="Calibri"/>
                <a:cs typeface="Calibri"/>
              </a:rPr>
              <a:t> </a:t>
            </a:r>
            <a:r>
              <a:rPr sz="1700" spc="-10" dirty="0">
                <a:latin typeface="Calibri"/>
                <a:cs typeface="Calibri"/>
              </a:rPr>
              <a:t>software</a:t>
            </a:r>
            <a:r>
              <a:rPr sz="1700" spc="-5" dirty="0">
                <a:latin typeface="Calibri"/>
                <a:cs typeface="Calibri"/>
              </a:rPr>
              <a:t> </a:t>
            </a:r>
            <a:r>
              <a:rPr sz="1700" dirty="0">
                <a:latin typeface="Calibri"/>
                <a:cs typeface="Calibri"/>
              </a:rPr>
              <a:t>or</a:t>
            </a:r>
            <a:r>
              <a:rPr sz="1700" spc="-5" dirty="0">
                <a:latin typeface="Calibri"/>
                <a:cs typeface="Calibri"/>
              </a:rPr>
              <a:t> </a:t>
            </a:r>
            <a:r>
              <a:rPr sz="1700" dirty="0">
                <a:latin typeface="Calibri"/>
                <a:cs typeface="Calibri"/>
              </a:rPr>
              <a:t>a </a:t>
            </a:r>
            <a:r>
              <a:rPr sz="1700" spc="-5" dirty="0">
                <a:latin typeface="Calibri"/>
                <a:cs typeface="Calibri"/>
              </a:rPr>
              <a:t>device.</a:t>
            </a:r>
            <a:endParaRPr sz="1700" dirty="0">
              <a:latin typeface="Calibri"/>
              <a:cs typeface="Calibri"/>
            </a:endParaRPr>
          </a:p>
        </p:txBody>
      </p:sp>
      <p:grpSp>
        <p:nvGrpSpPr>
          <p:cNvPr id="11" name="object 11">
            <a:extLst>
              <a:ext uri="{C183D7F6-B498-43B3-948B-1728B52AA6E4}">
                <adec:decorative xmlns:adec="http://schemas.microsoft.com/office/drawing/2017/decorative" val="1"/>
              </a:ext>
            </a:extLst>
          </p:cNvPr>
          <p:cNvGrpSpPr/>
          <p:nvPr/>
        </p:nvGrpSpPr>
        <p:grpSpPr>
          <a:xfrm>
            <a:off x="3895725" y="4674490"/>
            <a:ext cx="4885690" cy="1681480"/>
            <a:chOff x="3895725" y="4674490"/>
            <a:chExt cx="4885690" cy="1681480"/>
          </a:xfrm>
        </p:grpSpPr>
        <p:sp>
          <p:nvSpPr>
            <p:cNvPr id="12" name="object 12"/>
            <p:cNvSpPr/>
            <p:nvPr/>
          </p:nvSpPr>
          <p:spPr>
            <a:xfrm>
              <a:off x="3895725" y="4674490"/>
              <a:ext cx="4885690" cy="1681480"/>
            </a:xfrm>
            <a:custGeom>
              <a:avLst/>
              <a:gdLst/>
              <a:ahLst/>
              <a:cxnLst/>
              <a:rect l="l" t="t" r="r" b="b"/>
              <a:pathLst>
                <a:path w="4885690" h="1681479">
                  <a:moveTo>
                    <a:pt x="4717089" y="0"/>
                  </a:moveTo>
                  <a:lnTo>
                    <a:pt x="168113" y="0"/>
                  </a:lnTo>
                  <a:lnTo>
                    <a:pt x="123422" y="6005"/>
                  </a:lnTo>
                  <a:lnTo>
                    <a:pt x="83263" y="22952"/>
                  </a:lnTo>
                  <a:lnTo>
                    <a:pt x="49239" y="49239"/>
                  </a:lnTo>
                  <a:lnTo>
                    <a:pt x="22952" y="83263"/>
                  </a:lnTo>
                  <a:lnTo>
                    <a:pt x="6005" y="123422"/>
                  </a:lnTo>
                  <a:lnTo>
                    <a:pt x="0" y="168113"/>
                  </a:lnTo>
                  <a:lnTo>
                    <a:pt x="0" y="1513026"/>
                  </a:lnTo>
                  <a:lnTo>
                    <a:pt x="6005" y="1557717"/>
                  </a:lnTo>
                  <a:lnTo>
                    <a:pt x="22952" y="1597876"/>
                  </a:lnTo>
                  <a:lnTo>
                    <a:pt x="49239" y="1631900"/>
                  </a:lnTo>
                  <a:lnTo>
                    <a:pt x="83263" y="1658187"/>
                  </a:lnTo>
                  <a:lnTo>
                    <a:pt x="123422" y="1675134"/>
                  </a:lnTo>
                  <a:lnTo>
                    <a:pt x="168113" y="1681139"/>
                  </a:lnTo>
                  <a:lnTo>
                    <a:pt x="4717089" y="1681139"/>
                  </a:lnTo>
                  <a:lnTo>
                    <a:pt x="4761780" y="1675134"/>
                  </a:lnTo>
                  <a:lnTo>
                    <a:pt x="4801939" y="1658187"/>
                  </a:lnTo>
                  <a:lnTo>
                    <a:pt x="4835963" y="1631900"/>
                  </a:lnTo>
                  <a:lnTo>
                    <a:pt x="4862250" y="1597876"/>
                  </a:lnTo>
                  <a:lnTo>
                    <a:pt x="4879197" y="1557717"/>
                  </a:lnTo>
                  <a:lnTo>
                    <a:pt x="4885202" y="1513026"/>
                  </a:lnTo>
                  <a:lnTo>
                    <a:pt x="4885202" y="168113"/>
                  </a:lnTo>
                  <a:lnTo>
                    <a:pt x="4879197" y="123422"/>
                  </a:lnTo>
                  <a:lnTo>
                    <a:pt x="4862250" y="83263"/>
                  </a:lnTo>
                  <a:lnTo>
                    <a:pt x="4835963" y="49239"/>
                  </a:lnTo>
                  <a:lnTo>
                    <a:pt x="4801939" y="22952"/>
                  </a:lnTo>
                  <a:lnTo>
                    <a:pt x="4761780" y="6005"/>
                  </a:lnTo>
                  <a:lnTo>
                    <a:pt x="4717089" y="0"/>
                  </a:lnTo>
                  <a:close/>
                </a:path>
              </a:pathLst>
            </a:custGeom>
            <a:solidFill>
              <a:srgbClr val="F2F2F2"/>
            </a:solidFill>
          </p:spPr>
          <p:txBody>
            <a:bodyPr wrap="square" lIns="0" tIns="0" rIns="0" bIns="0" rtlCol="0"/>
            <a:lstStyle/>
            <a:p>
              <a:endParaRPr/>
            </a:p>
          </p:txBody>
        </p:sp>
        <p:pic>
          <p:nvPicPr>
            <p:cNvPr id="13" name="object 13"/>
            <p:cNvPicPr/>
            <p:nvPr/>
          </p:nvPicPr>
          <p:blipFill>
            <a:blip r:embed="rId4" cstate="print"/>
            <a:stretch>
              <a:fillRect/>
            </a:stretch>
          </p:blipFill>
          <p:spPr>
            <a:xfrm>
              <a:off x="4401312" y="5050535"/>
              <a:ext cx="929639" cy="929640"/>
            </a:xfrm>
            <a:prstGeom prst="rect">
              <a:avLst/>
            </a:prstGeom>
          </p:spPr>
        </p:pic>
      </p:grpSp>
      <p:sp>
        <p:nvSpPr>
          <p:cNvPr id="14" name="object 14"/>
          <p:cNvSpPr txBox="1"/>
          <p:nvPr/>
        </p:nvSpPr>
        <p:spPr>
          <a:xfrm>
            <a:off x="6002661" y="4870704"/>
            <a:ext cx="2535555" cy="1238885"/>
          </a:xfrm>
          <a:prstGeom prst="rect">
            <a:avLst/>
          </a:prstGeom>
        </p:spPr>
        <p:txBody>
          <a:bodyPr vert="horz" wrap="square" lIns="0" tIns="33020" rIns="0" bIns="0" rtlCol="0">
            <a:spAutoFit/>
          </a:bodyPr>
          <a:lstStyle/>
          <a:p>
            <a:pPr marL="12700" marR="5080">
              <a:lnSpc>
                <a:spcPct val="92100"/>
              </a:lnSpc>
              <a:spcBef>
                <a:spcPts val="260"/>
              </a:spcBef>
            </a:pPr>
            <a:r>
              <a:rPr sz="1700" spc="-15" dirty="0">
                <a:latin typeface="Calibri"/>
                <a:cs typeface="Calibri"/>
              </a:rPr>
              <a:t>Specifically,</a:t>
            </a:r>
            <a:r>
              <a:rPr sz="1700" spc="-5" dirty="0">
                <a:latin typeface="Calibri"/>
                <a:cs typeface="Calibri"/>
              </a:rPr>
              <a:t> it is </a:t>
            </a:r>
            <a:r>
              <a:rPr sz="1700" spc="-15" dirty="0">
                <a:latin typeface="Calibri"/>
                <a:cs typeface="Calibri"/>
              </a:rPr>
              <a:t>interested</a:t>
            </a:r>
            <a:r>
              <a:rPr sz="1700" spc="-5" dirty="0">
                <a:latin typeface="Calibri"/>
                <a:cs typeface="Calibri"/>
              </a:rPr>
              <a:t> in </a:t>
            </a:r>
            <a:r>
              <a:rPr sz="1700" spc="-370" dirty="0">
                <a:latin typeface="Calibri"/>
                <a:cs typeface="Calibri"/>
              </a:rPr>
              <a:t> </a:t>
            </a:r>
            <a:r>
              <a:rPr sz="1700" b="1" i="1" spc="-5" dirty="0">
                <a:latin typeface="Calibri"/>
                <a:cs typeface="Calibri"/>
              </a:rPr>
              <a:t>how </a:t>
            </a:r>
            <a:r>
              <a:rPr sz="1700" b="1" i="1" dirty="0">
                <a:latin typeface="Calibri"/>
                <a:cs typeface="Calibri"/>
              </a:rPr>
              <a:t>the </a:t>
            </a:r>
            <a:r>
              <a:rPr sz="1700" b="1" i="1" spc="-5" dirty="0">
                <a:latin typeface="Calibri"/>
                <a:cs typeface="Calibri"/>
              </a:rPr>
              <a:t>interaction can </a:t>
            </a:r>
            <a:r>
              <a:rPr sz="1700" b="1" i="1" dirty="0">
                <a:latin typeface="Calibri"/>
                <a:cs typeface="Calibri"/>
              </a:rPr>
              <a:t> </a:t>
            </a:r>
            <a:r>
              <a:rPr sz="1700" b="1" i="1" spc="-5" dirty="0">
                <a:latin typeface="Calibri"/>
                <a:cs typeface="Calibri"/>
              </a:rPr>
              <a:t>enable </a:t>
            </a:r>
            <a:r>
              <a:rPr sz="1700" b="1" i="1" dirty="0">
                <a:latin typeface="Calibri"/>
                <a:cs typeface="Calibri"/>
              </a:rPr>
              <a:t>the </a:t>
            </a:r>
            <a:r>
              <a:rPr sz="1700" b="1" i="1" spc="-5" dirty="0">
                <a:latin typeface="Calibri"/>
                <a:cs typeface="Calibri"/>
              </a:rPr>
              <a:t>most effective </a:t>
            </a:r>
            <a:r>
              <a:rPr sz="1700" b="1" i="1" dirty="0">
                <a:latin typeface="Calibri"/>
                <a:cs typeface="Calibri"/>
              </a:rPr>
              <a:t> </a:t>
            </a:r>
            <a:r>
              <a:rPr sz="1700" b="1" i="1" spc="-5" dirty="0">
                <a:latin typeface="Calibri"/>
                <a:cs typeface="Calibri"/>
              </a:rPr>
              <a:t>way </a:t>
            </a:r>
            <a:r>
              <a:rPr sz="1700" b="1" i="1" dirty="0">
                <a:latin typeface="Calibri"/>
                <a:cs typeface="Calibri"/>
              </a:rPr>
              <a:t>of satisfying the </a:t>
            </a:r>
            <a:r>
              <a:rPr sz="1700" b="1" i="1" spc="-5" dirty="0">
                <a:latin typeface="Calibri"/>
                <a:cs typeface="Calibri"/>
              </a:rPr>
              <a:t>user’s </a:t>
            </a:r>
            <a:r>
              <a:rPr sz="1700" b="1" i="1" dirty="0">
                <a:latin typeface="Calibri"/>
                <a:cs typeface="Calibri"/>
              </a:rPr>
              <a:t> </a:t>
            </a:r>
            <a:r>
              <a:rPr sz="1700" b="1" i="1" spc="-5" dirty="0">
                <a:latin typeface="Calibri"/>
                <a:cs typeface="Calibri"/>
              </a:rPr>
              <a:t>needs</a:t>
            </a:r>
            <a:r>
              <a:rPr sz="1700" spc="-5" dirty="0">
                <a:latin typeface="Calibri"/>
                <a:cs typeface="Calibri"/>
              </a:rPr>
              <a:t>.</a:t>
            </a:r>
            <a:endParaRPr sz="1700">
              <a:latin typeface="Calibri"/>
              <a:cs typeface="Calibri"/>
            </a:endParaRPr>
          </a:p>
        </p:txBody>
      </p:sp>
      <p:sp>
        <p:nvSpPr>
          <p:cNvPr id="15" name="object 15"/>
          <p:cNvSpPr txBox="1"/>
          <p:nvPr/>
        </p:nvSpPr>
        <p:spPr>
          <a:xfrm>
            <a:off x="8306752" y="6428920"/>
            <a:ext cx="154305" cy="211454"/>
          </a:xfrm>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z="1200" dirty="0">
                <a:solidFill>
                  <a:srgbClr val="898989"/>
                </a:solidFill>
                <a:latin typeface="Calibri"/>
                <a:cs typeface="Calibri"/>
              </a:rPr>
              <a:t>3</a:t>
            </a:fld>
            <a:endParaRPr sz="1200">
              <a:latin typeface="Calibri"/>
              <a:cs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13841" y="579119"/>
            <a:ext cx="3586479" cy="741680"/>
          </a:xfrm>
          <a:prstGeom prst="rect">
            <a:avLst/>
          </a:prstGeom>
        </p:spPr>
        <p:txBody>
          <a:bodyPr vert="horz" wrap="square" lIns="0" tIns="12700" rIns="0" bIns="0" rtlCol="0">
            <a:spAutoFit/>
          </a:bodyPr>
          <a:lstStyle/>
          <a:p>
            <a:pPr marL="12700">
              <a:lnSpc>
                <a:spcPct val="100000"/>
              </a:lnSpc>
              <a:spcBef>
                <a:spcPts val="100"/>
              </a:spcBef>
            </a:pPr>
            <a:r>
              <a:rPr sz="4700" spc="-5" dirty="0"/>
              <a:t>IxD</a:t>
            </a:r>
            <a:r>
              <a:rPr sz="4700" spc="-45" dirty="0"/>
              <a:t> </a:t>
            </a:r>
            <a:r>
              <a:rPr sz="4700" dirty="0"/>
              <a:t>-</a:t>
            </a:r>
            <a:r>
              <a:rPr sz="4700" spc="-40" dirty="0"/>
              <a:t> </a:t>
            </a:r>
            <a:r>
              <a:rPr sz="4700" spc="-10" dirty="0"/>
              <a:t>Definition</a:t>
            </a:r>
            <a:endParaRPr sz="4700" dirty="0"/>
          </a:p>
        </p:txBody>
      </p:sp>
      <p:sp>
        <p:nvSpPr>
          <p:cNvPr id="3" name="object 3">
            <a:extLst>
              <a:ext uri="{C183D7F6-B498-43B3-948B-1728B52AA6E4}">
                <adec:decorative xmlns:adec="http://schemas.microsoft.com/office/drawing/2017/decorative" val="1"/>
              </a:ext>
            </a:extLst>
          </p:cNvPr>
          <p:cNvSpPr/>
          <p:nvPr/>
        </p:nvSpPr>
        <p:spPr>
          <a:xfrm>
            <a:off x="0" y="0"/>
            <a:ext cx="9144000" cy="126364"/>
          </a:xfrm>
          <a:custGeom>
            <a:avLst/>
            <a:gdLst/>
            <a:ahLst/>
            <a:cxnLst/>
            <a:rect l="l" t="t" r="r" b="b"/>
            <a:pathLst>
              <a:path w="9144000" h="126364">
                <a:moveTo>
                  <a:pt x="9143999" y="0"/>
                </a:moveTo>
                <a:lnTo>
                  <a:pt x="0" y="0"/>
                </a:lnTo>
                <a:lnTo>
                  <a:pt x="0" y="126123"/>
                </a:lnTo>
                <a:lnTo>
                  <a:pt x="9143999" y="126123"/>
                </a:lnTo>
                <a:lnTo>
                  <a:pt x="9143999" y="0"/>
                </a:lnTo>
                <a:close/>
              </a:path>
            </a:pathLst>
          </a:custGeom>
          <a:solidFill>
            <a:srgbClr val="4472C4"/>
          </a:solidFill>
        </p:spPr>
        <p:txBody>
          <a:bodyPr wrap="square" lIns="0" tIns="0" rIns="0" bIns="0" rtlCol="0"/>
          <a:lstStyle/>
          <a:p>
            <a:endParaRPr/>
          </a:p>
        </p:txBody>
      </p:sp>
      <p:pic>
        <p:nvPicPr>
          <p:cNvPr id="4" name="object 4">
            <a:extLst>
              <a:ext uri="{C183D7F6-B498-43B3-948B-1728B52AA6E4}">
                <adec:decorative xmlns:adec="http://schemas.microsoft.com/office/drawing/2017/decorative" val="1"/>
              </a:ext>
            </a:extLst>
          </p:cNvPr>
          <p:cNvPicPr/>
          <p:nvPr/>
        </p:nvPicPr>
        <p:blipFill>
          <a:blip r:embed="rId2" cstate="print"/>
          <a:stretch>
            <a:fillRect/>
          </a:stretch>
        </p:blipFill>
        <p:spPr>
          <a:xfrm>
            <a:off x="627887" y="682751"/>
            <a:ext cx="688848" cy="688848"/>
          </a:xfrm>
          <a:prstGeom prst="rect">
            <a:avLst/>
          </a:prstGeom>
        </p:spPr>
      </p:pic>
      <p:sp>
        <p:nvSpPr>
          <p:cNvPr id="5" name="object 5"/>
          <p:cNvSpPr txBox="1"/>
          <p:nvPr/>
        </p:nvSpPr>
        <p:spPr>
          <a:xfrm>
            <a:off x="682943" y="1650364"/>
            <a:ext cx="8080057" cy="4996240"/>
          </a:xfrm>
          <a:prstGeom prst="rect">
            <a:avLst/>
          </a:prstGeom>
        </p:spPr>
        <p:txBody>
          <a:bodyPr vert="horz" wrap="square" lIns="0" tIns="45720" rIns="0" bIns="0" rtlCol="0">
            <a:spAutoFit/>
          </a:bodyPr>
          <a:lstStyle/>
          <a:p>
            <a:pPr marL="355600" marR="5080" indent="-228600">
              <a:lnSpc>
                <a:spcPts val="1920"/>
              </a:lnSpc>
              <a:spcBef>
                <a:spcPts val="360"/>
              </a:spcBef>
              <a:buFont typeface="Arial MT"/>
              <a:buChar char="•"/>
              <a:tabLst>
                <a:tab pos="354965" algn="l"/>
                <a:tab pos="355600" algn="l"/>
              </a:tabLst>
            </a:pPr>
            <a:r>
              <a:rPr lang="en-GB" sz="1800" spc="-10" dirty="0">
                <a:latin typeface="Calibri"/>
                <a:cs typeface="Calibri"/>
              </a:rPr>
              <a:t>Interaction</a:t>
            </a:r>
            <a:r>
              <a:rPr lang="en-GB" sz="1800" spc="15" dirty="0">
                <a:latin typeface="Calibri"/>
                <a:cs typeface="Calibri"/>
              </a:rPr>
              <a:t> </a:t>
            </a:r>
            <a:r>
              <a:rPr lang="en-GB" sz="1800" spc="-5" dirty="0">
                <a:latin typeface="Calibri"/>
                <a:cs typeface="Calibri"/>
              </a:rPr>
              <a:t>design</a:t>
            </a:r>
            <a:r>
              <a:rPr lang="en-GB" sz="1800" spc="15" dirty="0">
                <a:latin typeface="Calibri"/>
                <a:cs typeface="Calibri"/>
              </a:rPr>
              <a:t> </a:t>
            </a:r>
            <a:r>
              <a:rPr lang="en-GB" sz="1800" spc="-5" dirty="0">
                <a:latin typeface="Calibri"/>
                <a:cs typeface="Calibri"/>
              </a:rPr>
              <a:t>is</a:t>
            </a:r>
            <a:r>
              <a:rPr lang="en-GB" sz="1800" spc="5" dirty="0">
                <a:latin typeface="Calibri"/>
                <a:cs typeface="Calibri"/>
              </a:rPr>
              <a:t> </a:t>
            </a:r>
            <a:r>
              <a:rPr lang="en-GB" sz="1800" dirty="0">
                <a:latin typeface="Calibri"/>
                <a:cs typeface="Calibri"/>
              </a:rPr>
              <a:t>the</a:t>
            </a:r>
            <a:r>
              <a:rPr lang="en-GB" sz="1800" spc="10" dirty="0">
                <a:latin typeface="Calibri"/>
                <a:cs typeface="Calibri"/>
              </a:rPr>
              <a:t> </a:t>
            </a:r>
            <a:r>
              <a:rPr lang="en-GB" sz="1800" spc="-5" dirty="0">
                <a:latin typeface="Calibri"/>
                <a:cs typeface="Calibri"/>
              </a:rPr>
              <a:t>art</a:t>
            </a:r>
            <a:r>
              <a:rPr lang="en-GB" sz="1800" spc="5" dirty="0">
                <a:latin typeface="Calibri"/>
                <a:cs typeface="Calibri"/>
              </a:rPr>
              <a:t> </a:t>
            </a:r>
            <a:r>
              <a:rPr lang="en-GB" sz="1800" dirty="0">
                <a:latin typeface="Calibri"/>
                <a:cs typeface="Calibri"/>
              </a:rPr>
              <a:t>of</a:t>
            </a:r>
            <a:r>
              <a:rPr lang="en-GB" sz="1800" spc="5" dirty="0">
                <a:latin typeface="Calibri"/>
                <a:cs typeface="Calibri"/>
              </a:rPr>
              <a:t> </a:t>
            </a:r>
            <a:r>
              <a:rPr lang="en-GB" sz="1800" b="1" i="1" spc="-10" dirty="0">
                <a:latin typeface="Calibri"/>
                <a:cs typeface="Calibri"/>
              </a:rPr>
              <a:t>facilitating</a:t>
            </a:r>
            <a:r>
              <a:rPr lang="en-GB" sz="1800" b="1" i="1" spc="10" dirty="0">
                <a:latin typeface="Calibri"/>
                <a:cs typeface="Calibri"/>
              </a:rPr>
              <a:t> </a:t>
            </a:r>
            <a:r>
              <a:rPr lang="en-GB" sz="1800" b="1" i="1" dirty="0">
                <a:latin typeface="Calibri"/>
                <a:cs typeface="Calibri"/>
              </a:rPr>
              <a:t>or</a:t>
            </a:r>
            <a:r>
              <a:rPr lang="en-GB" sz="1800" b="1" i="1" spc="10" dirty="0">
                <a:latin typeface="Calibri"/>
                <a:cs typeface="Calibri"/>
              </a:rPr>
              <a:t> </a:t>
            </a:r>
            <a:r>
              <a:rPr lang="en-GB" sz="1800" b="1" i="1" spc="-5" dirty="0">
                <a:latin typeface="Calibri"/>
                <a:cs typeface="Calibri"/>
              </a:rPr>
              <a:t>instigating</a:t>
            </a:r>
            <a:r>
              <a:rPr lang="en-GB" sz="1800" b="1" i="1" spc="10" dirty="0">
                <a:latin typeface="Calibri"/>
                <a:cs typeface="Calibri"/>
              </a:rPr>
              <a:t> </a:t>
            </a:r>
            <a:r>
              <a:rPr lang="en-GB" sz="1800" b="1" i="1" spc="-5" dirty="0">
                <a:latin typeface="Calibri"/>
                <a:cs typeface="Calibri"/>
              </a:rPr>
              <a:t>interactions</a:t>
            </a:r>
            <a:r>
              <a:rPr lang="en-GB" sz="1800" b="1" i="1" spc="10" dirty="0">
                <a:latin typeface="Calibri"/>
                <a:cs typeface="Calibri"/>
              </a:rPr>
              <a:t> </a:t>
            </a:r>
            <a:r>
              <a:rPr lang="en-GB" sz="1800" b="1" i="1" spc="-5" dirty="0">
                <a:latin typeface="Calibri"/>
                <a:cs typeface="Calibri"/>
              </a:rPr>
              <a:t>between </a:t>
            </a:r>
            <a:r>
              <a:rPr lang="en-GB" sz="1800" b="1" i="1" spc="-390" dirty="0">
                <a:latin typeface="Calibri"/>
                <a:cs typeface="Calibri"/>
              </a:rPr>
              <a:t> </a:t>
            </a:r>
            <a:r>
              <a:rPr lang="en-GB" sz="1800" b="1" i="1" spc="-5" dirty="0">
                <a:latin typeface="Calibri"/>
                <a:cs typeface="Calibri"/>
              </a:rPr>
              <a:t>humans</a:t>
            </a:r>
            <a:r>
              <a:rPr lang="en-GB" sz="1800" b="1" i="1" spc="5" dirty="0">
                <a:latin typeface="Calibri"/>
                <a:cs typeface="Calibri"/>
              </a:rPr>
              <a:t> </a:t>
            </a:r>
            <a:r>
              <a:rPr lang="en-GB" sz="1800" b="1" i="1" dirty="0">
                <a:latin typeface="Calibri"/>
                <a:cs typeface="Calibri"/>
              </a:rPr>
              <a:t>(or</a:t>
            </a:r>
            <a:r>
              <a:rPr lang="en-GB" sz="1800" b="1" i="1" spc="5" dirty="0">
                <a:latin typeface="Calibri"/>
                <a:cs typeface="Calibri"/>
              </a:rPr>
              <a:t> </a:t>
            </a:r>
            <a:r>
              <a:rPr lang="en-GB" sz="1800" b="1" i="1" spc="-5" dirty="0">
                <a:latin typeface="Calibri"/>
                <a:cs typeface="Calibri"/>
              </a:rPr>
              <a:t>their</a:t>
            </a:r>
            <a:r>
              <a:rPr lang="en-GB" sz="1800" b="1" i="1" spc="5" dirty="0">
                <a:latin typeface="Calibri"/>
                <a:cs typeface="Calibri"/>
              </a:rPr>
              <a:t> </a:t>
            </a:r>
            <a:r>
              <a:rPr lang="en-GB" sz="1800" b="1" i="1" spc="-5" dirty="0">
                <a:latin typeface="Calibri"/>
                <a:cs typeface="Calibri"/>
              </a:rPr>
              <a:t>agents),</a:t>
            </a:r>
            <a:r>
              <a:rPr lang="en-GB" sz="1800" b="1" i="1" dirty="0">
                <a:latin typeface="Calibri"/>
                <a:cs typeface="Calibri"/>
              </a:rPr>
              <a:t> </a:t>
            </a:r>
            <a:r>
              <a:rPr lang="en-GB" sz="1800" b="1" i="1" spc="-5" dirty="0">
                <a:latin typeface="Calibri"/>
                <a:cs typeface="Calibri"/>
              </a:rPr>
              <a:t>mediated</a:t>
            </a:r>
            <a:r>
              <a:rPr lang="en-GB" sz="1800" b="1" i="1" dirty="0">
                <a:latin typeface="Calibri"/>
                <a:cs typeface="Calibri"/>
              </a:rPr>
              <a:t> </a:t>
            </a:r>
            <a:r>
              <a:rPr lang="en-GB" sz="1800" b="1" i="1" spc="-5" dirty="0">
                <a:latin typeface="Calibri"/>
                <a:cs typeface="Calibri"/>
              </a:rPr>
              <a:t>by</a:t>
            </a:r>
            <a:r>
              <a:rPr lang="en-GB" sz="1800" b="1" i="1" spc="5" dirty="0">
                <a:latin typeface="Calibri"/>
                <a:cs typeface="Calibri"/>
              </a:rPr>
              <a:t> </a:t>
            </a:r>
            <a:r>
              <a:rPr lang="en-GB" sz="1800" b="1" i="1" spc="-5" dirty="0">
                <a:latin typeface="Calibri"/>
                <a:cs typeface="Calibri"/>
              </a:rPr>
              <a:t>products</a:t>
            </a:r>
            <a:r>
              <a:rPr lang="en-GB" sz="1800" spc="-5" dirty="0">
                <a:latin typeface="Calibri"/>
                <a:cs typeface="Calibri"/>
              </a:rPr>
              <a:t>.</a:t>
            </a:r>
            <a:endParaRPr lang="en-GB" dirty="0">
              <a:latin typeface="Calibri"/>
              <a:cs typeface="Calibri"/>
            </a:endParaRPr>
          </a:p>
          <a:p>
            <a:pPr marL="355600" marR="5080" indent="-228600">
              <a:lnSpc>
                <a:spcPts val="1920"/>
              </a:lnSpc>
              <a:spcBef>
                <a:spcPts val="360"/>
              </a:spcBef>
              <a:buFont typeface="Arial MT"/>
              <a:buChar char="•"/>
              <a:tabLst>
                <a:tab pos="354965" algn="l"/>
                <a:tab pos="355600" algn="l"/>
              </a:tabLst>
            </a:pPr>
            <a:r>
              <a:rPr lang="en-GB" sz="1800" spc="-10" dirty="0">
                <a:latin typeface="Calibri"/>
                <a:cs typeface="Calibri"/>
              </a:rPr>
              <a:t>Interactions</a:t>
            </a:r>
            <a:r>
              <a:rPr lang="en-GB" sz="1800" spc="5" dirty="0">
                <a:latin typeface="Calibri"/>
                <a:cs typeface="Calibri"/>
              </a:rPr>
              <a:t> </a:t>
            </a:r>
            <a:r>
              <a:rPr lang="en-GB" sz="1800" spc="-5" dirty="0">
                <a:latin typeface="Calibri"/>
                <a:cs typeface="Calibri"/>
              </a:rPr>
              <a:t>mean</a:t>
            </a:r>
            <a:r>
              <a:rPr lang="en-GB" sz="1800" spc="25" dirty="0">
                <a:latin typeface="Calibri"/>
                <a:cs typeface="Calibri"/>
              </a:rPr>
              <a:t> </a:t>
            </a:r>
            <a:r>
              <a:rPr lang="en-GB" sz="1800" spc="-10" dirty="0">
                <a:latin typeface="Calibri"/>
                <a:cs typeface="Calibri"/>
              </a:rPr>
              <a:t>communication:</a:t>
            </a:r>
          </a:p>
          <a:p>
            <a:pPr marL="127000" marR="5080">
              <a:lnSpc>
                <a:spcPts val="1920"/>
              </a:lnSpc>
              <a:spcBef>
                <a:spcPts val="360"/>
              </a:spcBef>
              <a:tabLst>
                <a:tab pos="354965" algn="l"/>
                <a:tab pos="355600" algn="l"/>
              </a:tabLst>
            </a:pPr>
            <a:endParaRPr lang="en-GB" sz="1800" spc="-10" dirty="0">
              <a:latin typeface="Calibri"/>
              <a:cs typeface="Calibri"/>
            </a:endParaRPr>
          </a:p>
          <a:p>
            <a:pPr marL="812800" marR="5080" lvl="1" indent="-228600">
              <a:lnSpc>
                <a:spcPts val="1920"/>
              </a:lnSpc>
              <a:spcBef>
                <a:spcPts val="360"/>
              </a:spcBef>
              <a:buFont typeface="Arial MT"/>
              <a:buChar char="•"/>
              <a:tabLst>
                <a:tab pos="354965" algn="l"/>
                <a:tab pos="355600" algn="l"/>
              </a:tabLst>
            </a:pPr>
            <a:r>
              <a:rPr lang="en-GB" spc="15" dirty="0">
                <a:latin typeface="Calibri"/>
                <a:cs typeface="Calibri"/>
              </a:rPr>
              <a:t>One-on-One: Examples include a phone call or a face-to-face conversation.</a:t>
            </a:r>
          </a:p>
          <a:p>
            <a:pPr marL="812800" marR="5080" lvl="1" indent="-228600">
              <a:lnSpc>
                <a:spcPts val="1920"/>
              </a:lnSpc>
              <a:spcBef>
                <a:spcPts val="360"/>
              </a:spcBef>
              <a:buFont typeface="Arial MT"/>
              <a:buChar char="•"/>
              <a:tabLst>
                <a:tab pos="354965" algn="l"/>
                <a:tab pos="355600" algn="l"/>
              </a:tabLst>
            </a:pPr>
            <a:r>
              <a:rPr lang="en-GB" spc="15" dirty="0">
                <a:latin typeface="Calibri"/>
                <a:cs typeface="Calibri"/>
              </a:rPr>
              <a:t>One-to-Many: This includes platforms like blogs or social media where one individual communicates with a larger audience.</a:t>
            </a:r>
          </a:p>
          <a:p>
            <a:pPr marL="812800" marR="5080" lvl="1" indent="-228600">
              <a:lnSpc>
                <a:spcPts val="1920"/>
              </a:lnSpc>
              <a:spcBef>
                <a:spcPts val="360"/>
              </a:spcBef>
              <a:buFont typeface="Arial MT"/>
              <a:buChar char="•"/>
              <a:tabLst>
                <a:tab pos="354965" algn="l"/>
                <a:tab pos="355600" algn="l"/>
              </a:tabLst>
            </a:pPr>
            <a:r>
              <a:rPr lang="en-GB" spc="15" dirty="0">
                <a:latin typeface="Calibri"/>
                <a:cs typeface="Calibri"/>
              </a:rPr>
              <a:t>Many-to-Many: Examples include dynamic environments like the stock market, where multiple participants engage in interactions simultaneously.</a:t>
            </a:r>
          </a:p>
          <a:p>
            <a:pPr marL="584200" marR="5080" lvl="1">
              <a:lnSpc>
                <a:spcPts val="1920"/>
              </a:lnSpc>
              <a:spcBef>
                <a:spcPts val="360"/>
              </a:spcBef>
              <a:tabLst>
                <a:tab pos="354965" algn="l"/>
                <a:tab pos="355600" algn="l"/>
              </a:tabLst>
            </a:pPr>
            <a:endParaRPr lang="en-GB" spc="15" dirty="0">
              <a:latin typeface="Calibri"/>
              <a:cs typeface="Calibri"/>
            </a:endParaRPr>
          </a:p>
          <a:p>
            <a:pPr marL="355600" marR="5080" indent="-228600">
              <a:lnSpc>
                <a:spcPts val="1920"/>
              </a:lnSpc>
              <a:spcBef>
                <a:spcPts val="360"/>
              </a:spcBef>
              <a:buFont typeface="Arial MT"/>
              <a:buChar char="•"/>
              <a:tabLst>
                <a:tab pos="354965" algn="l"/>
                <a:tab pos="355600" algn="l"/>
              </a:tabLst>
            </a:pPr>
            <a:r>
              <a:rPr lang="en-GB" sz="1800" spc="-5" dirty="0">
                <a:latin typeface="Calibri"/>
                <a:cs typeface="Calibri"/>
              </a:rPr>
              <a:t>The</a:t>
            </a:r>
            <a:r>
              <a:rPr lang="en-GB" sz="1800" spc="10" dirty="0">
                <a:latin typeface="Calibri"/>
                <a:cs typeface="Calibri"/>
              </a:rPr>
              <a:t> </a:t>
            </a:r>
            <a:r>
              <a:rPr lang="en-GB" sz="1800" spc="-5" dirty="0">
                <a:latin typeface="Calibri"/>
                <a:cs typeface="Calibri"/>
              </a:rPr>
              <a:t>products</a:t>
            </a:r>
            <a:r>
              <a:rPr lang="en-GB" sz="1800" dirty="0">
                <a:latin typeface="Calibri"/>
                <a:cs typeface="Calibri"/>
              </a:rPr>
              <a:t> an</a:t>
            </a:r>
            <a:r>
              <a:rPr lang="en-GB" sz="1800" spc="10" dirty="0">
                <a:latin typeface="Calibri"/>
                <a:cs typeface="Calibri"/>
              </a:rPr>
              <a:t> </a:t>
            </a:r>
            <a:r>
              <a:rPr lang="en-GB" sz="1800" spc="-10" dirty="0">
                <a:latin typeface="Calibri"/>
                <a:cs typeface="Calibri"/>
              </a:rPr>
              <a:t>interaction</a:t>
            </a:r>
            <a:r>
              <a:rPr lang="en-GB" sz="1800" spc="10" dirty="0">
                <a:latin typeface="Calibri"/>
                <a:cs typeface="Calibri"/>
              </a:rPr>
              <a:t> </a:t>
            </a:r>
            <a:r>
              <a:rPr lang="en-GB" sz="1800" spc="-5" dirty="0">
                <a:latin typeface="Calibri"/>
                <a:cs typeface="Calibri"/>
              </a:rPr>
              <a:t>designer</a:t>
            </a:r>
            <a:r>
              <a:rPr lang="en-GB" sz="1800" dirty="0">
                <a:latin typeface="Calibri"/>
                <a:cs typeface="Calibri"/>
              </a:rPr>
              <a:t> </a:t>
            </a:r>
            <a:r>
              <a:rPr lang="en-GB" sz="1800" spc="-15" dirty="0">
                <a:latin typeface="Calibri"/>
                <a:cs typeface="Calibri"/>
              </a:rPr>
              <a:t>creates</a:t>
            </a:r>
            <a:r>
              <a:rPr lang="en-GB" sz="1800" dirty="0">
                <a:latin typeface="Calibri"/>
                <a:cs typeface="Calibri"/>
              </a:rPr>
              <a:t> </a:t>
            </a:r>
            <a:r>
              <a:rPr lang="en-GB" sz="1800" spc="-5" dirty="0">
                <a:latin typeface="Calibri"/>
                <a:cs typeface="Calibri"/>
              </a:rPr>
              <a:t>can</a:t>
            </a:r>
            <a:r>
              <a:rPr lang="en-GB" sz="1800" spc="10" dirty="0">
                <a:latin typeface="Calibri"/>
                <a:cs typeface="Calibri"/>
              </a:rPr>
              <a:t> </a:t>
            </a:r>
            <a:r>
              <a:rPr lang="en-GB" sz="1800" dirty="0">
                <a:latin typeface="Calibri"/>
                <a:cs typeface="Calibri"/>
              </a:rPr>
              <a:t>be</a:t>
            </a:r>
            <a:r>
              <a:rPr lang="en-GB" sz="1800" spc="10" dirty="0">
                <a:latin typeface="Calibri"/>
                <a:cs typeface="Calibri"/>
              </a:rPr>
              <a:t> </a:t>
            </a:r>
            <a:r>
              <a:rPr lang="en-GB" sz="1800" spc="-5" dirty="0">
                <a:latin typeface="Calibri"/>
                <a:cs typeface="Calibri"/>
              </a:rPr>
              <a:t>digital</a:t>
            </a:r>
            <a:r>
              <a:rPr lang="en-GB" sz="1800" spc="5" dirty="0">
                <a:latin typeface="Calibri"/>
                <a:cs typeface="Calibri"/>
              </a:rPr>
              <a:t> </a:t>
            </a:r>
            <a:r>
              <a:rPr lang="en-GB" sz="1800" dirty="0">
                <a:latin typeface="Calibri"/>
                <a:cs typeface="Calibri"/>
              </a:rPr>
              <a:t>or </a:t>
            </a:r>
            <a:r>
              <a:rPr lang="en-GB" sz="1800" dirty="0" err="1">
                <a:latin typeface="Calibri"/>
                <a:cs typeface="Calibri"/>
              </a:rPr>
              <a:t>analog</a:t>
            </a:r>
            <a:r>
              <a:rPr lang="en-GB" sz="1800" dirty="0">
                <a:latin typeface="Calibri"/>
                <a:cs typeface="Calibri"/>
              </a:rPr>
              <a:t>,</a:t>
            </a:r>
            <a:r>
              <a:rPr lang="en-GB" sz="1800" spc="5" dirty="0">
                <a:latin typeface="Calibri"/>
                <a:cs typeface="Calibri"/>
              </a:rPr>
              <a:t> </a:t>
            </a:r>
            <a:r>
              <a:rPr lang="en-GB" sz="1800" spc="-10" dirty="0">
                <a:latin typeface="Calibri"/>
                <a:cs typeface="Calibri"/>
              </a:rPr>
              <a:t>physical</a:t>
            </a:r>
            <a:endParaRPr lang="en-GB" sz="1800" dirty="0">
              <a:latin typeface="Calibri"/>
              <a:cs typeface="Calibri"/>
            </a:endParaRPr>
          </a:p>
          <a:p>
            <a:pPr marL="355600">
              <a:lnSpc>
                <a:spcPts val="2090"/>
              </a:lnSpc>
            </a:pPr>
            <a:r>
              <a:rPr lang="en-GB" sz="1800" dirty="0">
                <a:latin typeface="Calibri"/>
                <a:cs typeface="Calibri"/>
              </a:rPr>
              <a:t>or</a:t>
            </a:r>
            <a:r>
              <a:rPr lang="en-GB" sz="1800" spc="-10" dirty="0">
                <a:latin typeface="Calibri"/>
                <a:cs typeface="Calibri"/>
              </a:rPr>
              <a:t> virtual</a:t>
            </a:r>
            <a:r>
              <a:rPr lang="en-GB" sz="1800" spc="-5" dirty="0">
                <a:latin typeface="Calibri"/>
                <a:cs typeface="Calibri"/>
              </a:rPr>
              <a:t> </a:t>
            </a:r>
            <a:r>
              <a:rPr lang="en-GB" sz="1800" dirty="0">
                <a:latin typeface="Calibri"/>
                <a:cs typeface="Calibri"/>
              </a:rPr>
              <a:t>or</a:t>
            </a:r>
            <a:r>
              <a:rPr lang="en-GB" sz="1800" spc="-5" dirty="0">
                <a:latin typeface="Calibri"/>
                <a:cs typeface="Calibri"/>
              </a:rPr>
              <a:t> some</a:t>
            </a:r>
            <a:r>
              <a:rPr lang="en-GB" sz="1800" dirty="0">
                <a:latin typeface="Calibri"/>
                <a:cs typeface="Calibri"/>
              </a:rPr>
              <a:t> </a:t>
            </a:r>
            <a:r>
              <a:rPr lang="en-GB" sz="1800" spc="-5" dirty="0">
                <a:latin typeface="Calibri"/>
                <a:cs typeface="Calibri"/>
              </a:rPr>
              <a:t>combination</a:t>
            </a:r>
            <a:r>
              <a:rPr lang="en-GB" sz="1800" dirty="0">
                <a:latin typeface="Calibri"/>
                <a:cs typeface="Calibri"/>
              </a:rPr>
              <a:t> </a:t>
            </a:r>
            <a:r>
              <a:rPr lang="en-GB" sz="1800" spc="-20" dirty="0">
                <a:latin typeface="Calibri"/>
                <a:cs typeface="Calibri"/>
              </a:rPr>
              <a:t>thereof.</a:t>
            </a:r>
            <a:endParaRPr lang="en-GB" sz="1800" dirty="0">
              <a:latin typeface="Calibri"/>
              <a:cs typeface="Calibri"/>
            </a:endParaRPr>
          </a:p>
          <a:p>
            <a:pPr marL="355600" marR="384810" indent="-228600">
              <a:lnSpc>
                <a:spcPts val="1989"/>
              </a:lnSpc>
              <a:spcBef>
                <a:spcPts val="545"/>
              </a:spcBef>
              <a:buFont typeface="Arial MT"/>
              <a:buChar char="•"/>
              <a:tabLst>
                <a:tab pos="354965" algn="l"/>
                <a:tab pos="355600" algn="l"/>
              </a:tabLst>
            </a:pPr>
            <a:r>
              <a:rPr lang="en-GB" sz="1800" spc="-10" dirty="0" err="1">
                <a:latin typeface="Calibri"/>
                <a:cs typeface="Calibri"/>
              </a:rPr>
              <a:t>IxD</a:t>
            </a:r>
            <a:r>
              <a:rPr lang="en-GB" sz="1800" spc="-10" dirty="0">
                <a:latin typeface="Calibri"/>
                <a:cs typeface="Calibri"/>
              </a:rPr>
              <a:t> is about creating products or systems that help people communicate and interact with each other or with the product itself. It focuses on how users engage with things like websites, apps, or even physical devices.</a:t>
            </a:r>
            <a:endParaRPr lang="en-GB" spc="-10" dirty="0">
              <a:latin typeface="Calibri"/>
              <a:cs typeface="Calibri"/>
            </a:endParaRPr>
          </a:p>
          <a:p>
            <a:pPr marL="127000" marR="384810">
              <a:lnSpc>
                <a:spcPts val="1989"/>
              </a:lnSpc>
              <a:spcBef>
                <a:spcPts val="545"/>
              </a:spcBef>
              <a:tabLst>
                <a:tab pos="354965" algn="l"/>
                <a:tab pos="355600" algn="l"/>
              </a:tabLst>
            </a:pPr>
            <a:endParaRPr lang="en-GB" sz="1800" spc="-10" dirty="0">
              <a:latin typeface="Calibri"/>
              <a:cs typeface="Calibri"/>
            </a:endParaRPr>
          </a:p>
          <a:p>
            <a:pPr marL="12700" marR="2346960">
              <a:lnSpc>
                <a:spcPts val="1900"/>
              </a:lnSpc>
              <a:buFont typeface="Arial MT"/>
              <a:buChar char="•"/>
              <a:tabLst>
                <a:tab pos="240665" algn="l"/>
                <a:tab pos="241300" algn="l"/>
              </a:tabLst>
            </a:pPr>
            <a:r>
              <a:rPr lang="en-GB" sz="1800" spc="-5" dirty="0">
                <a:latin typeface="Calibri"/>
                <a:cs typeface="Calibri"/>
              </a:rPr>
              <a:t>Derived</a:t>
            </a:r>
            <a:r>
              <a:rPr lang="en-GB" sz="1800" dirty="0">
                <a:latin typeface="Calibri"/>
                <a:cs typeface="Calibri"/>
              </a:rPr>
              <a:t> </a:t>
            </a:r>
            <a:r>
              <a:rPr lang="en-GB" sz="1800" spc="-10" dirty="0">
                <a:latin typeface="Calibri"/>
                <a:cs typeface="Calibri"/>
              </a:rPr>
              <a:t>from</a:t>
            </a:r>
            <a:r>
              <a:rPr lang="en-GB" sz="1800" dirty="0">
                <a:latin typeface="Calibri"/>
                <a:cs typeface="Calibri"/>
              </a:rPr>
              <a:t> Dan</a:t>
            </a:r>
            <a:r>
              <a:rPr lang="en-GB" sz="1800" spc="10" dirty="0">
                <a:latin typeface="Calibri"/>
                <a:cs typeface="Calibri"/>
              </a:rPr>
              <a:t> </a:t>
            </a:r>
            <a:r>
              <a:rPr lang="en-GB" sz="1800" spc="-15" dirty="0" err="1">
                <a:latin typeface="Calibri"/>
                <a:cs typeface="Calibri"/>
              </a:rPr>
              <a:t>Saffer</a:t>
            </a:r>
            <a:r>
              <a:rPr lang="en-GB" sz="1800" spc="-5" dirty="0">
                <a:latin typeface="Calibri"/>
                <a:cs typeface="Calibri"/>
              </a:rPr>
              <a:t> (2004) </a:t>
            </a:r>
            <a:r>
              <a:rPr lang="en-GB" sz="1800" dirty="0">
                <a:solidFill>
                  <a:srgbClr val="0563C1"/>
                </a:solidFill>
                <a:latin typeface="Calibri"/>
                <a:cs typeface="Calibri"/>
              </a:rPr>
              <a:t> </a:t>
            </a:r>
            <a:r>
              <a:rPr lang="en-GB" sz="1800" u="sng" spc="-10" dirty="0">
                <a:solidFill>
                  <a:srgbClr val="0563C1"/>
                </a:solidFill>
                <a:uFill>
                  <a:solidFill>
                    <a:srgbClr val="0563C1"/>
                  </a:solidFill>
                </a:uFill>
                <a:latin typeface="Calibri"/>
                <a:cs typeface="Calibri"/>
                <a:hlinkClick r:id="rId3"/>
              </a:rPr>
              <a:t>http://www.odannyboy.com/blog/archives/001000.html</a:t>
            </a:r>
            <a:endParaRPr lang="en-GB" sz="1800" dirty="0">
              <a:latin typeface="Calibri"/>
              <a:cs typeface="Calibri"/>
            </a:endParaRPr>
          </a:p>
        </p:txBody>
      </p:sp>
      <p:sp>
        <p:nvSpPr>
          <p:cNvPr id="6" name="object 6"/>
          <p:cNvSpPr txBox="1"/>
          <p:nvPr/>
        </p:nvSpPr>
        <p:spPr>
          <a:xfrm>
            <a:off x="8306752" y="6428920"/>
            <a:ext cx="154305" cy="211454"/>
          </a:xfrm>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z="1200" dirty="0">
                <a:solidFill>
                  <a:srgbClr val="898989"/>
                </a:solidFill>
                <a:latin typeface="Calibri"/>
                <a:cs typeface="Calibri"/>
              </a:rPr>
              <a:t>4</a:t>
            </a:fld>
            <a:endParaRPr sz="1200">
              <a:latin typeface="Calibri"/>
              <a:cs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79E27D9-03C7-44E2-9FF8-15D0C8506A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F2FE1D3-FD67-FA4A-AD59-1971EFDB8615}"/>
              </a:ext>
            </a:extLst>
          </p:cNvPr>
          <p:cNvSpPr>
            <a:spLocks noGrp="1"/>
          </p:cNvSpPr>
          <p:nvPr>
            <p:ph type="title"/>
          </p:nvPr>
        </p:nvSpPr>
        <p:spPr>
          <a:xfrm>
            <a:off x="852297" y="502021"/>
            <a:ext cx="7266222" cy="1642969"/>
          </a:xfrm>
        </p:spPr>
        <p:txBody>
          <a:bodyPr anchor="b">
            <a:normAutofit/>
          </a:bodyPr>
          <a:lstStyle/>
          <a:p>
            <a:r>
              <a:rPr lang="en-GB" sz="3500" spc="-5"/>
              <a:t>IxD</a:t>
            </a:r>
            <a:r>
              <a:rPr lang="en-GB" sz="3500" spc="-45"/>
              <a:t> </a:t>
            </a:r>
            <a:r>
              <a:rPr lang="en-GB" sz="3500"/>
              <a:t>-</a:t>
            </a:r>
            <a:r>
              <a:rPr lang="en-GB" sz="3500" spc="-40"/>
              <a:t> </a:t>
            </a:r>
            <a:r>
              <a:rPr lang="en-GB" sz="3500" spc="-10"/>
              <a:t>Definition</a:t>
            </a:r>
            <a:endParaRPr lang="en-GB" sz="3500"/>
          </a:p>
        </p:txBody>
      </p:sp>
      <p:sp>
        <p:nvSpPr>
          <p:cNvPr id="3" name="Text Placeholder 2">
            <a:extLst>
              <a:ext uri="{FF2B5EF4-FFF2-40B4-BE49-F238E27FC236}">
                <a16:creationId xmlns:a16="http://schemas.microsoft.com/office/drawing/2014/main" id="{D46AB8D8-A350-1E48-C04E-6DE1A9EEBF87}"/>
              </a:ext>
            </a:extLst>
          </p:cNvPr>
          <p:cNvSpPr>
            <a:spLocks noGrp="1"/>
          </p:cNvSpPr>
          <p:nvPr>
            <p:ph type="body" idx="1"/>
          </p:nvPr>
        </p:nvSpPr>
        <p:spPr>
          <a:xfrm>
            <a:off x="852297" y="2418409"/>
            <a:ext cx="7266222" cy="3454358"/>
          </a:xfrm>
        </p:spPr>
        <p:txBody>
          <a:bodyPr anchor="t">
            <a:normAutofit/>
          </a:bodyPr>
          <a:lstStyle/>
          <a:p>
            <a:pPr marL="355600" marR="384810" indent="-228600">
              <a:spcBef>
                <a:spcPts val="545"/>
              </a:spcBef>
              <a:buFont typeface="Arial MT"/>
              <a:buChar char="•"/>
              <a:tabLst>
                <a:tab pos="354965" algn="l"/>
                <a:tab pos="355600" algn="l"/>
              </a:tabLst>
            </a:pPr>
            <a:r>
              <a:rPr lang="en-GB" sz="1700" b="1" spc="-5" dirty="0" err="1">
                <a:latin typeface="Calibri"/>
                <a:cs typeface="Calibri"/>
              </a:rPr>
              <a:t>IxD</a:t>
            </a:r>
            <a:r>
              <a:rPr lang="en-GB" sz="1700" b="1" dirty="0">
                <a:latin typeface="Calibri"/>
                <a:cs typeface="Calibri"/>
              </a:rPr>
              <a:t> </a:t>
            </a:r>
            <a:r>
              <a:rPr lang="en-GB" sz="1700" b="1" spc="-5" dirty="0">
                <a:latin typeface="Calibri"/>
                <a:cs typeface="Calibri"/>
              </a:rPr>
              <a:t>is</a:t>
            </a:r>
            <a:r>
              <a:rPr lang="en-GB" sz="1700" b="1" dirty="0">
                <a:latin typeface="Calibri"/>
                <a:cs typeface="Calibri"/>
              </a:rPr>
              <a:t> not about</a:t>
            </a:r>
            <a:r>
              <a:rPr lang="en-GB" sz="1700" b="1" spc="-5" dirty="0">
                <a:latin typeface="Calibri"/>
                <a:cs typeface="Calibri"/>
              </a:rPr>
              <a:t>:</a:t>
            </a:r>
          </a:p>
          <a:p>
            <a:pPr marL="812800" marR="384810" lvl="1" indent="-228600">
              <a:spcBef>
                <a:spcPts val="545"/>
              </a:spcBef>
              <a:buFont typeface="Arial MT"/>
              <a:buChar char="•"/>
              <a:tabLst>
                <a:tab pos="354965" algn="l"/>
                <a:tab pos="355600" algn="l"/>
              </a:tabLst>
            </a:pPr>
            <a:r>
              <a:rPr lang="en-GB" sz="1700" spc="-10" dirty="0">
                <a:latin typeface="Calibri"/>
                <a:cs typeface="Calibri"/>
              </a:rPr>
              <a:t>Industrial Design: Which centers on the design of physical products and their usability.</a:t>
            </a:r>
          </a:p>
          <a:p>
            <a:pPr marL="812800" marR="384810" lvl="1" indent="-228600">
              <a:spcBef>
                <a:spcPts val="545"/>
              </a:spcBef>
              <a:buFont typeface="Arial MT"/>
              <a:buChar char="•"/>
              <a:tabLst>
                <a:tab pos="354965" algn="l"/>
                <a:tab pos="355600" algn="l"/>
              </a:tabLst>
            </a:pPr>
            <a:r>
              <a:rPr lang="en-GB" sz="1700" spc="-10" dirty="0">
                <a:latin typeface="Calibri"/>
                <a:cs typeface="Calibri"/>
              </a:rPr>
              <a:t>Human-Computer Interaction (HCI): Which specifically addresses interactions between users and computer systems.</a:t>
            </a:r>
          </a:p>
          <a:p>
            <a:pPr marL="355600" indent="-228600">
              <a:spcBef>
                <a:spcPts val="285"/>
              </a:spcBef>
              <a:buFont typeface="Arial MT"/>
              <a:buChar char="•"/>
              <a:tabLst>
                <a:tab pos="354965" algn="l"/>
                <a:tab pos="355600" algn="l"/>
              </a:tabLst>
            </a:pPr>
            <a:r>
              <a:rPr lang="en-GB" sz="1700" b="1" spc="-5" dirty="0">
                <a:latin typeface="Calibri"/>
                <a:cs typeface="Calibri"/>
              </a:rPr>
              <a:t>It's about</a:t>
            </a:r>
            <a:r>
              <a:rPr lang="en-GB" sz="1700" b="1" spc="5" dirty="0">
                <a:latin typeface="Calibri"/>
                <a:cs typeface="Calibri"/>
              </a:rPr>
              <a:t> </a:t>
            </a:r>
            <a:r>
              <a:rPr lang="en-GB" sz="1700" b="1" spc="-5" dirty="0">
                <a:latin typeface="Calibri"/>
                <a:cs typeface="Calibri"/>
              </a:rPr>
              <a:t>making</a:t>
            </a:r>
            <a:r>
              <a:rPr lang="en-GB" sz="1700" b="1" dirty="0">
                <a:latin typeface="Calibri"/>
                <a:cs typeface="Calibri"/>
              </a:rPr>
              <a:t> </a:t>
            </a:r>
            <a:r>
              <a:rPr lang="en-GB" sz="1700" b="1" spc="-10" dirty="0">
                <a:latin typeface="Calibri"/>
                <a:cs typeface="Calibri"/>
              </a:rPr>
              <a:t>connections</a:t>
            </a:r>
            <a:r>
              <a:rPr lang="en-GB" sz="1700" b="1" spc="-5" dirty="0">
                <a:latin typeface="Calibri"/>
                <a:cs typeface="Calibri"/>
              </a:rPr>
              <a:t> </a:t>
            </a:r>
            <a:r>
              <a:rPr lang="en-GB" sz="1700" b="1" spc="-10" dirty="0">
                <a:latin typeface="Calibri"/>
                <a:cs typeface="Calibri"/>
              </a:rPr>
              <a:t>between</a:t>
            </a:r>
            <a:r>
              <a:rPr lang="en-GB" sz="1700" b="1" dirty="0">
                <a:latin typeface="Calibri"/>
                <a:cs typeface="Calibri"/>
              </a:rPr>
              <a:t> </a:t>
            </a:r>
            <a:r>
              <a:rPr lang="en-GB" sz="1700" b="1" spc="-10" dirty="0">
                <a:latin typeface="Calibri"/>
                <a:cs typeface="Calibri"/>
              </a:rPr>
              <a:t>people.</a:t>
            </a:r>
          </a:p>
          <a:p>
            <a:pPr marL="355600" indent="-228600">
              <a:spcBef>
                <a:spcPts val="285"/>
              </a:spcBef>
              <a:buFont typeface="Arial MT"/>
              <a:buChar char="•"/>
              <a:tabLst>
                <a:tab pos="354965" algn="l"/>
                <a:tab pos="355600" algn="l"/>
              </a:tabLst>
            </a:pPr>
            <a:endParaRPr lang="en-GB" sz="1700" b="1" spc="-10" dirty="0"/>
          </a:p>
          <a:p>
            <a:pPr marL="127000">
              <a:spcBef>
                <a:spcPts val="285"/>
              </a:spcBef>
              <a:tabLst>
                <a:tab pos="354965" algn="l"/>
                <a:tab pos="355600" algn="l"/>
              </a:tabLst>
            </a:pPr>
            <a:endParaRPr lang="en-GB" sz="1700" dirty="0">
              <a:latin typeface="Calibri"/>
              <a:cs typeface="Calibri"/>
            </a:endParaRPr>
          </a:p>
          <a:p>
            <a:pPr marL="12700" marR="2346960">
              <a:buFont typeface="Arial MT"/>
              <a:buChar char="•"/>
              <a:tabLst>
                <a:tab pos="240665" algn="l"/>
                <a:tab pos="241300" algn="l"/>
              </a:tabLst>
            </a:pPr>
            <a:r>
              <a:rPr lang="en-GB" sz="1700" spc="-5" dirty="0">
                <a:latin typeface="Calibri"/>
                <a:cs typeface="Calibri"/>
              </a:rPr>
              <a:t>Derived</a:t>
            </a:r>
            <a:r>
              <a:rPr lang="en-GB" sz="1700" dirty="0">
                <a:latin typeface="Calibri"/>
                <a:cs typeface="Calibri"/>
              </a:rPr>
              <a:t> </a:t>
            </a:r>
            <a:r>
              <a:rPr lang="en-GB" sz="1700" spc="-10" dirty="0">
                <a:latin typeface="Calibri"/>
                <a:cs typeface="Calibri"/>
              </a:rPr>
              <a:t>from</a:t>
            </a:r>
            <a:r>
              <a:rPr lang="en-GB" sz="1700" dirty="0">
                <a:latin typeface="Calibri"/>
                <a:cs typeface="Calibri"/>
              </a:rPr>
              <a:t> Dan</a:t>
            </a:r>
            <a:r>
              <a:rPr lang="en-GB" sz="1700" spc="10" dirty="0">
                <a:latin typeface="Calibri"/>
                <a:cs typeface="Calibri"/>
              </a:rPr>
              <a:t> </a:t>
            </a:r>
            <a:r>
              <a:rPr lang="en-GB" sz="1700" spc="-15" dirty="0" err="1">
                <a:latin typeface="Calibri"/>
                <a:cs typeface="Calibri"/>
              </a:rPr>
              <a:t>Saffer</a:t>
            </a:r>
            <a:r>
              <a:rPr lang="en-GB" sz="1700" spc="-5" dirty="0">
                <a:latin typeface="Calibri"/>
                <a:cs typeface="Calibri"/>
              </a:rPr>
              <a:t> (2004) </a:t>
            </a:r>
            <a:r>
              <a:rPr lang="en-GB" sz="1700" dirty="0">
                <a:latin typeface="Calibri"/>
                <a:cs typeface="Calibri"/>
              </a:rPr>
              <a:t> </a:t>
            </a:r>
            <a:r>
              <a:rPr lang="en-GB" sz="1700" u="sng" spc="-10" dirty="0">
                <a:uFill>
                  <a:solidFill>
                    <a:srgbClr val="0563C1"/>
                  </a:solidFill>
                </a:uFill>
                <a:latin typeface="Calibri"/>
                <a:cs typeface="Calibri"/>
                <a:hlinkClick r:id="rId2"/>
              </a:rPr>
              <a:t>http://www.odannyboy.com/blog/archives/001000.html</a:t>
            </a:r>
            <a:endParaRPr lang="en-GB" sz="1700" dirty="0">
              <a:latin typeface="Calibri"/>
              <a:cs typeface="Calibri"/>
            </a:endParaRPr>
          </a:p>
          <a:p>
            <a:pPr marL="0" rtl="0"/>
            <a:endParaRPr lang="en-GB" sz="1700" dirty="0"/>
          </a:p>
        </p:txBody>
      </p:sp>
      <p:sp>
        <p:nvSpPr>
          <p:cNvPr id="10" name="Rectangle 9">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9144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028950" y="6400799"/>
            <a:ext cx="611504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731419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61340" y="587247"/>
            <a:ext cx="1953895" cy="497840"/>
          </a:xfrm>
          <a:prstGeom prst="rect">
            <a:avLst/>
          </a:prstGeom>
        </p:spPr>
        <p:txBody>
          <a:bodyPr vert="horz" wrap="square" lIns="0" tIns="12700" rIns="0" bIns="0" rtlCol="0">
            <a:spAutoFit/>
          </a:bodyPr>
          <a:lstStyle/>
          <a:p>
            <a:pPr marL="12700">
              <a:lnSpc>
                <a:spcPct val="100000"/>
              </a:lnSpc>
              <a:spcBef>
                <a:spcPts val="100"/>
              </a:spcBef>
            </a:pPr>
            <a:r>
              <a:rPr sz="3100" spc="-35" dirty="0"/>
              <a:t>Effective</a:t>
            </a:r>
            <a:r>
              <a:rPr sz="3100" spc="-80" dirty="0"/>
              <a:t> </a:t>
            </a:r>
            <a:r>
              <a:rPr sz="3100" dirty="0"/>
              <a:t>IxD</a:t>
            </a:r>
            <a:endParaRPr sz="3100"/>
          </a:p>
        </p:txBody>
      </p:sp>
      <p:sp>
        <p:nvSpPr>
          <p:cNvPr id="3" name="object 3"/>
          <p:cNvSpPr txBox="1"/>
          <p:nvPr/>
        </p:nvSpPr>
        <p:spPr>
          <a:xfrm>
            <a:off x="561340" y="1764284"/>
            <a:ext cx="8011159" cy="4317365"/>
          </a:xfrm>
          <a:prstGeom prst="rect">
            <a:avLst/>
          </a:prstGeom>
        </p:spPr>
        <p:txBody>
          <a:bodyPr vert="horz" wrap="square" lIns="0" tIns="52069" rIns="0" bIns="0" rtlCol="0">
            <a:spAutoFit/>
          </a:bodyPr>
          <a:lstStyle/>
          <a:p>
            <a:pPr marL="355600" marR="5080" indent="-228600">
              <a:lnSpc>
                <a:spcPct val="89200"/>
              </a:lnSpc>
              <a:spcBef>
                <a:spcPts val="409"/>
              </a:spcBef>
              <a:buFont typeface="Arial MT"/>
              <a:buChar char="•"/>
              <a:tabLst>
                <a:tab pos="355600" algn="l"/>
              </a:tabLst>
            </a:pPr>
            <a:r>
              <a:rPr sz="2400" spc="-25" dirty="0">
                <a:latin typeface="Calibri"/>
                <a:cs typeface="Calibri"/>
              </a:rPr>
              <a:t>Effective</a:t>
            </a:r>
            <a:r>
              <a:rPr sz="2400" spc="-5" dirty="0">
                <a:latin typeface="Calibri"/>
                <a:cs typeface="Calibri"/>
              </a:rPr>
              <a:t> </a:t>
            </a:r>
            <a:r>
              <a:rPr sz="2400" spc="-10" dirty="0">
                <a:latin typeface="Calibri"/>
                <a:cs typeface="Calibri"/>
              </a:rPr>
              <a:t>interfaces </a:t>
            </a:r>
            <a:r>
              <a:rPr sz="2400" spc="-15" dirty="0">
                <a:latin typeface="Calibri"/>
                <a:cs typeface="Calibri"/>
              </a:rPr>
              <a:t>are</a:t>
            </a:r>
            <a:r>
              <a:rPr sz="2400" spc="-10" dirty="0">
                <a:latin typeface="Calibri"/>
                <a:cs typeface="Calibri"/>
              </a:rPr>
              <a:t> </a:t>
            </a:r>
            <a:r>
              <a:rPr sz="2400" b="1" i="1" spc="-5" dirty="0">
                <a:latin typeface="Calibri"/>
                <a:cs typeface="Calibri"/>
              </a:rPr>
              <a:t>visually</a:t>
            </a:r>
            <a:r>
              <a:rPr sz="2400" b="1" i="1" spc="-10" dirty="0">
                <a:latin typeface="Calibri"/>
                <a:cs typeface="Calibri"/>
              </a:rPr>
              <a:t> apparent</a:t>
            </a:r>
            <a:r>
              <a:rPr sz="2400" b="1" i="1" spc="5" dirty="0">
                <a:latin typeface="Calibri"/>
                <a:cs typeface="Calibri"/>
              </a:rPr>
              <a:t> </a:t>
            </a:r>
            <a:r>
              <a:rPr sz="2400" dirty="0">
                <a:latin typeface="Calibri"/>
                <a:cs typeface="Calibri"/>
              </a:rPr>
              <a:t>and</a:t>
            </a:r>
            <a:r>
              <a:rPr sz="2400" spc="-10" dirty="0">
                <a:latin typeface="Calibri"/>
                <a:cs typeface="Calibri"/>
              </a:rPr>
              <a:t> </a:t>
            </a:r>
            <a:r>
              <a:rPr sz="2400" b="1" i="1" spc="-5" dirty="0">
                <a:latin typeface="Calibri"/>
                <a:cs typeface="Calibri"/>
              </a:rPr>
              <a:t>forgiving</a:t>
            </a:r>
            <a:r>
              <a:rPr sz="2400" spc="-5" dirty="0">
                <a:latin typeface="Calibri"/>
                <a:cs typeface="Calibri"/>
              </a:rPr>
              <a:t>, </a:t>
            </a:r>
            <a:r>
              <a:rPr sz="2400" dirty="0">
                <a:latin typeface="Calibri"/>
                <a:cs typeface="Calibri"/>
              </a:rPr>
              <a:t> </a:t>
            </a:r>
            <a:r>
              <a:rPr sz="2400" spc="-10" dirty="0">
                <a:latin typeface="Calibri"/>
                <a:cs typeface="Calibri"/>
              </a:rPr>
              <a:t>instilling</a:t>
            </a:r>
            <a:r>
              <a:rPr sz="2400" spc="25" dirty="0">
                <a:latin typeface="Calibri"/>
                <a:cs typeface="Calibri"/>
              </a:rPr>
              <a:t> </a:t>
            </a:r>
            <a:r>
              <a:rPr sz="2400" spc="-5" dirty="0">
                <a:latin typeface="Calibri"/>
                <a:cs typeface="Calibri"/>
              </a:rPr>
              <a:t>in</a:t>
            </a:r>
            <a:r>
              <a:rPr sz="2400" spc="30" dirty="0">
                <a:latin typeface="Calibri"/>
                <a:cs typeface="Calibri"/>
              </a:rPr>
              <a:t> </a:t>
            </a:r>
            <a:r>
              <a:rPr sz="2400" spc="-5" dirty="0">
                <a:latin typeface="Calibri"/>
                <a:cs typeface="Calibri"/>
              </a:rPr>
              <a:t>their</a:t>
            </a:r>
            <a:r>
              <a:rPr sz="2400" spc="30" dirty="0">
                <a:latin typeface="Calibri"/>
                <a:cs typeface="Calibri"/>
              </a:rPr>
              <a:t> </a:t>
            </a:r>
            <a:r>
              <a:rPr sz="2400" spc="-10" dirty="0">
                <a:latin typeface="Calibri"/>
                <a:cs typeface="Calibri"/>
              </a:rPr>
              <a:t>users</a:t>
            </a:r>
            <a:r>
              <a:rPr sz="2400" spc="30" dirty="0">
                <a:latin typeface="Calibri"/>
                <a:cs typeface="Calibri"/>
              </a:rPr>
              <a:t> </a:t>
            </a:r>
            <a:r>
              <a:rPr sz="2400" dirty="0">
                <a:latin typeface="Calibri"/>
                <a:cs typeface="Calibri"/>
              </a:rPr>
              <a:t>a</a:t>
            </a:r>
            <a:r>
              <a:rPr sz="2400" spc="30" dirty="0">
                <a:latin typeface="Calibri"/>
                <a:cs typeface="Calibri"/>
              </a:rPr>
              <a:t> </a:t>
            </a:r>
            <a:r>
              <a:rPr sz="2400" spc="-5" dirty="0">
                <a:latin typeface="Calibri"/>
                <a:cs typeface="Calibri"/>
              </a:rPr>
              <a:t>sense</a:t>
            </a:r>
            <a:r>
              <a:rPr sz="2400" spc="35" dirty="0">
                <a:latin typeface="Calibri"/>
                <a:cs typeface="Calibri"/>
              </a:rPr>
              <a:t> </a:t>
            </a:r>
            <a:r>
              <a:rPr sz="2400" spc="-5" dirty="0">
                <a:latin typeface="Calibri"/>
                <a:cs typeface="Calibri"/>
              </a:rPr>
              <a:t>of</a:t>
            </a:r>
            <a:r>
              <a:rPr sz="2400" spc="40" dirty="0">
                <a:latin typeface="Calibri"/>
                <a:cs typeface="Calibri"/>
              </a:rPr>
              <a:t> </a:t>
            </a:r>
            <a:r>
              <a:rPr sz="2400" spc="-15" dirty="0">
                <a:latin typeface="Calibri"/>
                <a:cs typeface="Calibri"/>
              </a:rPr>
              <a:t>control.</a:t>
            </a:r>
            <a:r>
              <a:rPr sz="2400" spc="20" dirty="0">
                <a:latin typeface="Calibri"/>
                <a:cs typeface="Calibri"/>
              </a:rPr>
              <a:t> </a:t>
            </a:r>
            <a:r>
              <a:rPr sz="2400" spc="-10" dirty="0">
                <a:latin typeface="Calibri"/>
                <a:cs typeface="Calibri"/>
              </a:rPr>
              <a:t>Users</a:t>
            </a:r>
            <a:r>
              <a:rPr sz="2400" spc="25" dirty="0">
                <a:latin typeface="Calibri"/>
                <a:cs typeface="Calibri"/>
              </a:rPr>
              <a:t> </a:t>
            </a:r>
            <a:r>
              <a:rPr sz="2400" spc="-5" dirty="0">
                <a:latin typeface="Calibri"/>
                <a:cs typeface="Calibri"/>
              </a:rPr>
              <a:t>quickly</a:t>
            </a:r>
            <a:r>
              <a:rPr sz="2400" spc="35" dirty="0">
                <a:latin typeface="Calibri"/>
                <a:cs typeface="Calibri"/>
              </a:rPr>
              <a:t> </a:t>
            </a:r>
            <a:r>
              <a:rPr sz="2400" dirty="0">
                <a:latin typeface="Calibri"/>
                <a:cs typeface="Calibri"/>
              </a:rPr>
              <a:t>see </a:t>
            </a:r>
            <a:r>
              <a:rPr sz="2400" spc="5" dirty="0">
                <a:latin typeface="Calibri"/>
                <a:cs typeface="Calibri"/>
              </a:rPr>
              <a:t> </a:t>
            </a:r>
            <a:r>
              <a:rPr sz="2400" spc="-5" dirty="0">
                <a:latin typeface="Calibri"/>
                <a:cs typeface="Calibri"/>
              </a:rPr>
              <a:t>the</a:t>
            </a:r>
            <a:r>
              <a:rPr sz="2400" dirty="0">
                <a:latin typeface="Calibri"/>
                <a:cs typeface="Calibri"/>
              </a:rPr>
              <a:t> </a:t>
            </a:r>
            <a:r>
              <a:rPr sz="2400" spc="-5" dirty="0">
                <a:latin typeface="Calibri"/>
                <a:cs typeface="Calibri"/>
              </a:rPr>
              <a:t>breadth of</a:t>
            </a:r>
            <a:r>
              <a:rPr sz="2400" spc="5" dirty="0">
                <a:latin typeface="Calibri"/>
                <a:cs typeface="Calibri"/>
              </a:rPr>
              <a:t> </a:t>
            </a:r>
            <a:r>
              <a:rPr sz="2400" spc="-5" dirty="0">
                <a:latin typeface="Calibri"/>
                <a:cs typeface="Calibri"/>
              </a:rPr>
              <a:t>their options, </a:t>
            </a:r>
            <a:r>
              <a:rPr sz="2400" spc="-15" dirty="0">
                <a:latin typeface="Calibri"/>
                <a:cs typeface="Calibri"/>
              </a:rPr>
              <a:t>grasp</a:t>
            </a:r>
            <a:r>
              <a:rPr sz="2400" dirty="0">
                <a:latin typeface="Calibri"/>
                <a:cs typeface="Calibri"/>
              </a:rPr>
              <a:t> </a:t>
            </a:r>
            <a:r>
              <a:rPr sz="2400" spc="-5" dirty="0">
                <a:latin typeface="Calibri"/>
                <a:cs typeface="Calibri"/>
              </a:rPr>
              <a:t>how</a:t>
            </a:r>
            <a:r>
              <a:rPr sz="2400" spc="-10" dirty="0">
                <a:latin typeface="Calibri"/>
                <a:cs typeface="Calibri"/>
              </a:rPr>
              <a:t> </a:t>
            </a:r>
            <a:r>
              <a:rPr sz="2400" spc="-15" dirty="0">
                <a:latin typeface="Calibri"/>
                <a:cs typeface="Calibri"/>
              </a:rPr>
              <a:t>to</a:t>
            </a:r>
            <a:r>
              <a:rPr sz="2400" spc="-5" dirty="0">
                <a:latin typeface="Calibri"/>
                <a:cs typeface="Calibri"/>
              </a:rPr>
              <a:t> </a:t>
            </a:r>
            <a:r>
              <a:rPr sz="2400" spc="-10" dirty="0">
                <a:latin typeface="Calibri"/>
                <a:cs typeface="Calibri"/>
              </a:rPr>
              <a:t>achieve</a:t>
            </a:r>
            <a:r>
              <a:rPr sz="2400" dirty="0">
                <a:latin typeface="Calibri"/>
                <a:cs typeface="Calibri"/>
              </a:rPr>
              <a:t> </a:t>
            </a:r>
            <a:r>
              <a:rPr sz="2400" spc="-5" dirty="0">
                <a:latin typeface="Calibri"/>
                <a:cs typeface="Calibri"/>
              </a:rPr>
              <a:t>their </a:t>
            </a:r>
            <a:r>
              <a:rPr sz="2400" spc="-10" dirty="0">
                <a:latin typeface="Calibri"/>
                <a:cs typeface="Calibri"/>
              </a:rPr>
              <a:t>goals, </a:t>
            </a:r>
            <a:r>
              <a:rPr sz="2400" spc="-525" dirty="0">
                <a:latin typeface="Calibri"/>
                <a:cs typeface="Calibri"/>
              </a:rPr>
              <a:t> </a:t>
            </a:r>
            <a:r>
              <a:rPr sz="2400" dirty="0">
                <a:latin typeface="Calibri"/>
                <a:cs typeface="Calibri"/>
              </a:rPr>
              <a:t>and</a:t>
            </a:r>
            <a:r>
              <a:rPr sz="2400" spc="-10" dirty="0">
                <a:latin typeface="Calibri"/>
                <a:cs typeface="Calibri"/>
              </a:rPr>
              <a:t> </a:t>
            </a:r>
            <a:r>
              <a:rPr sz="2400" dirty="0">
                <a:latin typeface="Calibri"/>
                <a:cs typeface="Calibri"/>
              </a:rPr>
              <a:t>do</a:t>
            </a:r>
            <a:r>
              <a:rPr sz="2400" spc="-10" dirty="0">
                <a:latin typeface="Calibri"/>
                <a:cs typeface="Calibri"/>
              </a:rPr>
              <a:t> </a:t>
            </a:r>
            <a:r>
              <a:rPr sz="2400" spc="-5" dirty="0">
                <a:latin typeface="Calibri"/>
                <a:cs typeface="Calibri"/>
              </a:rPr>
              <a:t>their </a:t>
            </a:r>
            <a:r>
              <a:rPr sz="2400" spc="-10" dirty="0">
                <a:latin typeface="Calibri"/>
                <a:cs typeface="Calibri"/>
              </a:rPr>
              <a:t>work.</a:t>
            </a:r>
            <a:endParaRPr sz="2400" dirty="0">
              <a:latin typeface="Calibri"/>
              <a:cs typeface="Calibri"/>
            </a:endParaRPr>
          </a:p>
          <a:p>
            <a:pPr marL="355600" marR="66040" indent="-228600">
              <a:lnSpc>
                <a:spcPct val="90300"/>
              </a:lnSpc>
              <a:spcBef>
                <a:spcPts val="590"/>
              </a:spcBef>
              <a:buFont typeface="Arial MT"/>
              <a:buChar char="•"/>
              <a:tabLst>
                <a:tab pos="355600" algn="l"/>
              </a:tabLst>
            </a:pPr>
            <a:r>
              <a:rPr sz="2400" spc="-25" dirty="0">
                <a:latin typeface="Calibri"/>
                <a:cs typeface="Calibri"/>
              </a:rPr>
              <a:t>Effective </a:t>
            </a:r>
            <a:r>
              <a:rPr sz="2400" spc="-10" dirty="0">
                <a:latin typeface="Calibri"/>
                <a:cs typeface="Calibri"/>
              </a:rPr>
              <a:t>interfaces </a:t>
            </a:r>
            <a:r>
              <a:rPr sz="2400" b="1" i="1" spc="-5" dirty="0">
                <a:latin typeface="Calibri"/>
                <a:cs typeface="Calibri"/>
              </a:rPr>
              <a:t>do not </a:t>
            </a:r>
            <a:r>
              <a:rPr sz="2400" b="1" i="1" spc="-10" dirty="0">
                <a:latin typeface="Calibri"/>
                <a:cs typeface="Calibri"/>
              </a:rPr>
              <a:t>concern </a:t>
            </a:r>
            <a:r>
              <a:rPr sz="2400" b="1" i="1" dirty="0">
                <a:latin typeface="Calibri"/>
                <a:cs typeface="Calibri"/>
              </a:rPr>
              <a:t>the </a:t>
            </a:r>
            <a:r>
              <a:rPr sz="2400" b="1" i="1" spc="-5" dirty="0">
                <a:latin typeface="Calibri"/>
                <a:cs typeface="Calibri"/>
              </a:rPr>
              <a:t>user with </a:t>
            </a:r>
            <a:r>
              <a:rPr sz="2400" b="1" i="1" dirty="0">
                <a:latin typeface="Calibri"/>
                <a:cs typeface="Calibri"/>
              </a:rPr>
              <a:t>the </a:t>
            </a:r>
            <a:r>
              <a:rPr sz="2400" b="1" i="1" spc="-5" dirty="0">
                <a:latin typeface="Calibri"/>
                <a:cs typeface="Calibri"/>
              </a:rPr>
              <a:t>inner </a:t>
            </a:r>
            <a:r>
              <a:rPr sz="2400" b="1" i="1" dirty="0">
                <a:latin typeface="Calibri"/>
                <a:cs typeface="Calibri"/>
              </a:rPr>
              <a:t> </a:t>
            </a:r>
            <a:r>
              <a:rPr sz="2400" b="1" i="1" spc="-5" dirty="0">
                <a:latin typeface="Calibri"/>
                <a:cs typeface="Calibri"/>
              </a:rPr>
              <a:t>workings</a:t>
            </a:r>
            <a:r>
              <a:rPr sz="2400" b="1" i="1" spc="-10" dirty="0">
                <a:latin typeface="Calibri"/>
                <a:cs typeface="Calibri"/>
              </a:rPr>
              <a:t> </a:t>
            </a:r>
            <a:r>
              <a:rPr sz="2400" b="1" i="1" spc="-5" dirty="0">
                <a:latin typeface="Calibri"/>
                <a:cs typeface="Calibri"/>
              </a:rPr>
              <a:t>of </a:t>
            </a:r>
            <a:r>
              <a:rPr sz="2400" b="1" i="1" dirty="0">
                <a:latin typeface="Calibri"/>
                <a:cs typeface="Calibri"/>
              </a:rPr>
              <a:t>the</a:t>
            </a:r>
            <a:r>
              <a:rPr sz="2400" b="1" i="1" spc="-10" dirty="0">
                <a:latin typeface="Calibri"/>
                <a:cs typeface="Calibri"/>
              </a:rPr>
              <a:t> </a:t>
            </a:r>
            <a:r>
              <a:rPr sz="2400" b="1" i="1" spc="-15" dirty="0">
                <a:latin typeface="Calibri"/>
                <a:cs typeface="Calibri"/>
              </a:rPr>
              <a:t>system</a:t>
            </a:r>
            <a:r>
              <a:rPr sz="2400" spc="-15" dirty="0">
                <a:latin typeface="Calibri"/>
                <a:cs typeface="Calibri"/>
              </a:rPr>
              <a:t>. </a:t>
            </a:r>
            <a:r>
              <a:rPr sz="2400" spc="-30" dirty="0">
                <a:latin typeface="Calibri"/>
                <a:cs typeface="Calibri"/>
              </a:rPr>
              <a:t>Work</a:t>
            </a:r>
            <a:r>
              <a:rPr sz="2400" spc="-10" dirty="0">
                <a:latin typeface="Calibri"/>
                <a:cs typeface="Calibri"/>
              </a:rPr>
              <a:t> </a:t>
            </a:r>
            <a:r>
              <a:rPr sz="2400" spc="-5" dirty="0">
                <a:latin typeface="Calibri"/>
                <a:cs typeface="Calibri"/>
              </a:rPr>
              <a:t>is</a:t>
            </a:r>
            <a:r>
              <a:rPr sz="2400" spc="-10" dirty="0">
                <a:latin typeface="Calibri"/>
                <a:cs typeface="Calibri"/>
              </a:rPr>
              <a:t> carefully</a:t>
            </a:r>
            <a:r>
              <a:rPr sz="2400" spc="-5" dirty="0">
                <a:latin typeface="Calibri"/>
                <a:cs typeface="Calibri"/>
              </a:rPr>
              <a:t> </a:t>
            </a:r>
            <a:r>
              <a:rPr sz="2400" dirty="0">
                <a:latin typeface="Calibri"/>
                <a:cs typeface="Calibri"/>
              </a:rPr>
              <a:t>and</a:t>
            </a:r>
            <a:r>
              <a:rPr sz="2400" spc="-5" dirty="0">
                <a:latin typeface="Calibri"/>
                <a:cs typeface="Calibri"/>
              </a:rPr>
              <a:t> </a:t>
            </a:r>
            <a:r>
              <a:rPr sz="2400" spc="-10" dirty="0">
                <a:latin typeface="Calibri"/>
                <a:cs typeface="Calibri"/>
              </a:rPr>
              <a:t>continuously </a:t>
            </a:r>
            <a:r>
              <a:rPr sz="2400" spc="-5" dirty="0">
                <a:latin typeface="Calibri"/>
                <a:cs typeface="Calibri"/>
              </a:rPr>
              <a:t> </a:t>
            </a:r>
            <a:r>
              <a:rPr sz="2400" spc="-15" dirty="0">
                <a:latin typeface="Calibri"/>
                <a:cs typeface="Calibri"/>
              </a:rPr>
              <a:t>saved, </a:t>
            </a:r>
            <a:r>
              <a:rPr sz="2400" spc="-5" dirty="0">
                <a:latin typeface="Calibri"/>
                <a:cs typeface="Calibri"/>
              </a:rPr>
              <a:t>with </a:t>
            </a:r>
            <a:r>
              <a:rPr sz="2400" dirty="0">
                <a:latin typeface="Calibri"/>
                <a:cs typeface="Calibri"/>
              </a:rPr>
              <a:t>full </a:t>
            </a:r>
            <a:r>
              <a:rPr sz="2400" spc="-5" dirty="0">
                <a:latin typeface="Calibri"/>
                <a:cs typeface="Calibri"/>
              </a:rPr>
              <a:t>option </a:t>
            </a:r>
            <a:r>
              <a:rPr sz="2400" spc="-20" dirty="0">
                <a:latin typeface="Calibri"/>
                <a:cs typeface="Calibri"/>
              </a:rPr>
              <a:t>for </a:t>
            </a:r>
            <a:r>
              <a:rPr sz="2400" spc="-5" dirty="0">
                <a:latin typeface="Calibri"/>
                <a:cs typeface="Calibri"/>
              </a:rPr>
              <a:t>the </a:t>
            </a:r>
            <a:r>
              <a:rPr sz="2400" dirty="0">
                <a:latin typeface="Calibri"/>
                <a:cs typeface="Calibri"/>
              </a:rPr>
              <a:t>user </a:t>
            </a:r>
            <a:r>
              <a:rPr sz="2400" spc="-15" dirty="0">
                <a:latin typeface="Calibri"/>
                <a:cs typeface="Calibri"/>
              </a:rPr>
              <a:t>to </a:t>
            </a:r>
            <a:r>
              <a:rPr sz="2400" dirty="0">
                <a:latin typeface="Calibri"/>
                <a:cs typeface="Calibri"/>
              </a:rPr>
              <a:t>undo </a:t>
            </a:r>
            <a:r>
              <a:rPr sz="2400" spc="-15" dirty="0">
                <a:latin typeface="Calibri"/>
                <a:cs typeface="Calibri"/>
              </a:rPr>
              <a:t>any </a:t>
            </a:r>
            <a:r>
              <a:rPr sz="2400" spc="-5" dirty="0">
                <a:latin typeface="Calibri"/>
                <a:cs typeface="Calibri"/>
              </a:rPr>
              <a:t>activity </a:t>
            </a:r>
            <a:r>
              <a:rPr sz="2400" spc="-15" dirty="0">
                <a:latin typeface="Calibri"/>
                <a:cs typeface="Calibri"/>
              </a:rPr>
              <a:t>at any </a:t>
            </a:r>
            <a:r>
              <a:rPr sz="2400" spc="-530" dirty="0">
                <a:latin typeface="Calibri"/>
                <a:cs typeface="Calibri"/>
              </a:rPr>
              <a:t> </a:t>
            </a:r>
            <a:r>
              <a:rPr sz="2400" spc="-5" dirty="0">
                <a:latin typeface="Calibri"/>
                <a:cs typeface="Calibri"/>
              </a:rPr>
              <a:t>time.</a:t>
            </a:r>
            <a:endParaRPr sz="2400" dirty="0">
              <a:latin typeface="Calibri"/>
              <a:cs typeface="Calibri"/>
            </a:endParaRPr>
          </a:p>
          <a:p>
            <a:pPr marL="355600" marR="85725" indent="-228600">
              <a:lnSpc>
                <a:spcPts val="2590"/>
              </a:lnSpc>
              <a:spcBef>
                <a:spcPts val="665"/>
              </a:spcBef>
              <a:buFont typeface="Arial MT"/>
              <a:buChar char="•"/>
              <a:tabLst>
                <a:tab pos="355600" algn="l"/>
              </a:tabLst>
            </a:pPr>
            <a:r>
              <a:rPr sz="2400" spc="-25" dirty="0">
                <a:latin typeface="Calibri"/>
                <a:cs typeface="Calibri"/>
              </a:rPr>
              <a:t>Effective</a:t>
            </a:r>
            <a:r>
              <a:rPr sz="2400" dirty="0">
                <a:latin typeface="Calibri"/>
                <a:cs typeface="Calibri"/>
              </a:rPr>
              <a:t> </a:t>
            </a:r>
            <a:r>
              <a:rPr sz="2400" spc="-10" dirty="0">
                <a:latin typeface="Calibri"/>
                <a:cs typeface="Calibri"/>
              </a:rPr>
              <a:t>applications</a:t>
            </a:r>
            <a:r>
              <a:rPr sz="2400" spc="-5" dirty="0">
                <a:latin typeface="Calibri"/>
                <a:cs typeface="Calibri"/>
              </a:rPr>
              <a:t> </a:t>
            </a:r>
            <a:r>
              <a:rPr sz="2400" dirty="0">
                <a:latin typeface="Calibri"/>
                <a:cs typeface="Calibri"/>
              </a:rPr>
              <a:t>and</a:t>
            </a:r>
            <a:r>
              <a:rPr sz="2400" spc="-5" dirty="0">
                <a:latin typeface="Calibri"/>
                <a:cs typeface="Calibri"/>
              </a:rPr>
              <a:t> </a:t>
            </a:r>
            <a:r>
              <a:rPr sz="2400" dirty="0">
                <a:latin typeface="Calibri"/>
                <a:cs typeface="Calibri"/>
              </a:rPr>
              <a:t>services</a:t>
            </a:r>
            <a:r>
              <a:rPr sz="2400" spc="-5" dirty="0">
                <a:latin typeface="Calibri"/>
                <a:cs typeface="Calibri"/>
              </a:rPr>
              <a:t> </a:t>
            </a:r>
            <a:r>
              <a:rPr sz="2400" spc="-10" dirty="0">
                <a:latin typeface="Calibri"/>
                <a:cs typeface="Calibri"/>
              </a:rPr>
              <a:t>perform </a:t>
            </a:r>
            <a:r>
              <a:rPr sz="2400" dirty="0">
                <a:latin typeface="Calibri"/>
                <a:cs typeface="Calibri"/>
              </a:rPr>
              <a:t>a</a:t>
            </a:r>
            <a:r>
              <a:rPr sz="2400" spc="-5" dirty="0">
                <a:latin typeface="Calibri"/>
                <a:cs typeface="Calibri"/>
              </a:rPr>
              <a:t> </a:t>
            </a:r>
            <a:r>
              <a:rPr sz="2400" b="1" i="1" spc="-5" dirty="0">
                <a:latin typeface="Calibri"/>
                <a:cs typeface="Calibri"/>
              </a:rPr>
              <a:t>maximum</a:t>
            </a:r>
            <a:r>
              <a:rPr sz="2400" b="1" i="1" spc="-10" dirty="0">
                <a:latin typeface="Calibri"/>
                <a:cs typeface="Calibri"/>
              </a:rPr>
              <a:t> </a:t>
            </a:r>
            <a:r>
              <a:rPr sz="2400" b="1" i="1" spc="-5" dirty="0">
                <a:latin typeface="Calibri"/>
                <a:cs typeface="Calibri"/>
              </a:rPr>
              <a:t>of </a:t>
            </a:r>
            <a:r>
              <a:rPr sz="2400" b="1" i="1" dirty="0">
                <a:latin typeface="Calibri"/>
                <a:cs typeface="Calibri"/>
              </a:rPr>
              <a:t> </a:t>
            </a:r>
            <a:r>
              <a:rPr sz="2400" b="1" i="1" spc="-5" dirty="0">
                <a:latin typeface="Calibri"/>
                <a:cs typeface="Calibri"/>
              </a:rPr>
              <a:t>work, while</a:t>
            </a:r>
            <a:r>
              <a:rPr sz="2400" b="1" i="1" spc="-15" dirty="0">
                <a:latin typeface="Calibri"/>
                <a:cs typeface="Calibri"/>
              </a:rPr>
              <a:t> </a:t>
            </a:r>
            <a:r>
              <a:rPr sz="2400" b="1" i="1" spc="-5" dirty="0">
                <a:latin typeface="Calibri"/>
                <a:cs typeface="Calibri"/>
              </a:rPr>
              <a:t>requiring</a:t>
            </a:r>
            <a:r>
              <a:rPr sz="2400" b="1" i="1" spc="-20" dirty="0">
                <a:latin typeface="Calibri"/>
                <a:cs typeface="Calibri"/>
              </a:rPr>
              <a:t> </a:t>
            </a:r>
            <a:r>
              <a:rPr sz="2400" b="1" i="1" dirty="0">
                <a:latin typeface="Calibri"/>
                <a:cs typeface="Calibri"/>
              </a:rPr>
              <a:t>a</a:t>
            </a:r>
            <a:r>
              <a:rPr sz="2400" b="1" i="1" spc="-20" dirty="0">
                <a:latin typeface="Calibri"/>
                <a:cs typeface="Calibri"/>
              </a:rPr>
              <a:t> </a:t>
            </a:r>
            <a:r>
              <a:rPr sz="2400" b="1" i="1" spc="-5" dirty="0">
                <a:latin typeface="Calibri"/>
                <a:cs typeface="Calibri"/>
              </a:rPr>
              <a:t>minimum</a:t>
            </a:r>
            <a:r>
              <a:rPr sz="2400" b="1" i="1" spc="-15" dirty="0">
                <a:latin typeface="Calibri"/>
                <a:cs typeface="Calibri"/>
              </a:rPr>
              <a:t> </a:t>
            </a:r>
            <a:r>
              <a:rPr sz="2400" b="1" i="1" spc="-5" dirty="0">
                <a:latin typeface="Calibri"/>
                <a:cs typeface="Calibri"/>
              </a:rPr>
              <a:t>of</a:t>
            </a:r>
            <a:r>
              <a:rPr sz="2400" b="1" i="1" spc="-10" dirty="0">
                <a:latin typeface="Calibri"/>
                <a:cs typeface="Calibri"/>
              </a:rPr>
              <a:t> </a:t>
            </a:r>
            <a:r>
              <a:rPr sz="2400" b="1" i="1" spc="-5" dirty="0">
                <a:latin typeface="Calibri"/>
                <a:cs typeface="Calibri"/>
              </a:rPr>
              <a:t>information</a:t>
            </a:r>
            <a:r>
              <a:rPr sz="2400" b="1" i="1" spc="5" dirty="0">
                <a:latin typeface="Calibri"/>
                <a:cs typeface="Calibri"/>
              </a:rPr>
              <a:t> </a:t>
            </a:r>
            <a:r>
              <a:rPr sz="2400" spc="-10" dirty="0">
                <a:latin typeface="Calibri"/>
                <a:cs typeface="Calibri"/>
              </a:rPr>
              <a:t>from</a:t>
            </a:r>
            <a:r>
              <a:rPr sz="2400" spc="-15" dirty="0">
                <a:latin typeface="Calibri"/>
                <a:cs typeface="Calibri"/>
              </a:rPr>
              <a:t> </a:t>
            </a:r>
            <a:r>
              <a:rPr sz="2400" spc="-10" dirty="0">
                <a:latin typeface="Calibri"/>
                <a:cs typeface="Calibri"/>
              </a:rPr>
              <a:t>users.</a:t>
            </a:r>
            <a:endParaRPr sz="2400" dirty="0">
              <a:latin typeface="Calibri"/>
              <a:cs typeface="Calibri"/>
            </a:endParaRPr>
          </a:p>
          <a:p>
            <a:pPr>
              <a:lnSpc>
                <a:spcPct val="100000"/>
              </a:lnSpc>
              <a:spcBef>
                <a:spcPts val="10"/>
              </a:spcBef>
            </a:pPr>
            <a:endParaRPr sz="2850" dirty="0">
              <a:latin typeface="Calibri"/>
              <a:cs typeface="Calibri"/>
            </a:endParaRPr>
          </a:p>
          <a:p>
            <a:pPr marL="241300" indent="-228600">
              <a:lnSpc>
                <a:spcPct val="100000"/>
              </a:lnSpc>
              <a:spcBef>
                <a:spcPts val="5"/>
              </a:spcBef>
              <a:buFont typeface="Arial MT"/>
              <a:buChar char="•"/>
              <a:tabLst>
                <a:tab pos="241300" algn="l"/>
              </a:tabLst>
            </a:pPr>
            <a:r>
              <a:rPr sz="2400" spc="-5" dirty="0">
                <a:latin typeface="Calibri"/>
                <a:cs typeface="Calibri"/>
              </a:rPr>
              <a:t>Bruce</a:t>
            </a:r>
            <a:r>
              <a:rPr sz="2400" spc="-10" dirty="0">
                <a:latin typeface="Calibri"/>
                <a:cs typeface="Calibri"/>
              </a:rPr>
              <a:t> </a:t>
            </a:r>
            <a:r>
              <a:rPr sz="2400" spc="-25" dirty="0">
                <a:latin typeface="Calibri"/>
                <a:cs typeface="Calibri"/>
              </a:rPr>
              <a:t>Tognazzi:</a:t>
            </a:r>
            <a:r>
              <a:rPr sz="2400" spc="-20" dirty="0">
                <a:solidFill>
                  <a:srgbClr val="0563C1"/>
                </a:solidFill>
                <a:latin typeface="Calibri"/>
                <a:cs typeface="Calibri"/>
              </a:rPr>
              <a:t> </a:t>
            </a:r>
            <a:r>
              <a:rPr sz="2400" u="heavy" spc="-20" dirty="0">
                <a:solidFill>
                  <a:srgbClr val="0563C1"/>
                </a:solidFill>
                <a:uFill>
                  <a:solidFill>
                    <a:srgbClr val="0563C1"/>
                  </a:solidFill>
                </a:uFill>
                <a:latin typeface="Calibri"/>
                <a:cs typeface="Calibri"/>
                <a:hlinkClick r:id="rId2"/>
              </a:rPr>
              <a:t>http://www.asktog.com</a:t>
            </a:r>
            <a:endParaRPr sz="2400" dirty="0">
              <a:latin typeface="Calibri"/>
              <a:cs typeface="Calibri"/>
            </a:endParaRPr>
          </a:p>
        </p:txBody>
      </p:sp>
      <p:sp>
        <p:nvSpPr>
          <p:cNvPr id="4" name="object 4">
            <a:extLst>
              <a:ext uri="{C183D7F6-B498-43B3-948B-1728B52AA6E4}">
                <adec:decorative xmlns:adec="http://schemas.microsoft.com/office/drawing/2017/decorative" val="1"/>
              </a:ext>
            </a:extLst>
          </p:cNvPr>
          <p:cNvSpPr/>
          <p:nvPr/>
        </p:nvSpPr>
        <p:spPr>
          <a:xfrm>
            <a:off x="8132178" y="713130"/>
            <a:ext cx="1012190" cy="2533015"/>
          </a:xfrm>
          <a:custGeom>
            <a:avLst/>
            <a:gdLst/>
            <a:ahLst/>
            <a:cxnLst/>
            <a:rect l="l" t="t" r="r" b="b"/>
            <a:pathLst>
              <a:path w="1012190" h="2533015">
                <a:moveTo>
                  <a:pt x="1011821" y="0"/>
                </a:moveTo>
                <a:lnTo>
                  <a:pt x="57035" y="1266418"/>
                </a:lnTo>
                <a:lnTo>
                  <a:pt x="207086" y="1465453"/>
                </a:lnTo>
                <a:lnTo>
                  <a:pt x="0" y="1672539"/>
                </a:lnTo>
                <a:lnTo>
                  <a:pt x="456349" y="2128888"/>
                </a:lnTo>
                <a:lnTo>
                  <a:pt x="599401" y="1985822"/>
                </a:lnTo>
                <a:lnTo>
                  <a:pt x="1011821" y="2532837"/>
                </a:lnTo>
                <a:lnTo>
                  <a:pt x="1011821" y="0"/>
                </a:lnTo>
                <a:close/>
              </a:path>
            </a:pathLst>
          </a:custGeom>
          <a:solidFill>
            <a:srgbClr val="FFC000">
              <a:alpha val="30198"/>
            </a:srgbClr>
          </a:solidFill>
        </p:spPr>
        <p:txBody>
          <a:bodyPr wrap="square" lIns="0" tIns="0" rIns="0" bIns="0" rtlCol="0"/>
          <a:lstStyle/>
          <a:p>
            <a:endParaRPr/>
          </a:p>
        </p:txBody>
      </p:sp>
      <p:sp>
        <p:nvSpPr>
          <p:cNvPr id="5" name="object 5">
            <a:extLst>
              <a:ext uri="{C183D7F6-B498-43B3-948B-1728B52AA6E4}">
                <adec:decorative xmlns:adec="http://schemas.microsoft.com/office/drawing/2017/decorative" val="1"/>
              </a:ext>
            </a:extLst>
          </p:cNvPr>
          <p:cNvSpPr/>
          <p:nvPr/>
        </p:nvSpPr>
        <p:spPr>
          <a:xfrm>
            <a:off x="0" y="4622344"/>
            <a:ext cx="803910" cy="2018030"/>
          </a:xfrm>
          <a:custGeom>
            <a:avLst/>
            <a:gdLst/>
            <a:ahLst/>
            <a:cxnLst/>
            <a:rect l="l" t="t" r="r" b="b"/>
            <a:pathLst>
              <a:path w="803910" h="2018029">
                <a:moveTo>
                  <a:pt x="803452" y="1412925"/>
                </a:moveTo>
                <a:lnTo>
                  <a:pt x="605269" y="1214742"/>
                </a:lnTo>
                <a:lnTo>
                  <a:pt x="760539" y="1008786"/>
                </a:lnTo>
                <a:lnTo>
                  <a:pt x="0" y="0"/>
                </a:lnTo>
                <a:lnTo>
                  <a:pt x="0" y="2017585"/>
                </a:lnTo>
                <a:lnTo>
                  <a:pt x="383882" y="1508391"/>
                </a:lnTo>
                <a:lnTo>
                  <a:pt x="545947" y="1670431"/>
                </a:lnTo>
                <a:lnTo>
                  <a:pt x="803452" y="1412925"/>
                </a:lnTo>
                <a:close/>
              </a:path>
            </a:pathLst>
          </a:custGeom>
          <a:solidFill>
            <a:srgbClr val="4472C4">
              <a:alpha val="30198"/>
            </a:srgbClr>
          </a:solidFill>
        </p:spPr>
        <p:txBody>
          <a:bodyPr wrap="square" lIns="0" tIns="0" rIns="0" bIns="0" rtlCol="0"/>
          <a:lstStyle/>
          <a:p>
            <a:endParaRPr/>
          </a:p>
        </p:txBody>
      </p:sp>
      <p:pic>
        <p:nvPicPr>
          <p:cNvPr id="6" name="object 6">
            <a:extLst>
              <a:ext uri="{C183D7F6-B498-43B3-948B-1728B52AA6E4}">
                <adec:decorative xmlns:adec="http://schemas.microsoft.com/office/drawing/2017/decorative" val="1"/>
              </a:ext>
            </a:extLst>
          </p:cNvPr>
          <p:cNvPicPr/>
          <p:nvPr/>
        </p:nvPicPr>
        <p:blipFill>
          <a:blip r:embed="rId3" cstate="print"/>
          <a:stretch>
            <a:fillRect/>
          </a:stretch>
        </p:blipFill>
        <p:spPr>
          <a:xfrm>
            <a:off x="8003166" y="5733255"/>
            <a:ext cx="1056634" cy="991889"/>
          </a:xfrm>
          <a:prstGeom prst="rect">
            <a:avLst/>
          </a:prstGeom>
        </p:spPr>
      </p:pic>
      <p:sp>
        <p:nvSpPr>
          <p:cNvPr id="7" name="object 7"/>
          <p:cNvSpPr txBox="1"/>
          <p:nvPr/>
        </p:nvSpPr>
        <p:spPr>
          <a:xfrm>
            <a:off x="8452801" y="6428920"/>
            <a:ext cx="153670" cy="211454"/>
          </a:xfrm>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z="1200" dirty="0">
                <a:solidFill>
                  <a:srgbClr val="898989"/>
                </a:solidFill>
                <a:latin typeface="Calibri"/>
                <a:cs typeface="Calibri"/>
              </a:rPr>
              <a:t>6</a:t>
            </a:fld>
            <a:endParaRPr sz="1200">
              <a:latin typeface="Calibri"/>
              <a:cs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9">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56521" y="1"/>
            <a:ext cx="851299"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0C0448DE-DC84-70E9-6830-705C1E7072C0}"/>
              </a:ext>
            </a:extLst>
          </p:cNvPr>
          <p:cNvSpPr>
            <a:spLocks noGrp="1"/>
          </p:cNvSpPr>
          <p:nvPr>
            <p:ph type="title"/>
          </p:nvPr>
        </p:nvSpPr>
        <p:spPr>
          <a:xfrm>
            <a:off x="628650" y="365126"/>
            <a:ext cx="7886700" cy="869156"/>
          </a:xfrm>
        </p:spPr>
        <p:txBody>
          <a:bodyPr>
            <a:normAutofit/>
          </a:bodyPr>
          <a:lstStyle/>
          <a:p>
            <a:r>
              <a:rPr lang="en-GB" dirty="0"/>
              <a:t>Principles of Interaction Design</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93647" y="2693652"/>
            <a:ext cx="4083433" cy="3062575"/>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4" name="Text Placeholder 2">
            <a:extLst>
              <a:ext uri="{FF2B5EF4-FFF2-40B4-BE49-F238E27FC236}">
                <a16:creationId xmlns:a16="http://schemas.microsoft.com/office/drawing/2014/main" id="{38997A5D-9138-D56A-2E28-1C3B510DB56B}"/>
              </a:ext>
            </a:extLst>
          </p:cNvPr>
          <p:cNvSpPr>
            <a:spLocks noGrp="1"/>
          </p:cNvSpPr>
          <p:nvPr>
            <p:ph type="body" idx="1"/>
          </p:nvPr>
        </p:nvSpPr>
        <p:spPr>
          <a:xfrm>
            <a:off x="628650" y="1426939"/>
            <a:ext cx="8098568" cy="4750024"/>
          </a:xfrm>
        </p:spPr>
        <p:txBody>
          <a:bodyPr>
            <a:normAutofit/>
          </a:bodyPr>
          <a:lstStyle/>
          <a:p>
            <a:pPr marL="342900" indent="-342900" rtl="0">
              <a:lnSpc>
                <a:spcPct val="90000"/>
              </a:lnSpc>
              <a:spcAft>
                <a:spcPts val="600"/>
              </a:spcAft>
              <a:buFont typeface="Arial" panose="020B0604020202020204" pitchFamily="34" charset="0"/>
              <a:buChar char="•"/>
            </a:pPr>
            <a:r>
              <a:rPr lang="en-GB" sz="2000" dirty="0"/>
              <a:t>Aesthetics </a:t>
            </a:r>
          </a:p>
          <a:p>
            <a:pPr marL="800100" lvl="1" indent="-342900" rtl="0">
              <a:lnSpc>
                <a:spcPct val="90000"/>
              </a:lnSpc>
              <a:spcAft>
                <a:spcPts val="600"/>
              </a:spcAft>
              <a:buFont typeface="Arial" panose="020B0604020202020204" pitchFamily="34" charset="0"/>
              <a:buChar char="•"/>
            </a:pPr>
            <a:r>
              <a:rPr lang="en-GB" sz="1700" dirty="0"/>
              <a:t>Prioritize usability over fashion.</a:t>
            </a:r>
          </a:p>
          <a:p>
            <a:pPr marL="800100" lvl="1" indent="-342900" rtl="0">
              <a:lnSpc>
                <a:spcPct val="90000"/>
              </a:lnSpc>
              <a:spcAft>
                <a:spcPts val="600"/>
              </a:spcAft>
              <a:buFont typeface="Arial" panose="020B0604020202020204" pitchFamily="34" charset="0"/>
              <a:buChar char="•"/>
            </a:pPr>
            <a:r>
              <a:rPr lang="en-GB" sz="1700" dirty="0"/>
              <a:t>Leave the aesthetic details primarily to graphic designers.</a:t>
            </a:r>
          </a:p>
          <a:p>
            <a:pPr marL="342900" indent="-342900" rtl="0">
              <a:lnSpc>
                <a:spcPct val="90000"/>
              </a:lnSpc>
              <a:spcAft>
                <a:spcPts val="600"/>
              </a:spcAft>
              <a:buFont typeface="Arial" panose="020B0604020202020204" pitchFamily="34" charset="0"/>
              <a:buChar char="•"/>
            </a:pPr>
            <a:r>
              <a:rPr lang="en-GB" sz="2000" dirty="0"/>
              <a:t>Anticipation</a:t>
            </a:r>
            <a:r>
              <a:rPr lang="en-GB" dirty="0"/>
              <a:t> </a:t>
            </a:r>
          </a:p>
          <a:p>
            <a:pPr marL="800100" lvl="1" indent="-342900" rtl="0">
              <a:lnSpc>
                <a:spcPct val="90000"/>
              </a:lnSpc>
              <a:spcAft>
                <a:spcPts val="600"/>
              </a:spcAft>
              <a:buFont typeface="Arial" panose="020B0604020202020204" pitchFamily="34" charset="0"/>
              <a:buChar char="•"/>
            </a:pPr>
            <a:r>
              <a:rPr lang="en-GB" sz="1700" dirty="0"/>
              <a:t>Provide users with all the necessary tools they may need.</a:t>
            </a:r>
          </a:p>
          <a:p>
            <a:pPr marL="342900" indent="-342900" rtl="0">
              <a:lnSpc>
                <a:spcPct val="90000"/>
              </a:lnSpc>
              <a:spcAft>
                <a:spcPts val="600"/>
              </a:spcAft>
              <a:buFont typeface="Arial" panose="020B0604020202020204" pitchFamily="34" charset="0"/>
              <a:buChar char="•"/>
            </a:pPr>
            <a:r>
              <a:rPr lang="en-GB" sz="2000" dirty="0"/>
              <a:t>Autonomy </a:t>
            </a:r>
          </a:p>
          <a:p>
            <a:pPr marL="800100" lvl="1" indent="-342900" rtl="0">
              <a:lnSpc>
                <a:spcPct val="90000"/>
              </a:lnSpc>
              <a:spcAft>
                <a:spcPts val="600"/>
              </a:spcAft>
              <a:buFont typeface="Arial" panose="020B0604020202020204" pitchFamily="34" charset="0"/>
              <a:buChar char="•"/>
            </a:pPr>
            <a:r>
              <a:rPr lang="en-GB" dirty="0"/>
              <a:t>Empower users to make their own decisions.</a:t>
            </a:r>
          </a:p>
          <a:p>
            <a:pPr marL="342900" indent="-342900" rtl="0">
              <a:lnSpc>
                <a:spcPct val="90000"/>
              </a:lnSpc>
              <a:spcAft>
                <a:spcPts val="600"/>
              </a:spcAft>
              <a:buFont typeface="Arial" panose="020B0604020202020204" pitchFamily="34" charset="0"/>
              <a:buChar char="•"/>
            </a:pPr>
            <a:r>
              <a:rPr lang="en-GB" sz="2000" dirty="0"/>
              <a:t>Colour </a:t>
            </a:r>
          </a:p>
          <a:p>
            <a:pPr marL="800100" lvl="1" indent="-342900" rtl="0">
              <a:lnSpc>
                <a:spcPct val="90000"/>
              </a:lnSpc>
              <a:spcAft>
                <a:spcPts val="600"/>
              </a:spcAft>
              <a:buFont typeface="Arial" panose="020B0604020202020204" pitchFamily="34" charset="0"/>
              <a:buChar char="•"/>
            </a:pPr>
            <a:r>
              <a:rPr lang="en-GB" dirty="0"/>
              <a:t>Utilize clear secondary hues and be mindful of colour blindness when selecting colours.</a:t>
            </a:r>
          </a:p>
          <a:p>
            <a:pPr marL="342900" indent="-342900" rtl="0">
              <a:lnSpc>
                <a:spcPct val="90000"/>
              </a:lnSpc>
              <a:spcAft>
                <a:spcPts val="600"/>
              </a:spcAft>
              <a:buFont typeface="Arial" panose="020B0604020202020204" pitchFamily="34" charset="0"/>
              <a:buChar char="•"/>
            </a:pPr>
            <a:r>
              <a:rPr lang="en-GB" sz="2000" dirty="0"/>
              <a:t>Consistency </a:t>
            </a:r>
          </a:p>
          <a:p>
            <a:pPr marL="800100" lvl="1" indent="-342900" rtl="0">
              <a:lnSpc>
                <a:spcPct val="90000"/>
              </a:lnSpc>
              <a:spcAft>
                <a:spcPts val="600"/>
              </a:spcAft>
              <a:buFont typeface="Arial" panose="020B0604020202020204" pitchFamily="34" charset="0"/>
              <a:buChar char="•"/>
            </a:pPr>
            <a:r>
              <a:rPr lang="en-GB" dirty="0"/>
              <a:t>Maintain both consistency across the wider web and within your website.</a:t>
            </a:r>
          </a:p>
          <a:p>
            <a:pPr marL="342900" indent="-342900" rtl="0">
              <a:lnSpc>
                <a:spcPct val="90000"/>
              </a:lnSpc>
              <a:spcAft>
                <a:spcPts val="600"/>
              </a:spcAft>
              <a:buFont typeface="Arial" panose="020B0604020202020204" pitchFamily="34" charset="0"/>
              <a:buChar char="•"/>
            </a:pPr>
            <a:r>
              <a:rPr lang="en-GB" sz="2000" dirty="0"/>
              <a:t>Defaults </a:t>
            </a:r>
          </a:p>
          <a:p>
            <a:pPr marL="800100" lvl="1" indent="-342900" rtl="0">
              <a:lnSpc>
                <a:spcPct val="90000"/>
              </a:lnSpc>
              <a:spcAft>
                <a:spcPts val="600"/>
              </a:spcAft>
              <a:buFont typeface="Arial" panose="020B0604020202020204" pitchFamily="34" charset="0"/>
              <a:buChar char="•"/>
            </a:pPr>
            <a:r>
              <a:rPr lang="en-GB" dirty="0"/>
              <a:t>Set intelligent and responsive defaults for user inputs.</a:t>
            </a:r>
          </a:p>
        </p:txBody>
      </p:sp>
      <p:sp>
        <p:nvSpPr>
          <p:cNvPr id="4" name="TextBox 3">
            <a:extLst>
              <a:ext uri="{FF2B5EF4-FFF2-40B4-BE49-F238E27FC236}">
                <a16:creationId xmlns:a16="http://schemas.microsoft.com/office/drawing/2014/main" id="{73CAA225-5235-F9CE-D042-61A12440BB91}"/>
              </a:ext>
            </a:extLst>
          </p:cNvPr>
          <p:cNvSpPr txBox="1"/>
          <p:nvPr/>
        </p:nvSpPr>
        <p:spPr>
          <a:xfrm>
            <a:off x="2667000" y="6266656"/>
            <a:ext cx="3886200" cy="461665"/>
          </a:xfrm>
          <a:prstGeom prst="rect">
            <a:avLst/>
          </a:prstGeom>
          <a:noFill/>
        </p:spPr>
        <p:txBody>
          <a:bodyPr wrap="square" rtlCol="0">
            <a:spAutoFit/>
          </a:bodyPr>
          <a:lstStyle/>
          <a:p>
            <a:r>
              <a:rPr lang="en-GB" sz="1200" u="heavy" spc="-15" dirty="0">
                <a:solidFill>
                  <a:srgbClr val="0563C1"/>
                </a:solidFill>
                <a:uFill>
                  <a:solidFill>
                    <a:srgbClr val="0563C1"/>
                  </a:solidFill>
                </a:uFill>
                <a:latin typeface="Calibri"/>
                <a:cs typeface="Calibri"/>
                <a:hlinkClick r:id="rId2"/>
              </a:rPr>
              <a:t>Source http://www.asktog.com/basics/firstPrinciples.html</a:t>
            </a:r>
            <a:endParaRPr lang="en-GB" sz="1200" dirty="0">
              <a:latin typeface="Calibri"/>
              <a:cs typeface="Calibri"/>
            </a:endParaRPr>
          </a:p>
          <a:p>
            <a:endParaRPr lang="en-GB" sz="1200" dirty="0"/>
          </a:p>
        </p:txBody>
      </p:sp>
    </p:spTree>
    <p:extLst>
      <p:ext uri="{BB962C8B-B14F-4D97-AF65-F5344CB8AC3E}">
        <p14:creationId xmlns:p14="http://schemas.microsoft.com/office/powerpoint/2010/main" val="32695405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56521" y="1"/>
            <a:ext cx="851299"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81C3CD5F-508C-7662-0882-3907C5BBB691}"/>
              </a:ext>
            </a:extLst>
          </p:cNvPr>
          <p:cNvSpPr>
            <a:spLocks noGrp="1"/>
          </p:cNvSpPr>
          <p:nvPr>
            <p:ph type="title"/>
          </p:nvPr>
        </p:nvSpPr>
        <p:spPr>
          <a:xfrm>
            <a:off x="628650" y="365125"/>
            <a:ext cx="7886700" cy="1325563"/>
          </a:xfrm>
        </p:spPr>
        <p:txBody>
          <a:bodyPr>
            <a:normAutofit/>
          </a:bodyPr>
          <a:lstStyle/>
          <a:p>
            <a:r>
              <a:rPr lang="en-GB" dirty="0"/>
              <a:t>Principles of Interaction Design</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93647" y="2693652"/>
            <a:ext cx="4083433" cy="3062575"/>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Text Placeholder 2">
            <a:extLst>
              <a:ext uri="{FF2B5EF4-FFF2-40B4-BE49-F238E27FC236}">
                <a16:creationId xmlns:a16="http://schemas.microsoft.com/office/drawing/2014/main" id="{E46E0AB8-F213-22D6-9DB5-4AD8718D1265}"/>
              </a:ext>
            </a:extLst>
          </p:cNvPr>
          <p:cNvSpPr>
            <a:spLocks noGrp="1"/>
          </p:cNvSpPr>
          <p:nvPr>
            <p:ph type="body" idx="1"/>
          </p:nvPr>
        </p:nvSpPr>
        <p:spPr>
          <a:xfrm>
            <a:off x="628650" y="1825625"/>
            <a:ext cx="7886700" cy="4351338"/>
          </a:xfrm>
        </p:spPr>
        <p:txBody>
          <a:bodyPr>
            <a:normAutofit lnSpcReduction="10000"/>
          </a:bodyPr>
          <a:lstStyle/>
          <a:p>
            <a:pPr marL="342900" indent="-342900" rtl="0">
              <a:lnSpc>
                <a:spcPct val="90000"/>
              </a:lnSpc>
              <a:spcAft>
                <a:spcPts val="600"/>
              </a:spcAft>
              <a:buFont typeface="Arial" panose="020B0604020202020204" pitchFamily="34" charset="0"/>
              <a:buChar char="•"/>
            </a:pPr>
            <a:r>
              <a:rPr lang="en-GB" sz="2000" dirty="0"/>
              <a:t>Discoverability </a:t>
            </a:r>
          </a:p>
          <a:p>
            <a:pPr marL="800100" lvl="1" indent="-342900" rtl="0">
              <a:lnSpc>
                <a:spcPct val="90000"/>
              </a:lnSpc>
              <a:spcAft>
                <a:spcPts val="600"/>
              </a:spcAft>
              <a:buFont typeface="Arial" panose="020B0604020202020204" pitchFamily="34" charset="0"/>
              <a:buChar char="•"/>
            </a:pPr>
            <a:r>
              <a:rPr lang="en-GB" dirty="0"/>
              <a:t>Avoid hiding helpful features, as this can make the user experience more complicated.</a:t>
            </a:r>
          </a:p>
          <a:p>
            <a:pPr marL="342900" indent="-342900" rtl="0">
              <a:lnSpc>
                <a:spcPct val="90000"/>
              </a:lnSpc>
              <a:spcAft>
                <a:spcPts val="600"/>
              </a:spcAft>
              <a:buFont typeface="Arial" panose="020B0604020202020204" pitchFamily="34" charset="0"/>
              <a:buChar char="•"/>
            </a:pPr>
            <a:r>
              <a:rPr lang="en-GB" sz="2000" dirty="0"/>
              <a:t>Efficiency of the User </a:t>
            </a:r>
          </a:p>
          <a:p>
            <a:pPr marL="800100" lvl="1" indent="-342900" rtl="0">
              <a:lnSpc>
                <a:spcPct val="90000"/>
              </a:lnSpc>
              <a:spcAft>
                <a:spcPts val="600"/>
              </a:spcAft>
              <a:buFont typeface="Arial" panose="020B0604020202020204" pitchFamily="34" charset="0"/>
              <a:buChar char="•"/>
            </a:pPr>
            <a:r>
              <a:rPr lang="en-GB" dirty="0"/>
              <a:t>Keep users engaged, rather than keeping the computer occupied.</a:t>
            </a:r>
          </a:p>
          <a:p>
            <a:pPr marL="342900" indent="-342900" rtl="0">
              <a:lnSpc>
                <a:spcPct val="90000"/>
              </a:lnSpc>
              <a:spcAft>
                <a:spcPts val="600"/>
              </a:spcAft>
              <a:buFont typeface="Arial" panose="020B0604020202020204" pitchFamily="34" charset="0"/>
              <a:buChar char="•"/>
            </a:pPr>
            <a:r>
              <a:rPr lang="en-GB" sz="2000" dirty="0"/>
              <a:t>Explorable Interfaces </a:t>
            </a:r>
          </a:p>
          <a:p>
            <a:pPr marL="800100" lvl="1" indent="-342900" rtl="0">
              <a:lnSpc>
                <a:spcPct val="90000"/>
              </a:lnSpc>
              <a:spcAft>
                <a:spcPts val="600"/>
              </a:spcAft>
              <a:buFont typeface="Arial" panose="020B0604020202020204" pitchFamily="34" charset="0"/>
              <a:buChar char="•"/>
            </a:pPr>
            <a:r>
              <a:rPr lang="en-GB" dirty="0"/>
              <a:t>Provide well-marked paths and landmarks and allow for reversible actions for better exploration.</a:t>
            </a:r>
          </a:p>
          <a:p>
            <a:pPr marL="342900" indent="-342900" rtl="0">
              <a:lnSpc>
                <a:spcPct val="90000"/>
              </a:lnSpc>
              <a:spcAft>
                <a:spcPts val="600"/>
              </a:spcAft>
              <a:buFont typeface="Arial" panose="020B0604020202020204" pitchFamily="34" charset="0"/>
              <a:buChar char="•"/>
            </a:pPr>
            <a:r>
              <a:rPr lang="en-GB" sz="2000" dirty="0"/>
              <a:t>Fitts’s Law </a:t>
            </a:r>
          </a:p>
          <a:p>
            <a:pPr marL="800100" lvl="1" indent="-342900" rtl="0">
              <a:lnSpc>
                <a:spcPct val="90000"/>
              </a:lnSpc>
              <a:spcAft>
                <a:spcPts val="600"/>
              </a:spcAft>
              <a:buFont typeface="Arial" panose="020B0604020202020204" pitchFamily="34" charset="0"/>
              <a:buChar char="•"/>
            </a:pPr>
            <a:r>
              <a:rPr lang="en-GB" dirty="0"/>
              <a:t>Understand that the time to acquire a target is related to its distance and size.</a:t>
            </a:r>
          </a:p>
          <a:p>
            <a:pPr marL="342900" indent="-342900" rtl="0">
              <a:lnSpc>
                <a:spcPct val="90000"/>
              </a:lnSpc>
              <a:spcAft>
                <a:spcPts val="600"/>
              </a:spcAft>
              <a:buFont typeface="Arial" panose="020B0604020202020204" pitchFamily="34" charset="0"/>
              <a:buChar char="•"/>
            </a:pPr>
            <a:r>
              <a:rPr lang="en-GB" sz="2000" dirty="0"/>
              <a:t>Human-Interface Objects </a:t>
            </a:r>
          </a:p>
          <a:p>
            <a:pPr marL="800100" lvl="1" indent="-342900" rtl="0">
              <a:lnSpc>
                <a:spcPct val="90000"/>
              </a:lnSpc>
              <a:spcAft>
                <a:spcPts val="600"/>
              </a:spcAft>
              <a:buFont typeface="Arial" panose="020B0604020202020204" pitchFamily="34" charset="0"/>
              <a:buChar char="•"/>
            </a:pPr>
            <a:r>
              <a:rPr lang="en-GB" dirty="0"/>
              <a:t>Design elements such as folders, menus, and buttons should be perceivable through sight, sound, touch, or other senses.</a:t>
            </a:r>
          </a:p>
          <a:p>
            <a:pPr marL="0" rtl="0">
              <a:lnSpc>
                <a:spcPct val="90000"/>
              </a:lnSpc>
              <a:spcAft>
                <a:spcPts val="600"/>
              </a:spcAft>
            </a:pPr>
            <a:endParaRPr lang="en-GB" dirty="0"/>
          </a:p>
          <a:p>
            <a:pPr marL="0" rtl="0">
              <a:lnSpc>
                <a:spcPct val="90000"/>
              </a:lnSpc>
              <a:spcAft>
                <a:spcPts val="600"/>
              </a:spcAft>
            </a:pPr>
            <a:endParaRPr lang="en-GB" dirty="0"/>
          </a:p>
          <a:p>
            <a:pPr marL="0" rtl="0">
              <a:lnSpc>
                <a:spcPct val="90000"/>
              </a:lnSpc>
              <a:spcAft>
                <a:spcPts val="600"/>
              </a:spcAft>
            </a:pPr>
            <a:endParaRPr lang="en-GB" dirty="0"/>
          </a:p>
        </p:txBody>
      </p:sp>
      <p:sp>
        <p:nvSpPr>
          <p:cNvPr id="4" name="TextBox 3">
            <a:extLst>
              <a:ext uri="{FF2B5EF4-FFF2-40B4-BE49-F238E27FC236}">
                <a16:creationId xmlns:a16="http://schemas.microsoft.com/office/drawing/2014/main" id="{0161335C-11FD-55A0-35B8-6F4DC8C32F50}"/>
              </a:ext>
            </a:extLst>
          </p:cNvPr>
          <p:cNvSpPr txBox="1"/>
          <p:nvPr/>
        </p:nvSpPr>
        <p:spPr>
          <a:xfrm>
            <a:off x="2667000" y="6266656"/>
            <a:ext cx="3886200" cy="461665"/>
          </a:xfrm>
          <a:prstGeom prst="rect">
            <a:avLst/>
          </a:prstGeom>
          <a:noFill/>
        </p:spPr>
        <p:txBody>
          <a:bodyPr wrap="square" rtlCol="0">
            <a:spAutoFit/>
          </a:bodyPr>
          <a:lstStyle/>
          <a:p>
            <a:r>
              <a:rPr lang="en-GB" sz="1200" u="heavy" spc="-15" dirty="0">
                <a:solidFill>
                  <a:srgbClr val="0563C1"/>
                </a:solidFill>
                <a:uFill>
                  <a:solidFill>
                    <a:srgbClr val="0563C1"/>
                  </a:solidFill>
                </a:uFill>
                <a:latin typeface="Calibri"/>
                <a:cs typeface="Calibri"/>
                <a:hlinkClick r:id="rId2"/>
              </a:rPr>
              <a:t>Source http://www.asktog.com/basics/firstPrinciples.html</a:t>
            </a:r>
            <a:endParaRPr lang="en-GB" sz="1200" dirty="0">
              <a:latin typeface="Calibri"/>
              <a:cs typeface="Calibri"/>
            </a:endParaRPr>
          </a:p>
          <a:p>
            <a:endParaRPr lang="en-GB" sz="1200" dirty="0"/>
          </a:p>
        </p:txBody>
      </p:sp>
    </p:spTree>
    <p:extLst>
      <p:ext uri="{BB962C8B-B14F-4D97-AF65-F5344CB8AC3E}">
        <p14:creationId xmlns:p14="http://schemas.microsoft.com/office/powerpoint/2010/main" val="27572013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56521" y="1"/>
            <a:ext cx="851299"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E66283C7-5532-D241-286C-4E4751781DC0}"/>
              </a:ext>
            </a:extLst>
          </p:cNvPr>
          <p:cNvSpPr>
            <a:spLocks noGrp="1"/>
          </p:cNvSpPr>
          <p:nvPr>
            <p:ph type="title"/>
          </p:nvPr>
        </p:nvSpPr>
        <p:spPr>
          <a:xfrm>
            <a:off x="628650" y="365125"/>
            <a:ext cx="7886700" cy="1325563"/>
          </a:xfrm>
        </p:spPr>
        <p:txBody>
          <a:bodyPr>
            <a:normAutofit/>
          </a:bodyPr>
          <a:lstStyle/>
          <a:p>
            <a:r>
              <a:rPr lang="en-GB" dirty="0"/>
              <a:t>Principles of Interaction Design</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93647" y="2693652"/>
            <a:ext cx="4083433" cy="3062575"/>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Text Placeholder 2">
            <a:extLst>
              <a:ext uri="{FF2B5EF4-FFF2-40B4-BE49-F238E27FC236}">
                <a16:creationId xmlns:a16="http://schemas.microsoft.com/office/drawing/2014/main" id="{DF51DC94-685D-ADAE-9D2E-EE552153C769}"/>
              </a:ext>
            </a:extLst>
          </p:cNvPr>
          <p:cNvSpPr>
            <a:spLocks noGrp="1"/>
          </p:cNvSpPr>
          <p:nvPr>
            <p:ph type="body" idx="1"/>
          </p:nvPr>
        </p:nvSpPr>
        <p:spPr>
          <a:xfrm>
            <a:off x="621120" y="1422783"/>
            <a:ext cx="7886700" cy="4351338"/>
          </a:xfrm>
        </p:spPr>
        <p:txBody>
          <a:bodyPr>
            <a:noAutofit/>
          </a:bodyPr>
          <a:lstStyle/>
          <a:p>
            <a:pPr marL="285750" indent="-285750" rtl="0">
              <a:lnSpc>
                <a:spcPct val="90000"/>
              </a:lnSpc>
              <a:spcAft>
                <a:spcPts val="600"/>
              </a:spcAft>
              <a:buFont typeface="Arial" panose="020B0604020202020204" pitchFamily="34" charset="0"/>
              <a:buChar char="•"/>
            </a:pPr>
            <a:r>
              <a:rPr lang="en-GB" sz="2000" dirty="0"/>
              <a:t>Latency Reduction </a:t>
            </a:r>
          </a:p>
          <a:p>
            <a:pPr marL="742950" lvl="1" indent="-285750" rtl="0">
              <a:lnSpc>
                <a:spcPct val="90000"/>
              </a:lnSpc>
              <a:spcAft>
                <a:spcPts val="600"/>
              </a:spcAft>
              <a:buFont typeface="Arial" panose="020B0604020202020204" pitchFamily="34" charset="0"/>
              <a:buChar char="•"/>
            </a:pPr>
            <a:r>
              <a:rPr lang="en-GB" sz="2100" dirty="0"/>
              <a:t>Minimize latency wherever possible to enhance user experience.</a:t>
            </a:r>
          </a:p>
          <a:p>
            <a:pPr marL="285750" indent="-285750" rtl="0">
              <a:lnSpc>
                <a:spcPct val="90000"/>
              </a:lnSpc>
              <a:spcAft>
                <a:spcPts val="600"/>
              </a:spcAft>
              <a:buFont typeface="Arial" panose="020B0604020202020204" pitchFamily="34" charset="0"/>
              <a:buChar char="•"/>
            </a:pPr>
            <a:r>
              <a:rPr lang="en-GB" sz="2000" dirty="0"/>
              <a:t>Learnability </a:t>
            </a:r>
          </a:p>
          <a:p>
            <a:pPr marL="742950" lvl="1" indent="-285750" rtl="0">
              <a:lnSpc>
                <a:spcPct val="90000"/>
              </a:lnSpc>
              <a:spcAft>
                <a:spcPts val="600"/>
              </a:spcAft>
              <a:buFont typeface="Arial" panose="020B0604020202020204" pitchFamily="34" charset="0"/>
              <a:buChar char="•"/>
            </a:pPr>
            <a:r>
              <a:rPr lang="en-GB" sz="2100" dirty="0"/>
              <a:t>Aim to limit trade-offs between usability and learnability.</a:t>
            </a:r>
          </a:p>
          <a:p>
            <a:pPr marL="285750" indent="-285750" rtl="0">
              <a:lnSpc>
                <a:spcPct val="90000"/>
              </a:lnSpc>
              <a:spcAft>
                <a:spcPts val="600"/>
              </a:spcAft>
              <a:buFont typeface="Arial" panose="020B0604020202020204" pitchFamily="34" charset="0"/>
              <a:buChar char="•"/>
            </a:pPr>
            <a:r>
              <a:rPr lang="en-GB" sz="2000" dirty="0"/>
              <a:t>Metaphors </a:t>
            </a:r>
          </a:p>
          <a:p>
            <a:pPr marL="742950" lvl="1" indent="-285750" rtl="0">
              <a:lnSpc>
                <a:spcPct val="90000"/>
              </a:lnSpc>
              <a:spcAft>
                <a:spcPts val="600"/>
              </a:spcAft>
              <a:buFont typeface="Arial" panose="020B0604020202020204" pitchFamily="34" charset="0"/>
              <a:buChar char="•"/>
            </a:pPr>
            <a:r>
              <a:rPr lang="en-GB" sz="2100" dirty="0"/>
              <a:t>Use visual metaphors to make concepts easily understandable for users.</a:t>
            </a:r>
          </a:p>
          <a:p>
            <a:pPr marL="285750" indent="-285750" rtl="0">
              <a:lnSpc>
                <a:spcPct val="90000"/>
              </a:lnSpc>
              <a:spcAft>
                <a:spcPts val="600"/>
              </a:spcAft>
              <a:buFont typeface="Arial" panose="020B0604020202020204" pitchFamily="34" charset="0"/>
              <a:buChar char="•"/>
            </a:pPr>
            <a:r>
              <a:rPr lang="en-GB" sz="2000" dirty="0"/>
              <a:t>Protect Users’ Work </a:t>
            </a:r>
          </a:p>
          <a:p>
            <a:pPr marL="742950" lvl="1" indent="-285750" rtl="0">
              <a:lnSpc>
                <a:spcPct val="90000"/>
              </a:lnSpc>
              <a:spcAft>
                <a:spcPts val="600"/>
              </a:spcAft>
              <a:buFont typeface="Arial" panose="020B0604020202020204" pitchFamily="34" charset="0"/>
              <a:buChar char="•"/>
            </a:pPr>
            <a:r>
              <a:rPr lang="en-GB" sz="2100" dirty="0"/>
              <a:t>Ensure that users never lose their work due to errors.</a:t>
            </a:r>
          </a:p>
          <a:p>
            <a:pPr marL="0" rtl="0">
              <a:lnSpc>
                <a:spcPct val="90000"/>
              </a:lnSpc>
              <a:spcAft>
                <a:spcPts val="600"/>
              </a:spcAft>
            </a:pPr>
            <a:endParaRPr lang="en-GB" sz="1800" dirty="0"/>
          </a:p>
        </p:txBody>
      </p:sp>
      <p:sp>
        <p:nvSpPr>
          <p:cNvPr id="4" name="TextBox 3">
            <a:extLst>
              <a:ext uri="{FF2B5EF4-FFF2-40B4-BE49-F238E27FC236}">
                <a16:creationId xmlns:a16="http://schemas.microsoft.com/office/drawing/2014/main" id="{631A93FC-B980-B5D2-D9AB-3F285167BE0D}"/>
              </a:ext>
            </a:extLst>
          </p:cNvPr>
          <p:cNvSpPr txBox="1"/>
          <p:nvPr/>
        </p:nvSpPr>
        <p:spPr>
          <a:xfrm>
            <a:off x="2667000" y="6266656"/>
            <a:ext cx="3886200" cy="461665"/>
          </a:xfrm>
          <a:prstGeom prst="rect">
            <a:avLst/>
          </a:prstGeom>
          <a:noFill/>
        </p:spPr>
        <p:txBody>
          <a:bodyPr wrap="square" rtlCol="0">
            <a:spAutoFit/>
          </a:bodyPr>
          <a:lstStyle/>
          <a:p>
            <a:r>
              <a:rPr lang="en-GB" sz="1200" u="heavy" spc="-15" dirty="0">
                <a:solidFill>
                  <a:srgbClr val="0563C1"/>
                </a:solidFill>
                <a:uFill>
                  <a:solidFill>
                    <a:srgbClr val="0563C1"/>
                  </a:solidFill>
                </a:uFill>
                <a:latin typeface="Calibri"/>
                <a:cs typeface="Calibri"/>
                <a:hlinkClick r:id="rId2"/>
              </a:rPr>
              <a:t>Source http://www.asktog.com/basics/firstPrinciples.html</a:t>
            </a:r>
            <a:endParaRPr lang="en-GB" sz="1200" dirty="0">
              <a:latin typeface="Calibri"/>
              <a:cs typeface="Calibri"/>
            </a:endParaRPr>
          </a:p>
          <a:p>
            <a:endParaRPr lang="en-GB" sz="1200" dirty="0"/>
          </a:p>
        </p:txBody>
      </p:sp>
    </p:spTree>
    <p:extLst>
      <p:ext uri="{BB962C8B-B14F-4D97-AF65-F5344CB8AC3E}">
        <p14:creationId xmlns:p14="http://schemas.microsoft.com/office/powerpoint/2010/main" val="33284569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56521" y="1"/>
            <a:ext cx="851299"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802D6E3-4A2D-C23B-7BFF-A783FA413DC4}"/>
              </a:ext>
            </a:extLst>
          </p:cNvPr>
          <p:cNvSpPr>
            <a:spLocks noGrp="1"/>
          </p:cNvSpPr>
          <p:nvPr>
            <p:ph type="title"/>
          </p:nvPr>
        </p:nvSpPr>
        <p:spPr>
          <a:xfrm>
            <a:off x="628650" y="365125"/>
            <a:ext cx="7886700" cy="1325563"/>
          </a:xfrm>
        </p:spPr>
        <p:txBody>
          <a:bodyPr>
            <a:normAutofit/>
          </a:bodyPr>
          <a:lstStyle/>
          <a:p>
            <a:r>
              <a:rPr lang="en-GB" dirty="0"/>
              <a:t>Principles of Interaction Design</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93647" y="2693652"/>
            <a:ext cx="4083433" cy="3062575"/>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Text Placeholder 2">
            <a:extLst>
              <a:ext uri="{FF2B5EF4-FFF2-40B4-BE49-F238E27FC236}">
                <a16:creationId xmlns:a16="http://schemas.microsoft.com/office/drawing/2014/main" id="{76EA36C8-B7B3-3345-F7D3-2514F83FFAE9}"/>
              </a:ext>
            </a:extLst>
          </p:cNvPr>
          <p:cNvSpPr>
            <a:spLocks noGrp="1"/>
          </p:cNvSpPr>
          <p:nvPr>
            <p:ph type="body" idx="1"/>
          </p:nvPr>
        </p:nvSpPr>
        <p:spPr>
          <a:xfrm>
            <a:off x="666750" y="1422783"/>
            <a:ext cx="7886700" cy="4351338"/>
          </a:xfrm>
        </p:spPr>
        <p:txBody>
          <a:bodyPr>
            <a:normAutofit/>
          </a:bodyPr>
          <a:lstStyle/>
          <a:p>
            <a:pPr marL="285750" indent="-285750" rtl="0">
              <a:spcAft>
                <a:spcPts val="600"/>
              </a:spcAft>
              <a:buFont typeface="Arial" panose="020B0604020202020204" pitchFamily="34" charset="0"/>
              <a:buChar char="•"/>
            </a:pPr>
            <a:r>
              <a:rPr lang="en-GB" sz="2000" dirty="0"/>
              <a:t>Readability </a:t>
            </a:r>
          </a:p>
          <a:p>
            <a:pPr marL="742950" lvl="1" indent="-285750" rtl="0">
              <a:spcAft>
                <a:spcPts val="600"/>
              </a:spcAft>
              <a:buFont typeface="Arial" panose="020B0604020202020204" pitchFamily="34" charset="0"/>
              <a:buChar char="•"/>
            </a:pPr>
            <a:r>
              <a:rPr lang="en-GB" sz="2000" dirty="0"/>
              <a:t>Use high-contrast colours and legible fonts for easy reading.</a:t>
            </a:r>
          </a:p>
          <a:p>
            <a:pPr marL="285750" indent="-285750" rtl="0">
              <a:spcAft>
                <a:spcPts val="600"/>
              </a:spcAft>
              <a:buFont typeface="Arial" panose="020B0604020202020204" pitchFamily="34" charset="0"/>
              <a:buChar char="•"/>
            </a:pPr>
            <a:r>
              <a:rPr lang="en-GB" sz="2000" dirty="0"/>
              <a:t>Simplicity </a:t>
            </a:r>
          </a:p>
          <a:p>
            <a:pPr marL="742950" lvl="1" indent="-285750" rtl="0">
              <a:spcAft>
                <a:spcPts val="600"/>
              </a:spcAft>
              <a:buFont typeface="Arial" panose="020B0604020202020204" pitchFamily="34" charset="0"/>
              <a:buChar char="•"/>
            </a:pPr>
            <a:r>
              <a:rPr lang="en-GB" sz="2000" dirty="0"/>
              <a:t>Achieve a balance between ease of installation and overall ease of use.</a:t>
            </a:r>
          </a:p>
          <a:p>
            <a:pPr marL="285750" indent="-285750" rtl="0">
              <a:spcAft>
                <a:spcPts val="600"/>
              </a:spcAft>
              <a:buFont typeface="Arial" panose="020B0604020202020204" pitchFamily="34" charset="0"/>
              <a:buChar char="•"/>
            </a:pPr>
            <a:r>
              <a:rPr lang="en-GB" sz="2000" dirty="0"/>
              <a:t>State: Track It </a:t>
            </a:r>
          </a:p>
          <a:p>
            <a:pPr marL="742950" lvl="1" indent="-285750" rtl="0">
              <a:spcAft>
                <a:spcPts val="600"/>
              </a:spcAft>
              <a:buFont typeface="Arial" panose="020B0604020202020204" pitchFamily="34" charset="0"/>
              <a:buChar char="•"/>
            </a:pPr>
            <a:r>
              <a:rPr lang="en-GB" sz="2000" dirty="0"/>
              <a:t>Securely store session details (e.g., via encryption).</a:t>
            </a:r>
          </a:p>
          <a:p>
            <a:pPr marL="285750" indent="-285750" rtl="0">
              <a:spcAft>
                <a:spcPts val="600"/>
              </a:spcAft>
              <a:buFont typeface="Arial" panose="020B0604020202020204" pitchFamily="34" charset="0"/>
              <a:buChar char="•"/>
            </a:pPr>
            <a:r>
              <a:rPr lang="en-GB" sz="2000" dirty="0"/>
              <a:t>Visible Interfaces </a:t>
            </a:r>
          </a:p>
          <a:p>
            <a:pPr marL="742950" lvl="1" indent="-285750" rtl="0">
              <a:spcAft>
                <a:spcPts val="600"/>
              </a:spcAft>
              <a:buFont typeface="Arial" panose="020B0604020202020204" pitchFamily="34" charset="0"/>
              <a:buChar char="•"/>
            </a:pPr>
            <a:r>
              <a:rPr lang="en-GB" sz="2000" dirty="0"/>
              <a:t>Ensure navigation elements are visible to users.</a:t>
            </a:r>
          </a:p>
          <a:p>
            <a:pPr marL="0" rtl="0"/>
            <a:endParaRPr lang="en-GB" sz="2000" dirty="0"/>
          </a:p>
        </p:txBody>
      </p:sp>
      <p:sp>
        <p:nvSpPr>
          <p:cNvPr id="5" name="TextBox 4">
            <a:extLst>
              <a:ext uri="{FF2B5EF4-FFF2-40B4-BE49-F238E27FC236}">
                <a16:creationId xmlns:a16="http://schemas.microsoft.com/office/drawing/2014/main" id="{6623CC8E-25D0-8C0A-30E1-1FCAF6D3E7C3}"/>
              </a:ext>
            </a:extLst>
          </p:cNvPr>
          <p:cNvSpPr txBox="1"/>
          <p:nvPr/>
        </p:nvSpPr>
        <p:spPr>
          <a:xfrm>
            <a:off x="2667000" y="6266656"/>
            <a:ext cx="3886200" cy="461665"/>
          </a:xfrm>
          <a:prstGeom prst="rect">
            <a:avLst/>
          </a:prstGeom>
          <a:noFill/>
        </p:spPr>
        <p:txBody>
          <a:bodyPr wrap="square" rtlCol="0">
            <a:spAutoFit/>
          </a:bodyPr>
          <a:lstStyle/>
          <a:p>
            <a:r>
              <a:rPr lang="en-GB" sz="1200" u="heavy" spc="-15" dirty="0">
                <a:solidFill>
                  <a:srgbClr val="0563C1"/>
                </a:solidFill>
                <a:uFill>
                  <a:solidFill>
                    <a:srgbClr val="0563C1"/>
                  </a:solidFill>
                </a:uFill>
                <a:latin typeface="Calibri"/>
                <a:cs typeface="Calibri"/>
                <a:hlinkClick r:id="rId2"/>
              </a:rPr>
              <a:t>Source http://www.asktog.com/basics/firstPrinciples.html</a:t>
            </a:r>
            <a:endParaRPr lang="en-GB" sz="1200" dirty="0">
              <a:latin typeface="Calibri"/>
              <a:cs typeface="Calibri"/>
            </a:endParaRPr>
          </a:p>
          <a:p>
            <a:endParaRPr lang="en-GB" sz="1200" dirty="0"/>
          </a:p>
        </p:txBody>
      </p:sp>
    </p:spTree>
    <p:extLst>
      <p:ext uri="{BB962C8B-B14F-4D97-AF65-F5344CB8AC3E}">
        <p14:creationId xmlns:p14="http://schemas.microsoft.com/office/powerpoint/2010/main" val="6962295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23">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56521" y="1"/>
            <a:ext cx="851299"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ACD199AF-B9D4-8012-60AD-7E83AFED7272}"/>
              </a:ext>
            </a:extLst>
          </p:cNvPr>
          <p:cNvSpPr>
            <a:spLocks noGrp="1"/>
          </p:cNvSpPr>
          <p:nvPr>
            <p:ph type="title"/>
          </p:nvPr>
        </p:nvSpPr>
        <p:spPr>
          <a:xfrm>
            <a:off x="628650" y="365125"/>
            <a:ext cx="7886700" cy="1325563"/>
          </a:xfrm>
        </p:spPr>
        <p:txBody>
          <a:bodyPr>
            <a:normAutofit/>
          </a:bodyPr>
          <a:lstStyle/>
          <a:p>
            <a:r>
              <a:rPr lang="en-GB"/>
              <a:t>IxD</a:t>
            </a:r>
            <a:r>
              <a:rPr lang="en-GB" spc="-60"/>
              <a:t> </a:t>
            </a:r>
            <a:r>
              <a:rPr lang="en-GB" spc="-30"/>
              <a:t>Techniques – Cognitive Dimensions</a:t>
            </a:r>
            <a:endParaRPr lang="en-GB"/>
          </a:p>
        </p:txBody>
      </p:sp>
      <p:sp>
        <p:nvSpPr>
          <p:cNvPr id="26" name="Arc 25">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93647" y="2693652"/>
            <a:ext cx="4083433" cy="3062575"/>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Text Placeholder 2">
            <a:extLst>
              <a:ext uri="{FF2B5EF4-FFF2-40B4-BE49-F238E27FC236}">
                <a16:creationId xmlns:a16="http://schemas.microsoft.com/office/drawing/2014/main" id="{F54C1A2D-78F5-196D-5742-E801D8B9868B}"/>
              </a:ext>
            </a:extLst>
          </p:cNvPr>
          <p:cNvSpPr>
            <a:spLocks noGrp="1"/>
          </p:cNvSpPr>
          <p:nvPr>
            <p:ph type="body" idx="1"/>
          </p:nvPr>
        </p:nvSpPr>
        <p:spPr>
          <a:xfrm>
            <a:off x="838200" y="1825625"/>
            <a:ext cx="7677150" cy="4351338"/>
          </a:xfrm>
        </p:spPr>
        <p:txBody>
          <a:bodyPr>
            <a:normAutofit/>
          </a:bodyPr>
          <a:lstStyle/>
          <a:p>
            <a:pPr rtl="0">
              <a:spcAft>
                <a:spcPts val="600"/>
              </a:spcAft>
            </a:pPr>
            <a:r>
              <a:rPr lang="en-GB" sz="2000" dirty="0"/>
              <a:t>Using Cognitive Dimensions in interaction design helps create systems that align with users' thinking and learning styles, resulting in a more intuitive user experience and improved usability. Key principles include:</a:t>
            </a:r>
          </a:p>
          <a:p>
            <a:pPr marL="285750" indent="-285750" rtl="0">
              <a:spcAft>
                <a:spcPts val="600"/>
              </a:spcAft>
              <a:buFont typeface="Arial" panose="020B0604020202020204" pitchFamily="34" charset="0"/>
              <a:buChar char="•"/>
            </a:pPr>
            <a:r>
              <a:rPr lang="en-GB" sz="2000" dirty="0"/>
              <a:t>Visibility: The ease of finding features and options.</a:t>
            </a:r>
          </a:p>
          <a:p>
            <a:pPr marL="285750" indent="-285750" rtl="0">
              <a:spcAft>
                <a:spcPts val="600"/>
              </a:spcAft>
              <a:buFont typeface="Arial" panose="020B0604020202020204" pitchFamily="34" charset="0"/>
              <a:buChar char="•"/>
            </a:pPr>
            <a:r>
              <a:rPr lang="en-GB" sz="2000" dirty="0"/>
              <a:t>Consistency: Maintaining uniformity across elements.</a:t>
            </a:r>
          </a:p>
          <a:p>
            <a:pPr marL="285750" indent="-285750" rtl="0">
              <a:spcAft>
                <a:spcPts val="600"/>
              </a:spcAft>
              <a:buFont typeface="Arial" panose="020B0604020202020204" pitchFamily="34" charset="0"/>
              <a:buChar char="•"/>
            </a:pPr>
            <a:r>
              <a:rPr lang="en-GB" sz="2000" dirty="0"/>
              <a:t>Errors: The design's ability to help users recover from mistakes.</a:t>
            </a:r>
          </a:p>
          <a:p>
            <a:pPr marL="285750" indent="-285750" rtl="0">
              <a:spcAft>
                <a:spcPts val="600"/>
              </a:spcAft>
              <a:buFont typeface="Arial" panose="020B0604020202020204" pitchFamily="34" charset="0"/>
              <a:buChar char="•"/>
            </a:pPr>
            <a:r>
              <a:rPr lang="en-GB" sz="2000" dirty="0"/>
              <a:t>Affordance: Indicating how objects can be used.</a:t>
            </a:r>
          </a:p>
          <a:p>
            <a:pPr marL="285750" indent="-285750" rtl="0">
              <a:spcAft>
                <a:spcPts val="600"/>
              </a:spcAft>
              <a:buFont typeface="Arial" panose="020B0604020202020204" pitchFamily="34" charset="0"/>
              <a:buChar char="•"/>
            </a:pPr>
            <a:r>
              <a:rPr lang="en-GB" sz="2000" dirty="0"/>
              <a:t>Mapping: The relationship between controls and their outcomes.</a:t>
            </a:r>
          </a:p>
          <a:p>
            <a:pPr marL="285750" indent="-285750" rtl="0">
              <a:spcAft>
                <a:spcPts val="600"/>
              </a:spcAft>
              <a:buFont typeface="Arial" panose="020B0604020202020204" pitchFamily="34" charset="0"/>
              <a:buChar char="•"/>
            </a:pPr>
            <a:r>
              <a:rPr lang="en-GB" sz="2000" dirty="0" err="1"/>
              <a:t>Explorability</a:t>
            </a:r>
            <a:r>
              <a:rPr lang="en-GB" sz="2000" dirty="0"/>
              <a:t>: Allowing users to learn the system without confusion.</a:t>
            </a:r>
          </a:p>
          <a:p>
            <a:pPr marL="285750" indent="-285750" rtl="0">
              <a:spcAft>
                <a:spcPts val="600"/>
              </a:spcAft>
              <a:buFont typeface="Arial" panose="020B0604020202020204" pitchFamily="34" charset="0"/>
              <a:buChar char="•"/>
            </a:pPr>
            <a:r>
              <a:rPr lang="en-GB" sz="2000" dirty="0"/>
              <a:t>Feedback: Providing clear responses to user actions.</a:t>
            </a:r>
          </a:p>
        </p:txBody>
      </p:sp>
    </p:spTree>
    <p:extLst>
      <p:ext uri="{BB962C8B-B14F-4D97-AF65-F5344CB8AC3E}">
        <p14:creationId xmlns:p14="http://schemas.microsoft.com/office/powerpoint/2010/main" val="32962077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90800" y="590361"/>
            <a:ext cx="3962400" cy="479618"/>
          </a:xfrm>
          <a:prstGeom prst="rect">
            <a:avLst/>
          </a:prstGeom>
        </p:spPr>
        <p:txBody>
          <a:bodyPr vert="horz" wrap="square" lIns="0" tIns="17780" rIns="0" bIns="0" rtlCol="0">
            <a:spAutoFit/>
          </a:bodyPr>
          <a:lstStyle/>
          <a:p>
            <a:pPr marL="12700">
              <a:lnSpc>
                <a:spcPct val="100000"/>
              </a:lnSpc>
              <a:spcBef>
                <a:spcPts val="140"/>
              </a:spcBef>
            </a:pPr>
            <a:r>
              <a:rPr sz="3000" spc="40" dirty="0" err="1"/>
              <a:t>IxD</a:t>
            </a:r>
            <a:r>
              <a:rPr sz="3000" spc="-45" dirty="0"/>
              <a:t> </a:t>
            </a:r>
            <a:r>
              <a:rPr sz="3000" spc="30" dirty="0"/>
              <a:t>Process</a:t>
            </a:r>
            <a:r>
              <a:rPr lang="en-GB" sz="3000" spc="30" dirty="0"/>
              <a:t> Wireframes</a:t>
            </a:r>
            <a:endParaRPr sz="3000" dirty="0"/>
          </a:p>
        </p:txBody>
      </p:sp>
      <p:sp>
        <p:nvSpPr>
          <p:cNvPr id="3" name="object 3"/>
          <p:cNvSpPr txBox="1"/>
          <p:nvPr/>
        </p:nvSpPr>
        <p:spPr>
          <a:xfrm>
            <a:off x="561340" y="1776984"/>
            <a:ext cx="7570838" cy="3793345"/>
          </a:xfrm>
          <a:prstGeom prst="rect">
            <a:avLst/>
          </a:prstGeom>
        </p:spPr>
        <p:txBody>
          <a:bodyPr vert="horz" wrap="square" lIns="0" tIns="45719" rIns="0" bIns="0" rtlCol="0">
            <a:spAutoFit/>
          </a:bodyPr>
          <a:lstStyle/>
          <a:p>
            <a:pPr marL="12700" marR="5080">
              <a:lnSpc>
                <a:spcPts val="1800"/>
              </a:lnSpc>
              <a:spcBef>
                <a:spcPts val="359"/>
              </a:spcBef>
            </a:pPr>
            <a:r>
              <a:rPr sz="1700" spc="-5" dirty="0">
                <a:latin typeface="Calibri"/>
                <a:cs typeface="Calibri"/>
              </a:rPr>
              <a:t>Built</a:t>
            </a:r>
            <a:r>
              <a:rPr sz="1700" dirty="0">
                <a:latin typeface="Calibri"/>
                <a:cs typeface="Calibri"/>
              </a:rPr>
              <a:t> </a:t>
            </a:r>
            <a:r>
              <a:rPr sz="1700" spc="-5" dirty="0">
                <a:latin typeface="Calibri"/>
                <a:cs typeface="Calibri"/>
              </a:rPr>
              <a:t>upon </a:t>
            </a:r>
            <a:r>
              <a:rPr sz="1700" spc="-10" dirty="0">
                <a:latin typeface="Calibri"/>
                <a:cs typeface="Calibri"/>
              </a:rPr>
              <a:t>Site</a:t>
            </a:r>
            <a:r>
              <a:rPr sz="1700" spc="5" dirty="0">
                <a:latin typeface="Calibri"/>
                <a:cs typeface="Calibri"/>
              </a:rPr>
              <a:t> </a:t>
            </a:r>
            <a:r>
              <a:rPr sz="1700" spc="-5" dirty="0">
                <a:latin typeface="Calibri"/>
                <a:cs typeface="Calibri"/>
              </a:rPr>
              <a:t>Objectives,</a:t>
            </a:r>
            <a:r>
              <a:rPr sz="1700" dirty="0">
                <a:latin typeface="Calibri"/>
                <a:cs typeface="Calibri"/>
              </a:rPr>
              <a:t> </a:t>
            </a:r>
            <a:r>
              <a:rPr sz="1700" spc="-5" dirty="0">
                <a:latin typeface="Calibri"/>
                <a:cs typeface="Calibri"/>
              </a:rPr>
              <a:t>User Needs,</a:t>
            </a:r>
            <a:r>
              <a:rPr sz="1700" dirty="0">
                <a:latin typeface="Calibri"/>
                <a:cs typeface="Calibri"/>
              </a:rPr>
              <a:t> </a:t>
            </a:r>
            <a:r>
              <a:rPr sz="1700" spc="-5" dirty="0">
                <a:latin typeface="Calibri"/>
                <a:cs typeface="Calibri"/>
              </a:rPr>
              <a:t>Functional</a:t>
            </a:r>
            <a:r>
              <a:rPr sz="1700" dirty="0">
                <a:latin typeface="Calibri"/>
                <a:cs typeface="Calibri"/>
              </a:rPr>
              <a:t> </a:t>
            </a:r>
            <a:r>
              <a:rPr sz="1700" spc="-5" dirty="0">
                <a:latin typeface="Calibri"/>
                <a:cs typeface="Calibri"/>
              </a:rPr>
              <a:t>Specification and </a:t>
            </a:r>
            <a:r>
              <a:rPr sz="1700" spc="-10" dirty="0">
                <a:latin typeface="Calibri"/>
                <a:cs typeface="Calibri"/>
              </a:rPr>
              <a:t>Content </a:t>
            </a:r>
            <a:r>
              <a:rPr sz="1700" spc="-370" dirty="0">
                <a:latin typeface="Calibri"/>
                <a:cs typeface="Calibri"/>
              </a:rPr>
              <a:t> </a:t>
            </a:r>
            <a:r>
              <a:rPr sz="1700" spc="-10" dirty="0">
                <a:latin typeface="Calibri"/>
                <a:cs typeface="Calibri"/>
              </a:rPr>
              <a:t>Requirements.</a:t>
            </a:r>
            <a:endParaRPr sz="1700" dirty="0">
              <a:latin typeface="Calibri"/>
              <a:cs typeface="Calibri"/>
            </a:endParaRPr>
          </a:p>
          <a:p>
            <a:pPr>
              <a:lnSpc>
                <a:spcPct val="100000"/>
              </a:lnSpc>
              <a:spcBef>
                <a:spcPts val="5"/>
              </a:spcBef>
            </a:pPr>
            <a:endParaRPr sz="2650" dirty="0">
              <a:latin typeface="Calibri"/>
              <a:cs typeface="Calibri"/>
            </a:endParaRPr>
          </a:p>
          <a:p>
            <a:pPr marL="12700">
              <a:lnSpc>
                <a:spcPct val="100000"/>
              </a:lnSpc>
              <a:spcBef>
                <a:spcPts val="5"/>
              </a:spcBef>
            </a:pPr>
            <a:r>
              <a:rPr sz="1700" spc="-5" dirty="0">
                <a:latin typeface="Calibri"/>
                <a:cs typeface="Calibri"/>
              </a:rPr>
              <a:t>Combine</a:t>
            </a:r>
            <a:r>
              <a:rPr sz="1700" spc="10" dirty="0">
                <a:latin typeface="Calibri"/>
                <a:cs typeface="Calibri"/>
              </a:rPr>
              <a:t> </a:t>
            </a:r>
            <a:r>
              <a:rPr sz="1700" spc="-5" dirty="0">
                <a:latin typeface="Calibri"/>
                <a:cs typeface="Calibri"/>
              </a:rPr>
              <a:t>these</a:t>
            </a:r>
            <a:r>
              <a:rPr sz="1700" spc="15" dirty="0">
                <a:latin typeface="Calibri"/>
                <a:cs typeface="Calibri"/>
              </a:rPr>
              <a:t> </a:t>
            </a:r>
            <a:r>
              <a:rPr sz="1700" spc="-15" dirty="0">
                <a:latin typeface="Calibri"/>
                <a:cs typeface="Calibri"/>
              </a:rPr>
              <a:t>into</a:t>
            </a:r>
            <a:r>
              <a:rPr sz="1700" spc="10" dirty="0">
                <a:latin typeface="Calibri"/>
                <a:cs typeface="Calibri"/>
              </a:rPr>
              <a:t> </a:t>
            </a:r>
            <a:r>
              <a:rPr sz="1700" spc="-10" dirty="0">
                <a:latin typeface="Calibri"/>
                <a:cs typeface="Calibri"/>
              </a:rPr>
              <a:t>Prototype</a:t>
            </a:r>
            <a:r>
              <a:rPr sz="1700" spc="15" dirty="0">
                <a:latin typeface="Calibri"/>
                <a:cs typeface="Calibri"/>
              </a:rPr>
              <a:t> </a:t>
            </a:r>
            <a:r>
              <a:rPr sz="1700" spc="-5" dirty="0">
                <a:latin typeface="Calibri"/>
                <a:cs typeface="Calibri"/>
              </a:rPr>
              <a:t>Designs</a:t>
            </a:r>
            <a:r>
              <a:rPr sz="1700" spc="5" dirty="0">
                <a:latin typeface="Calibri"/>
                <a:cs typeface="Calibri"/>
              </a:rPr>
              <a:t> </a:t>
            </a:r>
            <a:r>
              <a:rPr sz="1700" dirty="0">
                <a:latin typeface="Calibri"/>
                <a:cs typeface="Calibri"/>
              </a:rPr>
              <a:t>of</a:t>
            </a:r>
            <a:r>
              <a:rPr sz="1700" spc="15" dirty="0">
                <a:latin typeface="Calibri"/>
                <a:cs typeface="Calibri"/>
              </a:rPr>
              <a:t> </a:t>
            </a:r>
            <a:r>
              <a:rPr sz="1700" spc="-5" dirty="0">
                <a:latin typeface="Calibri"/>
                <a:cs typeface="Calibri"/>
              </a:rPr>
              <a:t>the</a:t>
            </a:r>
            <a:r>
              <a:rPr sz="1700" spc="10" dirty="0">
                <a:latin typeface="Calibri"/>
                <a:cs typeface="Calibri"/>
              </a:rPr>
              <a:t> </a:t>
            </a:r>
            <a:r>
              <a:rPr sz="1700" spc="-10" dirty="0">
                <a:latin typeface="Calibri"/>
                <a:cs typeface="Calibri"/>
              </a:rPr>
              <a:t>Interaction</a:t>
            </a:r>
            <a:r>
              <a:rPr sz="1700" spc="5" dirty="0">
                <a:latin typeface="Calibri"/>
                <a:cs typeface="Calibri"/>
              </a:rPr>
              <a:t> </a:t>
            </a:r>
            <a:r>
              <a:rPr sz="1700" spc="-10" dirty="0">
                <a:latin typeface="Calibri"/>
                <a:cs typeface="Calibri"/>
              </a:rPr>
              <a:t>using</a:t>
            </a:r>
            <a:r>
              <a:rPr sz="1700" spc="10" dirty="0">
                <a:latin typeface="Calibri"/>
                <a:cs typeface="Calibri"/>
              </a:rPr>
              <a:t> </a:t>
            </a:r>
            <a:r>
              <a:rPr sz="1700" b="1" spc="-15" dirty="0">
                <a:latin typeface="Calibri"/>
                <a:cs typeface="Calibri"/>
              </a:rPr>
              <a:t>Wireframes</a:t>
            </a:r>
            <a:r>
              <a:rPr sz="1700" spc="-15" dirty="0">
                <a:latin typeface="Calibri"/>
                <a:cs typeface="Calibri"/>
              </a:rPr>
              <a:t>.</a:t>
            </a:r>
            <a:endParaRPr lang="en-GB" sz="1700" spc="-15" dirty="0">
              <a:latin typeface="Calibri"/>
              <a:cs typeface="Calibri"/>
            </a:endParaRPr>
          </a:p>
          <a:p>
            <a:pPr marL="12700">
              <a:lnSpc>
                <a:spcPct val="100000"/>
              </a:lnSpc>
              <a:spcBef>
                <a:spcPts val="5"/>
              </a:spcBef>
            </a:pPr>
            <a:endParaRPr lang="en-GB" sz="1700" spc="-15" dirty="0">
              <a:latin typeface="Calibri"/>
              <a:cs typeface="Calibri"/>
            </a:endParaRPr>
          </a:p>
          <a:p>
            <a:pPr marL="12700">
              <a:lnSpc>
                <a:spcPct val="100000"/>
              </a:lnSpc>
              <a:spcBef>
                <a:spcPts val="5"/>
              </a:spcBef>
            </a:pPr>
            <a:r>
              <a:rPr lang="en-GB" sz="1700" dirty="0">
                <a:latin typeface="Calibri"/>
                <a:cs typeface="Calibri"/>
              </a:rPr>
              <a:t>A website wireframe is used to map out the main features and navigation of a new website design. It gives an idea of the site's functionality before considering visual design elements, like content and colour schemes.</a:t>
            </a:r>
          </a:p>
          <a:p>
            <a:pPr marL="12700">
              <a:lnSpc>
                <a:spcPct val="100000"/>
              </a:lnSpc>
              <a:spcBef>
                <a:spcPts val="5"/>
              </a:spcBef>
            </a:pPr>
            <a:endParaRPr lang="en-GB" sz="1700" dirty="0">
              <a:latin typeface="Calibri"/>
              <a:cs typeface="Calibri"/>
            </a:endParaRPr>
          </a:p>
          <a:p>
            <a:pPr marL="12700">
              <a:lnSpc>
                <a:spcPct val="100000"/>
              </a:lnSpc>
              <a:spcBef>
                <a:spcPts val="5"/>
              </a:spcBef>
            </a:pPr>
            <a:r>
              <a:rPr lang="en-GB" sz="1700" dirty="0">
                <a:latin typeface="Calibri"/>
                <a:cs typeface="Calibri"/>
              </a:rPr>
              <a:t>Layouts and features such as menus and buttons are mapped out to assess the overall experience of the end user.</a:t>
            </a:r>
          </a:p>
          <a:p>
            <a:pPr marL="12700">
              <a:lnSpc>
                <a:spcPct val="100000"/>
              </a:lnSpc>
              <a:spcBef>
                <a:spcPts val="5"/>
              </a:spcBef>
            </a:pPr>
            <a:endParaRPr lang="en-GB" sz="1700" dirty="0">
              <a:latin typeface="Calibri"/>
              <a:cs typeface="Calibri"/>
            </a:endParaRPr>
          </a:p>
          <a:p>
            <a:pPr marL="12700">
              <a:lnSpc>
                <a:spcPct val="100000"/>
              </a:lnSpc>
              <a:spcBef>
                <a:spcPts val="5"/>
              </a:spcBef>
            </a:pPr>
            <a:r>
              <a:rPr lang="en-GB" sz="1700" dirty="0">
                <a:latin typeface="Calibri"/>
                <a:cs typeface="Calibri"/>
              </a:rPr>
              <a:t>A website wireframe also provides a practical map of the project for team members to see where everything will go as they complete related tasks.</a:t>
            </a:r>
            <a:endParaRPr sz="1700" dirty="0">
              <a:latin typeface="Calibri"/>
              <a:cs typeface="Calibri"/>
            </a:endParaRPr>
          </a:p>
        </p:txBody>
      </p:sp>
      <p:sp>
        <p:nvSpPr>
          <p:cNvPr id="4" name="object 4">
            <a:extLst>
              <a:ext uri="{C183D7F6-B498-43B3-948B-1728B52AA6E4}">
                <adec:decorative xmlns:adec="http://schemas.microsoft.com/office/drawing/2017/decorative" val="1"/>
              </a:ext>
            </a:extLst>
          </p:cNvPr>
          <p:cNvSpPr/>
          <p:nvPr/>
        </p:nvSpPr>
        <p:spPr>
          <a:xfrm>
            <a:off x="8132178" y="713130"/>
            <a:ext cx="1012190" cy="2533015"/>
          </a:xfrm>
          <a:custGeom>
            <a:avLst/>
            <a:gdLst/>
            <a:ahLst/>
            <a:cxnLst/>
            <a:rect l="l" t="t" r="r" b="b"/>
            <a:pathLst>
              <a:path w="1012190" h="2533015">
                <a:moveTo>
                  <a:pt x="1011821" y="0"/>
                </a:moveTo>
                <a:lnTo>
                  <a:pt x="57035" y="1266418"/>
                </a:lnTo>
                <a:lnTo>
                  <a:pt x="207086" y="1465453"/>
                </a:lnTo>
                <a:lnTo>
                  <a:pt x="0" y="1672539"/>
                </a:lnTo>
                <a:lnTo>
                  <a:pt x="456349" y="2128888"/>
                </a:lnTo>
                <a:lnTo>
                  <a:pt x="599401" y="1985822"/>
                </a:lnTo>
                <a:lnTo>
                  <a:pt x="1011821" y="2532837"/>
                </a:lnTo>
                <a:lnTo>
                  <a:pt x="1011821" y="0"/>
                </a:lnTo>
                <a:close/>
              </a:path>
            </a:pathLst>
          </a:custGeom>
          <a:solidFill>
            <a:srgbClr val="FFC000">
              <a:alpha val="30198"/>
            </a:srgbClr>
          </a:solidFill>
        </p:spPr>
        <p:txBody>
          <a:bodyPr wrap="square" lIns="0" tIns="0" rIns="0" bIns="0" rtlCol="0"/>
          <a:lstStyle/>
          <a:p>
            <a:endParaRPr/>
          </a:p>
        </p:txBody>
      </p:sp>
      <p:sp>
        <p:nvSpPr>
          <p:cNvPr id="5" name="object 5">
            <a:extLst>
              <a:ext uri="{C183D7F6-B498-43B3-948B-1728B52AA6E4}">
                <adec:decorative xmlns:adec="http://schemas.microsoft.com/office/drawing/2017/decorative" val="1"/>
              </a:ext>
            </a:extLst>
          </p:cNvPr>
          <p:cNvSpPr/>
          <p:nvPr/>
        </p:nvSpPr>
        <p:spPr>
          <a:xfrm>
            <a:off x="0" y="4601502"/>
            <a:ext cx="803910" cy="2018030"/>
          </a:xfrm>
          <a:custGeom>
            <a:avLst/>
            <a:gdLst/>
            <a:ahLst/>
            <a:cxnLst/>
            <a:rect l="l" t="t" r="r" b="b"/>
            <a:pathLst>
              <a:path w="803910" h="2018029">
                <a:moveTo>
                  <a:pt x="803452" y="1412925"/>
                </a:moveTo>
                <a:lnTo>
                  <a:pt x="605269" y="1214742"/>
                </a:lnTo>
                <a:lnTo>
                  <a:pt x="760539" y="1008786"/>
                </a:lnTo>
                <a:lnTo>
                  <a:pt x="0" y="0"/>
                </a:lnTo>
                <a:lnTo>
                  <a:pt x="0" y="2017585"/>
                </a:lnTo>
                <a:lnTo>
                  <a:pt x="383882" y="1508391"/>
                </a:lnTo>
                <a:lnTo>
                  <a:pt x="545947" y="1670431"/>
                </a:lnTo>
                <a:lnTo>
                  <a:pt x="803452" y="1412925"/>
                </a:lnTo>
                <a:close/>
              </a:path>
            </a:pathLst>
          </a:custGeom>
          <a:solidFill>
            <a:srgbClr val="4472C4">
              <a:alpha val="30198"/>
            </a:srgbClr>
          </a:solidFill>
        </p:spPr>
        <p:txBody>
          <a:bodyPr wrap="square" lIns="0" tIns="0" rIns="0" bIns="0" rtlCol="0"/>
          <a:lstStyle/>
          <a:p>
            <a:endParaRPr/>
          </a:p>
        </p:txBody>
      </p:sp>
      <p:sp>
        <p:nvSpPr>
          <p:cNvPr id="6" name="object 6"/>
          <p:cNvSpPr txBox="1"/>
          <p:nvPr/>
        </p:nvSpPr>
        <p:spPr>
          <a:xfrm>
            <a:off x="8441688" y="6449957"/>
            <a:ext cx="139700" cy="165100"/>
          </a:xfrm>
          <a:prstGeom prst="rect">
            <a:avLst/>
          </a:prstGeom>
        </p:spPr>
        <p:txBody>
          <a:bodyPr vert="horz" wrap="square" lIns="0" tIns="6985" rIns="0" bIns="0" rtlCol="0">
            <a:spAutoFit/>
          </a:bodyPr>
          <a:lstStyle/>
          <a:p>
            <a:pPr marL="12700">
              <a:lnSpc>
                <a:spcPct val="100000"/>
              </a:lnSpc>
              <a:spcBef>
                <a:spcPts val="55"/>
              </a:spcBef>
            </a:pPr>
            <a:r>
              <a:rPr sz="900" spc="-10" dirty="0">
                <a:solidFill>
                  <a:srgbClr val="898989"/>
                </a:solidFill>
                <a:latin typeface="Calibri"/>
                <a:cs typeface="Calibri"/>
              </a:rPr>
              <a:t>10</a:t>
            </a:r>
            <a:endParaRPr sz="900">
              <a:latin typeface="Calibri"/>
              <a:cs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a:extLst>
              <a:ext uri="{C183D7F6-B498-43B3-948B-1728B52AA6E4}">
                <adec:decorative xmlns:adec="http://schemas.microsoft.com/office/drawing/2017/decorative" val="1"/>
              </a:ext>
            </a:extLst>
          </p:cNvPr>
          <p:cNvSpPr/>
          <p:nvPr/>
        </p:nvSpPr>
        <p:spPr>
          <a:xfrm>
            <a:off x="-25400" y="0"/>
            <a:ext cx="9144000" cy="6858000"/>
          </a:xfrm>
          <a:custGeom>
            <a:avLst/>
            <a:gdLst/>
            <a:ahLst/>
            <a:cxnLst/>
            <a:rect l="l" t="t" r="r" b="b"/>
            <a:pathLst>
              <a:path w="9144000" h="6858000">
                <a:moveTo>
                  <a:pt x="9144000" y="0"/>
                </a:moveTo>
                <a:lnTo>
                  <a:pt x="0" y="0"/>
                </a:lnTo>
                <a:lnTo>
                  <a:pt x="0" y="6857999"/>
                </a:lnTo>
                <a:lnTo>
                  <a:pt x="9144000" y="6857999"/>
                </a:lnTo>
                <a:lnTo>
                  <a:pt x="9144000" y="0"/>
                </a:lnTo>
                <a:close/>
              </a:path>
            </a:pathLst>
          </a:custGeom>
          <a:solidFill>
            <a:srgbClr val="D9D9D9"/>
          </a:solidFill>
        </p:spPr>
        <p:txBody>
          <a:bodyPr wrap="square" lIns="0" tIns="0" rIns="0" bIns="0" rtlCol="0"/>
          <a:lstStyle/>
          <a:p>
            <a:endParaRPr/>
          </a:p>
        </p:txBody>
      </p:sp>
      <p:sp>
        <p:nvSpPr>
          <p:cNvPr id="3" name="object 3" descr="Wireframe example"/>
          <p:cNvSpPr txBox="1">
            <a:spLocks noGrp="1"/>
          </p:cNvSpPr>
          <p:nvPr>
            <p:ph type="title"/>
          </p:nvPr>
        </p:nvSpPr>
        <p:spPr>
          <a:xfrm>
            <a:off x="3343031" y="458724"/>
            <a:ext cx="2458085" cy="695960"/>
          </a:xfrm>
          <a:prstGeom prst="rect">
            <a:avLst/>
          </a:prstGeom>
        </p:spPr>
        <p:txBody>
          <a:bodyPr vert="horz" wrap="square" lIns="0" tIns="12700" rIns="0" bIns="0" rtlCol="0">
            <a:spAutoFit/>
          </a:bodyPr>
          <a:lstStyle/>
          <a:p>
            <a:pPr marL="12700">
              <a:lnSpc>
                <a:spcPct val="100000"/>
              </a:lnSpc>
              <a:spcBef>
                <a:spcPts val="100"/>
              </a:spcBef>
            </a:pPr>
            <a:r>
              <a:rPr sz="4400" spc="-25" dirty="0">
                <a:solidFill>
                  <a:srgbClr val="2F2B20"/>
                </a:solidFill>
                <a:latin typeface="Calibri"/>
                <a:cs typeface="Calibri"/>
              </a:rPr>
              <a:t>Wireframe</a:t>
            </a:r>
            <a:endParaRPr sz="4400" dirty="0">
              <a:latin typeface="Calibri"/>
              <a:cs typeface="Calibri"/>
            </a:endParaRPr>
          </a:p>
        </p:txBody>
      </p:sp>
      <p:pic>
        <p:nvPicPr>
          <p:cNvPr id="4" name="object 4" descr="Wireframe example"/>
          <p:cNvPicPr/>
          <p:nvPr/>
        </p:nvPicPr>
        <p:blipFill>
          <a:blip r:embed="rId2" cstate="print"/>
          <a:stretch>
            <a:fillRect/>
          </a:stretch>
        </p:blipFill>
        <p:spPr>
          <a:xfrm>
            <a:off x="1403639" y="1138664"/>
            <a:ext cx="5904664" cy="5386679"/>
          </a:xfrm>
          <a:prstGeom prst="rect">
            <a:avLst/>
          </a:prstGeom>
        </p:spPr>
      </p:pic>
      <p:sp>
        <p:nvSpPr>
          <p:cNvPr id="5" name="object 5"/>
          <p:cNvSpPr txBox="1"/>
          <p:nvPr/>
        </p:nvSpPr>
        <p:spPr>
          <a:xfrm>
            <a:off x="1295400" y="6525343"/>
            <a:ext cx="6328410"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2F2B20"/>
                </a:solidFill>
                <a:latin typeface="Calibri"/>
                <a:cs typeface="Calibri"/>
              </a:rPr>
              <a:t>Source:</a:t>
            </a:r>
            <a:r>
              <a:rPr sz="1800" spc="70" dirty="0">
                <a:solidFill>
                  <a:srgbClr val="2F2B20"/>
                </a:solidFill>
                <a:latin typeface="Calibri"/>
                <a:cs typeface="Calibri"/>
              </a:rPr>
              <a:t> </a:t>
            </a:r>
            <a:r>
              <a:rPr sz="1800" u="sng" spc="-10" dirty="0">
                <a:solidFill>
                  <a:srgbClr val="0563C1"/>
                </a:solidFill>
                <a:uFill>
                  <a:solidFill>
                    <a:srgbClr val="0563C1"/>
                  </a:solidFill>
                </a:uFill>
                <a:latin typeface="Calibri"/>
                <a:cs typeface="Calibri"/>
              </a:rPr>
              <a:t>https://uk.pinterest.com/yuichiandou9/website-wireframe/</a:t>
            </a:r>
            <a:endParaRPr sz="1800" dirty="0">
              <a:latin typeface="Calibri"/>
              <a:cs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82C1B6DC-CEA7-15D1-4955-8D7057057F45}"/>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5839E092-0E1B-BBCE-3B33-6D653E4CE469}"/>
              </a:ext>
              <a:ext uri="{C183D7F6-B498-43B3-948B-1728B52AA6E4}">
                <adec:decorative xmlns:adec="http://schemas.microsoft.com/office/drawing/2017/decorative" val="1"/>
              </a:ext>
            </a:extLst>
          </p:cNvPr>
          <p:cNvSpPr/>
          <p:nvPr/>
        </p:nvSpPr>
        <p:spPr>
          <a:xfrm>
            <a:off x="0" y="-12700"/>
            <a:ext cx="9144000" cy="6858000"/>
          </a:xfrm>
          <a:custGeom>
            <a:avLst/>
            <a:gdLst/>
            <a:ahLst/>
            <a:cxnLst/>
            <a:rect l="l" t="t" r="r" b="b"/>
            <a:pathLst>
              <a:path w="9144000" h="6858000">
                <a:moveTo>
                  <a:pt x="9144000" y="0"/>
                </a:moveTo>
                <a:lnTo>
                  <a:pt x="0" y="0"/>
                </a:lnTo>
                <a:lnTo>
                  <a:pt x="0" y="6857999"/>
                </a:lnTo>
                <a:lnTo>
                  <a:pt x="9144000" y="6857999"/>
                </a:lnTo>
                <a:lnTo>
                  <a:pt x="9144000" y="0"/>
                </a:lnTo>
                <a:close/>
              </a:path>
            </a:pathLst>
          </a:custGeom>
          <a:solidFill>
            <a:srgbClr val="D9D9D9"/>
          </a:solidFill>
        </p:spPr>
        <p:txBody>
          <a:bodyPr wrap="square" lIns="0" tIns="0" rIns="0" bIns="0" rtlCol="0"/>
          <a:lstStyle/>
          <a:p>
            <a:endParaRPr/>
          </a:p>
        </p:txBody>
      </p:sp>
      <p:sp>
        <p:nvSpPr>
          <p:cNvPr id="3" name="object 3">
            <a:extLst>
              <a:ext uri="{FF2B5EF4-FFF2-40B4-BE49-F238E27FC236}">
                <a16:creationId xmlns:a16="http://schemas.microsoft.com/office/drawing/2014/main" id="{ACD5DD06-72B2-7AB6-B86A-8B78DF3B00E9}"/>
              </a:ext>
            </a:extLst>
          </p:cNvPr>
          <p:cNvSpPr txBox="1">
            <a:spLocks noGrp="1"/>
          </p:cNvSpPr>
          <p:nvPr>
            <p:ph type="title"/>
          </p:nvPr>
        </p:nvSpPr>
        <p:spPr>
          <a:xfrm>
            <a:off x="3343031" y="458724"/>
            <a:ext cx="2458085" cy="695960"/>
          </a:xfrm>
          <a:prstGeom prst="rect">
            <a:avLst/>
          </a:prstGeom>
        </p:spPr>
        <p:txBody>
          <a:bodyPr vert="horz" wrap="square" lIns="0" tIns="12700" rIns="0" bIns="0" rtlCol="0">
            <a:spAutoFit/>
          </a:bodyPr>
          <a:lstStyle/>
          <a:p>
            <a:pPr marL="12700">
              <a:lnSpc>
                <a:spcPct val="100000"/>
              </a:lnSpc>
              <a:spcBef>
                <a:spcPts val="100"/>
              </a:spcBef>
            </a:pPr>
            <a:r>
              <a:rPr sz="4400" spc="-25" dirty="0">
                <a:solidFill>
                  <a:srgbClr val="2F2B20"/>
                </a:solidFill>
                <a:latin typeface="Calibri"/>
                <a:cs typeface="Calibri"/>
              </a:rPr>
              <a:t>Wireframe</a:t>
            </a:r>
            <a:endParaRPr sz="4400">
              <a:latin typeface="Calibri"/>
              <a:cs typeface="Calibri"/>
            </a:endParaRPr>
          </a:p>
        </p:txBody>
      </p:sp>
      <p:sp>
        <p:nvSpPr>
          <p:cNvPr id="5" name="object 5">
            <a:extLst>
              <a:ext uri="{FF2B5EF4-FFF2-40B4-BE49-F238E27FC236}">
                <a16:creationId xmlns:a16="http://schemas.microsoft.com/office/drawing/2014/main" id="{4AB3928D-75F0-10BC-F796-92BF13C8BA3D}"/>
              </a:ext>
            </a:extLst>
          </p:cNvPr>
          <p:cNvSpPr txBox="1"/>
          <p:nvPr/>
        </p:nvSpPr>
        <p:spPr>
          <a:xfrm>
            <a:off x="1898231" y="6384184"/>
            <a:ext cx="6328410"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2F2B20"/>
                </a:solidFill>
                <a:latin typeface="Calibri"/>
                <a:cs typeface="Calibri"/>
              </a:rPr>
              <a:t>Source:</a:t>
            </a:r>
            <a:r>
              <a:rPr sz="1800" spc="70" dirty="0">
                <a:solidFill>
                  <a:srgbClr val="2F2B20"/>
                </a:solidFill>
                <a:latin typeface="Calibri"/>
                <a:cs typeface="Calibri"/>
              </a:rPr>
              <a:t> </a:t>
            </a:r>
            <a:r>
              <a:rPr lang="en-GB" sz="1800" u="sng" spc="-10" dirty="0">
                <a:solidFill>
                  <a:srgbClr val="0563C1"/>
                </a:solidFill>
                <a:uFill>
                  <a:solidFill>
                    <a:srgbClr val="0563C1"/>
                  </a:solidFill>
                </a:uFill>
                <a:latin typeface="Calibri"/>
                <a:cs typeface="Calibri"/>
                <a:hlinkClick r:id="rId2"/>
              </a:rPr>
              <a:t>https://miro.com/templates/low-fidelity-wireframes/</a:t>
            </a:r>
            <a:r>
              <a:rPr lang="en-GB" sz="1800" u="sng" spc="-10" dirty="0">
                <a:solidFill>
                  <a:srgbClr val="0563C1"/>
                </a:solidFill>
                <a:uFill>
                  <a:solidFill>
                    <a:srgbClr val="0563C1"/>
                  </a:solidFill>
                </a:uFill>
                <a:latin typeface="Calibri"/>
                <a:cs typeface="Calibri"/>
              </a:rPr>
              <a:t> </a:t>
            </a:r>
            <a:endParaRPr sz="1800" dirty="0">
              <a:latin typeface="Calibri"/>
              <a:cs typeface="Calibri"/>
            </a:endParaRPr>
          </a:p>
        </p:txBody>
      </p:sp>
      <p:pic>
        <p:nvPicPr>
          <p:cNvPr id="6" name="Picture 5" descr="Wireframe example">
            <a:extLst>
              <a:ext uri="{FF2B5EF4-FFF2-40B4-BE49-F238E27FC236}">
                <a16:creationId xmlns:a16="http://schemas.microsoft.com/office/drawing/2014/main" id="{1E142933-DE0C-4572-36A5-B2A7FE8FC2A8}"/>
              </a:ext>
            </a:extLst>
          </p:cNvPr>
          <p:cNvPicPr>
            <a:picLocks noChangeAspect="1"/>
          </p:cNvPicPr>
          <p:nvPr/>
        </p:nvPicPr>
        <p:blipFill>
          <a:blip r:embed="rId3"/>
          <a:stretch>
            <a:fillRect/>
          </a:stretch>
        </p:blipFill>
        <p:spPr>
          <a:xfrm>
            <a:off x="762000" y="1295400"/>
            <a:ext cx="7467600" cy="4978400"/>
          </a:xfrm>
          <a:prstGeom prst="rect">
            <a:avLst/>
          </a:prstGeom>
        </p:spPr>
      </p:pic>
    </p:spTree>
    <p:extLst>
      <p:ext uri="{BB962C8B-B14F-4D97-AF65-F5344CB8AC3E}">
        <p14:creationId xmlns:p14="http://schemas.microsoft.com/office/powerpoint/2010/main" val="13984424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78498" y="590361"/>
            <a:ext cx="3187700" cy="488950"/>
          </a:xfrm>
          <a:prstGeom prst="rect">
            <a:avLst/>
          </a:prstGeom>
        </p:spPr>
        <p:txBody>
          <a:bodyPr vert="horz" wrap="square" lIns="0" tIns="17780" rIns="0" bIns="0" rtlCol="0">
            <a:spAutoFit/>
          </a:bodyPr>
          <a:lstStyle/>
          <a:p>
            <a:pPr marL="12700">
              <a:lnSpc>
                <a:spcPct val="100000"/>
              </a:lnSpc>
              <a:spcBef>
                <a:spcPts val="140"/>
              </a:spcBef>
            </a:pPr>
            <a:r>
              <a:rPr sz="3000" spc="45" dirty="0"/>
              <a:t>Outputs</a:t>
            </a:r>
            <a:r>
              <a:rPr sz="3000" spc="-20" dirty="0"/>
              <a:t> </a:t>
            </a:r>
            <a:r>
              <a:rPr sz="3000" spc="50" dirty="0"/>
              <a:t>and</a:t>
            </a:r>
            <a:r>
              <a:rPr sz="3000" spc="-15" dirty="0"/>
              <a:t> </a:t>
            </a:r>
            <a:r>
              <a:rPr sz="3000" spc="-5" dirty="0"/>
              <a:t>Testing</a:t>
            </a:r>
            <a:endParaRPr sz="3000"/>
          </a:p>
        </p:txBody>
      </p:sp>
      <p:sp>
        <p:nvSpPr>
          <p:cNvPr id="3" name="object 3"/>
          <p:cNvSpPr txBox="1"/>
          <p:nvPr/>
        </p:nvSpPr>
        <p:spPr>
          <a:xfrm>
            <a:off x="561340" y="1776984"/>
            <a:ext cx="7849870" cy="2679065"/>
          </a:xfrm>
          <a:prstGeom prst="rect">
            <a:avLst/>
          </a:prstGeom>
        </p:spPr>
        <p:txBody>
          <a:bodyPr vert="horz" wrap="square" lIns="0" tIns="45719" rIns="0" bIns="0" rtlCol="0">
            <a:spAutoFit/>
          </a:bodyPr>
          <a:lstStyle/>
          <a:p>
            <a:pPr marL="12700" marR="5080">
              <a:lnSpc>
                <a:spcPts val="1800"/>
              </a:lnSpc>
              <a:spcBef>
                <a:spcPts val="359"/>
              </a:spcBef>
            </a:pPr>
            <a:r>
              <a:rPr sz="1700" spc="-20" dirty="0">
                <a:latin typeface="Calibri"/>
                <a:cs typeface="Calibri"/>
              </a:rPr>
              <a:t>At</a:t>
            </a:r>
            <a:r>
              <a:rPr sz="1700" spc="5" dirty="0">
                <a:latin typeface="Calibri"/>
                <a:cs typeface="Calibri"/>
              </a:rPr>
              <a:t> </a:t>
            </a:r>
            <a:r>
              <a:rPr sz="1700" spc="-5" dirty="0">
                <a:latin typeface="Calibri"/>
                <a:cs typeface="Calibri"/>
              </a:rPr>
              <a:t>this</a:t>
            </a:r>
            <a:r>
              <a:rPr sz="1700" spc="5" dirty="0">
                <a:latin typeface="Calibri"/>
                <a:cs typeface="Calibri"/>
              </a:rPr>
              <a:t> </a:t>
            </a:r>
            <a:r>
              <a:rPr sz="1700" spc="-15" dirty="0">
                <a:latin typeface="Calibri"/>
                <a:cs typeface="Calibri"/>
              </a:rPr>
              <a:t>stage</a:t>
            </a:r>
            <a:r>
              <a:rPr sz="1700" spc="10" dirty="0">
                <a:latin typeface="Calibri"/>
                <a:cs typeface="Calibri"/>
              </a:rPr>
              <a:t> </a:t>
            </a:r>
            <a:r>
              <a:rPr sz="1700" dirty="0">
                <a:latin typeface="Calibri"/>
                <a:cs typeface="Calibri"/>
              </a:rPr>
              <a:t>of</a:t>
            </a:r>
            <a:r>
              <a:rPr sz="1700" spc="10" dirty="0">
                <a:latin typeface="Calibri"/>
                <a:cs typeface="Calibri"/>
              </a:rPr>
              <a:t> </a:t>
            </a:r>
            <a:r>
              <a:rPr sz="1700" spc="-5" dirty="0">
                <a:latin typeface="Calibri"/>
                <a:cs typeface="Calibri"/>
              </a:rPr>
              <a:t>the</a:t>
            </a:r>
            <a:r>
              <a:rPr sz="1700" spc="10" dirty="0">
                <a:latin typeface="Calibri"/>
                <a:cs typeface="Calibri"/>
              </a:rPr>
              <a:t> </a:t>
            </a:r>
            <a:r>
              <a:rPr sz="1700" spc="-5" dirty="0">
                <a:latin typeface="Calibri"/>
                <a:cs typeface="Calibri"/>
              </a:rPr>
              <a:t>design</a:t>
            </a:r>
            <a:r>
              <a:rPr sz="1700" dirty="0">
                <a:latin typeface="Calibri"/>
                <a:cs typeface="Calibri"/>
              </a:rPr>
              <a:t> </a:t>
            </a:r>
            <a:r>
              <a:rPr sz="1700" spc="-10" dirty="0">
                <a:latin typeface="Calibri"/>
                <a:cs typeface="Calibri"/>
              </a:rPr>
              <a:t>process</a:t>
            </a:r>
            <a:r>
              <a:rPr sz="1700" dirty="0">
                <a:latin typeface="Calibri"/>
                <a:cs typeface="Calibri"/>
              </a:rPr>
              <a:t> </a:t>
            </a:r>
            <a:r>
              <a:rPr sz="1700" spc="-5" dirty="0">
                <a:latin typeface="Calibri"/>
                <a:cs typeface="Calibri"/>
              </a:rPr>
              <a:t>the</a:t>
            </a:r>
            <a:r>
              <a:rPr sz="1700" spc="10" dirty="0">
                <a:latin typeface="Calibri"/>
                <a:cs typeface="Calibri"/>
              </a:rPr>
              <a:t> </a:t>
            </a:r>
            <a:r>
              <a:rPr sz="1700" spc="-5" dirty="0">
                <a:latin typeface="Calibri"/>
                <a:cs typeface="Calibri"/>
              </a:rPr>
              <a:t>main</a:t>
            </a:r>
            <a:r>
              <a:rPr sz="1700" dirty="0">
                <a:latin typeface="Calibri"/>
                <a:cs typeface="Calibri"/>
              </a:rPr>
              <a:t> </a:t>
            </a:r>
            <a:r>
              <a:rPr sz="1700" spc="-10" dirty="0">
                <a:latin typeface="Calibri"/>
                <a:cs typeface="Calibri"/>
              </a:rPr>
              <a:t>tests</a:t>
            </a:r>
            <a:r>
              <a:rPr sz="1700" spc="5" dirty="0">
                <a:latin typeface="Calibri"/>
                <a:cs typeface="Calibri"/>
              </a:rPr>
              <a:t> </a:t>
            </a:r>
            <a:r>
              <a:rPr sz="1700" spc="-15" dirty="0">
                <a:latin typeface="Calibri"/>
                <a:cs typeface="Calibri"/>
              </a:rPr>
              <a:t>are</a:t>
            </a:r>
            <a:r>
              <a:rPr sz="1700" spc="10" dirty="0">
                <a:latin typeface="Calibri"/>
                <a:cs typeface="Calibri"/>
              </a:rPr>
              <a:t> </a:t>
            </a:r>
            <a:r>
              <a:rPr sz="1700" spc="-5" dirty="0">
                <a:latin typeface="Calibri"/>
                <a:cs typeface="Calibri"/>
              </a:rPr>
              <a:t>usability</a:t>
            </a:r>
            <a:r>
              <a:rPr sz="1700" spc="10" dirty="0">
                <a:latin typeface="Calibri"/>
                <a:cs typeface="Calibri"/>
              </a:rPr>
              <a:t> </a:t>
            </a:r>
            <a:r>
              <a:rPr sz="1700" spc="-10" dirty="0">
                <a:latin typeface="Calibri"/>
                <a:cs typeface="Calibri"/>
              </a:rPr>
              <a:t>tests,</a:t>
            </a:r>
            <a:r>
              <a:rPr sz="1700" spc="5" dirty="0">
                <a:latin typeface="Calibri"/>
                <a:cs typeface="Calibri"/>
              </a:rPr>
              <a:t> </a:t>
            </a:r>
            <a:r>
              <a:rPr sz="1700" spc="-10" dirty="0">
                <a:latin typeface="Calibri"/>
                <a:cs typeface="Calibri"/>
              </a:rPr>
              <a:t>at</a:t>
            </a:r>
            <a:r>
              <a:rPr sz="1700" spc="5" dirty="0">
                <a:latin typeface="Calibri"/>
                <a:cs typeface="Calibri"/>
              </a:rPr>
              <a:t> </a:t>
            </a:r>
            <a:r>
              <a:rPr sz="1700" spc="-5" dirty="0">
                <a:latin typeface="Calibri"/>
                <a:cs typeface="Calibri"/>
              </a:rPr>
              <a:t>this</a:t>
            </a:r>
            <a:r>
              <a:rPr sz="1700" spc="5" dirty="0">
                <a:latin typeface="Calibri"/>
                <a:cs typeface="Calibri"/>
              </a:rPr>
              <a:t> </a:t>
            </a:r>
            <a:r>
              <a:rPr sz="1700" spc="-15" dirty="0">
                <a:latin typeface="Calibri"/>
                <a:cs typeface="Calibri"/>
              </a:rPr>
              <a:t>stage</a:t>
            </a:r>
            <a:r>
              <a:rPr sz="1700" spc="10" dirty="0">
                <a:latin typeface="Calibri"/>
                <a:cs typeface="Calibri"/>
              </a:rPr>
              <a:t> </a:t>
            </a:r>
            <a:r>
              <a:rPr sz="1700" spc="-5" dirty="0">
                <a:latin typeface="Calibri"/>
                <a:cs typeface="Calibri"/>
              </a:rPr>
              <a:t>the</a:t>
            </a:r>
            <a:r>
              <a:rPr sz="1700" spc="10" dirty="0">
                <a:latin typeface="Calibri"/>
                <a:cs typeface="Calibri"/>
              </a:rPr>
              <a:t> </a:t>
            </a:r>
            <a:r>
              <a:rPr sz="1700" spc="-10" dirty="0">
                <a:latin typeface="Calibri"/>
                <a:cs typeface="Calibri"/>
              </a:rPr>
              <a:t>tests </a:t>
            </a:r>
            <a:r>
              <a:rPr sz="1700" spc="-370" dirty="0">
                <a:latin typeface="Calibri"/>
                <a:cs typeface="Calibri"/>
              </a:rPr>
              <a:t> </a:t>
            </a:r>
            <a:r>
              <a:rPr sz="1700" spc="-10" dirty="0">
                <a:latin typeface="Calibri"/>
                <a:cs typeface="Calibri"/>
              </a:rPr>
              <a:t>conducted</a:t>
            </a:r>
            <a:r>
              <a:rPr sz="1700" spc="-5" dirty="0">
                <a:latin typeface="Calibri"/>
                <a:cs typeface="Calibri"/>
              </a:rPr>
              <a:t> </a:t>
            </a:r>
            <a:r>
              <a:rPr sz="1700" spc="-15" dirty="0">
                <a:latin typeface="Calibri"/>
                <a:cs typeface="Calibri"/>
              </a:rPr>
              <a:t>are</a:t>
            </a:r>
            <a:r>
              <a:rPr sz="1700" spc="5" dirty="0">
                <a:latin typeface="Calibri"/>
                <a:cs typeface="Calibri"/>
              </a:rPr>
              <a:t> </a:t>
            </a:r>
            <a:r>
              <a:rPr sz="1700" spc="-10" dirty="0">
                <a:latin typeface="Calibri"/>
                <a:cs typeface="Calibri"/>
              </a:rPr>
              <a:t>what</a:t>
            </a:r>
            <a:r>
              <a:rPr sz="1700" spc="5" dirty="0">
                <a:latin typeface="Calibri"/>
                <a:cs typeface="Calibri"/>
              </a:rPr>
              <a:t> </a:t>
            </a:r>
            <a:r>
              <a:rPr sz="1700" spc="-15" dirty="0">
                <a:latin typeface="Calibri"/>
                <a:cs typeface="Calibri"/>
              </a:rPr>
              <a:t>are</a:t>
            </a:r>
            <a:r>
              <a:rPr sz="1700" spc="5" dirty="0">
                <a:latin typeface="Calibri"/>
                <a:cs typeface="Calibri"/>
              </a:rPr>
              <a:t> </a:t>
            </a:r>
            <a:r>
              <a:rPr sz="1700" spc="-5" dirty="0">
                <a:latin typeface="Calibri"/>
                <a:cs typeface="Calibri"/>
              </a:rPr>
              <a:t>called Low</a:t>
            </a:r>
            <a:r>
              <a:rPr sz="1700" dirty="0">
                <a:latin typeface="Calibri"/>
                <a:cs typeface="Calibri"/>
              </a:rPr>
              <a:t> </a:t>
            </a:r>
            <a:r>
              <a:rPr sz="1700" spc="-5" dirty="0">
                <a:latin typeface="Calibri"/>
                <a:cs typeface="Calibri"/>
              </a:rPr>
              <a:t>Fidelity/LoFi</a:t>
            </a:r>
            <a:r>
              <a:rPr sz="1700" dirty="0">
                <a:latin typeface="Calibri"/>
                <a:cs typeface="Calibri"/>
              </a:rPr>
              <a:t> </a:t>
            </a:r>
            <a:r>
              <a:rPr sz="1700" spc="-10" dirty="0">
                <a:latin typeface="Calibri"/>
                <a:cs typeface="Calibri"/>
              </a:rPr>
              <a:t>tests.</a:t>
            </a:r>
            <a:endParaRPr sz="1700">
              <a:latin typeface="Calibri"/>
              <a:cs typeface="Calibri"/>
            </a:endParaRPr>
          </a:p>
          <a:p>
            <a:pPr>
              <a:lnSpc>
                <a:spcPct val="100000"/>
              </a:lnSpc>
              <a:spcBef>
                <a:spcPts val="5"/>
              </a:spcBef>
            </a:pPr>
            <a:endParaRPr sz="2650">
              <a:latin typeface="Calibri"/>
              <a:cs typeface="Calibri"/>
            </a:endParaRPr>
          </a:p>
          <a:p>
            <a:pPr marL="12700">
              <a:lnSpc>
                <a:spcPct val="100000"/>
              </a:lnSpc>
              <a:spcBef>
                <a:spcPts val="5"/>
              </a:spcBef>
            </a:pPr>
            <a:r>
              <a:rPr sz="1700" spc="-5" dirty="0">
                <a:latin typeface="Calibri"/>
                <a:cs typeface="Calibri"/>
              </a:rPr>
              <a:t>These</a:t>
            </a:r>
            <a:r>
              <a:rPr sz="1700" spc="5" dirty="0">
                <a:latin typeface="Calibri"/>
                <a:cs typeface="Calibri"/>
              </a:rPr>
              <a:t> </a:t>
            </a:r>
            <a:r>
              <a:rPr sz="1700" spc="-5" dirty="0">
                <a:latin typeface="Calibri"/>
                <a:cs typeface="Calibri"/>
              </a:rPr>
              <a:t>will</a:t>
            </a:r>
            <a:r>
              <a:rPr sz="1700" dirty="0">
                <a:latin typeface="Calibri"/>
                <a:cs typeface="Calibri"/>
              </a:rPr>
              <a:t> </a:t>
            </a:r>
            <a:r>
              <a:rPr sz="1700" spc="-5" dirty="0">
                <a:latin typeface="Calibri"/>
                <a:cs typeface="Calibri"/>
              </a:rPr>
              <a:t>be</a:t>
            </a:r>
            <a:r>
              <a:rPr sz="1700" spc="5" dirty="0">
                <a:latin typeface="Calibri"/>
                <a:cs typeface="Calibri"/>
              </a:rPr>
              <a:t> </a:t>
            </a:r>
            <a:r>
              <a:rPr sz="1700" spc="-10" dirty="0">
                <a:latin typeface="Calibri"/>
                <a:cs typeface="Calibri"/>
              </a:rPr>
              <a:t>covered</a:t>
            </a:r>
            <a:r>
              <a:rPr sz="1700" spc="-5" dirty="0">
                <a:latin typeface="Calibri"/>
                <a:cs typeface="Calibri"/>
              </a:rPr>
              <a:t> in the</a:t>
            </a:r>
            <a:r>
              <a:rPr sz="1700" spc="10" dirty="0">
                <a:latin typeface="Calibri"/>
                <a:cs typeface="Calibri"/>
              </a:rPr>
              <a:t> </a:t>
            </a:r>
            <a:r>
              <a:rPr sz="1700" spc="-5" dirty="0">
                <a:latin typeface="Calibri"/>
                <a:cs typeface="Calibri"/>
              </a:rPr>
              <a:t>Usability</a:t>
            </a:r>
            <a:r>
              <a:rPr sz="1700" spc="5" dirty="0">
                <a:latin typeface="Calibri"/>
                <a:cs typeface="Calibri"/>
              </a:rPr>
              <a:t> </a:t>
            </a:r>
            <a:r>
              <a:rPr sz="1700" spc="-5" dirty="0">
                <a:latin typeface="Calibri"/>
                <a:cs typeface="Calibri"/>
              </a:rPr>
              <a:t>lecture,</a:t>
            </a:r>
            <a:r>
              <a:rPr sz="1700" dirty="0">
                <a:latin typeface="Calibri"/>
                <a:cs typeface="Calibri"/>
              </a:rPr>
              <a:t> </a:t>
            </a:r>
            <a:r>
              <a:rPr sz="1700" spc="-10" dirty="0">
                <a:latin typeface="Calibri"/>
                <a:cs typeface="Calibri"/>
              </a:rPr>
              <a:t>but</a:t>
            </a:r>
            <a:r>
              <a:rPr sz="1700" spc="5" dirty="0">
                <a:latin typeface="Calibri"/>
                <a:cs typeface="Calibri"/>
              </a:rPr>
              <a:t> </a:t>
            </a:r>
            <a:r>
              <a:rPr sz="1700" spc="-5" dirty="0">
                <a:latin typeface="Calibri"/>
                <a:cs typeface="Calibri"/>
              </a:rPr>
              <a:t>if</a:t>
            </a:r>
            <a:r>
              <a:rPr sz="1700" spc="5" dirty="0">
                <a:latin typeface="Calibri"/>
                <a:cs typeface="Calibri"/>
              </a:rPr>
              <a:t> </a:t>
            </a:r>
            <a:r>
              <a:rPr sz="1700" spc="-5" dirty="0">
                <a:latin typeface="Calibri"/>
                <a:cs typeface="Calibri"/>
              </a:rPr>
              <a:t>you</a:t>
            </a:r>
            <a:r>
              <a:rPr sz="1700" dirty="0">
                <a:latin typeface="Calibri"/>
                <a:cs typeface="Calibri"/>
              </a:rPr>
              <a:t> </a:t>
            </a:r>
            <a:r>
              <a:rPr sz="1700" spc="-15" dirty="0">
                <a:latin typeface="Calibri"/>
                <a:cs typeface="Calibri"/>
              </a:rPr>
              <a:t>are</a:t>
            </a:r>
            <a:r>
              <a:rPr sz="1700" spc="5" dirty="0">
                <a:latin typeface="Calibri"/>
                <a:cs typeface="Calibri"/>
              </a:rPr>
              <a:t> </a:t>
            </a:r>
            <a:r>
              <a:rPr sz="1700" spc="-15" dirty="0">
                <a:latin typeface="Calibri"/>
                <a:cs typeface="Calibri"/>
              </a:rPr>
              <a:t>interested</a:t>
            </a:r>
            <a:r>
              <a:rPr sz="1700" spc="-5" dirty="0">
                <a:latin typeface="Calibri"/>
                <a:cs typeface="Calibri"/>
              </a:rPr>
              <a:t> </a:t>
            </a:r>
            <a:r>
              <a:rPr sz="1700" spc="-10" dirty="0">
                <a:latin typeface="Calibri"/>
                <a:cs typeface="Calibri"/>
              </a:rPr>
              <a:t>read</a:t>
            </a:r>
            <a:r>
              <a:rPr sz="1700" spc="-5" dirty="0">
                <a:latin typeface="Calibri"/>
                <a:cs typeface="Calibri"/>
              </a:rPr>
              <a:t> </a:t>
            </a:r>
            <a:r>
              <a:rPr sz="1700" spc="-10" dirty="0">
                <a:latin typeface="Calibri"/>
                <a:cs typeface="Calibri"/>
              </a:rPr>
              <a:t>here:</a:t>
            </a:r>
            <a:endParaRPr sz="1700">
              <a:latin typeface="Calibri"/>
              <a:cs typeface="Calibri"/>
            </a:endParaRPr>
          </a:p>
          <a:p>
            <a:pPr>
              <a:lnSpc>
                <a:spcPct val="100000"/>
              </a:lnSpc>
              <a:spcBef>
                <a:spcPts val="25"/>
              </a:spcBef>
            </a:pPr>
            <a:endParaRPr sz="2650">
              <a:latin typeface="Calibri"/>
              <a:cs typeface="Calibri"/>
            </a:endParaRPr>
          </a:p>
          <a:p>
            <a:pPr marL="184150" indent="-171450">
              <a:lnSpc>
                <a:spcPct val="100000"/>
              </a:lnSpc>
              <a:buFont typeface="Arial MT"/>
              <a:buChar char="•"/>
              <a:tabLst>
                <a:tab pos="184150" algn="l"/>
              </a:tabLst>
            </a:pPr>
            <a:r>
              <a:rPr sz="1700" b="1" spc="-10" dirty="0">
                <a:latin typeface="Calibri"/>
                <a:cs typeface="Calibri"/>
              </a:rPr>
              <a:t>Usability</a:t>
            </a:r>
            <a:r>
              <a:rPr sz="1700" b="1" spc="-25" dirty="0">
                <a:latin typeface="Calibri"/>
                <a:cs typeface="Calibri"/>
              </a:rPr>
              <a:t> </a:t>
            </a:r>
            <a:r>
              <a:rPr sz="1700" b="1" spc="-30" dirty="0">
                <a:latin typeface="Calibri"/>
                <a:cs typeface="Calibri"/>
              </a:rPr>
              <a:t>Testing</a:t>
            </a:r>
            <a:r>
              <a:rPr sz="1700" b="1" spc="-20" dirty="0">
                <a:latin typeface="Calibri"/>
                <a:cs typeface="Calibri"/>
              </a:rPr>
              <a:t> </a:t>
            </a:r>
            <a:r>
              <a:rPr sz="1700" b="1" dirty="0">
                <a:latin typeface="Calibri"/>
                <a:cs typeface="Calibri"/>
              </a:rPr>
              <a:t>101</a:t>
            </a:r>
            <a:endParaRPr sz="1700">
              <a:latin typeface="Calibri"/>
              <a:cs typeface="Calibri"/>
            </a:endParaRPr>
          </a:p>
          <a:p>
            <a:pPr marL="527050" lvl="1" indent="-171450">
              <a:lnSpc>
                <a:spcPct val="100000"/>
              </a:lnSpc>
              <a:spcBef>
                <a:spcPts val="254"/>
              </a:spcBef>
              <a:buClr>
                <a:srgbClr val="000000"/>
              </a:buClr>
              <a:buFont typeface="Arial MT"/>
              <a:buChar char="•"/>
              <a:tabLst>
                <a:tab pos="527050" algn="l"/>
              </a:tabLst>
            </a:pPr>
            <a:r>
              <a:rPr sz="1400" u="sng" spc="-10" dirty="0">
                <a:solidFill>
                  <a:srgbClr val="0563C1"/>
                </a:solidFill>
                <a:uFill>
                  <a:solidFill>
                    <a:srgbClr val="0563C1"/>
                  </a:solidFill>
                </a:uFill>
                <a:latin typeface="Calibri"/>
                <a:cs typeface="Calibri"/>
              </a:rPr>
              <a:t>https://</a:t>
            </a:r>
            <a:r>
              <a:rPr sz="1400" u="sng" spc="-10" dirty="0">
                <a:solidFill>
                  <a:srgbClr val="0563C1"/>
                </a:solidFill>
                <a:uFill>
                  <a:solidFill>
                    <a:srgbClr val="0563C1"/>
                  </a:solidFill>
                </a:uFill>
                <a:latin typeface="Calibri"/>
                <a:cs typeface="Calibri"/>
                <a:hlinkClick r:id="rId2"/>
              </a:rPr>
              <a:t>www.nngroup.com/articles/usability-testing-101/</a:t>
            </a:r>
            <a:endParaRPr sz="1400">
              <a:latin typeface="Calibri"/>
              <a:cs typeface="Calibri"/>
            </a:endParaRPr>
          </a:p>
          <a:p>
            <a:pPr marL="184150" indent="-171450">
              <a:lnSpc>
                <a:spcPct val="100000"/>
              </a:lnSpc>
              <a:spcBef>
                <a:spcPts val="515"/>
              </a:spcBef>
              <a:buFont typeface="Arial MT"/>
              <a:buChar char="•"/>
              <a:tabLst>
                <a:tab pos="184150" algn="l"/>
              </a:tabLst>
            </a:pPr>
            <a:r>
              <a:rPr sz="1700" b="1" dirty="0">
                <a:latin typeface="Calibri"/>
                <a:cs typeface="Calibri"/>
              </a:rPr>
              <a:t>A</a:t>
            </a:r>
            <a:r>
              <a:rPr sz="1700" b="1" spc="-15" dirty="0">
                <a:latin typeface="Calibri"/>
                <a:cs typeface="Calibri"/>
              </a:rPr>
              <a:t> </a:t>
            </a:r>
            <a:r>
              <a:rPr sz="1700" b="1" spc="-5" dirty="0">
                <a:latin typeface="Calibri"/>
                <a:cs typeface="Calibri"/>
              </a:rPr>
              <a:t>novice</a:t>
            </a:r>
            <a:r>
              <a:rPr sz="1700" b="1" spc="-10" dirty="0">
                <a:latin typeface="Calibri"/>
                <a:cs typeface="Calibri"/>
              </a:rPr>
              <a:t> designer’s </a:t>
            </a:r>
            <a:r>
              <a:rPr sz="1700" b="1" spc="-5" dirty="0">
                <a:latin typeface="Calibri"/>
                <a:cs typeface="Calibri"/>
              </a:rPr>
              <a:t>guide</a:t>
            </a:r>
            <a:r>
              <a:rPr sz="1700" b="1" spc="-15" dirty="0">
                <a:latin typeface="Calibri"/>
                <a:cs typeface="Calibri"/>
              </a:rPr>
              <a:t> </a:t>
            </a:r>
            <a:r>
              <a:rPr sz="1700" b="1" spc="-10" dirty="0">
                <a:latin typeface="Calibri"/>
                <a:cs typeface="Calibri"/>
              </a:rPr>
              <a:t>to</a:t>
            </a:r>
            <a:r>
              <a:rPr sz="1700" b="1" spc="-5" dirty="0">
                <a:latin typeface="Calibri"/>
                <a:cs typeface="Calibri"/>
              </a:rPr>
              <a:t> usability</a:t>
            </a:r>
            <a:r>
              <a:rPr sz="1700" b="1" spc="-15" dirty="0">
                <a:latin typeface="Calibri"/>
                <a:cs typeface="Calibri"/>
              </a:rPr>
              <a:t> </a:t>
            </a:r>
            <a:r>
              <a:rPr sz="1700" b="1" spc="-10" dirty="0">
                <a:latin typeface="Calibri"/>
                <a:cs typeface="Calibri"/>
              </a:rPr>
              <a:t>testing</a:t>
            </a:r>
            <a:endParaRPr sz="1700">
              <a:latin typeface="Calibri"/>
              <a:cs typeface="Calibri"/>
            </a:endParaRPr>
          </a:p>
          <a:p>
            <a:pPr marL="527050" lvl="1" indent="-171450">
              <a:lnSpc>
                <a:spcPct val="100000"/>
              </a:lnSpc>
              <a:spcBef>
                <a:spcPts val="275"/>
              </a:spcBef>
              <a:buClr>
                <a:srgbClr val="000000"/>
              </a:buClr>
              <a:buFont typeface="Arial MT"/>
              <a:buChar char="•"/>
              <a:tabLst>
                <a:tab pos="527050" algn="l"/>
              </a:tabLst>
            </a:pPr>
            <a:r>
              <a:rPr sz="1400" u="sng" spc="-5" dirty="0">
                <a:solidFill>
                  <a:srgbClr val="0563C1"/>
                </a:solidFill>
                <a:uFill>
                  <a:solidFill>
                    <a:srgbClr val="0563C1"/>
                  </a:solidFill>
                </a:uFill>
                <a:latin typeface="Calibri"/>
                <a:cs typeface="Calibri"/>
              </a:rPr>
              <a:t>https://uxplanet.org/a-novice-designers-guide-to-usability-testing-177bcddc57b3</a:t>
            </a:r>
            <a:endParaRPr sz="1400">
              <a:latin typeface="Calibri"/>
              <a:cs typeface="Calibri"/>
            </a:endParaRPr>
          </a:p>
        </p:txBody>
      </p:sp>
      <p:sp>
        <p:nvSpPr>
          <p:cNvPr id="4" name="object 4">
            <a:extLst>
              <a:ext uri="{C183D7F6-B498-43B3-948B-1728B52AA6E4}">
                <adec:decorative xmlns:adec="http://schemas.microsoft.com/office/drawing/2017/decorative" val="1"/>
              </a:ext>
            </a:extLst>
          </p:cNvPr>
          <p:cNvSpPr/>
          <p:nvPr/>
        </p:nvSpPr>
        <p:spPr>
          <a:xfrm>
            <a:off x="8132178" y="713130"/>
            <a:ext cx="1012190" cy="2533015"/>
          </a:xfrm>
          <a:custGeom>
            <a:avLst/>
            <a:gdLst/>
            <a:ahLst/>
            <a:cxnLst/>
            <a:rect l="l" t="t" r="r" b="b"/>
            <a:pathLst>
              <a:path w="1012190" h="2533015">
                <a:moveTo>
                  <a:pt x="1011821" y="0"/>
                </a:moveTo>
                <a:lnTo>
                  <a:pt x="57035" y="1266418"/>
                </a:lnTo>
                <a:lnTo>
                  <a:pt x="207086" y="1465453"/>
                </a:lnTo>
                <a:lnTo>
                  <a:pt x="0" y="1672539"/>
                </a:lnTo>
                <a:lnTo>
                  <a:pt x="456349" y="2128888"/>
                </a:lnTo>
                <a:lnTo>
                  <a:pt x="599401" y="1985822"/>
                </a:lnTo>
                <a:lnTo>
                  <a:pt x="1011821" y="2532837"/>
                </a:lnTo>
                <a:lnTo>
                  <a:pt x="1011821" y="0"/>
                </a:lnTo>
                <a:close/>
              </a:path>
            </a:pathLst>
          </a:custGeom>
          <a:solidFill>
            <a:srgbClr val="FFC000">
              <a:alpha val="30198"/>
            </a:srgbClr>
          </a:solidFill>
        </p:spPr>
        <p:txBody>
          <a:bodyPr wrap="square" lIns="0" tIns="0" rIns="0" bIns="0" rtlCol="0"/>
          <a:lstStyle/>
          <a:p>
            <a:endParaRPr/>
          </a:p>
        </p:txBody>
      </p:sp>
      <p:sp>
        <p:nvSpPr>
          <p:cNvPr id="5" name="object 5">
            <a:extLst>
              <a:ext uri="{C183D7F6-B498-43B3-948B-1728B52AA6E4}">
                <adec:decorative xmlns:adec="http://schemas.microsoft.com/office/drawing/2017/decorative" val="1"/>
              </a:ext>
            </a:extLst>
          </p:cNvPr>
          <p:cNvSpPr/>
          <p:nvPr/>
        </p:nvSpPr>
        <p:spPr>
          <a:xfrm>
            <a:off x="0" y="4601502"/>
            <a:ext cx="803910" cy="2018030"/>
          </a:xfrm>
          <a:custGeom>
            <a:avLst/>
            <a:gdLst/>
            <a:ahLst/>
            <a:cxnLst/>
            <a:rect l="l" t="t" r="r" b="b"/>
            <a:pathLst>
              <a:path w="803910" h="2018029">
                <a:moveTo>
                  <a:pt x="803452" y="1412925"/>
                </a:moveTo>
                <a:lnTo>
                  <a:pt x="605269" y="1214742"/>
                </a:lnTo>
                <a:lnTo>
                  <a:pt x="760539" y="1008786"/>
                </a:lnTo>
                <a:lnTo>
                  <a:pt x="0" y="0"/>
                </a:lnTo>
                <a:lnTo>
                  <a:pt x="0" y="2017585"/>
                </a:lnTo>
                <a:lnTo>
                  <a:pt x="383882" y="1508391"/>
                </a:lnTo>
                <a:lnTo>
                  <a:pt x="545947" y="1670431"/>
                </a:lnTo>
                <a:lnTo>
                  <a:pt x="803452" y="1412925"/>
                </a:lnTo>
                <a:close/>
              </a:path>
            </a:pathLst>
          </a:custGeom>
          <a:solidFill>
            <a:srgbClr val="4472C4">
              <a:alpha val="30198"/>
            </a:srgbClr>
          </a:solidFill>
        </p:spPr>
        <p:txBody>
          <a:bodyPr wrap="square" lIns="0" tIns="0" rIns="0" bIns="0" rtlCol="0"/>
          <a:lstStyle/>
          <a:p>
            <a:endParaRPr/>
          </a:p>
        </p:txBody>
      </p:sp>
      <p:sp>
        <p:nvSpPr>
          <p:cNvPr id="6" name="object 6"/>
          <p:cNvSpPr txBox="1"/>
          <p:nvPr/>
        </p:nvSpPr>
        <p:spPr>
          <a:xfrm>
            <a:off x="8441688" y="6444488"/>
            <a:ext cx="139700" cy="162560"/>
          </a:xfrm>
          <a:prstGeom prst="rect">
            <a:avLst/>
          </a:prstGeom>
        </p:spPr>
        <p:txBody>
          <a:bodyPr vert="horz" wrap="square" lIns="0" tIns="12700" rIns="0" bIns="0" rtlCol="0">
            <a:spAutoFit/>
          </a:bodyPr>
          <a:lstStyle/>
          <a:p>
            <a:pPr marL="12700">
              <a:lnSpc>
                <a:spcPct val="100000"/>
              </a:lnSpc>
              <a:spcBef>
                <a:spcPts val="100"/>
              </a:spcBef>
            </a:pPr>
            <a:r>
              <a:rPr sz="900" spc="-10" dirty="0">
                <a:solidFill>
                  <a:srgbClr val="898989"/>
                </a:solidFill>
                <a:latin typeface="Calibri"/>
                <a:cs typeface="Calibri"/>
              </a:rPr>
              <a:t>12</a:t>
            </a:r>
            <a:endParaRPr sz="900">
              <a:latin typeface="Calibri"/>
              <a:cs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561340" y="1654047"/>
            <a:ext cx="2601595" cy="497840"/>
          </a:xfrm>
          <a:prstGeom prst="rect">
            <a:avLst/>
          </a:prstGeom>
          <a:noFill/>
          <a:ln>
            <a:noFill/>
            <a:prstDash/>
          </a:ln>
          <a:effectLst/>
        </p:spPr>
        <p:txBody>
          <a:bodyPr rot="0" spcFirstLastPara="0" vertOverflow="overflow" horzOverflow="overflow" vert="horz" wrap="square" lIns="0" tIns="12700" rIns="0" bIns="0" numCol="1" spcCol="0" rtlCol="0" fromWordArt="0" anchor="t" anchorCtr="0" forceAA="0" compatLnSpc="1">
            <a:prstTxWarp prst="textNoShape">
              <a:avLst/>
            </a:prstTxWarp>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lang="en-GB" sz="3100" b="0" i="0" u="none" strike="noStrike" kern="1200" cap="none" spc="0" normalizeH="0" baseline="0" noProof="0" dirty="0" err="1">
                <a:ln>
                  <a:noFill/>
                </a:ln>
                <a:solidFill>
                  <a:schemeClr val="tx1"/>
                </a:solidFill>
                <a:effectLst/>
                <a:uLnTx/>
                <a:uFillTx/>
                <a:latin typeface="Calibri Light"/>
                <a:ea typeface="+mn-ea"/>
                <a:cs typeface="Calibri Light"/>
              </a:rPr>
              <a:t>IxD</a:t>
            </a:r>
            <a:r>
              <a:rPr kumimoji="0" lang="en-GB" sz="3100" b="0" i="0" u="none" strike="noStrike" kern="1200" cap="none" spc="-40" normalizeH="0" baseline="0" noProof="0" dirty="0">
                <a:ln>
                  <a:noFill/>
                </a:ln>
                <a:solidFill>
                  <a:schemeClr val="tx1"/>
                </a:solidFill>
                <a:effectLst/>
                <a:uLnTx/>
                <a:uFillTx/>
                <a:latin typeface="Calibri Light"/>
                <a:ea typeface="+mn-ea"/>
                <a:cs typeface="Calibri Light"/>
              </a:rPr>
              <a:t> </a:t>
            </a:r>
            <a:r>
              <a:rPr kumimoji="0" lang="en-GB" sz="3100" b="0" i="0" u="none" strike="noStrike" kern="1200" cap="none" spc="0" normalizeH="0" baseline="0" noProof="0" dirty="0">
                <a:ln>
                  <a:noFill/>
                </a:ln>
                <a:solidFill>
                  <a:schemeClr val="tx1"/>
                </a:solidFill>
                <a:effectLst/>
                <a:uLnTx/>
                <a:uFillTx/>
                <a:latin typeface="Calibri Light"/>
                <a:ea typeface="+mn-ea"/>
                <a:cs typeface="Calibri Light"/>
              </a:rPr>
              <a:t>Case</a:t>
            </a:r>
            <a:r>
              <a:rPr kumimoji="0" lang="en-GB" sz="3100" b="0" i="0" u="none" strike="noStrike" kern="1200" cap="none" spc="-40" normalizeH="0" baseline="0" noProof="0" dirty="0">
                <a:ln>
                  <a:noFill/>
                </a:ln>
                <a:solidFill>
                  <a:schemeClr val="tx1"/>
                </a:solidFill>
                <a:effectLst/>
                <a:uLnTx/>
                <a:uFillTx/>
                <a:latin typeface="Calibri Light"/>
                <a:ea typeface="+mn-ea"/>
                <a:cs typeface="Calibri Light"/>
              </a:rPr>
              <a:t> </a:t>
            </a:r>
            <a:r>
              <a:rPr kumimoji="0" lang="en-GB" sz="3100" b="0" i="0" u="none" strike="noStrike" kern="1200" cap="none" spc="0" normalizeH="0" baseline="0" noProof="0" dirty="0">
                <a:ln>
                  <a:noFill/>
                </a:ln>
                <a:solidFill>
                  <a:schemeClr val="tx1"/>
                </a:solidFill>
                <a:effectLst/>
                <a:uLnTx/>
                <a:uFillTx/>
                <a:latin typeface="Calibri Light"/>
                <a:ea typeface="+mn-ea"/>
                <a:cs typeface="Calibri Light"/>
              </a:rPr>
              <a:t>Studies</a:t>
            </a:r>
          </a:p>
        </p:txBody>
      </p:sp>
      <p:sp>
        <p:nvSpPr>
          <p:cNvPr id="3" name="object 3">
            <a:extLst>
              <a:ext uri="{C183D7F6-B498-43B3-948B-1728B52AA6E4}">
                <adec:decorative xmlns:adec="http://schemas.microsoft.com/office/drawing/2017/decorative" val="1"/>
              </a:ext>
            </a:extLst>
          </p:cNvPr>
          <p:cNvSpPr/>
          <p:nvPr/>
        </p:nvSpPr>
        <p:spPr>
          <a:xfrm>
            <a:off x="0" y="0"/>
            <a:ext cx="2126615" cy="1481455"/>
          </a:xfrm>
          <a:custGeom>
            <a:avLst/>
            <a:gdLst/>
            <a:ahLst/>
            <a:cxnLst/>
            <a:rect l="l" t="t" r="r" b="b"/>
            <a:pathLst>
              <a:path w="2126615" h="1481455">
                <a:moveTo>
                  <a:pt x="2126513" y="0"/>
                </a:moveTo>
                <a:lnTo>
                  <a:pt x="0" y="0"/>
                </a:lnTo>
                <a:lnTo>
                  <a:pt x="0" y="257594"/>
                </a:lnTo>
                <a:lnTo>
                  <a:pt x="362966" y="719162"/>
                </a:lnTo>
                <a:lnTo>
                  <a:pt x="144018" y="938110"/>
                </a:lnTo>
                <a:lnTo>
                  <a:pt x="630135" y="1424228"/>
                </a:lnTo>
                <a:lnTo>
                  <a:pt x="790956" y="1263408"/>
                </a:lnTo>
                <a:lnTo>
                  <a:pt x="961961" y="1480845"/>
                </a:lnTo>
                <a:lnTo>
                  <a:pt x="2126513" y="0"/>
                </a:lnTo>
                <a:close/>
              </a:path>
            </a:pathLst>
          </a:custGeom>
          <a:solidFill>
            <a:srgbClr val="FFC000">
              <a:alpha val="30198"/>
            </a:srgbClr>
          </a:solidFill>
        </p:spPr>
        <p:txBody>
          <a:bodyPr wrap="square" lIns="0" tIns="0" rIns="0" bIns="0" rtlCol="0"/>
          <a:lstStyle/>
          <a:p>
            <a:endParaRPr/>
          </a:p>
        </p:txBody>
      </p:sp>
      <p:sp>
        <p:nvSpPr>
          <p:cNvPr id="4" name="object 4">
            <a:extLst>
              <a:ext uri="{C183D7F6-B498-43B3-948B-1728B52AA6E4}">
                <adec:decorative xmlns:adec="http://schemas.microsoft.com/office/drawing/2017/decorative" val="1"/>
              </a:ext>
            </a:extLst>
          </p:cNvPr>
          <p:cNvSpPr/>
          <p:nvPr/>
        </p:nvSpPr>
        <p:spPr>
          <a:xfrm>
            <a:off x="7666988" y="0"/>
            <a:ext cx="1416050" cy="1446530"/>
          </a:xfrm>
          <a:custGeom>
            <a:avLst/>
            <a:gdLst/>
            <a:ahLst/>
            <a:cxnLst/>
            <a:rect l="l" t="t" r="r" b="b"/>
            <a:pathLst>
              <a:path w="1416050" h="1446530">
                <a:moveTo>
                  <a:pt x="1415440" y="119862"/>
                </a:moveTo>
                <a:lnTo>
                  <a:pt x="576465" y="0"/>
                </a:lnTo>
                <a:lnTo>
                  <a:pt x="153784" y="0"/>
                </a:lnTo>
                <a:lnTo>
                  <a:pt x="0" y="153797"/>
                </a:lnTo>
                <a:lnTo>
                  <a:pt x="319239" y="473049"/>
                </a:lnTo>
                <a:lnTo>
                  <a:pt x="104495" y="687793"/>
                </a:lnTo>
                <a:lnTo>
                  <a:pt x="560844" y="1144143"/>
                </a:lnTo>
                <a:lnTo>
                  <a:pt x="775589" y="929398"/>
                </a:lnTo>
                <a:lnTo>
                  <a:pt x="1292326" y="1446123"/>
                </a:lnTo>
                <a:lnTo>
                  <a:pt x="1415440" y="1323022"/>
                </a:lnTo>
                <a:lnTo>
                  <a:pt x="1415440" y="119862"/>
                </a:lnTo>
                <a:close/>
              </a:path>
            </a:pathLst>
          </a:custGeom>
          <a:solidFill>
            <a:srgbClr val="4472C4">
              <a:alpha val="30198"/>
            </a:srgbClr>
          </a:solidFill>
        </p:spPr>
        <p:txBody>
          <a:bodyPr wrap="square" lIns="0" tIns="0" rIns="0" bIns="0" rtlCol="0"/>
          <a:lstStyle/>
          <a:p>
            <a:endParaRPr/>
          </a:p>
        </p:txBody>
      </p:sp>
      <p:sp>
        <p:nvSpPr>
          <p:cNvPr id="5" name="object 5"/>
          <p:cNvSpPr txBox="1"/>
          <p:nvPr/>
        </p:nvSpPr>
        <p:spPr>
          <a:xfrm>
            <a:off x="3714635" y="1623032"/>
            <a:ext cx="4488815" cy="963294"/>
          </a:xfrm>
          <a:prstGeom prst="rect">
            <a:avLst/>
          </a:prstGeom>
        </p:spPr>
        <p:txBody>
          <a:bodyPr vert="horz" wrap="square" lIns="0" tIns="81280" rIns="0" bIns="0" rtlCol="0">
            <a:spAutoFit/>
          </a:bodyPr>
          <a:lstStyle/>
          <a:p>
            <a:pPr marL="241300" indent="-228600">
              <a:lnSpc>
                <a:spcPct val="100000"/>
              </a:lnSpc>
              <a:spcBef>
                <a:spcPts val="640"/>
              </a:spcBef>
              <a:buFont typeface="Arial MT"/>
              <a:buChar char="•"/>
              <a:tabLst>
                <a:tab pos="240665" algn="l"/>
                <a:tab pos="241300" algn="l"/>
              </a:tabLst>
            </a:pPr>
            <a:r>
              <a:rPr sz="1700" spc="-5" dirty="0">
                <a:latin typeface="Calibri"/>
                <a:cs typeface="Calibri"/>
              </a:rPr>
              <a:t>The</a:t>
            </a:r>
            <a:r>
              <a:rPr sz="1700" spc="-40" dirty="0">
                <a:latin typeface="Calibri"/>
                <a:cs typeface="Calibri"/>
              </a:rPr>
              <a:t> </a:t>
            </a:r>
            <a:r>
              <a:rPr sz="1700" spc="-5" dirty="0">
                <a:latin typeface="Calibri"/>
                <a:cs typeface="Calibri"/>
              </a:rPr>
              <a:t>iPhone</a:t>
            </a:r>
            <a:endParaRPr sz="1700" dirty="0">
              <a:latin typeface="Calibri"/>
              <a:cs typeface="Calibri"/>
            </a:endParaRPr>
          </a:p>
          <a:p>
            <a:pPr marL="12700">
              <a:lnSpc>
                <a:spcPct val="100000"/>
              </a:lnSpc>
              <a:spcBef>
                <a:spcPts val="570"/>
              </a:spcBef>
            </a:pPr>
            <a:r>
              <a:rPr sz="1800" i="1" spc="-10" dirty="0">
                <a:latin typeface="Calibri"/>
                <a:cs typeface="Calibri"/>
              </a:rPr>
              <a:t>Everything</a:t>
            </a:r>
            <a:r>
              <a:rPr sz="1800" i="1" dirty="0">
                <a:latin typeface="Calibri"/>
                <a:cs typeface="Calibri"/>
              </a:rPr>
              <a:t> </a:t>
            </a:r>
            <a:r>
              <a:rPr sz="1800" i="1" spc="-5" dirty="0">
                <a:latin typeface="Calibri"/>
                <a:cs typeface="Calibri"/>
              </a:rPr>
              <a:t>is</a:t>
            </a:r>
            <a:r>
              <a:rPr sz="1800" i="1" dirty="0">
                <a:latin typeface="Calibri"/>
                <a:cs typeface="Calibri"/>
              </a:rPr>
              <a:t> a </a:t>
            </a:r>
            <a:r>
              <a:rPr sz="1800" i="1" spc="-10" dirty="0">
                <a:latin typeface="Calibri"/>
                <a:cs typeface="Calibri"/>
              </a:rPr>
              <a:t>Remix</a:t>
            </a:r>
            <a:r>
              <a:rPr sz="1800" i="1" spc="-5" dirty="0">
                <a:latin typeface="Calibri"/>
                <a:cs typeface="Calibri"/>
              </a:rPr>
              <a:t> Case</a:t>
            </a:r>
            <a:r>
              <a:rPr sz="1800" i="1" dirty="0">
                <a:latin typeface="Calibri"/>
                <a:cs typeface="Calibri"/>
              </a:rPr>
              <a:t> </a:t>
            </a:r>
            <a:r>
              <a:rPr sz="1800" i="1" spc="-5" dirty="0">
                <a:latin typeface="Calibri"/>
                <a:cs typeface="Calibri"/>
              </a:rPr>
              <a:t>Study:</a:t>
            </a:r>
            <a:r>
              <a:rPr sz="1800" i="1" spc="10" dirty="0">
                <a:latin typeface="Calibri"/>
                <a:cs typeface="Calibri"/>
              </a:rPr>
              <a:t> </a:t>
            </a:r>
            <a:r>
              <a:rPr sz="1800" i="1" spc="-5" dirty="0">
                <a:latin typeface="Calibri"/>
                <a:cs typeface="Calibri"/>
              </a:rPr>
              <a:t>The</a:t>
            </a:r>
            <a:r>
              <a:rPr sz="1800" i="1" dirty="0">
                <a:latin typeface="Calibri"/>
                <a:cs typeface="Calibri"/>
              </a:rPr>
              <a:t> </a:t>
            </a:r>
            <a:r>
              <a:rPr sz="1800" i="1" spc="-5" dirty="0">
                <a:latin typeface="Calibri"/>
                <a:cs typeface="Calibri"/>
              </a:rPr>
              <a:t>iPhone</a:t>
            </a:r>
            <a:endParaRPr sz="1800" dirty="0">
              <a:latin typeface="Calibri"/>
              <a:cs typeface="Calibri"/>
            </a:endParaRPr>
          </a:p>
          <a:p>
            <a:pPr marL="12700">
              <a:lnSpc>
                <a:spcPct val="100000"/>
              </a:lnSpc>
              <a:spcBef>
                <a:spcPts val="30"/>
              </a:spcBef>
            </a:pPr>
            <a:r>
              <a:rPr sz="1700" u="sng" spc="-15" dirty="0">
                <a:solidFill>
                  <a:srgbClr val="0563C1"/>
                </a:solidFill>
                <a:uFill>
                  <a:solidFill>
                    <a:srgbClr val="0563C1"/>
                  </a:solidFill>
                </a:uFill>
                <a:latin typeface="Calibri"/>
                <a:cs typeface="Calibri"/>
              </a:rPr>
              <a:t>https://</a:t>
            </a:r>
            <a:r>
              <a:rPr sz="1700" u="sng" spc="-15" dirty="0">
                <a:solidFill>
                  <a:srgbClr val="0563C1"/>
                </a:solidFill>
                <a:uFill>
                  <a:solidFill>
                    <a:srgbClr val="0563C1"/>
                  </a:solidFill>
                </a:uFill>
                <a:latin typeface="Calibri"/>
                <a:cs typeface="Calibri"/>
                <a:hlinkClick r:id="rId2"/>
              </a:rPr>
              <a:t>www.youtube.com/watch?v=xPzpIRZAWUc</a:t>
            </a:r>
            <a:endParaRPr sz="1700" dirty="0">
              <a:latin typeface="Calibri"/>
              <a:cs typeface="Calibri"/>
            </a:endParaRPr>
          </a:p>
        </p:txBody>
      </p:sp>
      <p:sp>
        <p:nvSpPr>
          <p:cNvPr id="6" name="object 6">
            <a:extLst>
              <a:ext uri="{C183D7F6-B498-43B3-948B-1728B52AA6E4}">
                <adec:decorative xmlns:adec="http://schemas.microsoft.com/office/drawing/2017/decorative" val="1"/>
              </a:ext>
            </a:extLst>
          </p:cNvPr>
          <p:cNvSpPr/>
          <p:nvPr/>
        </p:nvSpPr>
        <p:spPr>
          <a:xfrm>
            <a:off x="6096000" y="6102350"/>
            <a:ext cx="1400175" cy="742950"/>
          </a:xfrm>
          <a:custGeom>
            <a:avLst/>
            <a:gdLst/>
            <a:ahLst/>
            <a:cxnLst/>
            <a:rect l="l" t="t" r="r" b="b"/>
            <a:pathLst>
              <a:path w="1400175" h="742950">
                <a:moveTo>
                  <a:pt x="1400086" y="742492"/>
                </a:moveTo>
                <a:lnTo>
                  <a:pt x="1094486" y="337642"/>
                </a:lnTo>
                <a:lnTo>
                  <a:pt x="954887" y="522592"/>
                </a:lnTo>
                <a:lnTo>
                  <a:pt x="560438" y="0"/>
                </a:lnTo>
                <a:lnTo>
                  <a:pt x="0" y="742492"/>
                </a:lnTo>
                <a:lnTo>
                  <a:pt x="788898" y="742492"/>
                </a:lnTo>
                <a:lnTo>
                  <a:pt x="1120876" y="742492"/>
                </a:lnTo>
                <a:lnTo>
                  <a:pt x="1400086" y="742492"/>
                </a:lnTo>
                <a:close/>
              </a:path>
            </a:pathLst>
          </a:custGeom>
          <a:solidFill>
            <a:srgbClr val="4472C4">
              <a:alpha val="30198"/>
            </a:srgbClr>
          </a:solidFill>
        </p:spPr>
        <p:txBody>
          <a:bodyPr wrap="square" lIns="0" tIns="0" rIns="0" bIns="0" rtlCol="0"/>
          <a:lstStyle/>
          <a:p>
            <a:endParaRPr/>
          </a:p>
        </p:txBody>
      </p:sp>
      <p:sp>
        <p:nvSpPr>
          <p:cNvPr id="7" name="object 7"/>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dirty="0"/>
              <a:t>16</a:t>
            </a:fld>
            <a:endParaRPr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a:extLst>
              <a:ext uri="{C183D7F6-B498-43B3-948B-1728B52AA6E4}">
                <adec:decorative xmlns:adec="http://schemas.microsoft.com/office/drawing/2017/decorative" val="1"/>
              </a:ext>
            </a:extLst>
          </p:cNvPr>
          <p:cNvSpPr/>
          <p:nvPr/>
        </p:nvSpPr>
        <p:spPr>
          <a:xfrm>
            <a:off x="0" y="0"/>
            <a:ext cx="9144000" cy="6858000"/>
          </a:xfrm>
          <a:custGeom>
            <a:avLst/>
            <a:gdLst/>
            <a:ahLst/>
            <a:cxnLst/>
            <a:rect l="l" t="t" r="r" b="b"/>
            <a:pathLst>
              <a:path w="9144000" h="6858000">
                <a:moveTo>
                  <a:pt x="9144000" y="0"/>
                </a:moveTo>
                <a:lnTo>
                  <a:pt x="0" y="0"/>
                </a:lnTo>
                <a:lnTo>
                  <a:pt x="0" y="6857999"/>
                </a:lnTo>
                <a:lnTo>
                  <a:pt x="9144000" y="6857999"/>
                </a:lnTo>
                <a:lnTo>
                  <a:pt x="9144000" y="0"/>
                </a:lnTo>
                <a:close/>
              </a:path>
            </a:pathLst>
          </a:custGeom>
          <a:solidFill>
            <a:srgbClr val="E7E6E6"/>
          </a:solidFill>
        </p:spPr>
        <p:txBody>
          <a:bodyPr wrap="square" lIns="0" tIns="0" rIns="0" bIns="0" rtlCol="0"/>
          <a:lstStyle/>
          <a:p>
            <a:endParaRPr/>
          </a:p>
        </p:txBody>
      </p:sp>
      <p:sp>
        <p:nvSpPr>
          <p:cNvPr id="3" name="object 3">
            <a:extLst>
              <a:ext uri="{C183D7F6-B498-43B3-948B-1728B52AA6E4}">
                <adec:decorative xmlns:adec="http://schemas.microsoft.com/office/drawing/2017/decorative" val="1"/>
              </a:ext>
            </a:extLst>
          </p:cNvPr>
          <p:cNvSpPr/>
          <p:nvPr/>
        </p:nvSpPr>
        <p:spPr>
          <a:xfrm>
            <a:off x="0" y="0"/>
            <a:ext cx="2804160" cy="2234565"/>
          </a:xfrm>
          <a:custGeom>
            <a:avLst/>
            <a:gdLst/>
            <a:ahLst/>
            <a:cxnLst/>
            <a:rect l="l" t="t" r="r" b="b"/>
            <a:pathLst>
              <a:path w="2804160" h="2234565">
                <a:moveTo>
                  <a:pt x="2803918" y="624001"/>
                </a:moveTo>
                <a:lnTo>
                  <a:pt x="2642692" y="462788"/>
                </a:lnTo>
                <a:lnTo>
                  <a:pt x="2786291" y="319189"/>
                </a:lnTo>
                <a:lnTo>
                  <a:pt x="2451252" y="271335"/>
                </a:lnTo>
                <a:lnTo>
                  <a:pt x="2324531" y="144602"/>
                </a:lnTo>
                <a:lnTo>
                  <a:pt x="1312341" y="0"/>
                </a:lnTo>
                <a:lnTo>
                  <a:pt x="1114323" y="0"/>
                </a:lnTo>
                <a:lnTo>
                  <a:pt x="1044028" y="70294"/>
                </a:lnTo>
                <a:lnTo>
                  <a:pt x="551967" y="0"/>
                </a:lnTo>
                <a:lnTo>
                  <a:pt x="0" y="0"/>
                </a:lnTo>
                <a:lnTo>
                  <a:pt x="0" y="1363141"/>
                </a:lnTo>
                <a:lnTo>
                  <a:pt x="871169" y="2234311"/>
                </a:lnTo>
                <a:lnTo>
                  <a:pt x="1775104" y="1330375"/>
                </a:lnTo>
                <a:lnTo>
                  <a:pt x="1936330" y="1491602"/>
                </a:lnTo>
                <a:lnTo>
                  <a:pt x="2803918" y="624001"/>
                </a:lnTo>
                <a:close/>
              </a:path>
            </a:pathLst>
          </a:custGeom>
          <a:solidFill>
            <a:srgbClr val="FFC000">
              <a:alpha val="39999"/>
            </a:srgbClr>
          </a:solidFill>
        </p:spPr>
        <p:txBody>
          <a:bodyPr wrap="square" lIns="0" tIns="0" rIns="0" bIns="0" rtlCol="0"/>
          <a:lstStyle/>
          <a:p>
            <a:endParaRPr/>
          </a:p>
        </p:txBody>
      </p:sp>
      <p:sp>
        <p:nvSpPr>
          <p:cNvPr id="4" name="object 4">
            <a:extLst>
              <a:ext uri="{C183D7F6-B498-43B3-948B-1728B52AA6E4}">
                <adec:decorative xmlns:adec="http://schemas.microsoft.com/office/drawing/2017/decorative" val="1"/>
              </a:ext>
            </a:extLst>
          </p:cNvPr>
          <p:cNvSpPr/>
          <p:nvPr/>
        </p:nvSpPr>
        <p:spPr>
          <a:xfrm>
            <a:off x="6632371" y="0"/>
            <a:ext cx="2512060" cy="3020060"/>
          </a:xfrm>
          <a:custGeom>
            <a:avLst/>
            <a:gdLst/>
            <a:ahLst/>
            <a:cxnLst/>
            <a:rect l="l" t="t" r="r" b="b"/>
            <a:pathLst>
              <a:path w="2512059" h="3020060">
                <a:moveTo>
                  <a:pt x="2511628" y="866736"/>
                </a:moveTo>
                <a:lnTo>
                  <a:pt x="2419985" y="225234"/>
                </a:lnTo>
                <a:lnTo>
                  <a:pt x="843419" y="0"/>
                </a:lnTo>
                <a:lnTo>
                  <a:pt x="507923" y="0"/>
                </a:lnTo>
                <a:lnTo>
                  <a:pt x="0" y="507936"/>
                </a:lnTo>
                <a:lnTo>
                  <a:pt x="1110869" y="1618805"/>
                </a:lnTo>
                <a:lnTo>
                  <a:pt x="775843" y="1953831"/>
                </a:lnTo>
                <a:lnTo>
                  <a:pt x="1614258" y="2792260"/>
                </a:lnTo>
                <a:lnTo>
                  <a:pt x="1949284" y="2457234"/>
                </a:lnTo>
                <a:lnTo>
                  <a:pt x="2511628" y="3019552"/>
                </a:lnTo>
                <a:lnTo>
                  <a:pt x="2511628" y="866736"/>
                </a:lnTo>
                <a:close/>
              </a:path>
            </a:pathLst>
          </a:custGeom>
          <a:solidFill>
            <a:srgbClr val="4472C4">
              <a:alpha val="30198"/>
            </a:srgbClr>
          </a:solidFill>
        </p:spPr>
        <p:txBody>
          <a:bodyPr wrap="square" lIns="0" tIns="0" rIns="0" bIns="0" rtlCol="0"/>
          <a:lstStyle/>
          <a:p>
            <a:endParaRPr/>
          </a:p>
        </p:txBody>
      </p:sp>
      <p:grpSp>
        <p:nvGrpSpPr>
          <p:cNvPr id="5" name="object 5">
            <a:extLst>
              <a:ext uri="{C183D7F6-B498-43B3-948B-1728B52AA6E4}">
                <adec:decorative xmlns:adec="http://schemas.microsoft.com/office/drawing/2017/decorative" val="1"/>
              </a:ext>
            </a:extLst>
          </p:cNvPr>
          <p:cNvGrpSpPr/>
          <p:nvPr/>
        </p:nvGrpSpPr>
        <p:grpSpPr>
          <a:xfrm>
            <a:off x="0" y="256965"/>
            <a:ext cx="8774430" cy="6601459"/>
            <a:chOff x="0" y="256965"/>
            <a:chExt cx="8774430" cy="6601459"/>
          </a:xfrm>
        </p:grpSpPr>
        <p:sp>
          <p:nvSpPr>
            <p:cNvPr id="6" name="object 6"/>
            <p:cNvSpPr/>
            <p:nvPr/>
          </p:nvSpPr>
          <p:spPr>
            <a:xfrm>
              <a:off x="0" y="4889995"/>
              <a:ext cx="2386965" cy="1968500"/>
            </a:xfrm>
            <a:custGeom>
              <a:avLst/>
              <a:gdLst/>
              <a:ahLst/>
              <a:cxnLst/>
              <a:rect l="l" t="t" r="r" b="b"/>
              <a:pathLst>
                <a:path w="2386965" h="1968500">
                  <a:moveTo>
                    <a:pt x="2386482" y="1728800"/>
                  </a:moveTo>
                  <a:lnTo>
                    <a:pt x="2001913" y="1344256"/>
                  </a:lnTo>
                  <a:lnTo>
                    <a:pt x="2249970" y="1096200"/>
                  </a:lnTo>
                  <a:lnTo>
                    <a:pt x="1593443" y="439674"/>
                  </a:lnTo>
                  <a:lnTo>
                    <a:pt x="1345387" y="687730"/>
                  </a:lnTo>
                  <a:lnTo>
                    <a:pt x="657669" y="0"/>
                  </a:lnTo>
                  <a:lnTo>
                    <a:pt x="0" y="657669"/>
                  </a:lnTo>
                  <a:lnTo>
                    <a:pt x="0" y="1775498"/>
                  </a:lnTo>
                  <a:lnTo>
                    <a:pt x="1347571" y="1968004"/>
                  </a:lnTo>
                  <a:lnTo>
                    <a:pt x="2147278" y="1968004"/>
                  </a:lnTo>
                  <a:lnTo>
                    <a:pt x="2386482" y="1728800"/>
                  </a:lnTo>
                  <a:close/>
                </a:path>
              </a:pathLst>
            </a:custGeom>
            <a:solidFill>
              <a:srgbClr val="4472C4">
                <a:alpha val="30198"/>
              </a:srgbClr>
            </a:solidFill>
          </p:spPr>
          <p:txBody>
            <a:bodyPr wrap="square" lIns="0" tIns="0" rIns="0" bIns="0" rtlCol="0"/>
            <a:lstStyle/>
            <a:p>
              <a:endParaRPr/>
            </a:p>
          </p:txBody>
        </p:sp>
        <p:sp>
          <p:nvSpPr>
            <p:cNvPr id="7" name="object 7"/>
            <p:cNvSpPr/>
            <p:nvPr/>
          </p:nvSpPr>
          <p:spPr>
            <a:xfrm>
              <a:off x="1237492" y="380890"/>
              <a:ext cx="6669405" cy="6090920"/>
            </a:xfrm>
            <a:custGeom>
              <a:avLst/>
              <a:gdLst/>
              <a:ahLst/>
              <a:cxnLst/>
              <a:rect l="l" t="t" r="r" b="b"/>
              <a:pathLst>
                <a:path w="6669405" h="6090920">
                  <a:moveTo>
                    <a:pt x="2571750" y="0"/>
                  </a:moveTo>
                  <a:lnTo>
                    <a:pt x="0" y="2571751"/>
                  </a:lnTo>
                  <a:lnTo>
                    <a:pt x="3421445" y="5993196"/>
                  </a:lnTo>
                  <a:lnTo>
                    <a:pt x="4102931" y="6090551"/>
                  </a:lnTo>
                  <a:lnTo>
                    <a:pt x="6669015" y="3524467"/>
                  </a:lnTo>
                  <a:lnTo>
                    <a:pt x="3240015" y="95467"/>
                  </a:lnTo>
                  <a:lnTo>
                    <a:pt x="2571750" y="0"/>
                  </a:lnTo>
                  <a:close/>
                </a:path>
              </a:pathLst>
            </a:custGeom>
            <a:solidFill>
              <a:srgbClr val="FFFFFF"/>
            </a:solidFill>
          </p:spPr>
          <p:txBody>
            <a:bodyPr wrap="square" lIns="0" tIns="0" rIns="0" bIns="0" rtlCol="0"/>
            <a:lstStyle/>
            <a:p>
              <a:endParaRPr/>
            </a:p>
          </p:txBody>
        </p:sp>
        <p:sp>
          <p:nvSpPr>
            <p:cNvPr id="8" name="object 8"/>
            <p:cNvSpPr/>
            <p:nvPr/>
          </p:nvSpPr>
          <p:spPr>
            <a:xfrm>
              <a:off x="370014" y="256965"/>
              <a:ext cx="8404225" cy="6338570"/>
            </a:xfrm>
            <a:custGeom>
              <a:avLst/>
              <a:gdLst/>
              <a:ahLst/>
              <a:cxnLst/>
              <a:rect l="l" t="t" r="r" b="b"/>
              <a:pathLst>
                <a:path w="8404225" h="6338570">
                  <a:moveTo>
                    <a:pt x="4874543" y="328970"/>
                  </a:moveTo>
                  <a:lnTo>
                    <a:pt x="8303543" y="3757971"/>
                  </a:lnTo>
                  <a:lnTo>
                    <a:pt x="5737459" y="6324055"/>
                  </a:lnTo>
                  <a:lnTo>
                    <a:pt x="5837887" y="6338402"/>
                  </a:lnTo>
                  <a:lnTo>
                    <a:pt x="8403972" y="3772317"/>
                  </a:lnTo>
                  <a:lnTo>
                    <a:pt x="4974971" y="343317"/>
                  </a:lnTo>
                  <a:lnTo>
                    <a:pt x="4874543" y="328970"/>
                  </a:lnTo>
                  <a:close/>
                </a:path>
                <a:path w="8404225" h="6338570">
                  <a:moveTo>
                    <a:pt x="2571750" y="0"/>
                  </a:moveTo>
                  <a:lnTo>
                    <a:pt x="0" y="2571751"/>
                  </a:lnTo>
                  <a:lnTo>
                    <a:pt x="3421446" y="5993196"/>
                  </a:lnTo>
                  <a:lnTo>
                    <a:pt x="3521873" y="6007543"/>
                  </a:lnTo>
                  <a:lnTo>
                    <a:pt x="100427" y="2586097"/>
                  </a:lnTo>
                  <a:lnTo>
                    <a:pt x="2672177" y="14347"/>
                  </a:lnTo>
                  <a:lnTo>
                    <a:pt x="2571750" y="0"/>
                  </a:lnTo>
                  <a:close/>
                </a:path>
              </a:pathLst>
            </a:custGeom>
            <a:solidFill>
              <a:srgbClr val="FFFFFF">
                <a:alpha val="59999"/>
              </a:srgbClr>
            </a:solidFill>
          </p:spPr>
          <p:txBody>
            <a:bodyPr wrap="square" lIns="0" tIns="0" rIns="0" bIns="0" rtlCol="0"/>
            <a:lstStyle/>
            <a:p>
              <a:endParaRPr/>
            </a:p>
          </p:txBody>
        </p:sp>
      </p:grpSp>
      <p:sp>
        <p:nvSpPr>
          <p:cNvPr id="9" name="object 9"/>
          <p:cNvSpPr txBox="1">
            <a:spLocks noGrp="1"/>
          </p:cNvSpPr>
          <p:nvPr>
            <p:ph type="title"/>
          </p:nvPr>
        </p:nvSpPr>
        <p:spPr>
          <a:xfrm>
            <a:off x="2598260" y="2702559"/>
            <a:ext cx="3945890" cy="924560"/>
          </a:xfrm>
          <a:prstGeom prst="rect">
            <a:avLst/>
          </a:prstGeom>
        </p:spPr>
        <p:txBody>
          <a:bodyPr vert="horz" wrap="square" lIns="0" tIns="12700" rIns="0" bIns="0" rtlCol="0">
            <a:spAutoFit/>
          </a:bodyPr>
          <a:lstStyle/>
          <a:p>
            <a:pPr marL="1905" algn="ctr">
              <a:lnSpc>
                <a:spcPts val="3595"/>
              </a:lnSpc>
              <a:spcBef>
                <a:spcPts val="100"/>
              </a:spcBef>
            </a:pPr>
            <a:r>
              <a:rPr sz="3100" spc="-20" dirty="0">
                <a:solidFill>
                  <a:srgbClr val="080808"/>
                </a:solidFill>
              </a:rPr>
              <a:t>Part</a:t>
            </a:r>
            <a:r>
              <a:rPr sz="3100" spc="-45" dirty="0">
                <a:solidFill>
                  <a:srgbClr val="080808"/>
                </a:solidFill>
              </a:rPr>
              <a:t> </a:t>
            </a:r>
            <a:r>
              <a:rPr sz="3100" dirty="0">
                <a:solidFill>
                  <a:srgbClr val="080808"/>
                </a:solidFill>
              </a:rPr>
              <a:t>2</a:t>
            </a:r>
            <a:endParaRPr sz="3100"/>
          </a:p>
          <a:p>
            <a:pPr algn="ctr">
              <a:lnSpc>
                <a:spcPts val="3475"/>
              </a:lnSpc>
            </a:pPr>
            <a:r>
              <a:rPr sz="3000" spc="30" dirty="0">
                <a:solidFill>
                  <a:srgbClr val="080808"/>
                </a:solidFill>
              </a:rPr>
              <a:t>Information</a:t>
            </a:r>
            <a:r>
              <a:rPr sz="3000" spc="-10" dirty="0">
                <a:solidFill>
                  <a:srgbClr val="080808"/>
                </a:solidFill>
              </a:rPr>
              <a:t> </a:t>
            </a:r>
            <a:r>
              <a:rPr sz="3000" spc="30" dirty="0">
                <a:solidFill>
                  <a:srgbClr val="080808"/>
                </a:solidFill>
              </a:rPr>
              <a:t>Architecture</a:t>
            </a:r>
            <a:endParaRPr sz="3000"/>
          </a:p>
        </p:txBody>
      </p:sp>
      <p:sp>
        <p:nvSpPr>
          <p:cNvPr id="10" name="object 10">
            <a:extLst>
              <a:ext uri="{C183D7F6-B498-43B3-948B-1728B52AA6E4}">
                <adec:decorative xmlns:adec="http://schemas.microsoft.com/office/drawing/2017/decorative" val="1"/>
              </a:ext>
            </a:extLst>
          </p:cNvPr>
          <p:cNvSpPr/>
          <p:nvPr/>
        </p:nvSpPr>
        <p:spPr>
          <a:xfrm>
            <a:off x="6589065" y="5129580"/>
            <a:ext cx="2555240" cy="1728470"/>
          </a:xfrm>
          <a:custGeom>
            <a:avLst/>
            <a:gdLst/>
            <a:ahLst/>
            <a:cxnLst/>
            <a:rect l="l" t="t" r="r" b="b"/>
            <a:pathLst>
              <a:path w="2555240" h="1728470">
                <a:moveTo>
                  <a:pt x="2554935" y="1334820"/>
                </a:moveTo>
                <a:lnTo>
                  <a:pt x="1362316" y="142201"/>
                </a:lnTo>
                <a:lnTo>
                  <a:pt x="1240307" y="264210"/>
                </a:lnTo>
                <a:lnTo>
                  <a:pt x="976122" y="0"/>
                </a:lnTo>
                <a:lnTo>
                  <a:pt x="467004" y="509117"/>
                </a:lnTo>
                <a:lnTo>
                  <a:pt x="731202" y="773315"/>
                </a:lnTo>
                <a:lnTo>
                  <a:pt x="0" y="1504518"/>
                </a:lnTo>
                <a:lnTo>
                  <a:pt x="1567319" y="1728419"/>
                </a:lnTo>
                <a:lnTo>
                  <a:pt x="2554935" y="1728419"/>
                </a:lnTo>
                <a:lnTo>
                  <a:pt x="2554935" y="1334820"/>
                </a:lnTo>
                <a:close/>
              </a:path>
            </a:pathLst>
          </a:custGeom>
          <a:solidFill>
            <a:srgbClr val="FFC000">
              <a:alpha val="39999"/>
            </a:srgbClr>
          </a:solidFill>
        </p:spPr>
        <p:txBody>
          <a:bodyPr wrap="square" lIns="0" tIns="0" rIns="0" bIns="0" rtlCol="0"/>
          <a:lstStyle/>
          <a:p>
            <a:endParaRPr/>
          </a:p>
        </p:txBody>
      </p:sp>
      <p:sp>
        <p:nvSpPr>
          <p:cNvPr id="11" name="object 11"/>
          <p:cNvSpPr txBox="1"/>
          <p:nvPr/>
        </p:nvSpPr>
        <p:spPr>
          <a:xfrm>
            <a:off x="320038" y="6428920"/>
            <a:ext cx="180975" cy="211454"/>
          </a:xfrm>
          <a:prstGeom prst="rect">
            <a:avLst/>
          </a:prstGeom>
        </p:spPr>
        <p:txBody>
          <a:bodyPr vert="horz" wrap="square" lIns="0" tIns="5080" rIns="0" bIns="0" rtlCol="0">
            <a:spAutoFit/>
          </a:bodyPr>
          <a:lstStyle/>
          <a:p>
            <a:pPr marL="12700">
              <a:lnSpc>
                <a:spcPct val="100000"/>
              </a:lnSpc>
              <a:spcBef>
                <a:spcPts val="40"/>
              </a:spcBef>
            </a:pPr>
            <a:r>
              <a:rPr sz="1200" dirty="0">
                <a:solidFill>
                  <a:srgbClr val="FFFFFF"/>
                </a:solidFill>
                <a:latin typeface="Calibri"/>
                <a:cs typeface="Calibri"/>
              </a:rPr>
              <a:t>15</a:t>
            </a:r>
            <a:endParaRPr sz="1200">
              <a:latin typeface="Calibri"/>
              <a:cs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61340" y="587247"/>
            <a:ext cx="3933825" cy="497840"/>
          </a:xfrm>
          <a:prstGeom prst="rect">
            <a:avLst/>
          </a:prstGeom>
        </p:spPr>
        <p:txBody>
          <a:bodyPr vert="horz" wrap="square" lIns="0" tIns="12700" rIns="0" bIns="0" rtlCol="0">
            <a:spAutoFit/>
          </a:bodyPr>
          <a:lstStyle/>
          <a:p>
            <a:pPr marL="12700">
              <a:lnSpc>
                <a:spcPct val="100000"/>
              </a:lnSpc>
              <a:spcBef>
                <a:spcPts val="100"/>
              </a:spcBef>
            </a:pPr>
            <a:r>
              <a:rPr sz="3100" spc="-15" dirty="0"/>
              <a:t>Information</a:t>
            </a:r>
            <a:r>
              <a:rPr sz="3100" spc="-70" dirty="0"/>
              <a:t> </a:t>
            </a:r>
            <a:r>
              <a:rPr sz="3100" spc="-15" dirty="0"/>
              <a:t>Architecture</a:t>
            </a:r>
            <a:endParaRPr sz="3100"/>
          </a:p>
        </p:txBody>
      </p:sp>
      <p:sp>
        <p:nvSpPr>
          <p:cNvPr id="3" name="object 3"/>
          <p:cNvSpPr txBox="1"/>
          <p:nvPr/>
        </p:nvSpPr>
        <p:spPr>
          <a:xfrm>
            <a:off x="561340" y="1776984"/>
            <a:ext cx="8001634" cy="3853815"/>
          </a:xfrm>
          <a:prstGeom prst="rect">
            <a:avLst/>
          </a:prstGeom>
        </p:spPr>
        <p:txBody>
          <a:bodyPr vert="horz" wrap="square" lIns="0" tIns="36830" rIns="0" bIns="0" rtlCol="0">
            <a:spAutoFit/>
          </a:bodyPr>
          <a:lstStyle/>
          <a:p>
            <a:pPr marL="355600" marR="53340" indent="-228600">
              <a:lnSpc>
                <a:spcPct val="90600"/>
              </a:lnSpc>
              <a:spcBef>
                <a:spcPts val="290"/>
              </a:spcBef>
              <a:buFont typeface="Arial MT"/>
              <a:buChar char="•"/>
              <a:tabLst>
                <a:tab pos="354965" algn="l"/>
                <a:tab pos="355600" algn="l"/>
              </a:tabLst>
            </a:pPr>
            <a:r>
              <a:rPr sz="1700" spc="-20" dirty="0">
                <a:latin typeface="Calibri"/>
                <a:cs typeface="Calibri"/>
              </a:rPr>
              <a:t>“We</a:t>
            </a:r>
            <a:r>
              <a:rPr sz="1700" spc="5" dirty="0">
                <a:latin typeface="Calibri"/>
                <a:cs typeface="Calibri"/>
              </a:rPr>
              <a:t> </a:t>
            </a:r>
            <a:r>
              <a:rPr sz="1700" spc="-10" dirty="0">
                <a:latin typeface="Calibri"/>
                <a:cs typeface="Calibri"/>
              </a:rPr>
              <a:t>define</a:t>
            </a:r>
            <a:r>
              <a:rPr sz="1700" spc="10" dirty="0">
                <a:latin typeface="Calibri"/>
                <a:cs typeface="Calibri"/>
              </a:rPr>
              <a:t> </a:t>
            </a:r>
            <a:r>
              <a:rPr sz="1700" spc="-10" dirty="0">
                <a:latin typeface="Calibri"/>
                <a:cs typeface="Calibri"/>
              </a:rPr>
              <a:t>information</a:t>
            </a:r>
            <a:r>
              <a:rPr sz="1700" dirty="0">
                <a:latin typeface="Calibri"/>
                <a:cs typeface="Calibri"/>
              </a:rPr>
              <a:t> </a:t>
            </a:r>
            <a:r>
              <a:rPr sz="1700" spc="-10" dirty="0">
                <a:latin typeface="Calibri"/>
                <a:cs typeface="Calibri"/>
              </a:rPr>
              <a:t>architecture</a:t>
            </a:r>
            <a:r>
              <a:rPr sz="1700" spc="10" dirty="0">
                <a:latin typeface="Calibri"/>
                <a:cs typeface="Calibri"/>
              </a:rPr>
              <a:t> </a:t>
            </a:r>
            <a:r>
              <a:rPr sz="1700" spc="-5" dirty="0">
                <a:latin typeface="Calibri"/>
                <a:cs typeface="Calibri"/>
              </a:rPr>
              <a:t>as</a:t>
            </a:r>
            <a:r>
              <a:rPr sz="1700" dirty="0">
                <a:latin typeface="Calibri"/>
                <a:cs typeface="Calibri"/>
              </a:rPr>
              <a:t> </a:t>
            </a:r>
            <a:r>
              <a:rPr sz="1700" spc="-5" dirty="0">
                <a:latin typeface="Calibri"/>
                <a:cs typeface="Calibri"/>
              </a:rPr>
              <a:t>the</a:t>
            </a:r>
            <a:r>
              <a:rPr sz="1700" spc="10" dirty="0">
                <a:latin typeface="Calibri"/>
                <a:cs typeface="Calibri"/>
              </a:rPr>
              <a:t> </a:t>
            </a:r>
            <a:r>
              <a:rPr sz="1700" spc="-5" dirty="0">
                <a:latin typeface="Calibri"/>
                <a:cs typeface="Calibri"/>
              </a:rPr>
              <a:t>art</a:t>
            </a:r>
            <a:r>
              <a:rPr sz="1700" spc="10" dirty="0">
                <a:latin typeface="Calibri"/>
                <a:cs typeface="Calibri"/>
              </a:rPr>
              <a:t> </a:t>
            </a:r>
            <a:r>
              <a:rPr sz="1700" spc="-5" dirty="0">
                <a:latin typeface="Calibri"/>
                <a:cs typeface="Calibri"/>
              </a:rPr>
              <a:t>and</a:t>
            </a:r>
            <a:r>
              <a:rPr sz="1700" dirty="0">
                <a:latin typeface="Calibri"/>
                <a:cs typeface="Calibri"/>
              </a:rPr>
              <a:t> </a:t>
            </a:r>
            <a:r>
              <a:rPr sz="1700" spc="-5" dirty="0">
                <a:latin typeface="Calibri"/>
                <a:cs typeface="Calibri"/>
              </a:rPr>
              <a:t>science</a:t>
            </a:r>
            <a:r>
              <a:rPr sz="1700" spc="10" dirty="0">
                <a:latin typeface="Calibri"/>
                <a:cs typeface="Calibri"/>
              </a:rPr>
              <a:t> </a:t>
            </a:r>
            <a:r>
              <a:rPr sz="1700" dirty="0">
                <a:latin typeface="Calibri"/>
                <a:cs typeface="Calibri"/>
              </a:rPr>
              <a:t>of</a:t>
            </a:r>
            <a:r>
              <a:rPr sz="1700" spc="10" dirty="0">
                <a:latin typeface="Calibri"/>
                <a:cs typeface="Calibri"/>
              </a:rPr>
              <a:t> </a:t>
            </a:r>
            <a:r>
              <a:rPr sz="1700" b="1" i="1" spc="-5" dirty="0">
                <a:latin typeface="Calibri"/>
                <a:cs typeface="Calibri"/>
              </a:rPr>
              <a:t>organizing</a:t>
            </a:r>
            <a:r>
              <a:rPr sz="1700" b="1" i="1" spc="5" dirty="0">
                <a:latin typeface="Calibri"/>
                <a:cs typeface="Calibri"/>
              </a:rPr>
              <a:t> </a:t>
            </a:r>
            <a:r>
              <a:rPr sz="1700" b="1" i="1" dirty="0">
                <a:latin typeface="Calibri"/>
                <a:cs typeface="Calibri"/>
              </a:rPr>
              <a:t>and</a:t>
            </a:r>
            <a:r>
              <a:rPr sz="1700" b="1" i="1" spc="5" dirty="0">
                <a:latin typeface="Calibri"/>
                <a:cs typeface="Calibri"/>
              </a:rPr>
              <a:t> </a:t>
            </a:r>
            <a:r>
              <a:rPr sz="1700" b="1" i="1" spc="-5" dirty="0">
                <a:latin typeface="Calibri"/>
                <a:cs typeface="Calibri"/>
              </a:rPr>
              <a:t>labelling </a:t>
            </a:r>
            <a:r>
              <a:rPr sz="1700" b="1" i="1" spc="-370" dirty="0">
                <a:latin typeface="Calibri"/>
                <a:cs typeface="Calibri"/>
              </a:rPr>
              <a:t> </a:t>
            </a:r>
            <a:r>
              <a:rPr sz="1700" b="1" i="1" spc="-5" dirty="0">
                <a:latin typeface="Calibri"/>
                <a:cs typeface="Calibri"/>
              </a:rPr>
              <a:t>websites,</a:t>
            </a:r>
            <a:r>
              <a:rPr sz="1700" b="1" i="1" dirty="0">
                <a:latin typeface="Calibri"/>
                <a:cs typeface="Calibri"/>
              </a:rPr>
              <a:t> </a:t>
            </a:r>
            <a:r>
              <a:rPr sz="1700" b="1" i="1" spc="-5" dirty="0">
                <a:latin typeface="Calibri"/>
                <a:cs typeface="Calibri"/>
              </a:rPr>
              <a:t>intranets,</a:t>
            </a:r>
            <a:r>
              <a:rPr sz="1700" b="1" i="1" dirty="0">
                <a:latin typeface="Calibri"/>
                <a:cs typeface="Calibri"/>
              </a:rPr>
              <a:t> </a:t>
            </a:r>
            <a:r>
              <a:rPr sz="1700" b="1" i="1" spc="-5" dirty="0">
                <a:latin typeface="Calibri"/>
                <a:cs typeface="Calibri"/>
              </a:rPr>
              <a:t>online</a:t>
            </a:r>
            <a:r>
              <a:rPr sz="1700" b="1" i="1" spc="5" dirty="0">
                <a:latin typeface="Calibri"/>
                <a:cs typeface="Calibri"/>
              </a:rPr>
              <a:t> </a:t>
            </a:r>
            <a:r>
              <a:rPr sz="1700" b="1" i="1" spc="-5" dirty="0">
                <a:latin typeface="Calibri"/>
                <a:cs typeface="Calibri"/>
              </a:rPr>
              <a:t>communities</a:t>
            </a:r>
            <a:r>
              <a:rPr sz="1700" b="1" i="1" spc="5" dirty="0">
                <a:latin typeface="Calibri"/>
                <a:cs typeface="Calibri"/>
              </a:rPr>
              <a:t> </a:t>
            </a:r>
            <a:r>
              <a:rPr sz="1700" b="1" i="1" dirty="0">
                <a:latin typeface="Calibri"/>
                <a:cs typeface="Calibri"/>
              </a:rPr>
              <a:t>and</a:t>
            </a:r>
            <a:r>
              <a:rPr sz="1700" b="1" i="1" spc="5" dirty="0">
                <a:latin typeface="Calibri"/>
                <a:cs typeface="Calibri"/>
              </a:rPr>
              <a:t> </a:t>
            </a:r>
            <a:r>
              <a:rPr sz="1700" b="1" i="1" spc="-5" dirty="0">
                <a:latin typeface="Calibri"/>
                <a:cs typeface="Calibri"/>
              </a:rPr>
              <a:t>software</a:t>
            </a:r>
            <a:r>
              <a:rPr sz="1700" b="1" i="1" spc="5" dirty="0">
                <a:latin typeface="Calibri"/>
                <a:cs typeface="Calibri"/>
              </a:rPr>
              <a:t> </a:t>
            </a:r>
            <a:r>
              <a:rPr sz="1700" b="1" i="1" spc="-15" dirty="0">
                <a:latin typeface="Calibri"/>
                <a:cs typeface="Calibri"/>
              </a:rPr>
              <a:t>to</a:t>
            </a:r>
            <a:r>
              <a:rPr sz="1700" b="1" i="1" spc="5" dirty="0">
                <a:latin typeface="Calibri"/>
                <a:cs typeface="Calibri"/>
              </a:rPr>
              <a:t> </a:t>
            </a:r>
            <a:r>
              <a:rPr sz="1700" b="1" i="1" dirty="0">
                <a:latin typeface="Calibri"/>
                <a:cs typeface="Calibri"/>
              </a:rPr>
              <a:t>support </a:t>
            </a:r>
            <a:r>
              <a:rPr sz="1700" b="1" i="1" spc="-30" dirty="0">
                <a:latin typeface="Calibri"/>
                <a:cs typeface="Calibri"/>
              </a:rPr>
              <a:t>usability</a:t>
            </a:r>
            <a:r>
              <a:rPr sz="1700" spc="-30" dirty="0">
                <a:latin typeface="Calibri"/>
                <a:cs typeface="Calibri"/>
              </a:rPr>
              <a:t>.” </a:t>
            </a:r>
            <a:r>
              <a:rPr sz="1700" spc="-25" dirty="0">
                <a:latin typeface="Calibri"/>
                <a:cs typeface="Calibri"/>
              </a:rPr>
              <a:t> </a:t>
            </a:r>
            <a:r>
              <a:rPr sz="1700" spc="-10" dirty="0">
                <a:latin typeface="Calibri"/>
                <a:cs typeface="Calibri"/>
              </a:rPr>
              <a:t>Information</a:t>
            </a:r>
            <a:r>
              <a:rPr sz="1700" spc="-5" dirty="0">
                <a:latin typeface="Calibri"/>
                <a:cs typeface="Calibri"/>
              </a:rPr>
              <a:t> </a:t>
            </a:r>
            <a:r>
              <a:rPr sz="1700" spc="-10" dirty="0">
                <a:latin typeface="Calibri"/>
                <a:cs typeface="Calibri"/>
              </a:rPr>
              <a:t>Architecture</a:t>
            </a:r>
            <a:r>
              <a:rPr sz="1700" spc="5" dirty="0">
                <a:latin typeface="Calibri"/>
                <a:cs typeface="Calibri"/>
              </a:rPr>
              <a:t> </a:t>
            </a:r>
            <a:r>
              <a:rPr sz="1700" spc="-10" dirty="0">
                <a:latin typeface="Calibri"/>
                <a:cs typeface="Calibri"/>
              </a:rPr>
              <a:t>Institute</a:t>
            </a:r>
            <a:endParaRPr sz="1700" dirty="0">
              <a:latin typeface="Calibri"/>
              <a:cs typeface="Calibri"/>
            </a:endParaRPr>
          </a:p>
          <a:p>
            <a:pPr>
              <a:lnSpc>
                <a:spcPct val="100000"/>
              </a:lnSpc>
              <a:spcBef>
                <a:spcPts val="10"/>
              </a:spcBef>
              <a:buFont typeface="Arial MT"/>
              <a:buChar char="•"/>
            </a:pPr>
            <a:endParaRPr sz="2400" dirty="0">
              <a:latin typeface="Calibri"/>
              <a:cs typeface="Calibri"/>
            </a:endParaRPr>
          </a:p>
          <a:p>
            <a:pPr marL="355600" marR="5080" indent="-228600">
              <a:lnSpc>
                <a:spcPct val="91200"/>
              </a:lnSpc>
              <a:buFont typeface="Arial MT"/>
              <a:buChar char="•"/>
              <a:tabLst>
                <a:tab pos="354965" algn="l"/>
                <a:tab pos="355600" algn="l"/>
              </a:tabLst>
            </a:pPr>
            <a:r>
              <a:rPr sz="1700" spc="-10" dirty="0">
                <a:latin typeface="Calibri"/>
                <a:cs typeface="Calibri"/>
              </a:rPr>
              <a:t>Information</a:t>
            </a:r>
            <a:r>
              <a:rPr sz="1700" spc="-5" dirty="0">
                <a:latin typeface="Calibri"/>
                <a:cs typeface="Calibri"/>
              </a:rPr>
              <a:t> </a:t>
            </a:r>
            <a:r>
              <a:rPr sz="1700" spc="-10" dirty="0">
                <a:latin typeface="Calibri"/>
                <a:cs typeface="Calibri"/>
              </a:rPr>
              <a:t>architecture</a:t>
            </a:r>
            <a:r>
              <a:rPr sz="1700" spc="10" dirty="0">
                <a:latin typeface="Calibri"/>
                <a:cs typeface="Calibri"/>
              </a:rPr>
              <a:t> </a:t>
            </a:r>
            <a:r>
              <a:rPr sz="1700" spc="-5" dirty="0">
                <a:latin typeface="Calibri"/>
                <a:cs typeface="Calibri"/>
              </a:rPr>
              <a:t>is</a:t>
            </a:r>
            <a:r>
              <a:rPr sz="1700" spc="5" dirty="0">
                <a:latin typeface="Calibri"/>
                <a:cs typeface="Calibri"/>
              </a:rPr>
              <a:t> </a:t>
            </a:r>
            <a:r>
              <a:rPr sz="1700" spc="-5" dirty="0">
                <a:latin typeface="Calibri"/>
                <a:cs typeface="Calibri"/>
              </a:rPr>
              <a:t>the</a:t>
            </a:r>
            <a:r>
              <a:rPr sz="1700" spc="10" dirty="0">
                <a:latin typeface="Calibri"/>
                <a:cs typeface="Calibri"/>
              </a:rPr>
              <a:t> </a:t>
            </a:r>
            <a:r>
              <a:rPr sz="1700" spc="-5" dirty="0">
                <a:latin typeface="Calibri"/>
                <a:cs typeface="Calibri"/>
              </a:rPr>
              <a:t>term</a:t>
            </a:r>
            <a:r>
              <a:rPr sz="1700" spc="5" dirty="0">
                <a:latin typeface="Calibri"/>
                <a:cs typeface="Calibri"/>
              </a:rPr>
              <a:t> </a:t>
            </a:r>
            <a:r>
              <a:rPr sz="1700" spc="-5" dirty="0">
                <a:latin typeface="Calibri"/>
                <a:cs typeface="Calibri"/>
              </a:rPr>
              <a:t>used</a:t>
            </a:r>
            <a:r>
              <a:rPr sz="1700" dirty="0">
                <a:latin typeface="Calibri"/>
                <a:cs typeface="Calibri"/>
              </a:rPr>
              <a:t> </a:t>
            </a:r>
            <a:r>
              <a:rPr sz="1700" spc="-10" dirty="0">
                <a:latin typeface="Calibri"/>
                <a:cs typeface="Calibri"/>
              </a:rPr>
              <a:t>to</a:t>
            </a:r>
            <a:r>
              <a:rPr sz="1700" spc="10" dirty="0">
                <a:latin typeface="Calibri"/>
                <a:cs typeface="Calibri"/>
              </a:rPr>
              <a:t> </a:t>
            </a:r>
            <a:r>
              <a:rPr sz="1700" spc="-5" dirty="0">
                <a:latin typeface="Calibri"/>
                <a:cs typeface="Calibri"/>
              </a:rPr>
              <a:t>describe</a:t>
            </a:r>
            <a:r>
              <a:rPr sz="1700" spc="10" dirty="0">
                <a:latin typeface="Calibri"/>
                <a:cs typeface="Calibri"/>
              </a:rPr>
              <a:t> </a:t>
            </a:r>
            <a:r>
              <a:rPr sz="1700" spc="-5" dirty="0">
                <a:latin typeface="Calibri"/>
                <a:cs typeface="Calibri"/>
              </a:rPr>
              <a:t>the</a:t>
            </a:r>
            <a:r>
              <a:rPr sz="1700" spc="5" dirty="0">
                <a:latin typeface="Calibri"/>
                <a:cs typeface="Calibri"/>
              </a:rPr>
              <a:t> </a:t>
            </a:r>
            <a:r>
              <a:rPr sz="1700" b="1" i="1" spc="-5" dirty="0">
                <a:latin typeface="Calibri"/>
                <a:cs typeface="Calibri"/>
              </a:rPr>
              <a:t>structure</a:t>
            </a:r>
            <a:r>
              <a:rPr sz="1700" b="1" i="1" spc="10" dirty="0">
                <a:latin typeface="Calibri"/>
                <a:cs typeface="Calibri"/>
              </a:rPr>
              <a:t> </a:t>
            </a:r>
            <a:r>
              <a:rPr sz="1700" b="1" i="1" dirty="0">
                <a:latin typeface="Calibri"/>
                <a:cs typeface="Calibri"/>
              </a:rPr>
              <a:t>of</a:t>
            </a:r>
            <a:r>
              <a:rPr sz="1700" b="1" i="1" spc="5" dirty="0">
                <a:latin typeface="Calibri"/>
                <a:cs typeface="Calibri"/>
              </a:rPr>
              <a:t> </a:t>
            </a:r>
            <a:r>
              <a:rPr sz="1700" b="1" i="1" dirty="0">
                <a:latin typeface="Calibri"/>
                <a:cs typeface="Calibri"/>
              </a:rPr>
              <a:t>a</a:t>
            </a:r>
            <a:r>
              <a:rPr sz="1700" b="1" i="1" spc="10" dirty="0">
                <a:latin typeface="Calibri"/>
                <a:cs typeface="Calibri"/>
              </a:rPr>
              <a:t> </a:t>
            </a:r>
            <a:r>
              <a:rPr sz="1700" b="1" i="1" spc="-10" dirty="0">
                <a:latin typeface="Calibri"/>
                <a:cs typeface="Calibri"/>
              </a:rPr>
              <a:t>system,</a:t>
            </a:r>
            <a:r>
              <a:rPr sz="1700" b="1" i="1" dirty="0">
                <a:latin typeface="Calibri"/>
                <a:cs typeface="Calibri"/>
              </a:rPr>
              <a:t> </a:t>
            </a:r>
            <a:r>
              <a:rPr sz="1700" b="1" i="1" spc="-5" dirty="0">
                <a:latin typeface="Calibri"/>
                <a:cs typeface="Calibri"/>
              </a:rPr>
              <a:t>i.e.</a:t>
            </a:r>
            <a:r>
              <a:rPr sz="1700" b="1" i="1" dirty="0">
                <a:latin typeface="Calibri"/>
                <a:cs typeface="Calibri"/>
              </a:rPr>
              <a:t> </a:t>
            </a:r>
            <a:r>
              <a:rPr sz="1700" b="1" i="1" spc="-5" dirty="0">
                <a:latin typeface="Calibri"/>
                <a:cs typeface="Calibri"/>
              </a:rPr>
              <a:t>the </a:t>
            </a:r>
            <a:r>
              <a:rPr sz="1700" b="1" i="1" spc="-370" dirty="0">
                <a:latin typeface="Calibri"/>
                <a:cs typeface="Calibri"/>
              </a:rPr>
              <a:t> </a:t>
            </a:r>
            <a:r>
              <a:rPr sz="1700" b="1" i="1" spc="-5" dirty="0">
                <a:latin typeface="Calibri"/>
                <a:cs typeface="Calibri"/>
              </a:rPr>
              <a:t>way</a:t>
            </a:r>
            <a:r>
              <a:rPr sz="1700" b="1" i="1" spc="20" dirty="0">
                <a:latin typeface="Calibri"/>
                <a:cs typeface="Calibri"/>
              </a:rPr>
              <a:t> </a:t>
            </a:r>
            <a:r>
              <a:rPr sz="1700" b="1" i="1" spc="-5" dirty="0">
                <a:latin typeface="Calibri"/>
                <a:cs typeface="Calibri"/>
              </a:rPr>
              <a:t>information</a:t>
            </a:r>
            <a:r>
              <a:rPr sz="1700" b="1" i="1" spc="25" dirty="0">
                <a:latin typeface="Calibri"/>
                <a:cs typeface="Calibri"/>
              </a:rPr>
              <a:t> </a:t>
            </a:r>
            <a:r>
              <a:rPr sz="1700" b="1" i="1" spc="-5" dirty="0">
                <a:latin typeface="Calibri"/>
                <a:cs typeface="Calibri"/>
              </a:rPr>
              <a:t>is</a:t>
            </a:r>
            <a:r>
              <a:rPr sz="1700" b="1" i="1" spc="25" dirty="0">
                <a:latin typeface="Calibri"/>
                <a:cs typeface="Calibri"/>
              </a:rPr>
              <a:t> </a:t>
            </a:r>
            <a:r>
              <a:rPr sz="1700" b="1" i="1" dirty="0">
                <a:latin typeface="Calibri"/>
                <a:cs typeface="Calibri"/>
              </a:rPr>
              <a:t>grouped,</a:t>
            </a:r>
            <a:r>
              <a:rPr sz="1700" b="1" i="1" spc="20" dirty="0">
                <a:latin typeface="Calibri"/>
                <a:cs typeface="Calibri"/>
              </a:rPr>
              <a:t> </a:t>
            </a:r>
            <a:r>
              <a:rPr sz="1700" b="1" i="1" spc="-5" dirty="0">
                <a:latin typeface="Calibri"/>
                <a:cs typeface="Calibri"/>
              </a:rPr>
              <a:t>the</a:t>
            </a:r>
            <a:r>
              <a:rPr sz="1700" b="1" i="1" spc="25" dirty="0">
                <a:latin typeface="Calibri"/>
                <a:cs typeface="Calibri"/>
              </a:rPr>
              <a:t> </a:t>
            </a:r>
            <a:r>
              <a:rPr sz="1700" b="1" i="1" spc="-5" dirty="0">
                <a:latin typeface="Calibri"/>
                <a:cs typeface="Calibri"/>
              </a:rPr>
              <a:t>navigation</a:t>
            </a:r>
            <a:r>
              <a:rPr sz="1700" b="1" i="1" spc="25" dirty="0">
                <a:latin typeface="Calibri"/>
                <a:cs typeface="Calibri"/>
              </a:rPr>
              <a:t> </a:t>
            </a:r>
            <a:r>
              <a:rPr sz="1700" b="1" i="1" spc="-5" dirty="0">
                <a:latin typeface="Calibri"/>
                <a:cs typeface="Calibri"/>
              </a:rPr>
              <a:t>methods</a:t>
            </a:r>
            <a:r>
              <a:rPr sz="1700" b="1" i="1" spc="25" dirty="0">
                <a:latin typeface="Calibri"/>
                <a:cs typeface="Calibri"/>
              </a:rPr>
              <a:t> </a:t>
            </a:r>
            <a:r>
              <a:rPr sz="1700" b="1" i="1" dirty="0">
                <a:latin typeface="Calibri"/>
                <a:cs typeface="Calibri"/>
              </a:rPr>
              <a:t>and</a:t>
            </a:r>
            <a:r>
              <a:rPr sz="1700" b="1" i="1" spc="25" dirty="0">
                <a:latin typeface="Calibri"/>
                <a:cs typeface="Calibri"/>
              </a:rPr>
              <a:t> </a:t>
            </a:r>
            <a:r>
              <a:rPr sz="1700" b="1" i="1" spc="-5" dirty="0">
                <a:latin typeface="Calibri"/>
                <a:cs typeface="Calibri"/>
              </a:rPr>
              <a:t>terminology</a:t>
            </a:r>
            <a:r>
              <a:rPr sz="1700" b="1" i="1" spc="20" dirty="0">
                <a:latin typeface="Calibri"/>
                <a:cs typeface="Calibri"/>
              </a:rPr>
              <a:t> </a:t>
            </a:r>
            <a:r>
              <a:rPr sz="1700" b="1" i="1" dirty="0">
                <a:latin typeface="Calibri"/>
                <a:cs typeface="Calibri"/>
              </a:rPr>
              <a:t>used</a:t>
            </a:r>
            <a:r>
              <a:rPr sz="1700" b="1" i="1" spc="25" dirty="0">
                <a:latin typeface="Calibri"/>
                <a:cs typeface="Calibri"/>
              </a:rPr>
              <a:t> </a:t>
            </a:r>
            <a:r>
              <a:rPr sz="1700" b="1" i="1" spc="-5" dirty="0">
                <a:latin typeface="Calibri"/>
                <a:cs typeface="Calibri"/>
              </a:rPr>
              <a:t>within </a:t>
            </a:r>
            <a:r>
              <a:rPr sz="1700" b="1" i="1" dirty="0">
                <a:latin typeface="Calibri"/>
                <a:cs typeface="Calibri"/>
              </a:rPr>
              <a:t> the </a:t>
            </a:r>
            <a:r>
              <a:rPr sz="1700" b="1" i="1" spc="-10" dirty="0">
                <a:latin typeface="Calibri"/>
                <a:cs typeface="Calibri"/>
              </a:rPr>
              <a:t>system</a:t>
            </a:r>
            <a:r>
              <a:rPr sz="1700" spc="-10" dirty="0">
                <a:latin typeface="Calibri"/>
                <a:cs typeface="Calibri"/>
              </a:rPr>
              <a:t>.</a:t>
            </a:r>
            <a:endParaRPr sz="1700" dirty="0">
              <a:latin typeface="Calibri"/>
              <a:cs typeface="Calibri"/>
            </a:endParaRPr>
          </a:p>
          <a:p>
            <a:pPr marL="355600" marR="43180" indent="-228600">
              <a:lnSpc>
                <a:spcPts val="1900"/>
              </a:lnSpc>
              <a:spcBef>
                <a:spcPts val="540"/>
              </a:spcBef>
              <a:buFont typeface="Arial MT"/>
              <a:buChar char="•"/>
              <a:tabLst>
                <a:tab pos="354965" algn="l"/>
                <a:tab pos="355600" algn="l"/>
              </a:tabLst>
            </a:pPr>
            <a:r>
              <a:rPr sz="1700" dirty="0">
                <a:latin typeface="Calibri"/>
                <a:cs typeface="Calibri"/>
              </a:rPr>
              <a:t>An</a:t>
            </a:r>
            <a:r>
              <a:rPr sz="1700" spc="-5" dirty="0">
                <a:latin typeface="Calibri"/>
                <a:cs typeface="Calibri"/>
              </a:rPr>
              <a:t> </a:t>
            </a:r>
            <a:r>
              <a:rPr sz="1700" spc="-10" dirty="0">
                <a:latin typeface="Calibri"/>
                <a:cs typeface="Calibri"/>
              </a:rPr>
              <a:t>effective</a:t>
            </a:r>
            <a:r>
              <a:rPr sz="1700" spc="5" dirty="0">
                <a:latin typeface="Calibri"/>
                <a:cs typeface="Calibri"/>
              </a:rPr>
              <a:t> </a:t>
            </a:r>
            <a:r>
              <a:rPr sz="1700" spc="-10" dirty="0">
                <a:latin typeface="Calibri"/>
                <a:cs typeface="Calibri"/>
              </a:rPr>
              <a:t>information</a:t>
            </a:r>
            <a:r>
              <a:rPr sz="1700" dirty="0">
                <a:latin typeface="Calibri"/>
                <a:cs typeface="Calibri"/>
              </a:rPr>
              <a:t> </a:t>
            </a:r>
            <a:r>
              <a:rPr sz="1700" spc="-10" dirty="0">
                <a:latin typeface="Calibri"/>
                <a:cs typeface="Calibri"/>
              </a:rPr>
              <a:t>architecture</a:t>
            </a:r>
            <a:r>
              <a:rPr sz="1700" spc="5" dirty="0">
                <a:latin typeface="Calibri"/>
                <a:cs typeface="Calibri"/>
              </a:rPr>
              <a:t> </a:t>
            </a:r>
            <a:r>
              <a:rPr sz="1700" spc="-5" dirty="0">
                <a:latin typeface="Calibri"/>
                <a:cs typeface="Calibri"/>
              </a:rPr>
              <a:t>enables</a:t>
            </a:r>
            <a:r>
              <a:rPr sz="1700" dirty="0">
                <a:latin typeface="Calibri"/>
                <a:cs typeface="Calibri"/>
              </a:rPr>
              <a:t> </a:t>
            </a:r>
            <a:r>
              <a:rPr sz="1700" spc="-5" dirty="0">
                <a:latin typeface="Calibri"/>
                <a:cs typeface="Calibri"/>
              </a:rPr>
              <a:t>people</a:t>
            </a:r>
            <a:r>
              <a:rPr sz="1700" spc="10" dirty="0">
                <a:latin typeface="Calibri"/>
                <a:cs typeface="Calibri"/>
              </a:rPr>
              <a:t> </a:t>
            </a:r>
            <a:r>
              <a:rPr sz="1700" spc="-10" dirty="0">
                <a:latin typeface="Calibri"/>
                <a:cs typeface="Calibri"/>
              </a:rPr>
              <a:t>to</a:t>
            </a:r>
            <a:r>
              <a:rPr sz="1700" spc="5" dirty="0">
                <a:latin typeface="Calibri"/>
                <a:cs typeface="Calibri"/>
              </a:rPr>
              <a:t> </a:t>
            </a:r>
            <a:r>
              <a:rPr sz="1700" spc="-10" dirty="0">
                <a:latin typeface="Calibri"/>
                <a:cs typeface="Calibri"/>
              </a:rPr>
              <a:t>step</a:t>
            </a:r>
            <a:r>
              <a:rPr sz="1700" spc="-5" dirty="0">
                <a:latin typeface="Calibri"/>
                <a:cs typeface="Calibri"/>
              </a:rPr>
              <a:t> logically</a:t>
            </a:r>
            <a:r>
              <a:rPr sz="1700" spc="10" dirty="0">
                <a:latin typeface="Calibri"/>
                <a:cs typeface="Calibri"/>
              </a:rPr>
              <a:t> </a:t>
            </a:r>
            <a:r>
              <a:rPr sz="1700" spc="-10" dirty="0">
                <a:latin typeface="Calibri"/>
                <a:cs typeface="Calibri"/>
              </a:rPr>
              <a:t>through</a:t>
            </a:r>
            <a:r>
              <a:rPr sz="1700" spc="-5" dirty="0">
                <a:latin typeface="Calibri"/>
                <a:cs typeface="Calibri"/>
              </a:rPr>
              <a:t> </a:t>
            </a:r>
            <a:r>
              <a:rPr sz="1700" dirty="0">
                <a:latin typeface="Calibri"/>
                <a:cs typeface="Calibri"/>
              </a:rPr>
              <a:t>a </a:t>
            </a:r>
            <a:r>
              <a:rPr sz="1700" spc="-15" dirty="0">
                <a:latin typeface="Calibri"/>
                <a:cs typeface="Calibri"/>
              </a:rPr>
              <a:t>system </a:t>
            </a:r>
            <a:r>
              <a:rPr sz="1700" spc="-370" dirty="0">
                <a:latin typeface="Calibri"/>
                <a:cs typeface="Calibri"/>
              </a:rPr>
              <a:t> </a:t>
            </a:r>
            <a:r>
              <a:rPr sz="1700" spc="-10" dirty="0">
                <a:latin typeface="Calibri"/>
                <a:cs typeface="Calibri"/>
              </a:rPr>
              <a:t>confident</a:t>
            </a:r>
            <a:r>
              <a:rPr sz="1700" spc="5" dirty="0">
                <a:latin typeface="Calibri"/>
                <a:cs typeface="Calibri"/>
              </a:rPr>
              <a:t> </a:t>
            </a:r>
            <a:r>
              <a:rPr sz="1700" spc="-5" dirty="0">
                <a:latin typeface="Calibri"/>
                <a:cs typeface="Calibri"/>
              </a:rPr>
              <a:t>they</a:t>
            </a:r>
            <a:r>
              <a:rPr sz="1700" spc="5" dirty="0">
                <a:latin typeface="Calibri"/>
                <a:cs typeface="Calibri"/>
              </a:rPr>
              <a:t> </a:t>
            </a:r>
            <a:r>
              <a:rPr sz="1700" spc="-15" dirty="0">
                <a:latin typeface="Calibri"/>
                <a:cs typeface="Calibri"/>
              </a:rPr>
              <a:t>are</a:t>
            </a:r>
            <a:r>
              <a:rPr sz="1700" spc="5" dirty="0">
                <a:latin typeface="Calibri"/>
                <a:cs typeface="Calibri"/>
              </a:rPr>
              <a:t> </a:t>
            </a:r>
            <a:r>
              <a:rPr sz="1700" spc="-10" dirty="0">
                <a:latin typeface="Calibri"/>
                <a:cs typeface="Calibri"/>
              </a:rPr>
              <a:t>getting</a:t>
            </a:r>
            <a:r>
              <a:rPr sz="1700" spc="5" dirty="0">
                <a:latin typeface="Calibri"/>
                <a:cs typeface="Calibri"/>
              </a:rPr>
              <a:t> </a:t>
            </a:r>
            <a:r>
              <a:rPr sz="1700" spc="-5" dirty="0">
                <a:latin typeface="Calibri"/>
                <a:cs typeface="Calibri"/>
              </a:rPr>
              <a:t>closer </a:t>
            </a:r>
            <a:r>
              <a:rPr sz="1700" spc="-10" dirty="0">
                <a:latin typeface="Calibri"/>
                <a:cs typeface="Calibri"/>
              </a:rPr>
              <a:t>to</a:t>
            </a:r>
            <a:r>
              <a:rPr sz="1700" spc="5" dirty="0">
                <a:latin typeface="Calibri"/>
                <a:cs typeface="Calibri"/>
              </a:rPr>
              <a:t> </a:t>
            </a:r>
            <a:r>
              <a:rPr sz="1700" spc="-5" dirty="0">
                <a:latin typeface="Calibri"/>
                <a:cs typeface="Calibri"/>
              </a:rPr>
              <a:t>the</a:t>
            </a:r>
            <a:r>
              <a:rPr sz="1700" spc="5" dirty="0">
                <a:latin typeface="Calibri"/>
                <a:cs typeface="Calibri"/>
              </a:rPr>
              <a:t> </a:t>
            </a:r>
            <a:r>
              <a:rPr sz="1700" spc="-10" dirty="0">
                <a:latin typeface="Calibri"/>
                <a:cs typeface="Calibri"/>
              </a:rPr>
              <a:t>information</a:t>
            </a:r>
            <a:r>
              <a:rPr sz="1700" dirty="0">
                <a:latin typeface="Calibri"/>
                <a:cs typeface="Calibri"/>
              </a:rPr>
              <a:t> </a:t>
            </a:r>
            <a:r>
              <a:rPr sz="1700" spc="-5" dirty="0">
                <a:latin typeface="Calibri"/>
                <a:cs typeface="Calibri"/>
              </a:rPr>
              <a:t>they</a:t>
            </a:r>
            <a:r>
              <a:rPr sz="1700" spc="5" dirty="0">
                <a:latin typeface="Calibri"/>
                <a:cs typeface="Calibri"/>
              </a:rPr>
              <a:t> </a:t>
            </a:r>
            <a:r>
              <a:rPr sz="1700" spc="-15" dirty="0">
                <a:latin typeface="Calibri"/>
                <a:cs typeface="Calibri"/>
              </a:rPr>
              <a:t>require.</a:t>
            </a:r>
            <a:endParaRPr sz="1700" dirty="0">
              <a:latin typeface="Calibri"/>
              <a:cs typeface="Calibri"/>
            </a:endParaRPr>
          </a:p>
          <a:p>
            <a:pPr marL="355600" marR="73660" indent="-228600">
              <a:lnSpc>
                <a:spcPts val="1800"/>
              </a:lnSpc>
              <a:spcBef>
                <a:spcPts val="575"/>
              </a:spcBef>
              <a:buFont typeface="Arial MT"/>
              <a:buChar char="•"/>
              <a:tabLst>
                <a:tab pos="354965" algn="l"/>
                <a:tab pos="355600" algn="l"/>
              </a:tabLst>
            </a:pPr>
            <a:r>
              <a:rPr sz="1700" spc="-10" dirty="0">
                <a:latin typeface="Calibri"/>
                <a:cs typeface="Calibri"/>
              </a:rPr>
              <a:t>Most</a:t>
            </a:r>
            <a:r>
              <a:rPr sz="1700" spc="10" dirty="0">
                <a:latin typeface="Calibri"/>
                <a:cs typeface="Calibri"/>
              </a:rPr>
              <a:t> </a:t>
            </a:r>
            <a:r>
              <a:rPr sz="1700" spc="-5" dirty="0">
                <a:latin typeface="Calibri"/>
                <a:cs typeface="Calibri"/>
              </a:rPr>
              <a:t>people</a:t>
            </a:r>
            <a:r>
              <a:rPr sz="1700" spc="10" dirty="0">
                <a:latin typeface="Calibri"/>
                <a:cs typeface="Calibri"/>
              </a:rPr>
              <a:t> </a:t>
            </a:r>
            <a:r>
              <a:rPr sz="1700" spc="-5" dirty="0">
                <a:latin typeface="Calibri"/>
                <a:cs typeface="Calibri"/>
              </a:rPr>
              <a:t>only</a:t>
            </a:r>
            <a:r>
              <a:rPr sz="1700" spc="10" dirty="0">
                <a:latin typeface="Calibri"/>
                <a:cs typeface="Calibri"/>
              </a:rPr>
              <a:t> </a:t>
            </a:r>
            <a:r>
              <a:rPr sz="1700" spc="-5" dirty="0">
                <a:latin typeface="Calibri"/>
                <a:cs typeface="Calibri"/>
              </a:rPr>
              <a:t>notice</a:t>
            </a:r>
            <a:r>
              <a:rPr sz="1700" spc="15" dirty="0">
                <a:latin typeface="Calibri"/>
                <a:cs typeface="Calibri"/>
              </a:rPr>
              <a:t> </a:t>
            </a:r>
            <a:r>
              <a:rPr sz="1700" spc="-10" dirty="0">
                <a:latin typeface="Calibri"/>
                <a:cs typeface="Calibri"/>
              </a:rPr>
              <a:t>information</a:t>
            </a:r>
            <a:r>
              <a:rPr sz="1700" dirty="0">
                <a:latin typeface="Calibri"/>
                <a:cs typeface="Calibri"/>
              </a:rPr>
              <a:t> </a:t>
            </a:r>
            <a:r>
              <a:rPr sz="1700" spc="-10" dirty="0">
                <a:latin typeface="Calibri"/>
                <a:cs typeface="Calibri"/>
              </a:rPr>
              <a:t>architecture</a:t>
            </a:r>
            <a:r>
              <a:rPr sz="1700" spc="10" dirty="0">
                <a:latin typeface="Calibri"/>
                <a:cs typeface="Calibri"/>
              </a:rPr>
              <a:t> </a:t>
            </a:r>
            <a:r>
              <a:rPr sz="1700" spc="-5" dirty="0">
                <a:latin typeface="Calibri"/>
                <a:cs typeface="Calibri"/>
              </a:rPr>
              <a:t>when</a:t>
            </a:r>
            <a:r>
              <a:rPr sz="1700" dirty="0">
                <a:latin typeface="Calibri"/>
                <a:cs typeface="Calibri"/>
              </a:rPr>
              <a:t> </a:t>
            </a:r>
            <a:r>
              <a:rPr sz="1700" spc="-5" dirty="0">
                <a:latin typeface="Calibri"/>
                <a:cs typeface="Calibri"/>
              </a:rPr>
              <a:t>it</a:t>
            </a:r>
            <a:r>
              <a:rPr sz="1700" spc="15" dirty="0">
                <a:latin typeface="Calibri"/>
                <a:cs typeface="Calibri"/>
              </a:rPr>
              <a:t> </a:t>
            </a:r>
            <a:r>
              <a:rPr sz="1700" spc="-5" dirty="0">
                <a:latin typeface="Calibri"/>
                <a:cs typeface="Calibri"/>
              </a:rPr>
              <a:t>is</a:t>
            </a:r>
            <a:r>
              <a:rPr sz="1700" spc="5" dirty="0">
                <a:latin typeface="Calibri"/>
                <a:cs typeface="Calibri"/>
              </a:rPr>
              <a:t> </a:t>
            </a:r>
            <a:r>
              <a:rPr sz="1700" spc="-5" dirty="0">
                <a:latin typeface="Calibri"/>
                <a:cs typeface="Calibri"/>
              </a:rPr>
              <a:t>poor</a:t>
            </a:r>
            <a:r>
              <a:rPr sz="1700" dirty="0">
                <a:latin typeface="Calibri"/>
                <a:cs typeface="Calibri"/>
              </a:rPr>
              <a:t> </a:t>
            </a:r>
            <a:r>
              <a:rPr sz="1700" spc="-5" dirty="0">
                <a:latin typeface="Calibri"/>
                <a:cs typeface="Calibri"/>
              </a:rPr>
              <a:t>and</a:t>
            </a:r>
            <a:r>
              <a:rPr sz="1700" dirty="0">
                <a:latin typeface="Calibri"/>
                <a:cs typeface="Calibri"/>
              </a:rPr>
              <a:t> </a:t>
            </a:r>
            <a:r>
              <a:rPr sz="1700" spc="-15" dirty="0">
                <a:latin typeface="Calibri"/>
                <a:cs typeface="Calibri"/>
              </a:rPr>
              <a:t>stops</a:t>
            </a:r>
            <a:r>
              <a:rPr sz="1700" spc="10" dirty="0">
                <a:latin typeface="Calibri"/>
                <a:cs typeface="Calibri"/>
              </a:rPr>
              <a:t> </a:t>
            </a:r>
            <a:r>
              <a:rPr sz="1700" spc="-5" dirty="0">
                <a:latin typeface="Calibri"/>
                <a:cs typeface="Calibri"/>
              </a:rPr>
              <a:t>them</a:t>
            </a:r>
            <a:r>
              <a:rPr sz="1700" spc="10" dirty="0">
                <a:latin typeface="Calibri"/>
                <a:cs typeface="Calibri"/>
              </a:rPr>
              <a:t> </a:t>
            </a:r>
            <a:r>
              <a:rPr sz="1700" spc="-10" dirty="0">
                <a:latin typeface="Calibri"/>
                <a:cs typeface="Calibri"/>
              </a:rPr>
              <a:t>from </a:t>
            </a:r>
            <a:r>
              <a:rPr sz="1700" spc="-370" dirty="0">
                <a:latin typeface="Calibri"/>
                <a:cs typeface="Calibri"/>
              </a:rPr>
              <a:t> </a:t>
            </a:r>
            <a:r>
              <a:rPr sz="1700" spc="-5" dirty="0">
                <a:latin typeface="Calibri"/>
                <a:cs typeface="Calibri"/>
              </a:rPr>
              <a:t>finding the</a:t>
            </a:r>
            <a:r>
              <a:rPr sz="1700" spc="5" dirty="0">
                <a:latin typeface="Calibri"/>
                <a:cs typeface="Calibri"/>
              </a:rPr>
              <a:t> </a:t>
            </a:r>
            <a:r>
              <a:rPr sz="1700" spc="-10" dirty="0">
                <a:latin typeface="Calibri"/>
                <a:cs typeface="Calibri"/>
              </a:rPr>
              <a:t>information</a:t>
            </a:r>
            <a:r>
              <a:rPr sz="1700" spc="-5" dirty="0">
                <a:latin typeface="Calibri"/>
                <a:cs typeface="Calibri"/>
              </a:rPr>
              <a:t> they</a:t>
            </a:r>
            <a:r>
              <a:rPr sz="1700" spc="5" dirty="0">
                <a:latin typeface="Calibri"/>
                <a:cs typeface="Calibri"/>
              </a:rPr>
              <a:t> </a:t>
            </a:r>
            <a:r>
              <a:rPr sz="1700" spc="-15" dirty="0">
                <a:latin typeface="Calibri"/>
                <a:cs typeface="Calibri"/>
              </a:rPr>
              <a:t>require.</a:t>
            </a:r>
            <a:endParaRPr sz="1700" dirty="0">
              <a:latin typeface="Calibri"/>
              <a:cs typeface="Calibri"/>
            </a:endParaRPr>
          </a:p>
          <a:p>
            <a:pPr>
              <a:lnSpc>
                <a:spcPct val="100000"/>
              </a:lnSpc>
              <a:spcBef>
                <a:spcPts val="30"/>
              </a:spcBef>
            </a:pPr>
            <a:endParaRPr sz="2300" dirty="0">
              <a:latin typeface="Calibri"/>
              <a:cs typeface="Calibri"/>
            </a:endParaRPr>
          </a:p>
          <a:p>
            <a:pPr marL="241300" indent="-228600">
              <a:lnSpc>
                <a:spcPct val="100000"/>
              </a:lnSpc>
              <a:buFont typeface="Arial MT"/>
              <a:buChar char="•"/>
              <a:tabLst>
                <a:tab pos="240665" algn="l"/>
                <a:tab pos="241300" algn="l"/>
              </a:tabLst>
            </a:pPr>
            <a:r>
              <a:rPr sz="1700" spc="-5" dirty="0">
                <a:latin typeface="Calibri"/>
                <a:cs typeface="Calibri"/>
              </a:rPr>
              <a:t>Ian</a:t>
            </a:r>
            <a:r>
              <a:rPr sz="1700" spc="-15" dirty="0">
                <a:latin typeface="Calibri"/>
                <a:cs typeface="Calibri"/>
              </a:rPr>
              <a:t> Barker</a:t>
            </a:r>
            <a:r>
              <a:rPr sz="1700" spc="-10" dirty="0">
                <a:latin typeface="Calibri"/>
                <a:cs typeface="Calibri"/>
              </a:rPr>
              <a:t> at</a:t>
            </a:r>
            <a:r>
              <a:rPr sz="1700" dirty="0">
                <a:latin typeface="Calibri"/>
                <a:cs typeface="Calibri"/>
              </a:rPr>
              <a:t> </a:t>
            </a:r>
            <a:r>
              <a:rPr sz="1700" spc="-35" dirty="0">
                <a:latin typeface="Calibri"/>
                <a:cs typeface="Calibri"/>
              </a:rPr>
              <a:t>Two</a:t>
            </a:r>
            <a:r>
              <a:rPr sz="1700" dirty="0">
                <a:latin typeface="Calibri"/>
                <a:cs typeface="Calibri"/>
              </a:rPr>
              <a:t> </a:t>
            </a:r>
            <a:r>
              <a:rPr sz="1700" spc="-10" dirty="0">
                <a:latin typeface="Calibri"/>
                <a:cs typeface="Calibri"/>
              </a:rPr>
              <a:t>Steps</a:t>
            </a:r>
            <a:r>
              <a:rPr sz="1700" spc="-5" dirty="0">
                <a:latin typeface="Calibri"/>
                <a:cs typeface="Calibri"/>
              </a:rPr>
              <a:t> Design</a:t>
            </a:r>
            <a:endParaRPr sz="1700" dirty="0">
              <a:latin typeface="Calibri"/>
              <a:cs typeface="Calibri"/>
            </a:endParaRPr>
          </a:p>
          <a:p>
            <a:pPr marL="241300" indent="-228600">
              <a:lnSpc>
                <a:spcPct val="100000"/>
              </a:lnSpc>
              <a:spcBef>
                <a:spcPts val="455"/>
              </a:spcBef>
              <a:buClr>
                <a:srgbClr val="000000"/>
              </a:buClr>
              <a:buFont typeface="Arial MT"/>
              <a:buChar char="•"/>
              <a:tabLst>
                <a:tab pos="240665" algn="l"/>
                <a:tab pos="241300" algn="l"/>
              </a:tabLst>
            </a:pPr>
            <a:r>
              <a:rPr sz="1700" u="sng" spc="-10" dirty="0">
                <a:solidFill>
                  <a:srgbClr val="0563C1"/>
                </a:solidFill>
                <a:uFill>
                  <a:solidFill>
                    <a:srgbClr val="0563C1"/>
                  </a:solidFill>
                </a:uFill>
                <a:latin typeface="Calibri"/>
                <a:cs typeface="Calibri"/>
                <a:hlinkClick r:id="rId2"/>
              </a:rPr>
              <a:t>http://www.steptwo.com.au/papers/kmc_whatisinfoarch/index.html</a:t>
            </a:r>
            <a:endParaRPr sz="1700" dirty="0">
              <a:latin typeface="Calibri"/>
              <a:cs typeface="Calibri"/>
            </a:endParaRPr>
          </a:p>
        </p:txBody>
      </p:sp>
      <p:sp>
        <p:nvSpPr>
          <p:cNvPr id="4" name="object 4">
            <a:extLst>
              <a:ext uri="{C183D7F6-B498-43B3-948B-1728B52AA6E4}">
                <adec:decorative xmlns:adec="http://schemas.microsoft.com/office/drawing/2017/decorative" val="1"/>
              </a:ext>
            </a:extLst>
          </p:cNvPr>
          <p:cNvSpPr/>
          <p:nvPr/>
        </p:nvSpPr>
        <p:spPr>
          <a:xfrm>
            <a:off x="8132178" y="713130"/>
            <a:ext cx="1012190" cy="2533015"/>
          </a:xfrm>
          <a:custGeom>
            <a:avLst/>
            <a:gdLst/>
            <a:ahLst/>
            <a:cxnLst/>
            <a:rect l="l" t="t" r="r" b="b"/>
            <a:pathLst>
              <a:path w="1012190" h="2533015">
                <a:moveTo>
                  <a:pt x="1011821" y="0"/>
                </a:moveTo>
                <a:lnTo>
                  <a:pt x="57035" y="1266418"/>
                </a:lnTo>
                <a:lnTo>
                  <a:pt x="207086" y="1465453"/>
                </a:lnTo>
                <a:lnTo>
                  <a:pt x="0" y="1672539"/>
                </a:lnTo>
                <a:lnTo>
                  <a:pt x="456349" y="2128888"/>
                </a:lnTo>
                <a:lnTo>
                  <a:pt x="599401" y="1985822"/>
                </a:lnTo>
                <a:lnTo>
                  <a:pt x="1011821" y="2532837"/>
                </a:lnTo>
                <a:lnTo>
                  <a:pt x="1011821" y="0"/>
                </a:lnTo>
                <a:close/>
              </a:path>
            </a:pathLst>
          </a:custGeom>
          <a:solidFill>
            <a:srgbClr val="FFC000">
              <a:alpha val="30198"/>
            </a:srgbClr>
          </a:solidFill>
        </p:spPr>
        <p:txBody>
          <a:bodyPr wrap="square" lIns="0" tIns="0" rIns="0" bIns="0" rtlCol="0"/>
          <a:lstStyle/>
          <a:p>
            <a:endParaRPr/>
          </a:p>
        </p:txBody>
      </p:sp>
      <p:sp>
        <p:nvSpPr>
          <p:cNvPr id="5" name="object 5">
            <a:extLst>
              <a:ext uri="{C183D7F6-B498-43B3-948B-1728B52AA6E4}">
                <adec:decorative xmlns:adec="http://schemas.microsoft.com/office/drawing/2017/decorative" val="1"/>
              </a:ext>
            </a:extLst>
          </p:cNvPr>
          <p:cNvSpPr/>
          <p:nvPr/>
        </p:nvSpPr>
        <p:spPr>
          <a:xfrm>
            <a:off x="0" y="4601502"/>
            <a:ext cx="803910" cy="2018030"/>
          </a:xfrm>
          <a:custGeom>
            <a:avLst/>
            <a:gdLst/>
            <a:ahLst/>
            <a:cxnLst/>
            <a:rect l="l" t="t" r="r" b="b"/>
            <a:pathLst>
              <a:path w="803910" h="2018029">
                <a:moveTo>
                  <a:pt x="803452" y="1412925"/>
                </a:moveTo>
                <a:lnTo>
                  <a:pt x="605269" y="1214742"/>
                </a:lnTo>
                <a:lnTo>
                  <a:pt x="760539" y="1008786"/>
                </a:lnTo>
                <a:lnTo>
                  <a:pt x="0" y="0"/>
                </a:lnTo>
                <a:lnTo>
                  <a:pt x="0" y="2017585"/>
                </a:lnTo>
                <a:lnTo>
                  <a:pt x="383882" y="1508391"/>
                </a:lnTo>
                <a:lnTo>
                  <a:pt x="545947" y="1670431"/>
                </a:lnTo>
                <a:lnTo>
                  <a:pt x="803452" y="1412925"/>
                </a:lnTo>
                <a:close/>
              </a:path>
            </a:pathLst>
          </a:custGeom>
          <a:solidFill>
            <a:srgbClr val="4472C4">
              <a:alpha val="30198"/>
            </a:srgbClr>
          </a:solidFill>
        </p:spPr>
        <p:txBody>
          <a:bodyPr wrap="square" lIns="0" tIns="0" rIns="0" bIns="0" rtlCol="0"/>
          <a:lstStyle/>
          <a:p>
            <a:endParaRPr/>
          </a:p>
        </p:txBody>
      </p:sp>
      <p:sp>
        <p:nvSpPr>
          <p:cNvPr id="6" name="object 6"/>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dirty="0"/>
              <a:t>18</a:t>
            </a:fld>
            <a:endParaRPr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61340" y="587247"/>
            <a:ext cx="3933825" cy="497840"/>
          </a:xfrm>
          <a:prstGeom prst="rect">
            <a:avLst/>
          </a:prstGeom>
        </p:spPr>
        <p:txBody>
          <a:bodyPr vert="horz" wrap="square" lIns="0" tIns="12700" rIns="0" bIns="0" rtlCol="0">
            <a:spAutoFit/>
          </a:bodyPr>
          <a:lstStyle/>
          <a:p>
            <a:pPr marL="12700">
              <a:lnSpc>
                <a:spcPct val="100000"/>
              </a:lnSpc>
              <a:spcBef>
                <a:spcPts val="100"/>
              </a:spcBef>
            </a:pPr>
            <a:r>
              <a:rPr sz="3100" spc="-15" dirty="0"/>
              <a:t>Information</a:t>
            </a:r>
            <a:r>
              <a:rPr sz="3100" spc="-70" dirty="0"/>
              <a:t> </a:t>
            </a:r>
            <a:r>
              <a:rPr sz="3100" spc="-15" dirty="0"/>
              <a:t>Architecture</a:t>
            </a:r>
            <a:endParaRPr sz="3100" dirty="0"/>
          </a:p>
        </p:txBody>
      </p:sp>
      <p:sp>
        <p:nvSpPr>
          <p:cNvPr id="3" name="object 3"/>
          <p:cNvSpPr txBox="1"/>
          <p:nvPr/>
        </p:nvSpPr>
        <p:spPr>
          <a:xfrm>
            <a:off x="561340" y="1611934"/>
            <a:ext cx="2696210" cy="2691186"/>
          </a:xfrm>
          <a:prstGeom prst="rect">
            <a:avLst/>
          </a:prstGeom>
        </p:spPr>
        <p:txBody>
          <a:bodyPr vert="horz" wrap="square" lIns="0" tIns="40005" rIns="0" bIns="0" rtlCol="0">
            <a:spAutoFit/>
          </a:bodyPr>
          <a:lstStyle/>
          <a:p>
            <a:pPr marL="12700" marR="36195">
              <a:lnSpc>
                <a:spcPct val="89400"/>
              </a:lnSpc>
              <a:spcBef>
                <a:spcPts val="315"/>
              </a:spcBef>
              <a:buFont typeface="Arial MT"/>
              <a:buChar char="•"/>
              <a:tabLst>
                <a:tab pos="240665" algn="l"/>
                <a:tab pos="241300" algn="l"/>
              </a:tabLst>
            </a:pPr>
            <a:r>
              <a:rPr sz="1700" spc="-5" dirty="0">
                <a:latin typeface="Calibri"/>
                <a:cs typeface="Calibri"/>
              </a:rPr>
              <a:t>Louis </a:t>
            </a:r>
            <a:r>
              <a:rPr sz="1700" spc="-15" dirty="0">
                <a:latin typeface="Calibri"/>
                <a:cs typeface="Calibri"/>
              </a:rPr>
              <a:t>Rosenfeld </a:t>
            </a:r>
            <a:r>
              <a:rPr sz="1700" spc="-5" dirty="0">
                <a:latin typeface="Calibri"/>
                <a:cs typeface="Calibri"/>
              </a:rPr>
              <a:t>and </a:t>
            </a:r>
            <a:r>
              <a:rPr sz="1700" spc="-15" dirty="0">
                <a:latin typeface="Calibri"/>
                <a:cs typeface="Calibri"/>
              </a:rPr>
              <a:t>Peter </a:t>
            </a:r>
            <a:r>
              <a:rPr sz="1700" spc="-10" dirty="0">
                <a:latin typeface="Calibri"/>
                <a:cs typeface="Calibri"/>
              </a:rPr>
              <a:t> </a:t>
            </a:r>
            <a:r>
              <a:rPr sz="1700" spc="-5" dirty="0">
                <a:latin typeface="Calibri"/>
                <a:cs typeface="Calibri"/>
              </a:rPr>
              <a:t>Morville</a:t>
            </a:r>
            <a:r>
              <a:rPr sz="1700" dirty="0">
                <a:latin typeface="Calibri"/>
                <a:cs typeface="Calibri"/>
              </a:rPr>
              <a:t> </a:t>
            </a:r>
            <a:r>
              <a:rPr sz="1700" spc="-5" dirty="0">
                <a:latin typeface="Calibri"/>
                <a:cs typeface="Calibri"/>
              </a:rPr>
              <a:t>defined</a:t>
            </a:r>
            <a:r>
              <a:rPr sz="1700" spc="-10" dirty="0">
                <a:latin typeface="Calibri"/>
                <a:cs typeface="Calibri"/>
              </a:rPr>
              <a:t> </a:t>
            </a:r>
            <a:r>
              <a:rPr sz="1700" spc="-5" dirty="0">
                <a:latin typeface="Calibri"/>
                <a:cs typeface="Calibri"/>
              </a:rPr>
              <a:t>the</a:t>
            </a:r>
            <a:r>
              <a:rPr sz="1700" dirty="0">
                <a:latin typeface="Calibri"/>
                <a:cs typeface="Calibri"/>
              </a:rPr>
              <a:t> </a:t>
            </a:r>
            <a:r>
              <a:rPr sz="1700" spc="-10" dirty="0">
                <a:latin typeface="Calibri"/>
                <a:cs typeface="Calibri"/>
              </a:rPr>
              <a:t>'three </a:t>
            </a:r>
            <a:r>
              <a:rPr sz="1700" spc="-5" dirty="0">
                <a:latin typeface="Calibri"/>
                <a:cs typeface="Calibri"/>
              </a:rPr>
              <a:t> circles </a:t>
            </a:r>
            <a:r>
              <a:rPr sz="1700" dirty="0">
                <a:latin typeface="Calibri"/>
                <a:cs typeface="Calibri"/>
              </a:rPr>
              <a:t>of </a:t>
            </a:r>
            <a:r>
              <a:rPr sz="1700" spc="-10" dirty="0">
                <a:latin typeface="Calibri"/>
                <a:cs typeface="Calibri"/>
              </a:rPr>
              <a:t>information </a:t>
            </a:r>
            <a:r>
              <a:rPr sz="1700" spc="-5" dirty="0">
                <a:latin typeface="Calibri"/>
                <a:cs typeface="Calibri"/>
              </a:rPr>
              <a:t> </a:t>
            </a:r>
            <a:r>
              <a:rPr sz="1700" spc="-10" dirty="0">
                <a:latin typeface="Calibri"/>
                <a:cs typeface="Calibri"/>
              </a:rPr>
              <a:t>architecture' </a:t>
            </a:r>
            <a:r>
              <a:rPr sz="1700" spc="-5" dirty="0">
                <a:latin typeface="Calibri"/>
                <a:cs typeface="Calibri"/>
              </a:rPr>
              <a:t>as </a:t>
            </a:r>
            <a:r>
              <a:rPr sz="1700" spc="-10" dirty="0">
                <a:latin typeface="Calibri"/>
                <a:cs typeface="Calibri"/>
              </a:rPr>
              <a:t>content, users </a:t>
            </a:r>
            <a:r>
              <a:rPr sz="1700" spc="-370" dirty="0">
                <a:latin typeface="Calibri"/>
                <a:cs typeface="Calibri"/>
              </a:rPr>
              <a:t> </a:t>
            </a:r>
            <a:r>
              <a:rPr sz="1700" spc="-5" dirty="0">
                <a:latin typeface="Calibri"/>
                <a:cs typeface="Calibri"/>
              </a:rPr>
              <a:t>and</a:t>
            </a:r>
            <a:r>
              <a:rPr sz="1700" spc="-10" dirty="0">
                <a:latin typeface="Calibri"/>
                <a:cs typeface="Calibri"/>
              </a:rPr>
              <a:t> context</a:t>
            </a:r>
            <a:r>
              <a:rPr sz="1700" dirty="0">
                <a:latin typeface="Calibri"/>
                <a:cs typeface="Calibri"/>
              </a:rPr>
              <a:t> of </a:t>
            </a:r>
            <a:r>
              <a:rPr sz="1700" spc="-5" dirty="0">
                <a:latin typeface="Calibri"/>
                <a:cs typeface="Calibri"/>
              </a:rPr>
              <a:t>use.</a:t>
            </a:r>
            <a:endParaRPr sz="1700" dirty="0">
              <a:latin typeface="Calibri"/>
              <a:cs typeface="Calibri"/>
            </a:endParaRPr>
          </a:p>
          <a:p>
            <a:pPr marL="12700" marR="5715">
              <a:lnSpc>
                <a:spcPct val="89200"/>
              </a:lnSpc>
              <a:spcBef>
                <a:spcPts val="700"/>
              </a:spcBef>
              <a:buFont typeface="Arial MT"/>
              <a:buChar char="•"/>
              <a:tabLst>
                <a:tab pos="240665" algn="l"/>
                <a:tab pos="241300" algn="l"/>
              </a:tabLst>
            </a:pPr>
            <a:r>
              <a:rPr sz="1700" spc="-10" dirty="0">
                <a:latin typeface="Calibri"/>
                <a:cs typeface="Calibri"/>
              </a:rPr>
              <a:t>From: </a:t>
            </a:r>
            <a:r>
              <a:rPr sz="1700" spc="-15" dirty="0">
                <a:latin typeface="Calibri"/>
                <a:cs typeface="Calibri"/>
              </a:rPr>
              <a:t>Rosenfeld, </a:t>
            </a:r>
            <a:r>
              <a:rPr sz="1700" spc="-5" dirty="0">
                <a:latin typeface="Calibri"/>
                <a:cs typeface="Calibri"/>
              </a:rPr>
              <a:t>Louis, and </a:t>
            </a:r>
            <a:r>
              <a:rPr sz="1700" spc="-370" dirty="0">
                <a:latin typeface="Calibri"/>
                <a:cs typeface="Calibri"/>
              </a:rPr>
              <a:t> </a:t>
            </a:r>
            <a:r>
              <a:rPr sz="1700" spc="-15" dirty="0">
                <a:latin typeface="Calibri"/>
                <a:cs typeface="Calibri"/>
              </a:rPr>
              <a:t>Peter</a:t>
            </a:r>
            <a:r>
              <a:rPr sz="1700" spc="-10" dirty="0">
                <a:latin typeface="Calibri"/>
                <a:cs typeface="Calibri"/>
              </a:rPr>
              <a:t> </a:t>
            </a:r>
            <a:r>
              <a:rPr sz="1700" spc="-5" dirty="0">
                <a:latin typeface="Calibri"/>
                <a:cs typeface="Calibri"/>
              </a:rPr>
              <a:t>Morville.</a:t>
            </a:r>
            <a:r>
              <a:rPr sz="1700" spc="-10" dirty="0">
                <a:latin typeface="Calibri"/>
                <a:cs typeface="Calibri"/>
              </a:rPr>
              <a:t> </a:t>
            </a:r>
            <a:r>
              <a:rPr sz="1700" b="1" spc="-10" dirty="0">
                <a:latin typeface="Calibri"/>
                <a:cs typeface="Calibri"/>
              </a:rPr>
              <a:t>I</a:t>
            </a:r>
            <a:r>
              <a:rPr sz="1700" b="1" spc="-20" dirty="0">
                <a:latin typeface="Calibri"/>
                <a:cs typeface="Calibri"/>
              </a:rPr>
              <a:t>,</a:t>
            </a:r>
            <a:r>
              <a:rPr sz="1700" b="1" spc="-5" dirty="0">
                <a:latin typeface="Calibri"/>
                <a:cs typeface="Calibri"/>
              </a:rPr>
              <a:t> </a:t>
            </a:r>
            <a:r>
              <a:rPr sz="1700" spc="-10" dirty="0">
                <a:latin typeface="Calibri"/>
                <a:cs typeface="Calibri"/>
              </a:rPr>
              <a:t>third </a:t>
            </a:r>
            <a:r>
              <a:rPr sz="1700" spc="-5" dirty="0">
                <a:latin typeface="Calibri"/>
                <a:cs typeface="Calibri"/>
              </a:rPr>
              <a:t>edit</a:t>
            </a:r>
            <a:r>
              <a:rPr lang="nb-NO" sz="1700" spc="-5" dirty="0">
                <a:latin typeface="Calibri"/>
                <a:cs typeface="Calibri"/>
              </a:rPr>
              <a:t> </a:t>
            </a:r>
            <a:r>
              <a:rPr sz="1700" spc="-5" dirty="0" err="1">
                <a:latin typeface="Calibri"/>
                <a:cs typeface="Calibri"/>
              </a:rPr>
              <a:t>i</a:t>
            </a:r>
            <a:r>
              <a:rPr lang="en-GB" sz="1700" b="1" spc="-10" dirty="0" err="1">
                <a:cs typeface="Calibri"/>
              </a:rPr>
              <a:t>nformation</a:t>
            </a:r>
            <a:r>
              <a:rPr lang="en-GB" sz="1700" b="1" spc="-10" dirty="0">
                <a:cs typeface="Calibri"/>
              </a:rPr>
              <a:t> </a:t>
            </a:r>
            <a:r>
              <a:rPr lang="en-GB" sz="1700" b="1" spc="-5" dirty="0">
                <a:cs typeface="Calibri"/>
              </a:rPr>
              <a:t> </a:t>
            </a:r>
            <a:r>
              <a:rPr lang="en-GB" sz="1700" b="1" spc="-10" dirty="0">
                <a:cs typeface="Calibri"/>
              </a:rPr>
              <a:t>Architecture </a:t>
            </a:r>
            <a:r>
              <a:rPr lang="en-GB" sz="1700" b="1" spc="-15" dirty="0">
                <a:cs typeface="Calibri"/>
              </a:rPr>
              <a:t>for </a:t>
            </a:r>
            <a:r>
              <a:rPr lang="en-GB" sz="1700" b="1" spc="-5" dirty="0">
                <a:cs typeface="Calibri"/>
              </a:rPr>
              <a:t>the </a:t>
            </a:r>
            <a:r>
              <a:rPr lang="en-GB" sz="1700" b="1" spc="-20" dirty="0">
                <a:cs typeface="Calibri"/>
              </a:rPr>
              <a:t>World </a:t>
            </a:r>
            <a:r>
              <a:rPr lang="en-GB" sz="1700" b="1" spc="-15" dirty="0">
                <a:cs typeface="Calibri"/>
              </a:rPr>
              <a:t> </a:t>
            </a:r>
            <a:r>
              <a:rPr lang="en-GB" sz="1700" b="1" spc="-5" dirty="0">
                <a:cs typeface="Calibri"/>
              </a:rPr>
              <a:t>Wide</a:t>
            </a:r>
            <a:r>
              <a:rPr lang="en-GB" sz="1700" b="1" spc="-15" dirty="0">
                <a:cs typeface="Calibri"/>
              </a:rPr>
              <a:t> </a:t>
            </a:r>
            <a:r>
              <a:rPr lang="en-GB" sz="1700" b="1" spc="-20" dirty="0">
                <a:cs typeface="Calibri"/>
              </a:rPr>
              <a:t>Web</a:t>
            </a:r>
            <a:r>
              <a:rPr sz="1700" spc="-5" dirty="0">
                <a:latin typeface="Calibri"/>
                <a:cs typeface="Calibri"/>
              </a:rPr>
              <a:t>on. </a:t>
            </a:r>
            <a:r>
              <a:rPr sz="1700" dirty="0">
                <a:latin typeface="Calibri"/>
                <a:cs typeface="Calibri"/>
              </a:rPr>
              <a:t> </a:t>
            </a:r>
            <a:r>
              <a:rPr sz="1700" spc="-10" dirty="0">
                <a:latin typeface="Calibri"/>
                <a:cs typeface="Calibri"/>
              </a:rPr>
              <a:t>Sebastopol, California: O‘Reilly </a:t>
            </a:r>
            <a:r>
              <a:rPr sz="1700" spc="-370" dirty="0">
                <a:latin typeface="Calibri"/>
                <a:cs typeface="Calibri"/>
              </a:rPr>
              <a:t> </a:t>
            </a:r>
            <a:r>
              <a:rPr sz="1700" dirty="0">
                <a:latin typeface="Calibri"/>
                <a:cs typeface="Calibri"/>
              </a:rPr>
              <a:t>&amp; </a:t>
            </a:r>
            <a:r>
              <a:rPr sz="1700" spc="-5" dirty="0">
                <a:latin typeface="Calibri"/>
                <a:cs typeface="Calibri"/>
              </a:rPr>
              <a:t>Associates, </a:t>
            </a:r>
            <a:r>
              <a:rPr sz="1700" dirty="0">
                <a:latin typeface="Calibri"/>
                <a:cs typeface="Calibri"/>
              </a:rPr>
              <a:t>2006.</a:t>
            </a:r>
          </a:p>
        </p:txBody>
      </p:sp>
      <p:sp>
        <p:nvSpPr>
          <p:cNvPr id="4" name="object 4">
            <a:extLst>
              <a:ext uri="{C183D7F6-B498-43B3-948B-1728B52AA6E4}">
                <adec:decorative xmlns:adec="http://schemas.microsoft.com/office/drawing/2017/decorative" val="1"/>
              </a:ext>
            </a:extLst>
          </p:cNvPr>
          <p:cNvSpPr/>
          <p:nvPr/>
        </p:nvSpPr>
        <p:spPr>
          <a:xfrm>
            <a:off x="-305" y="4839970"/>
            <a:ext cx="803910" cy="2018030"/>
          </a:xfrm>
          <a:custGeom>
            <a:avLst/>
            <a:gdLst/>
            <a:ahLst/>
            <a:cxnLst/>
            <a:rect l="l" t="t" r="r" b="b"/>
            <a:pathLst>
              <a:path w="803910" h="2018029">
                <a:moveTo>
                  <a:pt x="803452" y="1412925"/>
                </a:moveTo>
                <a:lnTo>
                  <a:pt x="605269" y="1214742"/>
                </a:lnTo>
                <a:lnTo>
                  <a:pt x="760539" y="1008786"/>
                </a:lnTo>
                <a:lnTo>
                  <a:pt x="0" y="0"/>
                </a:lnTo>
                <a:lnTo>
                  <a:pt x="0" y="2017585"/>
                </a:lnTo>
                <a:lnTo>
                  <a:pt x="383882" y="1508391"/>
                </a:lnTo>
                <a:lnTo>
                  <a:pt x="545947" y="1670431"/>
                </a:lnTo>
                <a:lnTo>
                  <a:pt x="803452" y="1412925"/>
                </a:lnTo>
                <a:close/>
              </a:path>
            </a:pathLst>
          </a:custGeom>
          <a:solidFill>
            <a:srgbClr val="4472C4">
              <a:alpha val="30198"/>
            </a:srgbClr>
          </a:solidFill>
        </p:spPr>
        <p:txBody>
          <a:bodyPr wrap="square" lIns="0" tIns="0" rIns="0" bIns="0" rtlCol="0"/>
          <a:lstStyle/>
          <a:p>
            <a:endParaRPr/>
          </a:p>
        </p:txBody>
      </p:sp>
      <p:pic>
        <p:nvPicPr>
          <p:cNvPr id="5" name="object 5" descr="Information Architecture"/>
          <p:cNvPicPr/>
          <p:nvPr/>
        </p:nvPicPr>
        <p:blipFill>
          <a:blip r:embed="rId2" cstate="print"/>
          <a:stretch>
            <a:fillRect/>
          </a:stretch>
        </p:blipFill>
        <p:spPr>
          <a:xfrm>
            <a:off x="4038600" y="1647445"/>
            <a:ext cx="4241309" cy="2361087"/>
          </a:xfrm>
          <a:prstGeom prst="rect">
            <a:avLst/>
          </a:prstGeom>
        </p:spPr>
      </p:pic>
      <p:sp>
        <p:nvSpPr>
          <p:cNvPr id="6" name="object 6">
            <a:extLst>
              <a:ext uri="{C183D7F6-B498-43B3-948B-1728B52AA6E4}">
                <adec:decorative xmlns:adec="http://schemas.microsoft.com/office/drawing/2017/decorative" val="1"/>
              </a:ext>
            </a:extLst>
          </p:cNvPr>
          <p:cNvSpPr/>
          <p:nvPr/>
        </p:nvSpPr>
        <p:spPr>
          <a:xfrm>
            <a:off x="8370570" y="238480"/>
            <a:ext cx="773430" cy="1935480"/>
          </a:xfrm>
          <a:custGeom>
            <a:avLst/>
            <a:gdLst/>
            <a:ahLst/>
            <a:cxnLst/>
            <a:rect l="l" t="t" r="r" b="b"/>
            <a:pathLst>
              <a:path w="773429" h="1935480">
                <a:moveTo>
                  <a:pt x="773125" y="0"/>
                </a:moveTo>
                <a:lnTo>
                  <a:pt x="43586" y="967651"/>
                </a:lnTo>
                <a:lnTo>
                  <a:pt x="158229" y="1119733"/>
                </a:lnTo>
                <a:lnTo>
                  <a:pt x="0" y="1277962"/>
                </a:lnTo>
                <a:lnTo>
                  <a:pt x="348691" y="1626654"/>
                </a:lnTo>
                <a:lnTo>
                  <a:pt x="458000" y="1517345"/>
                </a:lnTo>
                <a:lnTo>
                  <a:pt x="773125" y="1935302"/>
                </a:lnTo>
                <a:lnTo>
                  <a:pt x="773125" y="0"/>
                </a:lnTo>
                <a:close/>
              </a:path>
            </a:pathLst>
          </a:custGeom>
          <a:solidFill>
            <a:srgbClr val="FFC000">
              <a:alpha val="30198"/>
            </a:srgbClr>
          </a:solidFill>
        </p:spPr>
        <p:txBody>
          <a:bodyPr wrap="square" lIns="0" tIns="0" rIns="0" bIns="0" rtlCol="0"/>
          <a:lstStyle/>
          <a:p>
            <a:endParaRPr/>
          </a:p>
        </p:txBody>
      </p:sp>
      <p:sp>
        <p:nvSpPr>
          <p:cNvPr id="7" name="object 7"/>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dirty="0"/>
              <a:t>19</a:t>
            </a:fld>
            <a:endParaRPr dirty="0"/>
          </a:p>
        </p:txBody>
      </p:sp>
      <p:sp>
        <p:nvSpPr>
          <p:cNvPr id="8" name="object 3">
            <a:extLst>
              <a:ext uri="{FF2B5EF4-FFF2-40B4-BE49-F238E27FC236}">
                <a16:creationId xmlns:a16="http://schemas.microsoft.com/office/drawing/2014/main" id="{249F213B-A09C-A83F-4E65-08DD36AB1E6F}"/>
              </a:ext>
            </a:extLst>
          </p:cNvPr>
          <p:cNvSpPr txBox="1"/>
          <p:nvPr/>
        </p:nvSpPr>
        <p:spPr>
          <a:xfrm>
            <a:off x="1003074" y="4601502"/>
            <a:ext cx="7144662" cy="1281441"/>
          </a:xfrm>
          <a:prstGeom prst="rect">
            <a:avLst/>
          </a:prstGeom>
        </p:spPr>
        <p:txBody>
          <a:bodyPr vert="horz" wrap="square" lIns="0" tIns="40005" rIns="0" bIns="0" rtlCol="0">
            <a:spAutoFit/>
          </a:bodyPr>
          <a:lstStyle/>
          <a:p>
            <a:pPr marL="298450" marR="36195" indent="-285750">
              <a:lnSpc>
                <a:spcPct val="89400"/>
              </a:lnSpc>
              <a:spcBef>
                <a:spcPts val="315"/>
              </a:spcBef>
              <a:buFont typeface="Arial" panose="020B0604020202020204" pitchFamily="34" charset="0"/>
              <a:buChar char="•"/>
              <a:tabLst>
                <a:tab pos="240665" algn="l"/>
                <a:tab pos="241300" algn="l"/>
              </a:tabLst>
            </a:pPr>
            <a:r>
              <a:rPr lang="en-GB" sz="1700" dirty="0">
                <a:latin typeface="Calibri"/>
                <a:cs typeface="Calibri"/>
              </a:rPr>
              <a:t>Context = business goals, funding, politics, culture, technology, resources, constraints</a:t>
            </a:r>
          </a:p>
          <a:p>
            <a:pPr marL="298450" marR="36195" indent="-285750">
              <a:lnSpc>
                <a:spcPct val="89400"/>
              </a:lnSpc>
              <a:spcBef>
                <a:spcPts val="315"/>
              </a:spcBef>
              <a:buFont typeface="Arial" panose="020B0604020202020204" pitchFamily="34" charset="0"/>
              <a:buChar char="•"/>
              <a:tabLst>
                <a:tab pos="240665" algn="l"/>
                <a:tab pos="241300" algn="l"/>
              </a:tabLst>
            </a:pPr>
            <a:r>
              <a:rPr lang="en-GB" sz="1700" dirty="0">
                <a:latin typeface="Calibri"/>
                <a:cs typeface="Calibri"/>
              </a:rPr>
              <a:t>Content = content objectives, document and data types, volume, existing structure, governance and ownership</a:t>
            </a:r>
          </a:p>
          <a:p>
            <a:pPr marL="298450" marR="36195" indent="-285750">
              <a:lnSpc>
                <a:spcPct val="89400"/>
              </a:lnSpc>
              <a:spcBef>
                <a:spcPts val="315"/>
              </a:spcBef>
              <a:buFont typeface="Arial" panose="020B0604020202020204" pitchFamily="34" charset="0"/>
              <a:buChar char="•"/>
              <a:tabLst>
                <a:tab pos="240665" algn="l"/>
                <a:tab pos="241300" algn="l"/>
              </a:tabLst>
            </a:pPr>
            <a:r>
              <a:rPr lang="en-GB" sz="1700" dirty="0">
                <a:latin typeface="Calibri"/>
                <a:cs typeface="Calibri"/>
              </a:rPr>
              <a:t>Users = audience, tasks, needs, information-seeking behaviour, experience </a:t>
            </a:r>
            <a:endParaRPr sz="1700" dirty="0">
              <a:latin typeface="Calibri"/>
              <a:cs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61340" y="587247"/>
            <a:ext cx="5349240" cy="497840"/>
          </a:xfrm>
          <a:prstGeom prst="rect">
            <a:avLst/>
          </a:prstGeom>
        </p:spPr>
        <p:txBody>
          <a:bodyPr vert="horz" wrap="square" lIns="0" tIns="12700" rIns="0" bIns="0" rtlCol="0">
            <a:spAutoFit/>
          </a:bodyPr>
          <a:lstStyle/>
          <a:p>
            <a:pPr marL="12700">
              <a:lnSpc>
                <a:spcPct val="100000"/>
              </a:lnSpc>
              <a:spcBef>
                <a:spcPts val="100"/>
              </a:spcBef>
            </a:pPr>
            <a:r>
              <a:rPr sz="3100" spc="-5" dirty="0"/>
              <a:t>Styles</a:t>
            </a:r>
            <a:r>
              <a:rPr sz="3100" spc="-25" dirty="0"/>
              <a:t> </a:t>
            </a:r>
            <a:r>
              <a:rPr sz="3100" spc="-5" dirty="0"/>
              <a:t>of</a:t>
            </a:r>
            <a:r>
              <a:rPr sz="3100" spc="-25" dirty="0"/>
              <a:t> </a:t>
            </a:r>
            <a:r>
              <a:rPr sz="3100" spc="-15" dirty="0"/>
              <a:t>Information</a:t>
            </a:r>
            <a:r>
              <a:rPr sz="3100" spc="-20" dirty="0"/>
              <a:t> </a:t>
            </a:r>
            <a:r>
              <a:rPr sz="3100" spc="-15" dirty="0"/>
              <a:t>Architecture</a:t>
            </a:r>
            <a:endParaRPr sz="3100"/>
          </a:p>
        </p:txBody>
      </p:sp>
      <p:sp>
        <p:nvSpPr>
          <p:cNvPr id="3" name="object 3"/>
          <p:cNvSpPr txBox="1"/>
          <p:nvPr/>
        </p:nvSpPr>
        <p:spPr>
          <a:xfrm>
            <a:off x="561340" y="1776476"/>
            <a:ext cx="7943850" cy="3070860"/>
          </a:xfrm>
          <a:prstGeom prst="rect">
            <a:avLst/>
          </a:prstGeom>
        </p:spPr>
        <p:txBody>
          <a:bodyPr vert="horz" wrap="square" lIns="0" tIns="12700" rIns="0" bIns="0" rtlCol="0">
            <a:spAutoFit/>
          </a:bodyPr>
          <a:lstStyle/>
          <a:p>
            <a:pPr marL="241300" indent="-228600">
              <a:lnSpc>
                <a:spcPct val="100000"/>
              </a:lnSpc>
              <a:spcBef>
                <a:spcPts val="100"/>
              </a:spcBef>
              <a:buFont typeface="Arial MT"/>
              <a:buChar char="•"/>
              <a:tabLst>
                <a:tab pos="240665" algn="l"/>
                <a:tab pos="241300" algn="l"/>
              </a:tabLst>
            </a:pPr>
            <a:r>
              <a:rPr sz="1800" spc="-10" dirty="0">
                <a:latin typeface="Calibri"/>
                <a:cs typeface="Calibri"/>
              </a:rPr>
              <a:t>There</a:t>
            </a:r>
            <a:r>
              <a:rPr sz="1800" spc="15" dirty="0">
                <a:latin typeface="Calibri"/>
                <a:cs typeface="Calibri"/>
              </a:rPr>
              <a:t> </a:t>
            </a:r>
            <a:r>
              <a:rPr sz="1800" spc="-10" dirty="0">
                <a:latin typeface="Calibri"/>
                <a:cs typeface="Calibri"/>
              </a:rPr>
              <a:t>are</a:t>
            </a:r>
            <a:r>
              <a:rPr sz="1800" spc="15" dirty="0">
                <a:latin typeface="Calibri"/>
                <a:cs typeface="Calibri"/>
              </a:rPr>
              <a:t> </a:t>
            </a:r>
            <a:r>
              <a:rPr sz="1800" spc="-10" dirty="0">
                <a:latin typeface="Calibri"/>
                <a:cs typeface="Calibri"/>
              </a:rPr>
              <a:t>two</a:t>
            </a:r>
            <a:r>
              <a:rPr sz="1800" spc="10" dirty="0">
                <a:latin typeface="Calibri"/>
                <a:cs typeface="Calibri"/>
              </a:rPr>
              <a:t> </a:t>
            </a:r>
            <a:r>
              <a:rPr sz="1800" spc="-5" dirty="0">
                <a:latin typeface="Calibri"/>
                <a:cs typeface="Calibri"/>
              </a:rPr>
              <a:t>main</a:t>
            </a:r>
            <a:r>
              <a:rPr sz="1800" spc="15" dirty="0">
                <a:latin typeface="Calibri"/>
                <a:cs typeface="Calibri"/>
              </a:rPr>
              <a:t> </a:t>
            </a:r>
            <a:r>
              <a:rPr sz="1800" spc="-5" dirty="0">
                <a:latin typeface="Calibri"/>
                <a:cs typeface="Calibri"/>
              </a:rPr>
              <a:t>approaches</a:t>
            </a:r>
            <a:r>
              <a:rPr sz="1800" spc="5" dirty="0">
                <a:latin typeface="Calibri"/>
                <a:cs typeface="Calibri"/>
              </a:rPr>
              <a:t> </a:t>
            </a:r>
            <a:r>
              <a:rPr sz="1800" spc="-15" dirty="0">
                <a:latin typeface="Calibri"/>
                <a:cs typeface="Calibri"/>
              </a:rPr>
              <a:t>to</a:t>
            </a:r>
            <a:r>
              <a:rPr sz="1800" spc="10" dirty="0">
                <a:latin typeface="Calibri"/>
                <a:cs typeface="Calibri"/>
              </a:rPr>
              <a:t> </a:t>
            </a:r>
            <a:r>
              <a:rPr sz="1800" spc="-5" dirty="0">
                <a:latin typeface="Calibri"/>
                <a:cs typeface="Calibri"/>
              </a:rPr>
              <a:t>defining</a:t>
            </a:r>
            <a:r>
              <a:rPr sz="1800" spc="10" dirty="0">
                <a:latin typeface="Calibri"/>
                <a:cs typeface="Calibri"/>
              </a:rPr>
              <a:t> </a:t>
            </a:r>
            <a:r>
              <a:rPr sz="1800" dirty="0">
                <a:latin typeface="Calibri"/>
                <a:cs typeface="Calibri"/>
              </a:rPr>
              <a:t>an</a:t>
            </a:r>
            <a:r>
              <a:rPr sz="1800" spc="15" dirty="0">
                <a:latin typeface="Calibri"/>
                <a:cs typeface="Calibri"/>
              </a:rPr>
              <a:t> </a:t>
            </a:r>
            <a:r>
              <a:rPr sz="1800" spc="-10" dirty="0">
                <a:latin typeface="Calibri"/>
                <a:cs typeface="Calibri"/>
              </a:rPr>
              <a:t>information</a:t>
            </a:r>
            <a:r>
              <a:rPr sz="1800" spc="15" dirty="0">
                <a:latin typeface="Calibri"/>
                <a:cs typeface="Calibri"/>
              </a:rPr>
              <a:t> </a:t>
            </a:r>
            <a:r>
              <a:rPr sz="1800" spc="-10" dirty="0">
                <a:latin typeface="Calibri"/>
                <a:cs typeface="Calibri"/>
              </a:rPr>
              <a:t>architecture.</a:t>
            </a:r>
            <a:r>
              <a:rPr sz="1800" spc="5" dirty="0">
                <a:latin typeface="Calibri"/>
                <a:cs typeface="Calibri"/>
              </a:rPr>
              <a:t> </a:t>
            </a:r>
            <a:r>
              <a:rPr sz="1800" spc="-5" dirty="0">
                <a:latin typeface="Calibri"/>
                <a:cs typeface="Calibri"/>
              </a:rPr>
              <a:t>These</a:t>
            </a:r>
            <a:r>
              <a:rPr sz="1800" spc="15" dirty="0">
                <a:latin typeface="Calibri"/>
                <a:cs typeface="Calibri"/>
              </a:rPr>
              <a:t> </a:t>
            </a:r>
            <a:r>
              <a:rPr sz="1800" spc="-10" dirty="0">
                <a:latin typeface="Calibri"/>
                <a:cs typeface="Calibri"/>
              </a:rPr>
              <a:t>are:</a:t>
            </a:r>
            <a:endParaRPr sz="1800">
              <a:latin typeface="Calibri"/>
              <a:cs typeface="Calibri"/>
            </a:endParaRPr>
          </a:p>
          <a:p>
            <a:pPr>
              <a:lnSpc>
                <a:spcPct val="100000"/>
              </a:lnSpc>
              <a:buFont typeface="Arial MT"/>
              <a:buChar char="•"/>
            </a:pPr>
            <a:endParaRPr sz="2600">
              <a:latin typeface="Calibri"/>
              <a:cs typeface="Calibri"/>
            </a:endParaRPr>
          </a:p>
          <a:p>
            <a:pPr marL="355600" marR="341630" lvl="1" indent="-228600">
              <a:lnSpc>
                <a:spcPct val="89600"/>
              </a:lnSpc>
              <a:buFont typeface="Arial MT"/>
              <a:buChar char="•"/>
              <a:tabLst>
                <a:tab pos="354965" algn="l"/>
                <a:tab pos="355600" algn="l"/>
              </a:tabLst>
            </a:pPr>
            <a:r>
              <a:rPr sz="1800" u="sng" spc="-25" dirty="0">
                <a:uFill>
                  <a:solidFill>
                    <a:srgbClr val="000000"/>
                  </a:solidFill>
                </a:uFill>
                <a:latin typeface="Calibri"/>
                <a:cs typeface="Calibri"/>
              </a:rPr>
              <a:t>Top-down</a:t>
            </a:r>
            <a:r>
              <a:rPr sz="1800" u="sng" dirty="0">
                <a:uFill>
                  <a:solidFill>
                    <a:srgbClr val="000000"/>
                  </a:solidFill>
                </a:uFill>
                <a:latin typeface="Calibri"/>
                <a:cs typeface="Calibri"/>
              </a:rPr>
              <a:t> </a:t>
            </a:r>
            <a:r>
              <a:rPr sz="1800" u="sng" spc="-10" dirty="0">
                <a:uFill>
                  <a:solidFill>
                    <a:srgbClr val="000000"/>
                  </a:solidFill>
                </a:uFill>
                <a:latin typeface="Calibri"/>
                <a:cs typeface="Calibri"/>
              </a:rPr>
              <a:t>information</a:t>
            </a:r>
            <a:r>
              <a:rPr sz="1800" u="sng" spc="5" dirty="0">
                <a:uFill>
                  <a:solidFill>
                    <a:srgbClr val="000000"/>
                  </a:solidFill>
                </a:uFill>
                <a:latin typeface="Calibri"/>
                <a:cs typeface="Calibri"/>
              </a:rPr>
              <a:t> </a:t>
            </a:r>
            <a:r>
              <a:rPr sz="1800" u="sng" spc="-10" dirty="0">
                <a:uFill>
                  <a:solidFill>
                    <a:srgbClr val="000000"/>
                  </a:solidFill>
                </a:uFill>
                <a:latin typeface="Calibri"/>
                <a:cs typeface="Calibri"/>
              </a:rPr>
              <a:t>architecture</a:t>
            </a:r>
            <a:r>
              <a:rPr sz="1800" spc="15" dirty="0">
                <a:latin typeface="Calibri"/>
                <a:cs typeface="Calibri"/>
              </a:rPr>
              <a:t> </a:t>
            </a:r>
            <a:r>
              <a:rPr sz="1800" spc="-5" dirty="0">
                <a:latin typeface="Calibri"/>
                <a:cs typeface="Calibri"/>
              </a:rPr>
              <a:t>This</a:t>
            </a:r>
            <a:r>
              <a:rPr sz="1800" dirty="0">
                <a:latin typeface="Calibri"/>
                <a:cs typeface="Calibri"/>
              </a:rPr>
              <a:t> </a:t>
            </a:r>
            <a:r>
              <a:rPr sz="1800" spc="-10" dirty="0">
                <a:latin typeface="Calibri"/>
                <a:cs typeface="Calibri"/>
              </a:rPr>
              <a:t>involves</a:t>
            </a:r>
            <a:r>
              <a:rPr sz="1800" spc="-5" dirty="0">
                <a:latin typeface="Calibri"/>
                <a:cs typeface="Calibri"/>
              </a:rPr>
              <a:t> </a:t>
            </a:r>
            <a:r>
              <a:rPr sz="1800" b="1" i="1" spc="-5" dirty="0">
                <a:latin typeface="Calibri"/>
                <a:cs typeface="Calibri"/>
              </a:rPr>
              <a:t>developing</a:t>
            </a:r>
            <a:r>
              <a:rPr sz="1800" b="1" i="1" spc="5" dirty="0">
                <a:latin typeface="Calibri"/>
                <a:cs typeface="Calibri"/>
              </a:rPr>
              <a:t> </a:t>
            </a:r>
            <a:r>
              <a:rPr sz="1800" b="1" i="1" dirty="0">
                <a:latin typeface="Calibri"/>
                <a:cs typeface="Calibri"/>
              </a:rPr>
              <a:t>a</a:t>
            </a:r>
            <a:r>
              <a:rPr sz="1800" b="1" i="1" spc="5" dirty="0">
                <a:latin typeface="Calibri"/>
                <a:cs typeface="Calibri"/>
              </a:rPr>
              <a:t> </a:t>
            </a:r>
            <a:r>
              <a:rPr sz="1800" b="1" i="1" spc="-5" dirty="0">
                <a:latin typeface="Calibri"/>
                <a:cs typeface="Calibri"/>
              </a:rPr>
              <a:t>broad </a:t>
            </a:r>
            <a:r>
              <a:rPr sz="1800" b="1" i="1" dirty="0">
                <a:latin typeface="Calibri"/>
                <a:cs typeface="Calibri"/>
              </a:rPr>
              <a:t> </a:t>
            </a:r>
            <a:r>
              <a:rPr sz="1800" b="1" i="1" spc="-5" dirty="0">
                <a:latin typeface="Calibri"/>
                <a:cs typeface="Calibri"/>
              </a:rPr>
              <a:t>understanding</a:t>
            </a:r>
            <a:r>
              <a:rPr sz="1800" b="1" i="1" dirty="0">
                <a:latin typeface="Calibri"/>
                <a:cs typeface="Calibri"/>
              </a:rPr>
              <a:t> of</a:t>
            </a:r>
            <a:r>
              <a:rPr sz="1800" b="1" i="1" spc="15" dirty="0">
                <a:latin typeface="Calibri"/>
                <a:cs typeface="Calibri"/>
              </a:rPr>
              <a:t> </a:t>
            </a:r>
            <a:r>
              <a:rPr sz="1800" b="1" i="1" dirty="0">
                <a:latin typeface="Calibri"/>
                <a:cs typeface="Calibri"/>
              </a:rPr>
              <a:t>the</a:t>
            </a:r>
            <a:r>
              <a:rPr sz="1800" b="1" i="1" spc="10" dirty="0">
                <a:latin typeface="Calibri"/>
                <a:cs typeface="Calibri"/>
              </a:rPr>
              <a:t> </a:t>
            </a:r>
            <a:r>
              <a:rPr sz="1800" b="1" i="1" spc="-5" dirty="0">
                <a:latin typeface="Calibri"/>
                <a:cs typeface="Calibri"/>
              </a:rPr>
              <a:t>business</a:t>
            </a:r>
            <a:r>
              <a:rPr sz="1800" b="1" i="1" spc="10" dirty="0">
                <a:latin typeface="Calibri"/>
                <a:cs typeface="Calibri"/>
              </a:rPr>
              <a:t> </a:t>
            </a:r>
            <a:r>
              <a:rPr sz="1800" b="1" i="1" spc="-10" dirty="0">
                <a:latin typeface="Calibri"/>
                <a:cs typeface="Calibri"/>
              </a:rPr>
              <a:t>strategies</a:t>
            </a:r>
            <a:r>
              <a:rPr sz="1800" b="1" i="1" spc="10" dirty="0">
                <a:latin typeface="Calibri"/>
                <a:cs typeface="Calibri"/>
              </a:rPr>
              <a:t> </a:t>
            </a:r>
            <a:r>
              <a:rPr sz="1800" b="1" i="1" spc="-5" dirty="0">
                <a:latin typeface="Calibri"/>
                <a:cs typeface="Calibri"/>
              </a:rPr>
              <a:t>and</a:t>
            </a:r>
            <a:r>
              <a:rPr sz="1800" b="1" i="1" spc="5" dirty="0">
                <a:latin typeface="Calibri"/>
                <a:cs typeface="Calibri"/>
              </a:rPr>
              <a:t> </a:t>
            </a:r>
            <a:r>
              <a:rPr sz="1800" b="1" i="1" dirty="0">
                <a:latin typeface="Calibri"/>
                <a:cs typeface="Calibri"/>
              </a:rPr>
              <a:t>user</a:t>
            </a:r>
            <a:r>
              <a:rPr sz="1800" b="1" i="1" spc="10" dirty="0">
                <a:latin typeface="Calibri"/>
                <a:cs typeface="Calibri"/>
              </a:rPr>
              <a:t> </a:t>
            </a:r>
            <a:r>
              <a:rPr sz="1800" b="1" i="1" spc="-5" dirty="0">
                <a:latin typeface="Calibri"/>
                <a:cs typeface="Calibri"/>
              </a:rPr>
              <a:t>needs,</a:t>
            </a:r>
            <a:r>
              <a:rPr sz="1800" b="1" i="1" dirty="0">
                <a:latin typeface="Calibri"/>
                <a:cs typeface="Calibri"/>
              </a:rPr>
              <a:t> </a:t>
            </a:r>
            <a:r>
              <a:rPr sz="1800" b="1" i="1" spc="-5" dirty="0">
                <a:latin typeface="Calibri"/>
                <a:cs typeface="Calibri"/>
              </a:rPr>
              <a:t>before</a:t>
            </a:r>
            <a:r>
              <a:rPr sz="1800" b="1" i="1" spc="10" dirty="0">
                <a:latin typeface="Calibri"/>
                <a:cs typeface="Calibri"/>
              </a:rPr>
              <a:t> </a:t>
            </a:r>
            <a:r>
              <a:rPr sz="1800" b="1" i="1" spc="-5" dirty="0">
                <a:latin typeface="Calibri"/>
                <a:cs typeface="Calibri"/>
              </a:rPr>
              <a:t>defining</a:t>
            </a:r>
            <a:r>
              <a:rPr sz="1800" b="1" i="1" spc="5" dirty="0">
                <a:latin typeface="Calibri"/>
                <a:cs typeface="Calibri"/>
              </a:rPr>
              <a:t> </a:t>
            </a:r>
            <a:r>
              <a:rPr sz="1800" b="1" i="1" dirty="0">
                <a:latin typeface="Calibri"/>
                <a:cs typeface="Calibri"/>
              </a:rPr>
              <a:t>the </a:t>
            </a:r>
            <a:r>
              <a:rPr sz="1800" b="1" i="1" spc="-390" dirty="0">
                <a:latin typeface="Calibri"/>
                <a:cs typeface="Calibri"/>
              </a:rPr>
              <a:t> </a:t>
            </a:r>
            <a:r>
              <a:rPr sz="1800" b="1" i="1" spc="-5" dirty="0">
                <a:latin typeface="Calibri"/>
                <a:cs typeface="Calibri"/>
              </a:rPr>
              <a:t>high-level</a:t>
            </a:r>
            <a:r>
              <a:rPr sz="1800" b="1" i="1" dirty="0">
                <a:latin typeface="Calibri"/>
                <a:cs typeface="Calibri"/>
              </a:rPr>
              <a:t> </a:t>
            </a:r>
            <a:r>
              <a:rPr sz="1800" b="1" i="1" spc="-5" dirty="0">
                <a:latin typeface="Calibri"/>
                <a:cs typeface="Calibri"/>
              </a:rPr>
              <a:t>structure</a:t>
            </a:r>
            <a:r>
              <a:rPr sz="1800" b="1" i="1" spc="10" dirty="0">
                <a:latin typeface="Calibri"/>
                <a:cs typeface="Calibri"/>
              </a:rPr>
              <a:t> </a:t>
            </a:r>
            <a:r>
              <a:rPr sz="1800" b="1" i="1" dirty="0">
                <a:latin typeface="Calibri"/>
                <a:cs typeface="Calibri"/>
              </a:rPr>
              <a:t>of</a:t>
            </a:r>
            <a:r>
              <a:rPr sz="1800" b="1" i="1" spc="15" dirty="0">
                <a:latin typeface="Calibri"/>
                <a:cs typeface="Calibri"/>
              </a:rPr>
              <a:t> </a:t>
            </a:r>
            <a:r>
              <a:rPr sz="1800" b="1" i="1" spc="-10" dirty="0">
                <a:latin typeface="Calibri"/>
                <a:cs typeface="Calibri"/>
              </a:rPr>
              <a:t>site</a:t>
            </a:r>
            <a:r>
              <a:rPr sz="1800" spc="-10" dirty="0">
                <a:latin typeface="Calibri"/>
                <a:cs typeface="Calibri"/>
              </a:rPr>
              <a:t>,</a:t>
            </a:r>
            <a:r>
              <a:rPr sz="1800" spc="10" dirty="0">
                <a:latin typeface="Calibri"/>
                <a:cs typeface="Calibri"/>
              </a:rPr>
              <a:t> </a:t>
            </a:r>
            <a:r>
              <a:rPr sz="1800" dirty="0">
                <a:latin typeface="Calibri"/>
                <a:cs typeface="Calibri"/>
              </a:rPr>
              <a:t>and</a:t>
            </a:r>
            <a:r>
              <a:rPr sz="1800" spc="15" dirty="0">
                <a:latin typeface="Calibri"/>
                <a:cs typeface="Calibri"/>
              </a:rPr>
              <a:t> </a:t>
            </a:r>
            <a:r>
              <a:rPr sz="1800" spc="-5" dirty="0">
                <a:latin typeface="Calibri"/>
                <a:cs typeface="Calibri"/>
              </a:rPr>
              <a:t>finally</a:t>
            </a:r>
            <a:r>
              <a:rPr sz="1800" spc="5" dirty="0">
                <a:latin typeface="Calibri"/>
                <a:cs typeface="Calibri"/>
              </a:rPr>
              <a:t> </a:t>
            </a:r>
            <a:r>
              <a:rPr sz="1800" spc="-5" dirty="0">
                <a:latin typeface="Calibri"/>
                <a:cs typeface="Calibri"/>
              </a:rPr>
              <a:t>the</a:t>
            </a:r>
            <a:r>
              <a:rPr sz="1800" spc="15" dirty="0">
                <a:latin typeface="Calibri"/>
                <a:cs typeface="Calibri"/>
              </a:rPr>
              <a:t> </a:t>
            </a:r>
            <a:r>
              <a:rPr sz="1800" spc="-10" dirty="0">
                <a:latin typeface="Calibri"/>
                <a:cs typeface="Calibri"/>
              </a:rPr>
              <a:t>detailed</a:t>
            </a:r>
            <a:r>
              <a:rPr sz="1800" spc="15" dirty="0">
                <a:latin typeface="Calibri"/>
                <a:cs typeface="Calibri"/>
              </a:rPr>
              <a:t> </a:t>
            </a:r>
            <a:r>
              <a:rPr sz="1800" spc="-10" dirty="0">
                <a:latin typeface="Calibri"/>
                <a:cs typeface="Calibri"/>
              </a:rPr>
              <a:t>relationships</a:t>
            </a:r>
            <a:r>
              <a:rPr sz="1800" dirty="0">
                <a:latin typeface="Calibri"/>
                <a:cs typeface="Calibri"/>
              </a:rPr>
              <a:t> </a:t>
            </a:r>
            <a:r>
              <a:rPr sz="1800" spc="-5" dirty="0">
                <a:latin typeface="Calibri"/>
                <a:cs typeface="Calibri"/>
              </a:rPr>
              <a:t>between </a:t>
            </a:r>
            <a:r>
              <a:rPr sz="1800" dirty="0">
                <a:latin typeface="Calibri"/>
                <a:cs typeface="Calibri"/>
              </a:rPr>
              <a:t> </a:t>
            </a:r>
            <a:r>
              <a:rPr sz="1800" spc="-10" dirty="0">
                <a:latin typeface="Calibri"/>
                <a:cs typeface="Calibri"/>
              </a:rPr>
              <a:t>content.</a:t>
            </a:r>
            <a:endParaRPr sz="1800">
              <a:latin typeface="Calibri"/>
              <a:cs typeface="Calibri"/>
            </a:endParaRPr>
          </a:p>
          <a:p>
            <a:pPr lvl="1">
              <a:lnSpc>
                <a:spcPct val="100000"/>
              </a:lnSpc>
              <a:spcBef>
                <a:spcPts val="40"/>
              </a:spcBef>
              <a:buFont typeface="Arial MT"/>
              <a:buChar char="•"/>
            </a:pPr>
            <a:endParaRPr sz="2550">
              <a:latin typeface="Calibri"/>
              <a:cs typeface="Calibri"/>
            </a:endParaRPr>
          </a:p>
          <a:p>
            <a:pPr marL="355600" marR="66040" lvl="1" indent="-228600">
              <a:lnSpc>
                <a:spcPct val="89600"/>
              </a:lnSpc>
              <a:buFont typeface="Arial MT"/>
              <a:buChar char="•"/>
              <a:tabLst>
                <a:tab pos="354965" algn="l"/>
                <a:tab pos="355600" algn="l"/>
              </a:tabLst>
            </a:pPr>
            <a:r>
              <a:rPr sz="1800" u="sng" spc="-10" dirty="0">
                <a:uFill>
                  <a:solidFill>
                    <a:srgbClr val="000000"/>
                  </a:solidFill>
                </a:uFill>
                <a:latin typeface="Calibri"/>
                <a:cs typeface="Calibri"/>
              </a:rPr>
              <a:t>Bottom-up</a:t>
            </a:r>
            <a:r>
              <a:rPr sz="1800" u="sng" spc="5" dirty="0">
                <a:uFill>
                  <a:solidFill>
                    <a:srgbClr val="000000"/>
                  </a:solidFill>
                </a:uFill>
                <a:latin typeface="Calibri"/>
                <a:cs typeface="Calibri"/>
              </a:rPr>
              <a:t> </a:t>
            </a:r>
            <a:r>
              <a:rPr sz="1800" u="sng" spc="-10" dirty="0">
                <a:uFill>
                  <a:solidFill>
                    <a:srgbClr val="000000"/>
                  </a:solidFill>
                </a:uFill>
                <a:latin typeface="Calibri"/>
                <a:cs typeface="Calibri"/>
              </a:rPr>
              <a:t>information</a:t>
            </a:r>
            <a:r>
              <a:rPr sz="1800" u="sng" spc="5" dirty="0">
                <a:uFill>
                  <a:solidFill>
                    <a:srgbClr val="000000"/>
                  </a:solidFill>
                </a:uFill>
                <a:latin typeface="Calibri"/>
                <a:cs typeface="Calibri"/>
              </a:rPr>
              <a:t> </a:t>
            </a:r>
            <a:r>
              <a:rPr sz="1800" u="sng" spc="-10" dirty="0">
                <a:uFill>
                  <a:solidFill>
                    <a:srgbClr val="000000"/>
                  </a:solidFill>
                </a:uFill>
                <a:latin typeface="Calibri"/>
                <a:cs typeface="Calibri"/>
              </a:rPr>
              <a:t>architecture</a:t>
            </a:r>
            <a:r>
              <a:rPr sz="1800" u="sng" spc="15" dirty="0">
                <a:uFill>
                  <a:solidFill>
                    <a:srgbClr val="000000"/>
                  </a:solidFill>
                </a:uFill>
                <a:latin typeface="Calibri"/>
                <a:cs typeface="Calibri"/>
              </a:rPr>
              <a:t> </a:t>
            </a:r>
            <a:r>
              <a:rPr sz="1800" spc="-5" dirty="0">
                <a:latin typeface="Calibri"/>
                <a:cs typeface="Calibri"/>
              </a:rPr>
              <a:t>This</a:t>
            </a:r>
            <a:r>
              <a:rPr sz="1800" dirty="0">
                <a:latin typeface="Calibri"/>
                <a:cs typeface="Calibri"/>
              </a:rPr>
              <a:t> </a:t>
            </a:r>
            <a:r>
              <a:rPr sz="1800" spc="-10" dirty="0">
                <a:latin typeface="Calibri"/>
                <a:cs typeface="Calibri"/>
              </a:rPr>
              <a:t>involves</a:t>
            </a:r>
            <a:r>
              <a:rPr sz="1800" spc="-5" dirty="0">
                <a:latin typeface="Calibri"/>
                <a:cs typeface="Calibri"/>
              </a:rPr>
              <a:t> </a:t>
            </a:r>
            <a:r>
              <a:rPr sz="1800" b="1" i="1" spc="-5" dirty="0">
                <a:latin typeface="Calibri"/>
                <a:cs typeface="Calibri"/>
              </a:rPr>
              <a:t>understanding</a:t>
            </a:r>
            <a:r>
              <a:rPr sz="1800" b="1" i="1" dirty="0">
                <a:latin typeface="Calibri"/>
                <a:cs typeface="Calibri"/>
              </a:rPr>
              <a:t> the</a:t>
            </a:r>
            <a:r>
              <a:rPr sz="1800" b="1" i="1" spc="5" dirty="0">
                <a:latin typeface="Calibri"/>
                <a:cs typeface="Calibri"/>
              </a:rPr>
              <a:t> </a:t>
            </a:r>
            <a:r>
              <a:rPr sz="1800" b="1" i="1" spc="-10" dirty="0">
                <a:latin typeface="Calibri"/>
                <a:cs typeface="Calibri"/>
              </a:rPr>
              <a:t>detailed </a:t>
            </a:r>
            <a:r>
              <a:rPr sz="1800" b="1" i="1" spc="-5" dirty="0">
                <a:latin typeface="Calibri"/>
                <a:cs typeface="Calibri"/>
              </a:rPr>
              <a:t> relationships</a:t>
            </a:r>
            <a:r>
              <a:rPr sz="1800" b="1" i="1" spc="15" dirty="0">
                <a:latin typeface="Calibri"/>
                <a:cs typeface="Calibri"/>
              </a:rPr>
              <a:t> </a:t>
            </a:r>
            <a:r>
              <a:rPr sz="1800" b="1" i="1" spc="-5" dirty="0">
                <a:latin typeface="Calibri"/>
                <a:cs typeface="Calibri"/>
              </a:rPr>
              <a:t>between</a:t>
            </a:r>
            <a:r>
              <a:rPr sz="1800" b="1" i="1" spc="15" dirty="0">
                <a:latin typeface="Calibri"/>
                <a:cs typeface="Calibri"/>
              </a:rPr>
              <a:t> </a:t>
            </a:r>
            <a:r>
              <a:rPr sz="1800" b="1" i="1" spc="-15" dirty="0">
                <a:latin typeface="Calibri"/>
                <a:cs typeface="Calibri"/>
              </a:rPr>
              <a:t>content,</a:t>
            </a:r>
            <a:r>
              <a:rPr sz="1800" b="1" i="1" spc="10" dirty="0">
                <a:latin typeface="Calibri"/>
                <a:cs typeface="Calibri"/>
              </a:rPr>
              <a:t> </a:t>
            </a:r>
            <a:r>
              <a:rPr sz="1800" b="1" i="1" spc="-5" dirty="0">
                <a:latin typeface="Calibri"/>
                <a:cs typeface="Calibri"/>
              </a:rPr>
              <a:t>creating</a:t>
            </a:r>
            <a:r>
              <a:rPr sz="1800" b="1" i="1" spc="20" dirty="0">
                <a:latin typeface="Calibri"/>
                <a:cs typeface="Calibri"/>
              </a:rPr>
              <a:t> </a:t>
            </a:r>
            <a:r>
              <a:rPr sz="1800" b="1" i="1" spc="-5" dirty="0">
                <a:latin typeface="Calibri"/>
                <a:cs typeface="Calibri"/>
              </a:rPr>
              <a:t>walkthroughs</a:t>
            </a:r>
            <a:r>
              <a:rPr sz="1800" b="1" i="1" spc="15" dirty="0">
                <a:latin typeface="Calibri"/>
                <a:cs typeface="Calibri"/>
              </a:rPr>
              <a:t> </a:t>
            </a:r>
            <a:r>
              <a:rPr sz="1800" b="1" i="1" dirty="0">
                <a:latin typeface="Calibri"/>
                <a:cs typeface="Calibri"/>
              </a:rPr>
              <a:t>(or</a:t>
            </a:r>
            <a:r>
              <a:rPr sz="1800" b="1" i="1" spc="15" dirty="0">
                <a:latin typeface="Calibri"/>
                <a:cs typeface="Calibri"/>
              </a:rPr>
              <a:t> </a:t>
            </a:r>
            <a:r>
              <a:rPr sz="1800" b="1" i="1" spc="-5" dirty="0">
                <a:latin typeface="Calibri"/>
                <a:cs typeface="Calibri"/>
              </a:rPr>
              <a:t>storyboards)</a:t>
            </a:r>
            <a:r>
              <a:rPr sz="1800" b="1" i="1" spc="15" dirty="0">
                <a:latin typeface="Calibri"/>
                <a:cs typeface="Calibri"/>
              </a:rPr>
              <a:t> </a:t>
            </a:r>
            <a:r>
              <a:rPr sz="1800" b="1" i="1" spc="-10" dirty="0">
                <a:latin typeface="Calibri"/>
                <a:cs typeface="Calibri"/>
              </a:rPr>
              <a:t>to</a:t>
            </a:r>
            <a:r>
              <a:rPr sz="1800" b="1" i="1" spc="20" dirty="0">
                <a:latin typeface="Calibri"/>
                <a:cs typeface="Calibri"/>
              </a:rPr>
              <a:t> </a:t>
            </a:r>
            <a:r>
              <a:rPr sz="1800" b="1" i="1" spc="-5" dirty="0">
                <a:latin typeface="Calibri"/>
                <a:cs typeface="Calibri"/>
              </a:rPr>
              <a:t>show </a:t>
            </a:r>
            <a:r>
              <a:rPr sz="1800" b="1" i="1" spc="-395" dirty="0">
                <a:latin typeface="Calibri"/>
                <a:cs typeface="Calibri"/>
              </a:rPr>
              <a:t> </a:t>
            </a:r>
            <a:r>
              <a:rPr sz="1800" b="1" i="1" spc="-5" dirty="0">
                <a:latin typeface="Calibri"/>
                <a:cs typeface="Calibri"/>
              </a:rPr>
              <a:t>how</a:t>
            </a:r>
            <a:r>
              <a:rPr sz="1800" b="1" i="1" dirty="0">
                <a:latin typeface="Calibri"/>
                <a:cs typeface="Calibri"/>
              </a:rPr>
              <a:t> the</a:t>
            </a:r>
            <a:r>
              <a:rPr sz="1800" b="1" i="1" spc="10" dirty="0">
                <a:latin typeface="Calibri"/>
                <a:cs typeface="Calibri"/>
              </a:rPr>
              <a:t> </a:t>
            </a:r>
            <a:r>
              <a:rPr sz="1800" b="1" i="1" spc="-15" dirty="0">
                <a:latin typeface="Calibri"/>
                <a:cs typeface="Calibri"/>
              </a:rPr>
              <a:t>system</a:t>
            </a:r>
            <a:r>
              <a:rPr sz="1800" b="1" i="1" spc="10" dirty="0">
                <a:latin typeface="Calibri"/>
                <a:cs typeface="Calibri"/>
              </a:rPr>
              <a:t> </a:t>
            </a:r>
            <a:r>
              <a:rPr sz="1800" b="1" i="1" spc="-10" dirty="0">
                <a:latin typeface="Calibri"/>
                <a:cs typeface="Calibri"/>
              </a:rPr>
              <a:t>could</a:t>
            </a:r>
            <a:r>
              <a:rPr sz="1800" b="1" i="1" spc="5" dirty="0">
                <a:latin typeface="Calibri"/>
                <a:cs typeface="Calibri"/>
              </a:rPr>
              <a:t> </a:t>
            </a:r>
            <a:r>
              <a:rPr sz="1800" b="1" i="1" spc="-5" dirty="0">
                <a:latin typeface="Calibri"/>
                <a:cs typeface="Calibri"/>
              </a:rPr>
              <a:t>support</a:t>
            </a:r>
            <a:r>
              <a:rPr sz="1800" b="1" i="1" spc="10" dirty="0">
                <a:latin typeface="Calibri"/>
                <a:cs typeface="Calibri"/>
              </a:rPr>
              <a:t> </a:t>
            </a:r>
            <a:r>
              <a:rPr sz="1800" b="1" i="1" spc="-5" dirty="0">
                <a:latin typeface="Calibri"/>
                <a:cs typeface="Calibri"/>
              </a:rPr>
              <a:t>specific</a:t>
            </a:r>
            <a:r>
              <a:rPr sz="1800" b="1" i="1" dirty="0">
                <a:latin typeface="Calibri"/>
                <a:cs typeface="Calibri"/>
              </a:rPr>
              <a:t> user</a:t>
            </a:r>
            <a:r>
              <a:rPr sz="1800" b="1" i="1" spc="10" dirty="0">
                <a:latin typeface="Calibri"/>
                <a:cs typeface="Calibri"/>
              </a:rPr>
              <a:t> </a:t>
            </a:r>
            <a:r>
              <a:rPr sz="1800" b="1" i="1" spc="-5" dirty="0">
                <a:latin typeface="Calibri"/>
                <a:cs typeface="Calibri"/>
              </a:rPr>
              <a:t>requirements</a:t>
            </a:r>
            <a:r>
              <a:rPr sz="1800" b="1" i="1" spc="30" dirty="0">
                <a:latin typeface="Calibri"/>
                <a:cs typeface="Calibri"/>
              </a:rPr>
              <a:t> </a:t>
            </a:r>
            <a:r>
              <a:rPr sz="1800" dirty="0">
                <a:latin typeface="Calibri"/>
                <a:cs typeface="Calibri"/>
              </a:rPr>
              <a:t>and</a:t>
            </a:r>
            <a:r>
              <a:rPr sz="1800" spc="15" dirty="0">
                <a:latin typeface="Calibri"/>
                <a:cs typeface="Calibri"/>
              </a:rPr>
              <a:t> </a:t>
            </a:r>
            <a:r>
              <a:rPr sz="1800" dirty="0">
                <a:latin typeface="Calibri"/>
                <a:cs typeface="Calibri"/>
              </a:rPr>
              <a:t>then</a:t>
            </a:r>
            <a:r>
              <a:rPr sz="1800" spc="15" dirty="0">
                <a:latin typeface="Calibri"/>
                <a:cs typeface="Calibri"/>
              </a:rPr>
              <a:t> </a:t>
            </a:r>
            <a:r>
              <a:rPr sz="1800" spc="-5" dirty="0">
                <a:latin typeface="Calibri"/>
                <a:cs typeface="Calibri"/>
              </a:rPr>
              <a:t>considering </a:t>
            </a:r>
            <a:r>
              <a:rPr sz="1800" dirty="0">
                <a:latin typeface="Calibri"/>
                <a:cs typeface="Calibri"/>
              </a:rPr>
              <a:t> the</a:t>
            </a:r>
            <a:r>
              <a:rPr sz="1800" spc="10" dirty="0">
                <a:latin typeface="Calibri"/>
                <a:cs typeface="Calibri"/>
              </a:rPr>
              <a:t> </a:t>
            </a:r>
            <a:r>
              <a:rPr sz="1800" spc="-10" dirty="0">
                <a:latin typeface="Calibri"/>
                <a:cs typeface="Calibri"/>
              </a:rPr>
              <a:t>higher-level</a:t>
            </a:r>
            <a:r>
              <a:rPr sz="1800" spc="5" dirty="0">
                <a:latin typeface="Calibri"/>
                <a:cs typeface="Calibri"/>
              </a:rPr>
              <a:t> </a:t>
            </a:r>
            <a:r>
              <a:rPr sz="1800" spc="-10" dirty="0">
                <a:latin typeface="Calibri"/>
                <a:cs typeface="Calibri"/>
              </a:rPr>
              <a:t>structure</a:t>
            </a:r>
            <a:r>
              <a:rPr sz="1800" spc="15" dirty="0">
                <a:latin typeface="Calibri"/>
                <a:cs typeface="Calibri"/>
              </a:rPr>
              <a:t> </a:t>
            </a:r>
            <a:r>
              <a:rPr sz="1800" spc="-5" dirty="0">
                <a:latin typeface="Calibri"/>
                <a:cs typeface="Calibri"/>
              </a:rPr>
              <a:t>that</a:t>
            </a:r>
            <a:r>
              <a:rPr sz="1800" dirty="0">
                <a:latin typeface="Calibri"/>
                <a:cs typeface="Calibri"/>
              </a:rPr>
              <a:t> will</a:t>
            </a:r>
            <a:r>
              <a:rPr sz="1800" spc="10" dirty="0">
                <a:latin typeface="Calibri"/>
                <a:cs typeface="Calibri"/>
              </a:rPr>
              <a:t> </a:t>
            </a:r>
            <a:r>
              <a:rPr sz="1800" dirty="0">
                <a:latin typeface="Calibri"/>
                <a:cs typeface="Calibri"/>
              </a:rPr>
              <a:t>be</a:t>
            </a:r>
            <a:r>
              <a:rPr sz="1800" spc="15" dirty="0">
                <a:latin typeface="Calibri"/>
                <a:cs typeface="Calibri"/>
              </a:rPr>
              <a:t> </a:t>
            </a:r>
            <a:r>
              <a:rPr sz="1800" spc="-10" dirty="0">
                <a:latin typeface="Calibri"/>
                <a:cs typeface="Calibri"/>
              </a:rPr>
              <a:t>required</a:t>
            </a:r>
            <a:r>
              <a:rPr sz="1800" spc="15" dirty="0">
                <a:latin typeface="Calibri"/>
                <a:cs typeface="Calibri"/>
              </a:rPr>
              <a:t> </a:t>
            </a:r>
            <a:r>
              <a:rPr sz="1800" spc="-15" dirty="0">
                <a:latin typeface="Calibri"/>
                <a:cs typeface="Calibri"/>
              </a:rPr>
              <a:t>to</a:t>
            </a:r>
            <a:r>
              <a:rPr sz="1800" spc="5" dirty="0">
                <a:latin typeface="Calibri"/>
                <a:cs typeface="Calibri"/>
              </a:rPr>
              <a:t> </a:t>
            </a:r>
            <a:r>
              <a:rPr sz="1800" dirty="0">
                <a:latin typeface="Calibri"/>
                <a:cs typeface="Calibri"/>
              </a:rPr>
              <a:t>support</a:t>
            </a:r>
            <a:r>
              <a:rPr sz="1800" spc="5" dirty="0">
                <a:latin typeface="Calibri"/>
                <a:cs typeface="Calibri"/>
              </a:rPr>
              <a:t> </a:t>
            </a:r>
            <a:r>
              <a:rPr sz="1800" spc="-5" dirty="0">
                <a:latin typeface="Calibri"/>
                <a:cs typeface="Calibri"/>
              </a:rPr>
              <a:t>these</a:t>
            </a:r>
            <a:r>
              <a:rPr sz="1800" spc="15" dirty="0">
                <a:latin typeface="Calibri"/>
                <a:cs typeface="Calibri"/>
              </a:rPr>
              <a:t> </a:t>
            </a:r>
            <a:r>
              <a:rPr sz="1800" spc="-10" dirty="0">
                <a:latin typeface="Calibri"/>
                <a:cs typeface="Calibri"/>
              </a:rPr>
              <a:t>requirements.</a:t>
            </a:r>
            <a:endParaRPr sz="1800">
              <a:latin typeface="Calibri"/>
              <a:cs typeface="Calibri"/>
            </a:endParaRPr>
          </a:p>
        </p:txBody>
      </p:sp>
      <p:sp>
        <p:nvSpPr>
          <p:cNvPr id="4" name="object 4">
            <a:extLst>
              <a:ext uri="{C183D7F6-B498-43B3-948B-1728B52AA6E4}">
                <adec:decorative xmlns:adec="http://schemas.microsoft.com/office/drawing/2017/decorative" val="1"/>
              </a:ext>
            </a:extLst>
          </p:cNvPr>
          <p:cNvSpPr/>
          <p:nvPr/>
        </p:nvSpPr>
        <p:spPr>
          <a:xfrm>
            <a:off x="8132178" y="713130"/>
            <a:ext cx="1012190" cy="2533015"/>
          </a:xfrm>
          <a:custGeom>
            <a:avLst/>
            <a:gdLst/>
            <a:ahLst/>
            <a:cxnLst/>
            <a:rect l="l" t="t" r="r" b="b"/>
            <a:pathLst>
              <a:path w="1012190" h="2533015">
                <a:moveTo>
                  <a:pt x="1011821" y="0"/>
                </a:moveTo>
                <a:lnTo>
                  <a:pt x="57035" y="1266418"/>
                </a:lnTo>
                <a:lnTo>
                  <a:pt x="207086" y="1465453"/>
                </a:lnTo>
                <a:lnTo>
                  <a:pt x="0" y="1672539"/>
                </a:lnTo>
                <a:lnTo>
                  <a:pt x="456349" y="2128888"/>
                </a:lnTo>
                <a:lnTo>
                  <a:pt x="599401" y="1985822"/>
                </a:lnTo>
                <a:lnTo>
                  <a:pt x="1011821" y="2532837"/>
                </a:lnTo>
                <a:lnTo>
                  <a:pt x="1011821" y="0"/>
                </a:lnTo>
                <a:close/>
              </a:path>
            </a:pathLst>
          </a:custGeom>
          <a:solidFill>
            <a:srgbClr val="FFC000">
              <a:alpha val="30198"/>
            </a:srgbClr>
          </a:solidFill>
        </p:spPr>
        <p:txBody>
          <a:bodyPr wrap="square" lIns="0" tIns="0" rIns="0" bIns="0" rtlCol="0"/>
          <a:lstStyle/>
          <a:p>
            <a:endParaRPr/>
          </a:p>
        </p:txBody>
      </p:sp>
      <p:sp>
        <p:nvSpPr>
          <p:cNvPr id="5" name="object 5">
            <a:extLst>
              <a:ext uri="{C183D7F6-B498-43B3-948B-1728B52AA6E4}">
                <adec:decorative xmlns:adec="http://schemas.microsoft.com/office/drawing/2017/decorative" val="1"/>
              </a:ext>
            </a:extLst>
          </p:cNvPr>
          <p:cNvSpPr/>
          <p:nvPr/>
        </p:nvSpPr>
        <p:spPr>
          <a:xfrm>
            <a:off x="0" y="4601502"/>
            <a:ext cx="803910" cy="2018030"/>
          </a:xfrm>
          <a:custGeom>
            <a:avLst/>
            <a:gdLst/>
            <a:ahLst/>
            <a:cxnLst/>
            <a:rect l="l" t="t" r="r" b="b"/>
            <a:pathLst>
              <a:path w="803910" h="2018029">
                <a:moveTo>
                  <a:pt x="803452" y="1412925"/>
                </a:moveTo>
                <a:lnTo>
                  <a:pt x="605269" y="1214742"/>
                </a:lnTo>
                <a:lnTo>
                  <a:pt x="760539" y="1008786"/>
                </a:lnTo>
                <a:lnTo>
                  <a:pt x="0" y="0"/>
                </a:lnTo>
                <a:lnTo>
                  <a:pt x="0" y="2017585"/>
                </a:lnTo>
                <a:lnTo>
                  <a:pt x="383882" y="1508391"/>
                </a:lnTo>
                <a:lnTo>
                  <a:pt x="545947" y="1670431"/>
                </a:lnTo>
                <a:lnTo>
                  <a:pt x="803452" y="1412925"/>
                </a:lnTo>
                <a:close/>
              </a:path>
            </a:pathLst>
          </a:custGeom>
          <a:solidFill>
            <a:srgbClr val="4472C4">
              <a:alpha val="30198"/>
            </a:srgbClr>
          </a:solidFill>
        </p:spPr>
        <p:txBody>
          <a:bodyPr wrap="square" lIns="0" tIns="0" rIns="0" bIns="0" rtlCol="0"/>
          <a:lstStyle/>
          <a:p>
            <a:endParaRPr/>
          </a:p>
        </p:txBody>
      </p:sp>
      <p:sp>
        <p:nvSpPr>
          <p:cNvPr id="6" name="object 6"/>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dirty="0"/>
              <a:t>20</a:t>
            </a:fld>
            <a:endParaRPr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61340" y="587247"/>
            <a:ext cx="5349240" cy="497840"/>
          </a:xfrm>
          <a:prstGeom prst="rect">
            <a:avLst/>
          </a:prstGeom>
        </p:spPr>
        <p:txBody>
          <a:bodyPr vert="horz" wrap="square" lIns="0" tIns="12700" rIns="0" bIns="0" rtlCol="0">
            <a:spAutoFit/>
          </a:bodyPr>
          <a:lstStyle/>
          <a:p>
            <a:pPr marL="12700">
              <a:lnSpc>
                <a:spcPct val="100000"/>
              </a:lnSpc>
              <a:spcBef>
                <a:spcPts val="100"/>
              </a:spcBef>
            </a:pPr>
            <a:r>
              <a:rPr sz="3100" spc="-5" dirty="0"/>
              <a:t>Styles</a:t>
            </a:r>
            <a:r>
              <a:rPr sz="3100" spc="-25" dirty="0"/>
              <a:t> </a:t>
            </a:r>
            <a:r>
              <a:rPr sz="3100" spc="-5" dirty="0"/>
              <a:t>of</a:t>
            </a:r>
            <a:r>
              <a:rPr sz="3100" spc="-25" dirty="0"/>
              <a:t> </a:t>
            </a:r>
            <a:r>
              <a:rPr sz="3100" spc="-15" dirty="0"/>
              <a:t>Information</a:t>
            </a:r>
            <a:r>
              <a:rPr sz="3100" spc="-20" dirty="0"/>
              <a:t> </a:t>
            </a:r>
            <a:r>
              <a:rPr sz="3100" spc="-15" dirty="0"/>
              <a:t>Architecture</a:t>
            </a:r>
            <a:endParaRPr sz="3100"/>
          </a:p>
        </p:txBody>
      </p:sp>
      <p:sp>
        <p:nvSpPr>
          <p:cNvPr id="3" name="object 3"/>
          <p:cNvSpPr txBox="1"/>
          <p:nvPr/>
        </p:nvSpPr>
        <p:spPr>
          <a:xfrm>
            <a:off x="561340" y="1776984"/>
            <a:ext cx="7796530" cy="2137701"/>
          </a:xfrm>
          <a:prstGeom prst="rect">
            <a:avLst/>
          </a:prstGeom>
        </p:spPr>
        <p:txBody>
          <a:bodyPr vert="horz" wrap="square" lIns="0" tIns="12700" rIns="0" bIns="0" rtlCol="0">
            <a:spAutoFit/>
          </a:bodyPr>
          <a:lstStyle/>
          <a:p>
            <a:pPr marL="241300" indent="-228600">
              <a:lnSpc>
                <a:spcPct val="100000"/>
              </a:lnSpc>
              <a:spcBef>
                <a:spcPts val="100"/>
              </a:spcBef>
              <a:buFont typeface="Arial MT"/>
              <a:buChar char="•"/>
              <a:tabLst>
                <a:tab pos="240665" algn="l"/>
                <a:tab pos="241300" algn="l"/>
              </a:tabLst>
            </a:pPr>
            <a:r>
              <a:rPr sz="1700" b="1" i="1" spc="-5" dirty="0">
                <a:latin typeface="Calibri"/>
                <a:cs typeface="Calibri"/>
              </a:rPr>
              <a:t>Both</a:t>
            </a:r>
            <a:r>
              <a:rPr sz="1700" b="1" i="1" spc="5" dirty="0">
                <a:latin typeface="Calibri"/>
                <a:cs typeface="Calibri"/>
              </a:rPr>
              <a:t> </a:t>
            </a:r>
            <a:r>
              <a:rPr sz="1700" b="1" i="1" dirty="0">
                <a:latin typeface="Calibri"/>
                <a:cs typeface="Calibri"/>
              </a:rPr>
              <a:t>of </a:t>
            </a:r>
            <a:r>
              <a:rPr sz="1700" b="1" i="1" spc="-5" dirty="0">
                <a:latin typeface="Calibri"/>
                <a:cs typeface="Calibri"/>
              </a:rPr>
              <a:t>these</a:t>
            </a:r>
            <a:r>
              <a:rPr sz="1700" b="1" i="1" spc="5" dirty="0">
                <a:latin typeface="Calibri"/>
                <a:cs typeface="Calibri"/>
              </a:rPr>
              <a:t> </a:t>
            </a:r>
            <a:r>
              <a:rPr sz="1700" b="1" i="1" spc="-5" dirty="0">
                <a:latin typeface="Calibri"/>
                <a:cs typeface="Calibri"/>
              </a:rPr>
              <a:t>techniques</a:t>
            </a:r>
            <a:r>
              <a:rPr sz="1700" b="1" i="1" spc="10" dirty="0">
                <a:latin typeface="Calibri"/>
                <a:cs typeface="Calibri"/>
              </a:rPr>
              <a:t> </a:t>
            </a:r>
            <a:r>
              <a:rPr sz="1700" b="1" i="1" dirty="0">
                <a:latin typeface="Calibri"/>
                <a:cs typeface="Calibri"/>
              </a:rPr>
              <a:t>are</a:t>
            </a:r>
            <a:r>
              <a:rPr sz="1700" b="1" i="1" spc="5" dirty="0">
                <a:latin typeface="Calibri"/>
                <a:cs typeface="Calibri"/>
              </a:rPr>
              <a:t> </a:t>
            </a:r>
            <a:r>
              <a:rPr sz="1700" b="1" i="1" spc="-10" dirty="0">
                <a:latin typeface="Calibri"/>
                <a:cs typeface="Calibri"/>
              </a:rPr>
              <a:t>important </a:t>
            </a:r>
            <a:r>
              <a:rPr sz="1700" spc="-5" dirty="0">
                <a:latin typeface="Calibri"/>
                <a:cs typeface="Calibri"/>
              </a:rPr>
              <a:t>in</a:t>
            </a:r>
            <a:r>
              <a:rPr sz="1700" dirty="0">
                <a:latin typeface="Calibri"/>
                <a:cs typeface="Calibri"/>
              </a:rPr>
              <a:t> a </a:t>
            </a:r>
            <a:r>
              <a:rPr sz="1700" spc="-5" dirty="0">
                <a:latin typeface="Calibri"/>
                <a:cs typeface="Calibri"/>
              </a:rPr>
              <a:t>project.</a:t>
            </a:r>
            <a:endParaRPr sz="1700" dirty="0">
              <a:latin typeface="Calibri"/>
              <a:cs typeface="Calibri"/>
            </a:endParaRPr>
          </a:p>
          <a:p>
            <a:pPr>
              <a:lnSpc>
                <a:spcPct val="100000"/>
              </a:lnSpc>
              <a:buFont typeface="Arial MT"/>
              <a:buChar char="•"/>
            </a:pPr>
            <a:endParaRPr sz="2550" dirty="0">
              <a:latin typeface="Calibri"/>
              <a:cs typeface="Calibri"/>
            </a:endParaRPr>
          </a:p>
          <a:p>
            <a:pPr marL="469900" marR="126364" lvl="1" indent="-228600">
              <a:lnSpc>
                <a:spcPts val="1800"/>
              </a:lnSpc>
              <a:buFont typeface="Arial MT"/>
              <a:buChar char="•"/>
              <a:tabLst>
                <a:tab pos="469265" algn="l"/>
                <a:tab pos="469900" algn="l"/>
              </a:tabLst>
            </a:pPr>
            <a:r>
              <a:rPr sz="1700" dirty="0">
                <a:latin typeface="Calibri"/>
                <a:cs typeface="Calibri"/>
              </a:rPr>
              <a:t>A</a:t>
            </a:r>
            <a:r>
              <a:rPr sz="1700" spc="10" dirty="0">
                <a:latin typeface="Calibri"/>
                <a:cs typeface="Calibri"/>
              </a:rPr>
              <a:t> </a:t>
            </a:r>
            <a:r>
              <a:rPr sz="1700" spc="-5" dirty="0">
                <a:latin typeface="Calibri"/>
                <a:cs typeface="Calibri"/>
              </a:rPr>
              <a:t>project</a:t>
            </a:r>
            <a:r>
              <a:rPr sz="1700" spc="10" dirty="0">
                <a:latin typeface="Calibri"/>
                <a:cs typeface="Calibri"/>
              </a:rPr>
              <a:t> </a:t>
            </a:r>
            <a:r>
              <a:rPr sz="1700" spc="-10" dirty="0">
                <a:latin typeface="Calibri"/>
                <a:cs typeface="Calibri"/>
              </a:rPr>
              <a:t>that</a:t>
            </a:r>
            <a:r>
              <a:rPr sz="1700" spc="10" dirty="0">
                <a:latin typeface="Calibri"/>
                <a:cs typeface="Calibri"/>
              </a:rPr>
              <a:t> </a:t>
            </a:r>
            <a:r>
              <a:rPr sz="1700" spc="-10" dirty="0">
                <a:latin typeface="Calibri"/>
                <a:cs typeface="Calibri"/>
              </a:rPr>
              <a:t>ignores</a:t>
            </a:r>
            <a:r>
              <a:rPr sz="1700" spc="5" dirty="0">
                <a:latin typeface="Calibri"/>
                <a:cs typeface="Calibri"/>
              </a:rPr>
              <a:t> </a:t>
            </a:r>
            <a:r>
              <a:rPr sz="1700" spc="-10" dirty="0">
                <a:latin typeface="Calibri"/>
                <a:cs typeface="Calibri"/>
              </a:rPr>
              <a:t>top-down</a:t>
            </a:r>
            <a:r>
              <a:rPr sz="1700" dirty="0">
                <a:latin typeface="Calibri"/>
                <a:cs typeface="Calibri"/>
              </a:rPr>
              <a:t> </a:t>
            </a:r>
            <a:r>
              <a:rPr sz="1700" spc="-10" dirty="0">
                <a:latin typeface="Calibri"/>
                <a:cs typeface="Calibri"/>
              </a:rPr>
              <a:t>approaches</a:t>
            </a:r>
            <a:r>
              <a:rPr sz="1700" spc="5" dirty="0">
                <a:latin typeface="Calibri"/>
                <a:cs typeface="Calibri"/>
              </a:rPr>
              <a:t> </a:t>
            </a:r>
            <a:r>
              <a:rPr sz="1700" spc="-15" dirty="0">
                <a:latin typeface="Calibri"/>
                <a:cs typeface="Calibri"/>
              </a:rPr>
              <a:t>may</a:t>
            </a:r>
            <a:r>
              <a:rPr sz="1700" spc="10" dirty="0">
                <a:latin typeface="Calibri"/>
                <a:cs typeface="Calibri"/>
              </a:rPr>
              <a:t> </a:t>
            </a:r>
            <a:r>
              <a:rPr sz="1700" spc="-10" dirty="0">
                <a:latin typeface="Calibri"/>
                <a:cs typeface="Calibri"/>
              </a:rPr>
              <a:t>result</a:t>
            </a:r>
            <a:r>
              <a:rPr sz="1700" spc="10" dirty="0">
                <a:latin typeface="Calibri"/>
                <a:cs typeface="Calibri"/>
              </a:rPr>
              <a:t> </a:t>
            </a:r>
            <a:r>
              <a:rPr sz="1700" spc="-5" dirty="0">
                <a:latin typeface="Calibri"/>
                <a:cs typeface="Calibri"/>
              </a:rPr>
              <a:t>in</a:t>
            </a:r>
            <a:r>
              <a:rPr sz="1700" dirty="0">
                <a:latin typeface="Calibri"/>
                <a:cs typeface="Calibri"/>
              </a:rPr>
              <a:t> </a:t>
            </a:r>
            <a:r>
              <a:rPr sz="1700" spc="-10" dirty="0">
                <a:latin typeface="Calibri"/>
                <a:cs typeface="Calibri"/>
              </a:rPr>
              <a:t>well-organised,</a:t>
            </a:r>
            <a:r>
              <a:rPr sz="1700" spc="5" dirty="0">
                <a:latin typeface="Calibri"/>
                <a:cs typeface="Calibri"/>
              </a:rPr>
              <a:t> </a:t>
            </a:r>
            <a:r>
              <a:rPr sz="1700" spc="-5" dirty="0">
                <a:latin typeface="Calibri"/>
                <a:cs typeface="Calibri"/>
              </a:rPr>
              <a:t>findable </a:t>
            </a:r>
            <a:r>
              <a:rPr sz="1700" spc="-370" dirty="0">
                <a:latin typeface="Calibri"/>
                <a:cs typeface="Calibri"/>
              </a:rPr>
              <a:t> </a:t>
            </a:r>
            <a:r>
              <a:rPr sz="1700" spc="-15" dirty="0">
                <a:latin typeface="Calibri"/>
                <a:cs typeface="Calibri"/>
              </a:rPr>
              <a:t>content</a:t>
            </a:r>
            <a:r>
              <a:rPr sz="1700" spc="5" dirty="0">
                <a:latin typeface="Calibri"/>
                <a:cs typeface="Calibri"/>
              </a:rPr>
              <a:t> </a:t>
            </a:r>
            <a:r>
              <a:rPr sz="1700" spc="-10" dirty="0">
                <a:latin typeface="Calibri"/>
                <a:cs typeface="Calibri"/>
              </a:rPr>
              <a:t>that</a:t>
            </a:r>
            <a:r>
              <a:rPr sz="1700" spc="5" dirty="0">
                <a:latin typeface="Calibri"/>
                <a:cs typeface="Calibri"/>
              </a:rPr>
              <a:t> </a:t>
            </a:r>
            <a:r>
              <a:rPr sz="1700" spc="-5" dirty="0">
                <a:latin typeface="Calibri"/>
                <a:cs typeface="Calibri"/>
              </a:rPr>
              <a:t>does</a:t>
            </a:r>
            <a:r>
              <a:rPr sz="1700" dirty="0">
                <a:latin typeface="Calibri"/>
                <a:cs typeface="Calibri"/>
              </a:rPr>
              <a:t> </a:t>
            </a:r>
            <a:r>
              <a:rPr sz="1700" spc="-5" dirty="0">
                <a:latin typeface="Calibri"/>
                <a:cs typeface="Calibri"/>
              </a:rPr>
              <a:t>not</a:t>
            </a:r>
            <a:r>
              <a:rPr sz="1700" spc="5" dirty="0">
                <a:latin typeface="Calibri"/>
                <a:cs typeface="Calibri"/>
              </a:rPr>
              <a:t> </a:t>
            </a:r>
            <a:r>
              <a:rPr sz="1700" spc="-5" dirty="0">
                <a:latin typeface="Calibri"/>
                <a:cs typeface="Calibri"/>
              </a:rPr>
              <a:t>meet</a:t>
            </a:r>
            <a:r>
              <a:rPr sz="1700" spc="5" dirty="0">
                <a:latin typeface="Calibri"/>
                <a:cs typeface="Calibri"/>
              </a:rPr>
              <a:t> </a:t>
            </a:r>
            <a:r>
              <a:rPr sz="1700" spc="-5" dirty="0">
                <a:latin typeface="Calibri"/>
                <a:cs typeface="Calibri"/>
              </a:rPr>
              <a:t>the</a:t>
            </a:r>
            <a:r>
              <a:rPr sz="1700" spc="10" dirty="0">
                <a:latin typeface="Calibri"/>
                <a:cs typeface="Calibri"/>
              </a:rPr>
              <a:t> </a:t>
            </a:r>
            <a:r>
              <a:rPr sz="1700" spc="-5" dirty="0">
                <a:latin typeface="Calibri"/>
                <a:cs typeface="Calibri"/>
              </a:rPr>
              <a:t>needs</a:t>
            </a:r>
            <a:r>
              <a:rPr sz="1700" dirty="0">
                <a:latin typeface="Calibri"/>
                <a:cs typeface="Calibri"/>
              </a:rPr>
              <a:t> of</a:t>
            </a:r>
            <a:r>
              <a:rPr sz="1700" spc="10" dirty="0">
                <a:latin typeface="Calibri"/>
                <a:cs typeface="Calibri"/>
              </a:rPr>
              <a:t> </a:t>
            </a:r>
            <a:r>
              <a:rPr sz="1700" spc="-10" dirty="0">
                <a:latin typeface="Calibri"/>
                <a:cs typeface="Calibri"/>
              </a:rPr>
              <a:t>users</a:t>
            </a:r>
            <a:r>
              <a:rPr sz="1700" dirty="0">
                <a:latin typeface="Calibri"/>
                <a:cs typeface="Calibri"/>
              </a:rPr>
              <a:t> or</a:t>
            </a:r>
            <a:r>
              <a:rPr sz="1700" spc="-5" dirty="0">
                <a:latin typeface="Calibri"/>
                <a:cs typeface="Calibri"/>
              </a:rPr>
              <a:t> the</a:t>
            </a:r>
            <a:r>
              <a:rPr sz="1700" spc="5" dirty="0">
                <a:latin typeface="Calibri"/>
                <a:cs typeface="Calibri"/>
              </a:rPr>
              <a:t> </a:t>
            </a:r>
            <a:r>
              <a:rPr sz="1700" spc="-10" dirty="0">
                <a:latin typeface="Calibri"/>
                <a:cs typeface="Calibri"/>
              </a:rPr>
              <a:t>business.</a:t>
            </a:r>
            <a:endParaRPr lang="en-GB" sz="1700" spc="-10" dirty="0">
              <a:latin typeface="Calibri"/>
              <a:cs typeface="Calibri"/>
            </a:endParaRPr>
          </a:p>
          <a:p>
            <a:pPr marL="241300" marR="126364" lvl="1">
              <a:lnSpc>
                <a:spcPts val="1800"/>
              </a:lnSpc>
              <a:tabLst>
                <a:tab pos="469265" algn="l"/>
                <a:tab pos="469900" algn="l"/>
              </a:tabLst>
            </a:pPr>
            <a:endParaRPr sz="1700" dirty="0">
              <a:latin typeface="Calibri"/>
              <a:cs typeface="Calibri"/>
            </a:endParaRPr>
          </a:p>
          <a:p>
            <a:pPr marL="469900" marR="5080" lvl="1" indent="-228600">
              <a:lnSpc>
                <a:spcPct val="91200"/>
              </a:lnSpc>
              <a:spcBef>
                <a:spcPts val="520"/>
              </a:spcBef>
              <a:buFont typeface="Arial MT"/>
              <a:buChar char="•"/>
              <a:tabLst>
                <a:tab pos="469265" algn="l"/>
                <a:tab pos="469900" algn="l"/>
              </a:tabLst>
            </a:pPr>
            <a:r>
              <a:rPr sz="1700" dirty="0">
                <a:latin typeface="Calibri"/>
                <a:cs typeface="Calibri"/>
              </a:rPr>
              <a:t>A</a:t>
            </a:r>
            <a:r>
              <a:rPr sz="1700" spc="10" dirty="0">
                <a:latin typeface="Calibri"/>
                <a:cs typeface="Calibri"/>
              </a:rPr>
              <a:t> </a:t>
            </a:r>
            <a:r>
              <a:rPr sz="1700" spc="-5" dirty="0">
                <a:latin typeface="Calibri"/>
                <a:cs typeface="Calibri"/>
              </a:rPr>
              <a:t>project</a:t>
            </a:r>
            <a:r>
              <a:rPr sz="1700" spc="10" dirty="0">
                <a:latin typeface="Calibri"/>
                <a:cs typeface="Calibri"/>
              </a:rPr>
              <a:t> </a:t>
            </a:r>
            <a:r>
              <a:rPr sz="1700" spc="-10" dirty="0">
                <a:latin typeface="Calibri"/>
                <a:cs typeface="Calibri"/>
              </a:rPr>
              <a:t>that</a:t>
            </a:r>
            <a:r>
              <a:rPr sz="1700" spc="10" dirty="0">
                <a:latin typeface="Calibri"/>
                <a:cs typeface="Calibri"/>
              </a:rPr>
              <a:t> </a:t>
            </a:r>
            <a:r>
              <a:rPr sz="1700" spc="-10" dirty="0">
                <a:latin typeface="Calibri"/>
                <a:cs typeface="Calibri"/>
              </a:rPr>
              <a:t>ignores</a:t>
            </a:r>
            <a:r>
              <a:rPr sz="1700" spc="10" dirty="0">
                <a:latin typeface="Calibri"/>
                <a:cs typeface="Calibri"/>
              </a:rPr>
              <a:t> </a:t>
            </a:r>
            <a:r>
              <a:rPr sz="1700" spc="-10" dirty="0">
                <a:latin typeface="Calibri"/>
                <a:cs typeface="Calibri"/>
              </a:rPr>
              <a:t>bottom-up</a:t>
            </a:r>
            <a:r>
              <a:rPr sz="1700" dirty="0">
                <a:latin typeface="Calibri"/>
                <a:cs typeface="Calibri"/>
              </a:rPr>
              <a:t> </a:t>
            </a:r>
            <a:r>
              <a:rPr sz="1700" spc="-10" dirty="0">
                <a:latin typeface="Calibri"/>
                <a:cs typeface="Calibri"/>
              </a:rPr>
              <a:t>approaches</a:t>
            </a:r>
            <a:r>
              <a:rPr sz="1700" spc="5" dirty="0">
                <a:latin typeface="Calibri"/>
                <a:cs typeface="Calibri"/>
              </a:rPr>
              <a:t> </a:t>
            </a:r>
            <a:r>
              <a:rPr sz="1700" spc="-15" dirty="0">
                <a:latin typeface="Calibri"/>
                <a:cs typeface="Calibri"/>
              </a:rPr>
              <a:t>may</a:t>
            </a:r>
            <a:r>
              <a:rPr sz="1700" spc="10" dirty="0">
                <a:latin typeface="Calibri"/>
                <a:cs typeface="Calibri"/>
              </a:rPr>
              <a:t> </a:t>
            </a:r>
            <a:r>
              <a:rPr sz="1700" spc="-10" dirty="0">
                <a:latin typeface="Calibri"/>
                <a:cs typeface="Calibri"/>
              </a:rPr>
              <a:t>result</a:t>
            </a:r>
            <a:r>
              <a:rPr sz="1700" spc="15" dirty="0">
                <a:latin typeface="Calibri"/>
                <a:cs typeface="Calibri"/>
              </a:rPr>
              <a:t> </a:t>
            </a:r>
            <a:r>
              <a:rPr sz="1700" spc="-5" dirty="0">
                <a:latin typeface="Calibri"/>
                <a:cs typeface="Calibri"/>
              </a:rPr>
              <a:t>in</a:t>
            </a:r>
            <a:r>
              <a:rPr sz="1700" dirty="0">
                <a:latin typeface="Calibri"/>
                <a:cs typeface="Calibri"/>
              </a:rPr>
              <a:t> a</a:t>
            </a:r>
            <a:r>
              <a:rPr sz="1700" spc="5" dirty="0">
                <a:latin typeface="Calibri"/>
                <a:cs typeface="Calibri"/>
              </a:rPr>
              <a:t> </a:t>
            </a:r>
            <a:r>
              <a:rPr sz="1700" spc="-10" dirty="0">
                <a:latin typeface="Calibri"/>
                <a:cs typeface="Calibri"/>
              </a:rPr>
              <a:t>site</a:t>
            </a:r>
            <a:r>
              <a:rPr sz="1700" spc="10" dirty="0">
                <a:latin typeface="Calibri"/>
                <a:cs typeface="Calibri"/>
              </a:rPr>
              <a:t> </a:t>
            </a:r>
            <a:r>
              <a:rPr sz="1700" spc="-10" dirty="0">
                <a:latin typeface="Calibri"/>
                <a:cs typeface="Calibri"/>
              </a:rPr>
              <a:t>that</a:t>
            </a:r>
            <a:r>
              <a:rPr sz="1700" spc="15" dirty="0">
                <a:latin typeface="Calibri"/>
                <a:cs typeface="Calibri"/>
              </a:rPr>
              <a:t> </a:t>
            </a:r>
            <a:r>
              <a:rPr sz="1700" spc="-10" dirty="0">
                <a:latin typeface="Calibri"/>
                <a:cs typeface="Calibri"/>
              </a:rPr>
              <a:t>allows</a:t>
            </a:r>
            <a:r>
              <a:rPr sz="1700" spc="5" dirty="0">
                <a:latin typeface="Calibri"/>
                <a:cs typeface="Calibri"/>
              </a:rPr>
              <a:t> </a:t>
            </a:r>
            <a:r>
              <a:rPr sz="1700" spc="-5" dirty="0">
                <a:latin typeface="Calibri"/>
                <a:cs typeface="Calibri"/>
              </a:rPr>
              <a:t>people </a:t>
            </a:r>
            <a:r>
              <a:rPr sz="1700" spc="-370" dirty="0">
                <a:latin typeface="Calibri"/>
                <a:cs typeface="Calibri"/>
              </a:rPr>
              <a:t> </a:t>
            </a:r>
            <a:r>
              <a:rPr sz="1700" spc="-10" dirty="0">
                <a:latin typeface="Calibri"/>
                <a:cs typeface="Calibri"/>
              </a:rPr>
              <a:t>to</a:t>
            </a:r>
            <a:r>
              <a:rPr sz="1700" spc="5" dirty="0">
                <a:latin typeface="Calibri"/>
                <a:cs typeface="Calibri"/>
              </a:rPr>
              <a:t> </a:t>
            </a:r>
            <a:r>
              <a:rPr sz="1700" spc="-5" dirty="0">
                <a:latin typeface="Calibri"/>
                <a:cs typeface="Calibri"/>
              </a:rPr>
              <a:t>find </a:t>
            </a:r>
            <a:r>
              <a:rPr sz="1700" spc="-10" dirty="0">
                <a:latin typeface="Calibri"/>
                <a:cs typeface="Calibri"/>
              </a:rPr>
              <a:t>information</a:t>
            </a:r>
            <a:r>
              <a:rPr sz="1700" spc="-5" dirty="0">
                <a:latin typeface="Calibri"/>
                <a:cs typeface="Calibri"/>
              </a:rPr>
              <a:t> but</a:t>
            </a:r>
            <a:r>
              <a:rPr sz="1700" spc="5" dirty="0">
                <a:latin typeface="Calibri"/>
                <a:cs typeface="Calibri"/>
              </a:rPr>
              <a:t> </a:t>
            </a:r>
            <a:r>
              <a:rPr sz="1700" dirty="0">
                <a:latin typeface="Calibri"/>
                <a:cs typeface="Calibri"/>
              </a:rPr>
              <a:t>does</a:t>
            </a:r>
            <a:r>
              <a:rPr sz="1700" spc="-5" dirty="0">
                <a:latin typeface="Calibri"/>
                <a:cs typeface="Calibri"/>
              </a:rPr>
              <a:t> not</a:t>
            </a:r>
            <a:r>
              <a:rPr sz="1700" spc="10" dirty="0">
                <a:latin typeface="Calibri"/>
                <a:cs typeface="Calibri"/>
              </a:rPr>
              <a:t> </a:t>
            </a:r>
            <a:r>
              <a:rPr sz="1700" spc="-5" dirty="0">
                <a:latin typeface="Calibri"/>
                <a:cs typeface="Calibri"/>
              </a:rPr>
              <a:t>allow</a:t>
            </a:r>
            <a:r>
              <a:rPr sz="1700" dirty="0">
                <a:latin typeface="Calibri"/>
                <a:cs typeface="Calibri"/>
              </a:rPr>
              <a:t> them</a:t>
            </a:r>
            <a:r>
              <a:rPr sz="1700" spc="5" dirty="0">
                <a:latin typeface="Calibri"/>
                <a:cs typeface="Calibri"/>
              </a:rPr>
              <a:t> </a:t>
            </a:r>
            <a:r>
              <a:rPr sz="1700" dirty="0">
                <a:latin typeface="Calibri"/>
                <a:cs typeface="Calibri"/>
              </a:rPr>
              <a:t>the</a:t>
            </a:r>
            <a:r>
              <a:rPr sz="1700" spc="5" dirty="0">
                <a:latin typeface="Calibri"/>
                <a:cs typeface="Calibri"/>
              </a:rPr>
              <a:t> </a:t>
            </a:r>
            <a:r>
              <a:rPr sz="1700" spc="-5" dirty="0">
                <a:latin typeface="Calibri"/>
                <a:cs typeface="Calibri"/>
              </a:rPr>
              <a:t>opportunity</a:t>
            </a:r>
            <a:r>
              <a:rPr sz="1700" spc="5" dirty="0">
                <a:latin typeface="Calibri"/>
                <a:cs typeface="Calibri"/>
              </a:rPr>
              <a:t> </a:t>
            </a:r>
            <a:r>
              <a:rPr sz="1700" spc="-10" dirty="0">
                <a:latin typeface="Calibri"/>
                <a:cs typeface="Calibri"/>
              </a:rPr>
              <a:t>to</a:t>
            </a:r>
            <a:r>
              <a:rPr sz="1700" spc="10" dirty="0">
                <a:latin typeface="Calibri"/>
                <a:cs typeface="Calibri"/>
              </a:rPr>
              <a:t> </a:t>
            </a:r>
            <a:r>
              <a:rPr sz="1700" spc="-10" dirty="0">
                <a:latin typeface="Calibri"/>
                <a:cs typeface="Calibri"/>
              </a:rPr>
              <a:t>explore</a:t>
            </a:r>
            <a:r>
              <a:rPr sz="1700" spc="5" dirty="0">
                <a:latin typeface="Calibri"/>
                <a:cs typeface="Calibri"/>
              </a:rPr>
              <a:t> </a:t>
            </a:r>
            <a:r>
              <a:rPr sz="1700" spc="-10" dirty="0">
                <a:latin typeface="Calibri"/>
                <a:cs typeface="Calibri"/>
              </a:rPr>
              <a:t>related </a:t>
            </a:r>
            <a:r>
              <a:rPr sz="1700" spc="-5" dirty="0">
                <a:latin typeface="Calibri"/>
                <a:cs typeface="Calibri"/>
              </a:rPr>
              <a:t> </a:t>
            </a:r>
            <a:r>
              <a:rPr sz="1700" spc="-10" dirty="0">
                <a:latin typeface="Calibri"/>
                <a:cs typeface="Calibri"/>
              </a:rPr>
              <a:t>content.</a:t>
            </a:r>
            <a:endParaRPr sz="1700" dirty="0">
              <a:latin typeface="Calibri"/>
              <a:cs typeface="Calibri"/>
            </a:endParaRPr>
          </a:p>
        </p:txBody>
      </p:sp>
      <p:sp>
        <p:nvSpPr>
          <p:cNvPr id="4" name="object 4">
            <a:extLst>
              <a:ext uri="{C183D7F6-B498-43B3-948B-1728B52AA6E4}">
                <adec:decorative xmlns:adec="http://schemas.microsoft.com/office/drawing/2017/decorative" val="1"/>
              </a:ext>
            </a:extLst>
          </p:cNvPr>
          <p:cNvSpPr/>
          <p:nvPr/>
        </p:nvSpPr>
        <p:spPr>
          <a:xfrm>
            <a:off x="8132178" y="713130"/>
            <a:ext cx="1012190" cy="2533015"/>
          </a:xfrm>
          <a:custGeom>
            <a:avLst/>
            <a:gdLst/>
            <a:ahLst/>
            <a:cxnLst/>
            <a:rect l="l" t="t" r="r" b="b"/>
            <a:pathLst>
              <a:path w="1012190" h="2533015">
                <a:moveTo>
                  <a:pt x="1011821" y="0"/>
                </a:moveTo>
                <a:lnTo>
                  <a:pt x="57035" y="1266418"/>
                </a:lnTo>
                <a:lnTo>
                  <a:pt x="207086" y="1465453"/>
                </a:lnTo>
                <a:lnTo>
                  <a:pt x="0" y="1672539"/>
                </a:lnTo>
                <a:lnTo>
                  <a:pt x="456349" y="2128888"/>
                </a:lnTo>
                <a:lnTo>
                  <a:pt x="599401" y="1985822"/>
                </a:lnTo>
                <a:lnTo>
                  <a:pt x="1011821" y="2532837"/>
                </a:lnTo>
                <a:lnTo>
                  <a:pt x="1011821" y="0"/>
                </a:lnTo>
                <a:close/>
              </a:path>
            </a:pathLst>
          </a:custGeom>
          <a:solidFill>
            <a:srgbClr val="FFC000">
              <a:alpha val="30198"/>
            </a:srgbClr>
          </a:solidFill>
        </p:spPr>
        <p:txBody>
          <a:bodyPr wrap="square" lIns="0" tIns="0" rIns="0" bIns="0" rtlCol="0"/>
          <a:lstStyle/>
          <a:p>
            <a:endParaRPr/>
          </a:p>
        </p:txBody>
      </p:sp>
      <p:sp>
        <p:nvSpPr>
          <p:cNvPr id="5" name="object 5">
            <a:extLst>
              <a:ext uri="{C183D7F6-B498-43B3-948B-1728B52AA6E4}">
                <adec:decorative xmlns:adec="http://schemas.microsoft.com/office/drawing/2017/decorative" val="1"/>
              </a:ext>
            </a:extLst>
          </p:cNvPr>
          <p:cNvSpPr/>
          <p:nvPr/>
        </p:nvSpPr>
        <p:spPr>
          <a:xfrm>
            <a:off x="0" y="4601502"/>
            <a:ext cx="803910" cy="2018030"/>
          </a:xfrm>
          <a:custGeom>
            <a:avLst/>
            <a:gdLst/>
            <a:ahLst/>
            <a:cxnLst/>
            <a:rect l="l" t="t" r="r" b="b"/>
            <a:pathLst>
              <a:path w="803910" h="2018029">
                <a:moveTo>
                  <a:pt x="803452" y="1412925"/>
                </a:moveTo>
                <a:lnTo>
                  <a:pt x="605269" y="1214742"/>
                </a:lnTo>
                <a:lnTo>
                  <a:pt x="760539" y="1008786"/>
                </a:lnTo>
                <a:lnTo>
                  <a:pt x="0" y="0"/>
                </a:lnTo>
                <a:lnTo>
                  <a:pt x="0" y="2017585"/>
                </a:lnTo>
                <a:lnTo>
                  <a:pt x="383882" y="1508391"/>
                </a:lnTo>
                <a:lnTo>
                  <a:pt x="545947" y="1670431"/>
                </a:lnTo>
                <a:lnTo>
                  <a:pt x="803452" y="1412925"/>
                </a:lnTo>
                <a:close/>
              </a:path>
            </a:pathLst>
          </a:custGeom>
          <a:solidFill>
            <a:srgbClr val="4472C4">
              <a:alpha val="30198"/>
            </a:srgbClr>
          </a:solidFill>
        </p:spPr>
        <p:txBody>
          <a:bodyPr wrap="square" lIns="0" tIns="0" rIns="0" bIns="0" rtlCol="0"/>
          <a:lstStyle/>
          <a:p>
            <a:endParaRPr/>
          </a:p>
        </p:txBody>
      </p:sp>
      <p:sp>
        <p:nvSpPr>
          <p:cNvPr id="6" name="object 6"/>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dirty="0"/>
              <a:t>21</a:t>
            </a:fld>
            <a:endParaRPr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a:extLst>
              <a:ext uri="{C183D7F6-B498-43B3-948B-1728B52AA6E4}">
                <adec:decorative xmlns:adec="http://schemas.microsoft.com/office/drawing/2017/decorative" val="1"/>
              </a:ext>
            </a:extLst>
          </p:cNvPr>
          <p:cNvSpPr/>
          <p:nvPr/>
        </p:nvSpPr>
        <p:spPr>
          <a:xfrm>
            <a:off x="7656521" y="1"/>
            <a:ext cx="851535" cy="478155"/>
          </a:xfrm>
          <a:custGeom>
            <a:avLst/>
            <a:gdLst/>
            <a:ahLst/>
            <a:cxnLst/>
            <a:rect l="l" t="t" r="r" b="b"/>
            <a:pathLst>
              <a:path w="851534" h="478155">
                <a:moveTo>
                  <a:pt x="851298" y="0"/>
                </a:moveTo>
                <a:lnTo>
                  <a:pt x="0" y="0"/>
                </a:lnTo>
                <a:lnTo>
                  <a:pt x="1271" y="16826"/>
                </a:lnTo>
                <a:lnTo>
                  <a:pt x="11110" y="68555"/>
                </a:lnTo>
                <a:lnTo>
                  <a:pt x="24352" y="118309"/>
                </a:lnTo>
                <a:lnTo>
                  <a:pt x="40821" y="165852"/>
                </a:lnTo>
                <a:lnTo>
                  <a:pt x="60338" y="210948"/>
                </a:lnTo>
                <a:lnTo>
                  <a:pt x="82728" y="253362"/>
                </a:lnTo>
                <a:lnTo>
                  <a:pt x="107813" y="292856"/>
                </a:lnTo>
                <a:lnTo>
                  <a:pt x="135416" y="329194"/>
                </a:lnTo>
                <a:lnTo>
                  <a:pt x="165360" y="362142"/>
                </a:lnTo>
                <a:lnTo>
                  <a:pt x="197468" y="391463"/>
                </a:lnTo>
                <a:lnTo>
                  <a:pt x="231564" y="416920"/>
                </a:lnTo>
                <a:lnTo>
                  <a:pt x="267469" y="438278"/>
                </a:lnTo>
                <a:lnTo>
                  <a:pt x="305007" y="455300"/>
                </a:lnTo>
                <a:lnTo>
                  <a:pt x="344001" y="467752"/>
                </a:lnTo>
                <a:lnTo>
                  <a:pt x="384274" y="475395"/>
                </a:lnTo>
                <a:lnTo>
                  <a:pt x="425649" y="477996"/>
                </a:lnTo>
                <a:lnTo>
                  <a:pt x="467024" y="475395"/>
                </a:lnTo>
                <a:lnTo>
                  <a:pt x="507296" y="467752"/>
                </a:lnTo>
                <a:lnTo>
                  <a:pt x="546290" y="455300"/>
                </a:lnTo>
                <a:lnTo>
                  <a:pt x="583828" y="438278"/>
                </a:lnTo>
                <a:lnTo>
                  <a:pt x="619733" y="416920"/>
                </a:lnTo>
                <a:lnTo>
                  <a:pt x="653828" y="391463"/>
                </a:lnTo>
                <a:lnTo>
                  <a:pt x="685936" y="362142"/>
                </a:lnTo>
                <a:lnTo>
                  <a:pt x="715880" y="329194"/>
                </a:lnTo>
                <a:lnTo>
                  <a:pt x="743483" y="292856"/>
                </a:lnTo>
                <a:lnTo>
                  <a:pt x="768568" y="253362"/>
                </a:lnTo>
                <a:lnTo>
                  <a:pt x="790958" y="210948"/>
                </a:lnTo>
                <a:lnTo>
                  <a:pt x="810476" y="165852"/>
                </a:lnTo>
                <a:lnTo>
                  <a:pt x="826944" y="118309"/>
                </a:lnTo>
                <a:lnTo>
                  <a:pt x="840187" y="68555"/>
                </a:lnTo>
                <a:lnTo>
                  <a:pt x="850026" y="16826"/>
                </a:lnTo>
                <a:lnTo>
                  <a:pt x="851298" y="0"/>
                </a:lnTo>
                <a:close/>
              </a:path>
            </a:pathLst>
          </a:custGeom>
          <a:solidFill>
            <a:srgbClr val="FFC000"/>
          </a:solidFill>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93980" rIns="0" bIns="0" rtlCol="0">
            <a:spAutoFit/>
          </a:bodyPr>
          <a:lstStyle/>
          <a:p>
            <a:pPr marL="12700" marR="5080">
              <a:lnSpc>
                <a:spcPts val="4700"/>
              </a:lnSpc>
              <a:spcBef>
                <a:spcPts val="740"/>
              </a:spcBef>
            </a:pPr>
            <a:r>
              <a:rPr sz="4400" spc="-15" dirty="0"/>
              <a:t>Creating</a:t>
            </a:r>
            <a:r>
              <a:rPr sz="4400" spc="-10" dirty="0"/>
              <a:t> </a:t>
            </a:r>
            <a:r>
              <a:rPr sz="4400" dirty="0"/>
              <a:t>an</a:t>
            </a:r>
            <a:r>
              <a:rPr sz="4400" spc="-10" dirty="0"/>
              <a:t> </a:t>
            </a:r>
            <a:r>
              <a:rPr sz="4400" spc="-45" dirty="0"/>
              <a:t>Effective</a:t>
            </a:r>
            <a:r>
              <a:rPr sz="4400" spc="-15" dirty="0"/>
              <a:t> </a:t>
            </a:r>
            <a:r>
              <a:rPr sz="4400" spc="-20" dirty="0"/>
              <a:t>Information </a:t>
            </a:r>
            <a:r>
              <a:rPr sz="4400" spc="-980" dirty="0"/>
              <a:t> </a:t>
            </a:r>
            <a:r>
              <a:rPr sz="4400" spc="-20" dirty="0"/>
              <a:t>Architecture</a:t>
            </a:r>
            <a:endParaRPr sz="4400"/>
          </a:p>
        </p:txBody>
      </p:sp>
      <p:sp>
        <p:nvSpPr>
          <p:cNvPr id="4" name="object 4">
            <a:extLst>
              <a:ext uri="{C183D7F6-B498-43B3-948B-1728B52AA6E4}">
                <adec:decorative xmlns:adec="http://schemas.microsoft.com/office/drawing/2017/decorative" val="1"/>
              </a:ext>
            </a:extLst>
          </p:cNvPr>
          <p:cNvSpPr/>
          <p:nvPr/>
        </p:nvSpPr>
        <p:spPr>
          <a:xfrm>
            <a:off x="353293" y="4161451"/>
            <a:ext cx="1658620" cy="2169160"/>
          </a:xfrm>
          <a:custGeom>
            <a:avLst/>
            <a:gdLst/>
            <a:ahLst/>
            <a:cxnLst/>
            <a:rect l="l" t="t" r="r" b="b"/>
            <a:pathLst>
              <a:path w="1658620" h="2169160">
                <a:moveTo>
                  <a:pt x="62284" y="0"/>
                </a:moveTo>
                <a:lnTo>
                  <a:pt x="37666" y="5458"/>
                </a:lnTo>
                <a:lnTo>
                  <a:pt x="17744" y="19447"/>
                </a:lnTo>
                <a:lnTo>
                  <a:pt x="4520" y="39885"/>
                </a:lnTo>
                <a:lnTo>
                  <a:pt x="0" y="64692"/>
                </a:lnTo>
                <a:lnTo>
                  <a:pt x="2015" y="170966"/>
                </a:lnTo>
                <a:lnTo>
                  <a:pt x="8066" y="277064"/>
                </a:lnTo>
                <a:lnTo>
                  <a:pt x="18033" y="381651"/>
                </a:lnTo>
                <a:lnTo>
                  <a:pt x="27409" y="451653"/>
                </a:lnTo>
                <a:lnTo>
                  <a:pt x="51804" y="493688"/>
                </a:lnTo>
                <a:lnTo>
                  <a:pt x="98777" y="506162"/>
                </a:lnTo>
                <a:lnTo>
                  <a:pt x="122613" y="497934"/>
                </a:lnTo>
                <a:lnTo>
                  <a:pt x="140812" y="481766"/>
                </a:lnTo>
                <a:lnTo>
                  <a:pt x="151620" y="459954"/>
                </a:lnTo>
                <a:lnTo>
                  <a:pt x="153285" y="434793"/>
                </a:lnTo>
                <a:lnTo>
                  <a:pt x="144392" y="368397"/>
                </a:lnTo>
                <a:lnTo>
                  <a:pt x="144070" y="365992"/>
                </a:lnTo>
                <a:lnTo>
                  <a:pt x="134837" y="268626"/>
                </a:lnTo>
                <a:lnTo>
                  <a:pt x="134699" y="267419"/>
                </a:lnTo>
                <a:lnTo>
                  <a:pt x="134654" y="266217"/>
                </a:lnTo>
                <a:lnTo>
                  <a:pt x="129015" y="167350"/>
                </a:lnTo>
                <a:lnTo>
                  <a:pt x="126977" y="62284"/>
                </a:lnTo>
                <a:lnTo>
                  <a:pt x="121519" y="37666"/>
                </a:lnTo>
                <a:lnTo>
                  <a:pt x="107530" y="17743"/>
                </a:lnTo>
                <a:lnTo>
                  <a:pt x="87091" y="4520"/>
                </a:lnTo>
                <a:lnTo>
                  <a:pt x="62284" y="0"/>
                </a:lnTo>
                <a:close/>
              </a:path>
              <a:path w="1658620" h="2169160">
                <a:moveTo>
                  <a:pt x="144070" y="365992"/>
                </a:moveTo>
                <a:lnTo>
                  <a:pt x="144346" y="368397"/>
                </a:lnTo>
                <a:lnTo>
                  <a:pt x="144231" y="367192"/>
                </a:lnTo>
                <a:lnTo>
                  <a:pt x="144070" y="365992"/>
                </a:lnTo>
                <a:close/>
              </a:path>
              <a:path w="1658620" h="2169160">
                <a:moveTo>
                  <a:pt x="144231" y="367192"/>
                </a:moveTo>
                <a:lnTo>
                  <a:pt x="144346" y="368397"/>
                </a:lnTo>
                <a:lnTo>
                  <a:pt x="144231" y="367192"/>
                </a:lnTo>
                <a:close/>
              </a:path>
              <a:path w="1658620" h="2169160">
                <a:moveTo>
                  <a:pt x="144116" y="365992"/>
                </a:moveTo>
                <a:lnTo>
                  <a:pt x="144231" y="367192"/>
                </a:lnTo>
                <a:lnTo>
                  <a:pt x="144116" y="365992"/>
                </a:lnTo>
                <a:close/>
              </a:path>
              <a:path w="1658620" h="2169160">
                <a:moveTo>
                  <a:pt x="134608" y="266217"/>
                </a:moveTo>
                <a:lnTo>
                  <a:pt x="134791" y="268626"/>
                </a:lnTo>
                <a:lnTo>
                  <a:pt x="134722" y="267419"/>
                </a:lnTo>
                <a:lnTo>
                  <a:pt x="134608" y="266217"/>
                </a:lnTo>
                <a:close/>
              </a:path>
              <a:path w="1658620" h="2169160">
                <a:moveTo>
                  <a:pt x="134722" y="267419"/>
                </a:moveTo>
                <a:lnTo>
                  <a:pt x="134791" y="268626"/>
                </a:lnTo>
                <a:lnTo>
                  <a:pt x="134722" y="267419"/>
                </a:lnTo>
                <a:close/>
              </a:path>
              <a:path w="1658620" h="2169160">
                <a:moveTo>
                  <a:pt x="134654" y="266217"/>
                </a:moveTo>
                <a:lnTo>
                  <a:pt x="134722" y="267419"/>
                </a:lnTo>
                <a:lnTo>
                  <a:pt x="134654" y="266217"/>
                </a:lnTo>
                <a:close/>
              </a:path>
              <a:path w="1658620" h="2169160">
                <a:moveTo>
                  <a:pt x="128946" y="166144"/>
                </a:moveTo>
                <a:lnTo>
                  <a:pt x="128969" y="167350"/>
                </a:lnTo>
                <a:lnTo>
                  <a:pt x="128946" y="166144"/>
                </a:lnTo>
                <a:close/>
              </a:path>
              <a:path w="1658620" h="2169160">
                <a:moveTo>
                  <a:pt x="128923" y="164939"/>
                </a:moveTo>
                <a:lnTo>
                  <a:pt x="128946" y="166144"/>
                </a:lnTo>
                <a:lnTo>
                  <a:pt x="128923" y="164939"/>
                </a:lnTo>
                <a:close/>
              </a:path>
              <a:path w="1658620" h="2169160">
                <a:moveTo>
                  <a:pt x="214809" y="872626"/>
                </a:moveTo>
                <a:lnTo>
                  <a:pt x="189798" y="875837"/>
                </a:lnTo>
                <a:lnTo>
                  <a:pt x="167993" y="888500"/>
                </a:lnTo>
                <a:lnTo>
                  <a:pt x="153247" y="907869"/>
                </a:lnTo>
                <a:lnTo>
                  <a:pt x="146841" y="931354"/>
                </a:lnTo>
                <a:lnTo>
                  <a:pt x="150052" y="956364"/>
                </a:lnTo>
                <a:lnTo>
                  <a:pt x="189489" y="1060659"/>
                </a:lnTo>
                <a:lnTo>
                  <a:pt x="227384" y="1148534"/>
                </a:lnTo>
                <a:lnTo>
                  <a:pt x="268354" y="1233744"/>
                </a:lnTo>
                <a:lnTo>
                  <a:pt x="310519" y="1312801"/>
                </a:lnTo>
                <a:lnTo>
                  <a:pt x="348059" y="1343667"/>
                </a:lnTo>
                <a:lnTo>
                  <a:pt x="372273" y="1346176"/>
                </a:lnTo>
                <a:lnTo>
                  <a:pt x="396431" y="1338948"/>
                </a:lnTo>
                <a:lnTo>
                  <a:pt x="415891" y="1322913"/>
                </a:lnTo>
                <a:lnTo>
                  <a:pt x="427297" y="1301407"/>
                </a:lnTo>
                <a:lnTo>
                  <a:pt x="429806" y="1277193"/>
                </a:lnTo>
                <a:lnTo>
                  <a:pt x="422577" y="1253036"/>
                </a:lnTo>
                <a:lnTo>
                  <a:pt x="382299" y="1177514"/>
                </a:lnTo>
                <a:lnTo>
                  <a:pt x="381037" y="1175148"/>
                </a:lnTo>
                <a:lnTo>
                  <a:pt x="343546" y="1097047"/>
                </a:lnTo>
                <a:lnTo>
                  <a:pt x="342406" y="1094676"/>
                </a:lnTo>
                <a:lnTo>
                  <a:pt x="307640" y="1013922"/>
                </a:lnTo>
                <a:lnTo>
                  <a:pt x="306615" y="1011546"/>
                </a:lnTo>
                <a:lnTo>
                  <a:pt x="274681" y="928265"/>
                </a:lnTo>
                <a:lnTo>
                  <a:pt x="273767" y="925887"/>
                </a:lnTo>
                <a:lnTo>
                  <a:pt x="270326" y="915583"/>
                </a:lnTo>
                <a:lnTo>
                  <a:pt x="257663" y="893777"/>
                </a:lnTo>
                <a:lnTo>
                  <a:pt x="238294" y="879032"/>
                </a:lnTo>
                <a:lnTo>
                  <a:pt x="214809" y="872626"/>
                </a:lnTo>
                <a:close/>
              </a:path>
              <a:path w="1658620" h="2169160">
                <a:moveTo>
                  <a:pt x="381037" y="1175148"/>
                </a:moveTo>
                <a:lnTo>
                  <a:pt x="382236" y="1177514"/>
                </a:lnTo>
                <a:lnTo>
                  <a:pt x="381662" y="1176320"/>
                </a:lnTo>
                <a:lnTo>
                  <a:pt x="381037" y="1175148"/>
                </a:lnTo>
                <a:close/>
              </a:path>
              <a:path w="1658620" h="2169160">
                <a:moveTo>
                  <a:pt x="381662" y="1176320"/>
                </a:moveTo>
                <a:lnTo>
                  <a:pt x="382236" y="1177514"/>
                </a:lnTo>
                <a:lnTo>
                  <a:pt x="381662" y="1176320"/>
                </a:lnTo>
                <a:close/>
              </a:path>
              <a:path w="1658620" h="2169160">
                <a:moveTo>
                  <a:pt x="381099" y="1175148"/>
                </a:moveTo>
                <a:lnTo>
                  <a:pt x="381662" y="1176320"/>
                </a:lnTo>
                <a:lnTo>
                  <a:pt x="381099" y="1175148"/>
                </a:lnTo>
                <a:close/>
              </a:path>
              <a:path w="1658620" h="2169160">
                <a:moveTo>
                  <a:pt x="342406" y="1094676"/>
                </a:moveTo>
                <a:lnTo>
                  <a:pt x="343487" y="1097047"/>
                </a:lnTo>
                <a:lnTo>
                  <a:pt x="342971" y="1095851"/>
                </a:lnTo>
                <a:lnTo>
                  <a:pt x="342406" y="1094676"/>
                </a:lnTo>
                <a:close/>
              </a:path>
              <a:path w="1658620" h="2169160">
                <a:moveTo>
                  <a:pt x="342971" y="1095851"/>
                </a:moveTo>
                <a:lnTo>
                  <a:pt x="343487" y="1097047"/>
                </a:lnTo>
                <a:lnTo>
                  <a:pt x="342971" y="1095851"/>
                </a:lnTo>
                <a:close/>
              </a:path>
              <a:path w="1658620" h="2169160">
                <a:moveTo>
                  <a:pt x="342464" y="1094676"/>
                </a:moveTo>
                <a:lnTo>
                  <a:pt x="342971" y="1095851"/>
                </a:lnTo>
                <a:lnTo>
                  <a:pt x="342464" y="1094676"/>
                </a:lnTo>
                <a:close/>
              </a:path>
              <a:path w="1658620" h="2169160">
                <a:moveTo>
                  <a:pt x="306615" y="1011546"/>
                </a:moveTo>
                <a:lnTo>
                  <a:pt x="307583" y="1013922"/>
                </a:lnTo>
                <a:lnTo>
                  <a:pt x="307121" y="1012718"/>
                </a:lnTo>
                <a:lnTo>
                  <a:pt x="306615" y="1011546"/>
                </a:lnTo>
                <a:close/>
              </a:path>
              <a:path w="1658620" h="2169160">
                <a:moveTo>
                  <a:pt x="307121" y="1012718"/>
                </a:moveTo>
                <a:lnTo>
                  <a:pt x="307583" y="1013922"/>
                </a:lnTo>
                <a:lnTo>
                  <a:pt x="307121" y="1012718"/>
                </a:lnTo>
                <a:close/>
              </a:path>
              <a:path w="1658620" h="2169160">
                <a:moveTo>
                  <a:pt x="306671" y="1011546"/>
                </a:moveTo>
                <a:lnTo>
                  <a:pt x="307121" y="1012718"/>
                </a:lnTo>
                <a:lnTo>
                  <a:pt x="306671" y="1011546"/>
                </a:lnTo>
                <a:close/>
              </a:path>
              <a:path w="1658620" h="2169160">
                <a:moveTo>
                  <a:pt x="273767" y="925887"/>
                </a:moveTo>
                <a:lnTo>
                  <a:pt x="274627" y="928265"/>
                </a:lnTo>
                <a:lnTo>
                  <a:pt x="274222" y="927071"/>
                </a:lnTo>
                <a:lnTo>
                  <a:pt x="273767" y="925887"/>
                </a:lnTo>
                <a:close/>
              </a:path>
              <a:path w="1658620" h="2169160">
                <a:moveTo>
                  <a:pt x="274222" y="927071"/>
                </a:moveTo>
                <a:lnTo>
                  <a:pt x="274627" y="928265"/>
                </a:lnTo>
                <a:lnTo>
                  <a:pt x="274222" y="927071"/>
                </a:lnTo>
                <a:close/>
              </a:path>
              <a:path w="1658620" h="2169160">
                <a:moveTo>
                  <a:pt x="273820" y="925887"/>
                </a:moveTo>
                <a:lnTo>
                  <a:pt x="274222" y="927071"/>
                </a:lnTo>
                <a:lnTo>
                  <a:pt x="273820" y="925887"/>
                </a:lnTo>
                <a:close/>
              </a:path>
              <a:path w="1658620" h="2169160">
                <a:moveTo>
                  <a:pt x="670275" y="1625849"/>
                </a:moveTo>
                <a:lnTo>
                  <a:pt x="646278" y="1629940"/>
                </a:lnTo>
                <a:lnTo>
                  <a:pt x="624952" y="1643395"/>
                </a:lnTo>
                <a:lnTo>
                  <a:pt x="610517" y="1664070"/>
                </a:lnTo>
                <a:lnTo>
                  <a:pt x="605311" y="1687851"/>
                </a:lnTo>
                <a:lnTo>
                  <a:pt x="609402" y="1711848"/>
                </a:lnTo>
                <a:lnTo>
                  <a:pt x="633740" y="1744576"/>
                </a:lnTo>
                <a:lnTo>
                  <a:pt x="696115" y="1803717"/>
                </a:lnTo>
                <a:lnTo>
                  <a:pt x="760772" y="1858985"/>
                </a:lnTo>
                <a:lnTo>
                  <a:pt x="827622" y="1910236"/>
                </a:lnTo>
                <a:lnTo>
                  <a:pt x="896575" y="1957323"/>
                </a:lnTo>
                <a:lnTo>
                  <a:pt x="933747" y="1979729"/>
                </a:lnTo>
                <a:lnTo>
                  <a:pt x="957491" y="1988216"/>
                </a:lnTo>
                <a:lnTo>
                  <a:pt x="981803" y="1986981"/>
                </a:lnTo>
                <a:lnTo>
                  <a:pt x="1003878" y="1976720"/>
                </a:lnTo>
                <a:lnTo>
                  <a:pt x="1020912" y="1958127"/>
                </a:lnTo>
                <a:lnTo>
                  <a:pt x="1029399" y="1934383"/>
                </a:lnTo>
                <a:lnTo>
                  <a:pt x="1028163" y="1910071"/>
                </a:lnTo>
                <a:lnTo>
                  <a:pt x="1017902" y="1887996"/>
                </a:lnTo>
                <a:lnTo>
                  <a:pt x="999309" y="1870962"/>
                </a:lnTo>
                <a:lnTo>
                  <a:pt x="966907" y="1851430"/>
                </a:lnTo>
                <a:lnTo>
                  <a:pt x="966710" y="1851430"/>
                </a:lnTo>
                <a:lnTo>
                  <a:pt x="963681" y="1849485"/>
                </a:lnTo>
                <a:lnTo>
                  <a:pt x="963862" y="1849485"/>
                </a:lnTo>
                <a:lnTo>
                  <a:pt x="903677" y="1808386"/>
                </a:lnTo>
                <a:lnTo>
                  <a:pt x="903508" y="1808386"/>
                </a:lnTo>
                <a:lnTo>
                  <a:pt x="900683" y="1806341"/>
                </a:lnTo>
                <a:lnTo>
                  <a:pt x="900841" y="1806341"/>
                </a:lnTo>
                <a:lnTo>
                  <a:pt x="842155" y="1761349"/>
                </a:lnTo>
                <a:lnTo>
                  <a:pt x="842007" y="1761349"/>
                </a:lnTo>
                <a:lnTo>
                  <a:pt x="839382" y="1759224"/>
                </a:lnTo>
                <a:lnTo>
                  <a:pt x="839520" y="1759224"/>
                </a:lnTo>
                <a:lnTo>
                  <a:pt x="782439" y="1710431"/>
                </a:lnTo>
                <a:lnTo>
                  <a:pt x="782309" y="1710431"/>
                </a:lnTo>
                <a:lnTo>
                  <a:pt x="779878" y="1708242"/>
                </a:lnTo>
                <a:lnTo>
                  <a:pt x="724633" y="1655746"/>
                </a:lnTo>
                <a:lnTo>
                  <a:pt x="722273" y="1653508"/>
                </a:lnTo>
                <a:lnTo>
                  <a:pt x="714730" y="1645490"/>
                </a:lnTo>
                <a:lnTo>
                  <a:pt x="694055" y="1631055"/>
                </a:lnTo>
                <a:lnTo>
                  <a:pt x="670275" y="1625849"/>
                </a:lnTo>
                <a:close/>
              </a:path>
              <a:path w="1658620" h="2169160">
                <a:moveTo>
                  <a:pt x="963681" y="1849485"/>
                </a:moveTo>
                <a:lnTo>
                  <a:pt x="966710" y="1851430"/>
                </a:lnTo>
                <a:lnTo>
                  <a:pt x="965228" y="1850418"/>
                </a:lnTo>
                <a:lnTo>
                  <a:pt x="963681" y="1849485"/>
                </a:lnTo>
                <a:close/>
              </a:path>
              <a:path w="1658620" h="2169160">
                <a:moveTo>
                  <a:pt x="965228" y="1850418"/>
                </a:moveTo>
                <a:lnTo>
                  <a:pt x="966710" y="1851430"/>
                </a:lnTo>
                <a:lnTo>
                  <a:pt x="966907" y="1851430"/>
                </a:lnTo>
                <a:lnTo>
                  <a:pt x="965228" y="1850418"/>
                </a:lnTo>
                <a:close/>
              </a:path>
              <a:path w="1658620" h="2169160">
                <a:moveTo>
                  <a:pt x="963862" y="1849485"/>
                </a:moveTo>
                <a:lnTo>
                  <a:pt x="963681" y="1849485"/>
                </a:lnTo>
                <a:lnTo>
                  <a:pt x="965228" y="1850418"/>
                </a:lnTo>
                <a:lnTo>
                  <a:pt x="963862" y="1849485"/>
                </a:lnTo>
                <a:close/>
              </a:path>
              <a:path w="1658620" h="2169160">
                <a:moveTo>
                  <a:pt x="900683" y="1806341"/>
                </a:moveTo>
                <a:lnTo>
                  <a:pt x="903508" y="1808386"/>
                </a:lnTo>
                <a:lnTo>
                  <a:pt x="902125" y="1807326"/>
                </a:lnTo>
                <a:lnTo>
                  <a:pt x="900683" y="1806341"/>
                </a:lnTo>
                <a:close/>
              </a:path>
              <a:path w="1658620" h="2169160">
                <a:moveTo>
                  <a:pt x="902125" y="1807326"/>
                </a:moveTo>
                <a:lnTo>
                  <a:pt x="903508" y="1808386"/>
                </a:lnTo>
                <a:lnTo>
                  <a:pt x="903677" y="1808386"/>
                </a:lnTo>
                <a:lnTo>
                  <a:pt x="902125" y="1807326"/>
                </a:lnTo>
                <a:close/>
              </a:path>
              <a:path w="1658620" h="2169160">
                <a:moveTo>
                  <a:pt x="900841" y="1806341"/>
                </a:moveTo>
                <a:lnTo>
                  <a:pt x="900683" y="1806341"/>
                </a:lnTo>
                <a:lnTo>
                  <a:pt x="902125" y="1807326"/>
                </a:lnTo>
                <a:lnTo>
                  <a:pt x="900841" y="1806341"/>
                </a:lnTo>
                <a:close/>
              </a:path>
              <a:path w="1658620" h="2169160">
                <a:moveTo>
                  <a:pt x="839382" y="1759224"/>
                </a:moveTo>
                <a:lnTo>
                  <a:pt x="842007" y="1761349"/>
                </a:lnTo>
                <a:lnTo>
                  <a:pt x="840722" y="1760251"/>
                </a:lnTo>
                <a:lnTo>
                  <a:pt x="839382" y="1759224"/>
                </a:lnTo>
                <a:close/>
              </a:path>
              <a:path w="1658620" h="2169160">
                <a:moveTo>
                  <a:pt x="840722" y="1760251"/>
                </a:moveTo>
                <a:lnTo>
                  <a:pt x="842007" y="1761349"/>
                </a:lnTo>
                <a:lnTo>
                  <a:pt x="842155" y="1761349"/>
                </a:lnTo>
                <a:lnTo>
                  <a:pt x="840722" y="1760251"/>
                </a:lnTo>
                <a:close/>
              </a:path>
              <a:path w="1658620" h="2169160">
                <a:moveTo>
                  <a:pt x="839520" y="1759224"/>
                </a:moveTo>
                <a:lnTo>
                  <a:pt x="839382" y="1759224"/>
                </a:lnTo>
                <a:lnTo>
                  <a:pt x="840722" y="1760251"/>
                </a:lnTo>
                <a:lnTo>
                  <a:pt x="839520" y="1759224"/>
                </a:lnTo>
                <a:close/>
              </a:path>
              <a:path w="1658620" h="2169160">
                <a:moveTo>
                  <a:pt x="779878" y="1708242"/>
                </a:moveTo>
                <a:lnTo>
                  <a:pt x="782309" y="1710431"/>
                </a:lnTo>
                <a:lnTo>
                  <a:pt x="781123" y="1709307"/>
                </a:lnTo>
                <a:lnTo>
                  <a:pt x="779878" y="1708242"/>
                </a:lnTo>
                <a:close/>
              </a:path>
              <a:path w="1658620" h="2169160">
                <a:moveTo>
                  <a:pt x="781123" y="1709307"/>
                </a:moveTo>
                <a:lnTo>
                  <a:pt x="782309" y="1710431"/>
                </a:lnTo>
                <a:lnTo>
                  <a:pt x="782439" y="1710431"/>
                </a:lnTo>
                <a:lnTo>
                  <a:pt x="781123" y="1709307"/>
                </a:lnTo>
                <a:close/>
              </a:path>
              <a:path w="1658620" h="2169160">
                <a:moveTo>
                  <a:pt x="780000" y="1708242"/>
                </a:moveTo>
                <a:lnTo>
                  <a:pt x="781123" y="1709307"/>
                </a:lnTo>
                <a:lnTo>
                  <a:pt x="780000" y="1708242"/>
                </a:lnTo>
                <a:close/>
              </a:path>
              <a:path w="1658620" h="2169160">
                <a:moveTo>
                  <a:pt x="722273" y="1653508"/>
                </a:moveTo>
                <a:lnTo>
                  <a:pt x="724518" y="1655746"/>
                </a:lnTo>
                <a:lnTo>
                  <a:pt x="723424" y="1654599"/>
                </a:lnTo>
                <a:lnTo>
                  <a:pt x="722273" y="1653508"/>
                </a:lnTo>
                <a:close/>
              </a:path>
              <a:path w="1658620" h="2169160">
                <a:moveTo>
                  <a:pt x="723424" y="1654599"/>
                </a:moveTo>
                <a:lnTo>
                  <a:pt x="724518" y="1655746"/>
                </a:lnTo>
                <a:lnTo>
                  <a:pt x="723424" y="1654599"/>
                </a:lnTo>
                <a:close/>
              </a:path>
              <a:path w="1658620" h="2169160">
                <a:moveTo>
                  <a:pt x="722382" y="1653508"/>
                </a:moveTo>
                <a:lnTo>
                  <a:pt x="723424" y="1654599"/>
                </a:lnTo>
                <a:lnTo>
                  <a:pt x="722382" y="1653508"/>
                </a:lnTo>
                <a:close/>
              </a:path>
              <a:path w="1658620" h="2169160">
                <a:moveTo>
                  <a:pt x="1448931" y="2031989"/>
                </a:moveTo>
                <a:lnTo>
                  <a:pt x="1423799" y="2034039"/>
                </a:lnTo>
                <a:lnTo>
                  <a:pt x="1402155" y="2045179"/>
                </a:lnTo>
                <a:lnTo>
                  <a:pt x="1386268" y="2063624"/>
                </a:lnTo>
                <a:lnTo>
                  <a:pt x="1378406" y="2087582"/>
                </a:lnTo>
                <a:lnTo>
                  <a:pt x="1380455" y="2112715"/>
                </a:lnTo>
                <a:lnTo>
                  <a:pt x="1410040" y="2150246"/>
                </a:lnTo>
                <a:lnTo>
                  <a:pt x="1470549" y="2162436"/>
                </a:lnTo>
                <a:lnTo>
                  <a:pt x="1511695" y="2165912"/>
                </a:lnTo>
                <a:lnTo>
                  <a:pt x="1553109" y="2168011"/>
                </a:lnTo>
                <a:lnTo>
                  <a:pt x="1593705" y="2168695"/>
                </a:lnTo>
                <a:lnTo>
                  <a:pt x="1618502" y="2164123"/>
                </a:lnTo>
                <a:lnTo>
                  <a:pt x="1638913" y="2150857"/>
                </a:lnTo>
                <a:lnTo>
                  <a:pt x="1652860" y="2130905"/>
                </a:lnTo>
                <a:lnTo>
                  <a:pt x="1658267" y="2106275"/>
                </a:lnTo>
                <a:lnTo>
                  <a:pt x="1653694" y="2081478"/>
                </a:lnTo>
                <a:lnTo>
                  <a:pt x="1620476" y="2047120"/>
                </a:lnTo>
                <a:lnTo>
                  <a:pt x="1560607" y="2041119"/>
                </a:lnTo>
                <a:lnTo>
                  <a:pt x="1558465" y="2041119"/>
                </a:lnTo>
                <a:lnTo>
                  <a:pt x="1556324" y="2041047"/>
                </a:lnTo>
                <a:lnTo>
                  <a:pt x="1557039" y="2041047"/>
                </a:lnTo>
                <a:lnTo>
                  <a:pt x="1522036" y="2039273"/>
                </a:lnTo>
                <a:lnTo>
                  <a:pt x="1521321" y="2039273"/>
                </a:lnTo>
                <a:lnTo>
                  <a:pt x="1519189" y="2039129"/>
                </a:lnTo>
                <a:lnTo>
                  <a:pt x="1519614" y="2039129"/>
                </a:lnTo>
                <a:lnTo>
                  <a:pt x="1484849" y="2036192"/>
                </a:lnTo>
                <a:lnTo>
                  <a:pt x="1484424" y="2036192"/>
                </a:lnTo>
                <a:lnTo>
                  <a:pt x="1482304" y="2035977"/>
                </a:lnTo>
                <a:lnTo>
                  <a:pt x="1482608" y="2035977"/>
                </a:lnTo>
                <a:lnTo>
                  <a:pt x="1448931" y="2031989"/>
                </a:lnTo>
                <a:close/>
              </a:path>
              <a:path w="1658620" h="2169160">
                <a:moveTo>
                  <a:pt x="1556324" y="2041047"/>
                </a:moveTo>
                <a:lnTo>
                  <a:pt x="1558465" y="2041119"/>
                </a:lnTo>
                <a:lnTo>
                  <a:pt x="1557396" y="2041065"/>
                </a:lnTo>
                <a:lnTo>
                  <a:pt x="1556324" y="2041047"/>
                </a:lnTo>
                <a:close/>
              </a:path>
              <a:path w="1658620" h="2169160">
                <a:moveTo>
                  <a:pt x="1557396" y="2041065"/>
                </a:moveTo>
                <a:lnTo>
                  <a:pt x="1558465" y="2041119"/>
                </a:lnTo>
                <a:lnTo>
                  <a:pt x="1560607" y="2041119"/>
                </a:lnTo>
                <a:lnTo>
                  <a:pt x="1557396" y="2041065"/>
                </a:lnTo>
                <a:close/>
              </a:path>
              <a:path w="1658620" h="2169160">
                <a:moveTo>
                  <a:pt x="1557039" y="2041047"/>
                </a:moveTo>
                <a:lnTo>
                  <a:pt x="1556324" y="2041047"/>
                </a:lnTo>
                <a:lnTo>
                  <a:pt x="1557396" y="2041065"/>
                </a:lnTo>
                <a:lnTo>
                  <a:pt x="1557039" y="2041047"/>
                </a:lnTo>
                <a:close/>
              </a:path>
              <a:path w="1658620" h="2169160">
                <a:moveTo>
                  <a:pt x="1519189" y="2039129"/>
                </a:moveTo>
                <a:lnTo>
                  <a:pt x="1521321" y="2039273"/>
                </a:lnTo>
                <a:lnTo>
                  <a:pt x="1520250" y="2039183"/>
                </a:lnTo>
                <a:lnTo>
                  <a:pt x="1519189" y="2039129"/>
                </a:lnTo>
                <a:close/>
              </a:path>
              <a:path w="1658620" h="2169160">
                <a:moveTo>
                  <a:pt x="1520250" y="2039183"/>
                </a:moveTo>
                <a:lnTo>
                  <a:pt x="1521321" y="2039273"/>
                </a:lnTo>
                <a:lnTo>
                  <a:pt x="1522036" y="2039273"/>
                </a:lnTo>
                <a:lnTo>
                  <a:pt x="1520250" y="2039183"/>
                </a:lnTo>
                <a:close/>
              </a:path>
              <a:path w="1658620" h="2169160">
                <a:moveTo>
                  <a:pt x="1519614" y="2039129"/>
                </a:moveTo>
                <a:lnTo>
                  <a:pt x="1519189" y="2039129"/>
                </a:lnTo>
                <a:lnTo>
                  <a:pt x="1520250" y="2039183"/>
                </a:lnTo>
                <a:lnTo>
                  <a:pt x="1519614" y="2039129"/>
                </a:lnTo>
                <a:close/>
              </a:path>
              <a:path w="1658620" h="2169160">
                <a:moveTo>
                  <a:pt x="1482304" y="2035977"/>
                </a:moveTo>
                <a:lnTo>
                  <a:pt x="1484424" y="2036192"/>
                </a:lnTo>
                <a:lnTo>
                  <a:pt x="1483365" y="2036066"/>
                </a:lnTo>
                <a:lnTo>
                  <a:pt x="1482304" y="2035977"/>
                </a:lnTo>
                <a:close/>
              </a:path>
              <a:path w="1658620" h="2169160">
                <a:moveTo>
                  <a:pt x="1483365" y="2036066"/>
                </a:moveTo>
                <a:lnTo>
                  <a:pt x="1484424" y="2036192"/>
                </a:lnTo>
                <a:lnTo>
                  <a:pt x="1484849" y="2036192"/>
                </a:lnTo>
                <a:lnTo>
                  <a:pt x="1483365" y="2036066"/>
                </a:lnTo>
                <a:close/>
              </a:path>
              <a:path w="1658620" h="2169160">
                <a:moveTo>
                  <a:pt x="1482608" y="2035977"/>
                </a:moveTo>
                <a:lnTo>
                  <a:pt x="1482304" y="2035977"/>
                </a:lnTo>
                <a:lnTo>
                  <a:pt x="1483365" y="2036066"/>
                </a:lnTo>
                <a:lnTo>
                  <a:pt x="1482608" y="2035977"/>
                </a:lnTo>
                <a:close/>
              </a:path>
            </a:pathLst>
          </a:custGeom>
          <a:solidFill>
            <a:srgbClr val="FFC000"/>
          </a:solidFill>
        </p:spPr>
        <p:txBody>
          <a:bodyPr wrap="square" lIns="0" tIns="0" rIns="0" bIns="0" rtlCol="0"/>
          <a:lstStyle/>
          <a:p>
            <a:endParaRPr/>
          </a:p>
        </p:txBody>
      </p:sp>
      <p:sp>
        <p:nvSpPr>
          <p:cNvPr id="5" name="object 5"/>
          <p:cNvSpPr txBox="1"/>
          <p:nvPr/>
        </p:nvSpPr>
        <p:spPr>
          <a:xfrm>
            <a:off x="707390" y="1819147"/>
            <a:ext cx="7715250" cy="3716654"/>
          </a:xfrm>
          <a:prstGeom prst="rect">
            <a:avLst/>
          </a:prstGeom>
        </p:spPr>
        <p:txBody>
          <a:bodyPr vert="horz" wrap="square" lIns="0" tIns="45720" rIns="0" bIns="0" rtlCol="0">
            <a:spAutoFit/>
          </a:bodyPr>
          <a:lstStyle/>
          <a:p>
            <a:pPr marL="12700" marR="593090">
              <a:lnSpc>
                <a:spcPts val="1920"/>
              </a:lnSpc>
              <a:spcBef>
                <a:spcPts val="360"/>
              </a:spcBef>
              <a:buFont typeface="Arial MT"/>
              <a:buChar char="•"/>
              <a:tabLst>
                <a:tab pos="240665" algn="l"/>
                <a:tab pos="241300" algn="l"/>
              </a:tabLst>
            </a:pPr>
            <a:r>
              <a:rPr sz="1800" dirty="0">
                <a:latin typeface="Calibri"/>
                <a:cs typeface="Calibri"/>
              </a:rPr>
              <a:t>The</a:t>
            </a:r>
            <a:r>
              <a:rPr sz="1800" spc="10" dirty="0">
                <a:latin typeface="Calibri"/>
                <a:cs typeface="Calibri"/>
              </a:rPr>
              <a:t> </a:t>
            </a:r>
            <a:r>
              <a:rPr sz="1800" spc="-10" dirty="0">
                <a:latin typeface="Calibri"/>
                <a:cs typeface="Calibri"/>
              </a:rPr>
              <a:t>following</a:t>
            </a:r>
            <a:r>
              <a:rPr sz="1800" spc="10" dirty="0">
                <a:latin typeface="Calibri"/>
                <a:cs typeface="Calibri"/>
              </a:rPr>
              <a:t> </a:t>
            </a:r>
            <a:r>
              <a:rPr sz="1800" spc="-15" dirty="0">
                <a:latin typeface="Calibri"/>
                <a:cs typeface="Calibri"/>
              </a:rPr>
              <a:t>steps</a:t>
            </a:r>
            <a:r>
              <a:rPr sz="1800" dirty="0">
                <a:latin typeface="Calibri"/>
                <a:cs typeface="Calibri"/>
              </a:rPr>
              <a:t> </a:t>
            </a:r>
            <a:r>
              <a:rPr sz="1800" spc="-5" dirty="0">
                <a:latin typeface="Calibri"/>
                <a:cs typeface="Calibri"/>
              </a:rPr>
              <a:t>define</a:t>
            </a:r>
            <a:r>
              <a:rPr sz="1800" spc="10" dirty="0">
                <a:latin typeface="Calibri"/>
                <a:cs typeface="Calibri"/>
              </a:rPr>
              <a:t> </a:t>
            </a:r>
            <a:r>
              <a:rPr sz="1800" b="1" i="1" dirty="0">
                <a:latin typeface="Calibri"/>
                <a:cs typeface="Calibri"/>
              </a:rPr>
              <a:t>a</a:t>
            </a:r>
            <a:r>
              <a:rPr sz="1800" b="1" i="1" spc="5" dirty="0">
                <a:latin typeface="Calibri"/>
                <a:cs typeface="Calibri"/>
              </a:rPr>
              <a:t> </a:t>
            </a:r>
            <a:r>
              <a:rPr sz="1800" b="1" i="1" spc="-5" dirty="0">
                <a:latin typeface="Calibri"/>
                <a:cs typeface="Calibri"/>
              </a:rPr>
              <a:t>process</a:t>
            </a:r>
            <a:r>
              <a:rPr sz="1800" b="1" i="1" spc="10" dirty="0">
                <a:latin typeface="Calibri"/>
                <a:cs typeface="Calibri"/>
              </a:rPr>
              <a:t> </a:t>
            </a:r>
            <a:r>
              <a:rPr sz="1800" b="1" i="1" spc="-5" dirty="0">
                <a:latin typeface="Calibri"/>
                <a:cs typeface="Calibri"/>
              </a:rPr>
              <a:t>for</a:t>
            </a:r>
            <a:r>
              <a:rPr sz="1800" b="1" i="1" spc="10" dirty="0">
                <a:latin typeface="Calibri"/>
                <a:cs typeface="Calibri"/>
              </a:rPr>
              <a:t> </a:t>
            </a:r>
            <a:r>
              <a:rPr sz="1800" b="1" i="1" spc="-5" dirty="0">
                <a:latin typeface="Calibri"/>
                <a:cs typeface="Calibri"/>
              </a:rPr>
              <a:t>creating</a:t>
            </a:r>
            <a:r>
              <a:rPr sz="1800" b="1" i="1" spc="5" dirty="0">
                <a:latin typeface="Calibri"/>
                <a:cs typeface="Calibri"/>
              </a:rPr>
              <a:t> </a:t>
            </a:r>
            <a:r>
              <a:rPr sz="1800" b="1" i="1" spc="-5" dirty="0">
                <a:latin typeface="Calibri"/>
                <a:cs typeface="Calibri"/>
              </a:rPr>
              <a:t>an</a:t>
            </a:r>
            <a:r>
              <a:rPr sz="1800" b="1" i="1" spc="10" dirty="0">
                <a:latin typeface="Calibri"/>
                <a:cs typeface="Calibri"/>
              </a:rPr>
              <a:t> </a:t>
            </a:r>
            <a:r>
              <a:rPr sz="1800" b="1" i="1" spc="-5" dirty="0">
                <a:latin typeface="Calibri"/>
                <a:cs typeface="Calibri"/>
              </a:rPr>
              <a:t>effective</a:t>
            </a:r>
            <a:r>
              <a:rPr sz="1800" b="1" i="1" spc="5" dirty="0">
                <a:latin typeface="Calibri"/>
                <a:cs typeface="Calibri"/>
              </a:rPr>
              <a:t> </a:t>
            </a:r>
            <a:r>
              <a:rPr sz="1800" b="1" i="1" spc="-5" dirty="0">
                <a:latin typeface="Calibri"/>
                <a:cs typeface="Calibri"/>
              </a:rPr>
              <a:t>information </a:t>
            </a:r>
            <a:r>
              <a:rPr sz="1800" b="1" i="1" spc="-390" dirty="0">
                <a:latin typeface="Calibri"/>
                <a:cs typeface="Calibri"/>
              </a:rPr>
              <a:t> </a:t>
            </a:r>
            <a:r>
              <a:rPr sz="1800" b="1" i="1" spc="-5" dirty="0">
                <a:latin typeface="Calibri"/>
                <a:cs typeface="Calibri"/>
              </a:rPr>
              <a:t>architectures</a:t>
            </a:r>
            <a:r>
              <a:rPr sz="1800" spc="-5" dirty="0">
                <a:latin typeface="Calibri"/>
                <a:cs typeface="Calibri"/>
              </a:rPr>
              <a:t>.</a:t>
            </a:r>
            <a:endParaRPr sz="1800" dirty="0">
              <a:latin typeface="Calibri"/>
              <a:cs typeface="Calibri"/>
            </a:endParaRPr>
          </a:p>
          <a:p>
            <a:pPr>
              <a:lnSpc>
                <a:spcPct val="100000"/>
              </a:lnSpc>
              <a:spcBef>
                <a:spcPts val="55"/>
              </a:spcBef>
              <a:buFont typeface="Arial MT"/>
              <a:buChar char="•"/>
            </a:pPr>
            <a:endParaRPr sz="2500" dirty="0">
              <a:latin typeface="Calibri"/>
              <a:cs typeface="Calibri"/>
            </a:endParaRPr>
          </a:p>
          <a:p>
            <a:pPr marL="469900" marR="5080" lvl="1" indent="-228600">
              <a:lnSpc>
                <a:spcPct val="90600"/>
              </a:lnSpc>
              <a:spcBef>
                <a:spcPts val="5"/>
              </a:spcBef>
              <a:buFont typeface="Arial MT"/>
              <a:buChar char="•"/>
              <a:tabLst>
                <a:tab pos="469265" algn="l"/>
                <a:tab pos="469900" algn="l"/>
              </a:tabLst>
            </a:pPr>
            <a:r>
              <a:rPr sz="1800" b="1" i="1" spc="-10" dirty="0">
                <a:latin typeface="Calibri"/>
                <a:cs typeface="Calibri"/>
              </a:rPr>
              <a:t>Understand</a:t>
            </a:r>
            <a:r>
              <a:rPr sz="1800" b="1" i="1" spc="10" dirty="0">
                <a:latin typeface="Calibri"/>
                <a:cs typeface="Calibri"/>
              </a:rPr>
              <a:t> </a:t>
            </a:r>
            <a:r>
              <a:rPr sz="1800" b="1" i="1" dirty="0">
                <a:latin typeface="Calibri"/>
                <a:cs typeface="Calibri"/>
              </a:rPr>
              <a:t>the</a:t>
            </a:r>
            <a:r>
              <a:rPr sz="1800" b="1" i="1" spc="15" dirty="0">
                <a:latin typeface="Calibri"/>
                <a:cs typeface="Calibri"/>
              </a:rPr>
              <a:t> </a:t>
            </a:r>
            <a:r>
              <a:rPr sz="1800" b="1" i="1" spc="-10" dirty="0">
                <a:latin typeface="Calibri"/>
                <a:cs typeface="Calibri"/>
              </a:rPr>
              <a:t>business/contextual</a:t>
            </a:r>
            <a:r>
              <a:rPr sz="1800" b="1" i="1" spc="5" dirty="0">
                <a:latin typeface="Calibri"/>
                <a:cs typeface="Calibri"/>
              </a:rPr>
              <a:t> </a:t>
            </a:r>
            <a:r>
              <a:rPr sz="1800" b="1" i="1" spc="-5" dirty="0">
                <a:latin typeface="Calibri"/>
                <a:cs typeface="Calibri"/>
              </a:rPr>
              <a:t>requirements</a:t>
            </a:r>
            <a:r>
              <a:rPr sz="1800" b="1" i="1" spc="10" dirty="0">
                <a:latin typeface="Calibri"/>
                <a:cs typeface="Calibri"/>
              </a:rPr>
              <a:t> </a:t>
            </a:r>
            <a:r>
              <a:rPr sz="1800" b="1" i="1" spc="-5" dirty="0">
                <a:latin typeface="Calibri"/>
                <a:cs typeface="Calibri"/>
              </a:rPr>
              <a:t>and</a:t>
            </a:r>
            <a:r>
              <a:rPr sz="1800" b="1" i="1" spc="15" dirty="0">
                <a:latin typeface="Calibri"/>
                <a:cs typeface="Calibri"/>
              </a:rPr>
              <a:t> </a:t>
            </a:r>
            <a:r>
              <a:rPr sz="1800" b="1" i="1" dirty="0">
                <a:latin typeface="Calibri"/>
                <a:cs typeface="Calibri"/>
              </a:rPr>
              <a:t>the</a:t>
            </a:r>
            <a:r>
              <a:rPr sz="1800" b="1" i="1" spc="15" dirty="0">
                <a:latin typeface="Calibri"/>
                <a:cs typeface="Calibri"/>
              </a:rPr>
              <a:t> </a:t>
            </a:r>
            <a:r>
              <a:rPr sz="1800" b="1" i="1" spc="-5" dirty="0">
                <a:latin typeface="Calibri"/>
                <a:cs typeface="Calibri"/>
              </a:rPr>
              <a:t>proposed</a:t>
            </a:r>
            <a:r>
              <a:rPr sz="1800" b="1" i="1" spc="15" dirty="0">
                <a:latin typeface="Calibri"/>
                <a:cs typeface="Calibri"/>
              </a:rPr>
              <a:t> </a:t>
            </a:r>
            <a:r>
              <a:rPr sz="1800" b="1" i="1" spc="-15" dirty="0">
                <a:latin typeface="Calibri"/>
                <a:cs typeface="Calibri"/>
              </a:rPr>
              <a:t>content </a:t>
            </a:r>
            <a:r>
              <a:rPr sz="1800" b="1" i="1" spc="-395" dirty="0">
                <a:latin typeface="Calibri"/>
                <a:cs typeface="Calibri"/>
              </a:rPr>
              <a:t> </a:t>
            </a:r>
            <a:r>
              <a:rPr sz="1800" b="1" i="1" spc="-5" dirty="0">
                <a:latin typeface="Calibri"/>
                <a:cs typeface="Calibri"/>
              </a:rPr>
              <a:t>for</a:t>
            </a:r>
            <a:r>
              <a:rPr sz="1800" b="1" i="1" dirty="0">
                <a:latin typeface="Calibri"/>
                <a:cs typeface="Calibri"/>
              </a:rPr>
              <a:t> the</a:t>
            </a:r>
            <a:r>
              <a:rPr sz="1800" b="1" i="1" spc="5" dirty="0">
                <a:latin typeface="Calibri"/>
                <a:cs typeface="Calibri"/>
              </a:rPr>
              <a:t> </a:t>
            </a:r>
            <a:r>
              <a:rPr sz="1800" b="1" i="1" spc="-10" dirty="0">
                <a:latin typeface="Calibri"/>
                <a:cs typeface="Calibri"/>
              </a:rPr>
              <a:t>system</a:t>
            </a:r>
            <a:r>
              <a:rPr sz="1800" spc="-10" dirty="0">
                <a:latin typeface="Calibri"/>
                <a:cs typeface="Calibri"/>
              </a:rPr>
              <a:t>.</a:t>
            </a:r>
            <a:r>
              <a:rPr sz="1800" dirty="0">
                <a:latin typeface="Calibri"/>
                <a:cs typeface="Calibri"/>
              </a:rPr>
              <a:t> </a:t>
            </a:r>
            <a:r>
              <a:rPr sz="1800" spc="-5" dirty="0">
                <a:latin typeface="Calibri"/>
                <a:cs typeface="Calibri"/>
              </a:rPr>
              <a:t>In</a:t>
            </a:r>
            <a:r>
              <a:rPr sz="1800" spc="10" dirty="0">
                <a:latin typeface="Calibri"/>
                <a:cs typeface="Calibri"/>
              </a:rPr>
              <a:t> </a:t>
            </a:r>
            <a:r>
              <a:rPr sz="1800" spc="-5" dirty="0">
                <a:latin typeface="Calibri"/>
                <a:cs typeface="Calibri"/>
              </a:rPr>
              <a:t>other </a:t>
            </a:r>
            <a:r>
              <a:rPr sz="1800" spc="-10" dirty="0">
                <a:latin typeface="Calibri"/>
                <a:cs typeface="Calibri"/>
              </a:rPr>
              <a:t>words,</a:t>
            </a:r>
            <a:r>
              <a:rPr sz="1800" spc="5" dirty="0">
                <a:latin typeface="Calibri"/>
                <a:cs typeface="Calibri"/>
              </a:rPr>
              <a:t> </a:t>
            </a:r>
            <a:r>
              <a:rPr sz="1800" spc="-5" dirty="0">
                <a:latin typeface="Calibri"/>
                <a:cs typeface="Calibri"/>
              </a:rPr>
              <a:t>re-check the</a:t>
            </a:r>
            <a:r>
              <a:rPr sz="1800" spc="10" dirty="0">
                <a:latin typeface="Calibri"/>
                <a:cs typeface="Calibri"/>
              </a:rPr>
              <a:t> </a:t>
            </a:r>
            <a:r>
              <a:rPr sz="1800" spc="-10" dirty="0">
                <a:latin typeface="Calibri"/>
                <a:cs typeface="Calibri"/>
              </a:rPr>
              <a:t>site</a:t>
            </a:r>
            <a:r>
              <a:rPr sz="1800" spc="5" dirty="0">
                <a:latin typeface="Calibri"/>
                <a:cs typeface="Calibri"/>
              </a:rPr>
              <a:t> </a:t>
            </a:r>
            <a:r>
              <a:rPr sz="1800" spc="-5" dirty="0">
                <a:latin typeface="Calibri"/>
                <a:cs typeface="Calibri"/>
              </a:rPr>
              <a:t>objectives,</a:t>
            </a:r>
            <a:r>
              <a:rPr sz="1800" spc="5" dirty="0">
                <a:latin typeface="Calibri"/>
                <a:cs typeface="Calibri"/>
              </a:rPr>
              <a:t> </a:t>
            </a:r>
            <a:r>
              <a:rPr sz="1800" spc="-5" dirty="0">
                <a:latin typeface="Calibri"/>
                <a:cs typeface="Calibri"/>
              </a:rPr>
              <a:t>User</a:t>
            </a:r>
            <a:r>
              <a:rPr sz="1800" dirty="0">
                <a:latin typeface="Calibri"/>
                <a:cs typeface="Calibri"/>
              </a:rPr>
              <a:t> needs and </a:t>
            </a:r>
            <a:r>
              <a:rPr sz="1800" spc="5" dirty="0">
                <a:latin typeface="Calibri"/>
                <a:cs typeface="Calibri"/>
              </a:rPr>
              <a:t> </a:t>
            </a:r>
            <a:r>
              <a:rPr sz="1800" spc="-10" dirty="0">
                <a:latin typeface="Calibri"/>
                <a:cs typeface="Calibri"/>
              </a:rPr>
              <a:t>Content</a:t>
            </a:r>
            <a:r>
              <a:rPr sz="1800" spc="-5" dirty="0">
                <a:latin typeface="Calibri"/>
                <a:cs typeface="Calibri"/>
              </a:rPr>
              <a:t> </a:t>
            </a:r>
            <a:r>
              <a:rPr sz="1800" spc="-10" dirty="0">
                <a:latin typeface="Calibri"/>
                <a:cs typeface="Calibri"/>
              </a:rPr>
              <a:t>Requirements.</a:t>
            </a:r>
            <a:endParaRPr sz="1800" dirty="0">
              <a:latin typeface="Calibri"/>
              <a:cs typeface="Calibri"/>
            </a:endParaRPr>
          </a:p>
          <a:p>
            <a:pPr marL="469900" marR="34290" lvl="1" indent="-228600">
              <a:lnSpc>
                <a:spcPts val="1989"/>
              </a:lnSpc>
              <a:spcBef>
                <a:spcPts val="540"/>
              </a:spcBef>
              <a:buFont typeface="Arial MT"/>
              <a:buChar char="•"/>
              <a:tabLst>
                <a:tab pos="469265" algn="l"/>
                <a:tab pos="469900" algn="l"/>
              </a:tabLst>
            </a:pPr>
            <a:r>
              <a:rPr sz="1800" b="1" i="1" dirty="0">
                <a:latin typeface="Calibri"/>
                <a:cs typeface="Calibri"/>
              </a:rPr>
              <a:t>Group and</a:t>
            </a:r>
            <a:r>
              <a:rPr sz="1800" b="1" i="1" spc="5" dirty="0">
                <a:latin typeface="Calibri"/>
                <a:cs typeface="Calibri"/>
              </a:rPr>
              <a:t> </a:t>
            </a:r>
            <a:r>
              <a:rPr sz="1800" b="1" i="1" dirty="0">
                <a:latin typeface="Calibri"/>
                <a:cs typeface="Calibri"/>
              </a:rPr>
              <a:t>Label</a:t>
            </a:r>
            <a:r>
              <a:rPr sz="1800" b="1" i="1" spc="-10" dirty="0">
                <a:latin typeface="Calibri"/>
                <a:cs typeface="Calibri"/>
              </a:rPr>
              <a:t> </a:t>
            </a:r>
            <a:r>
              <a:rPr sz="1800" b="1" i="1" dirty="0">
                <a:latin typeface="Calibri"/>
                <a:cs typeface="Calibri"/>
              </a:rPr>
              <a:t>the</a:t>
            </a:r>
            <a:r>
              <a:rPr sz="1800" b="1" i="1" spc="5" dirty="0">
                <a:latin typeface="Calibri"/>
                <a:cs typeface="Calibri"/>
              </a:rPr>
              <a:t> </a:t>
            </a:r>
            <a:r>
              <a:rPr sz="1800" b="1" i="1" spc="-10" dirty="0">
                <a:latin typeface="Calibri"/>
                <a:cs typeface="Calibri"/>
              </a:rPr>
              <a:t>Content.</a:t>
            </a:r>
            <a:r>
              <a:rPr sz="1800" b="1" i="1" spc="-5" dirty="0">
                <a:latin typeface="Calibri"/>
                <a:cs typeface="Calibri"/>
              </a:rPr>
              <a:t> </a:t>
            </a:r>
            <a:r>
              <a:rPr sz="1800" dirty="0">
                <a:latin typeface="Calibri"/>
                <a:cs typeface="Calibri"/>
              </a:rPr>
              <a:t>Conduct </a:t>
            </a:r>
            <a:r>
              <a:rPr sz="1800" b="1" spc="-10" dirty="0">
                <a:solidFill>
                  <a:srgbClr val="FF0000"/>
                </a:solidFill>
                <a:latin typeface="Calibri"/>
                <a:cs typeface="Calibri"/>
              </a:rPr>
              <a:t>cards</a:t>
            </a:r>
            <a:r>
              <a:rPr sz="1800" b="1" spc="-5" dirty="0">
                <a:solidFill>
                  <a:srgbClr val="FF0000"/>
                </a:solidFill>
                <a:latin typeface="Calibri"/>
                <a:cs typeface="Calibri"/>
              </a:rPr>
              <a:t> </a:t>
            </a:r>
            <a:r>
              <a:rPr sz="1800" b="1" i="1" spc="-5" dirty="0">
                <a:solidFill>
                  <a:srgbClr val="FF0000"/>
                </a:solidFill>
                <a:latin typeface="Calibri"/>
                <a:cs typeface="Calibri"/>
              </a:rPr>
              <a:t>sorting</a:t>
            </a:r>
            <a:r>
              <a:rPr sz="1800" b="1" i="1" spc="5" dirty="0">
                <a:solidFill>
                  <a:srgbClr val="FF0000"/>
                </a:solidFill>
                <a:latin typeface="Calibri"/>
                <a:cs typeface="Calibri"/>
              </a:rPr>
              <a:t> </a:t>
            </a:r>
            <a:r>
              <a:rPr sz="1800" b="1" i="1" spc="-10" dirty="0">
                <a:latin typeface="Calibri"/>
                <a:cs typeface="Calibri"/>
              </a:rPr>
              <a:t>exercises</a:t>
            </a:r>
            <a:r>
              <a:rPr sz="1800" b="1" i="1" spc="5" dirty="0">
                <a:latin typeface="Calibri"/>
                <a:cs typeface="Calibri"/>
              </a:rPr>
              <a:t> </a:t>
            </a:r>
            <a:r>
              <a:rPr sz="1800" spc="-5" dirty="0">
                <a:latin typeface="Calibri"/>
                <a:cs typeface="Calibri"/>
              </a:rPr>
              <a:t>with</a:t>
            </a:r>
            <a:r>
              <a:rPr sz="1800" spc="5" dirty="0">
                <a:latin typeface="Calibri"/>
                <a:cs typeface="Calibri"/>
              </a:rPr>
              <a:t> </a:t>
            </a:r>
            <a:r>
              <a:rPr sz="1800" dirty="0">
                <a:latin typeface="Calibri"/>
                <a:cs typeface="Calibri"/>
              </a:rPr>
              <a:t>a</a:t>
            </a:r>
            <a:r>
              <a:rPr sz="1800" spc="5" dirty="0">
                <a:latin typeface="Calibri"/>
                <a:cs typeface="Calibri"/>
              </a:rPr>
              <a:t> </a:t>
            </a:r>
            <a:r>
              <a:rPr sz="1800" dirty="0">
                <a:latin typeface="Calibri"/>
                <a:cs typeface="Calibri"/>
              </a:rPr>
              <a:t>number </a:t>
            </a:r>
            <a:r>
              <a:rPr sz="1800" spc="-395" dirty="0">
                <a:latin typeface="Calibri"/>
                <a:cs typeface="Calibri"/>
              </a:rPr>
              <a:t> </a:t>
            </a:r>
            <a:r>
              <a:rPr sz="1800" dirty="0">
                <a:latin typeface="Calibri"/>
                <a:cs typeface="Calibri"/>
              </a:rPr>
              <a:t>of</a:t>
            </a:r>
            <a:r>
              <a:rPr sz="1800" spc="5" dirty="0">
                <a:latin typeface="Calibri"/>
                <a:cs typeface="Calibri"/>
              </a:rPr>
              <a:t> </a:t>
            </a:r>
            <a:r>
              <a:rPr sz="1800" spc="-15" dirty="0">
                <a:latin typeface="Calibri"/>
                <a:cs typeface="Calibri"/>
              </a:rPr>
              <a:t>representative</a:t>
            </a:r>
            <a:r>
              <a:rPr sz="1800" spc="5" dirty="0">
                <a:latin typeface="Calibri"/>
                <a:cs typeface="Calibri"/>
              </a:rPr>
              <a:t> </a:t>
            </a:r>
            <a:r>
              <a:rPr sz="1800" spc="-10" dirty="0">
                <a:latin typeface="Calibri"/>
                <a:cs typeface="Calibri"/>
              </a:rPr>
              <a:t>users.</a:t>
            </a:r>
            <a:r>
              <a:rPr sz="1800" spc="5" dirty="0">
                <a:latin typeface="Calibri"/>
                <a:cs typeface="Calibri"/>
              </a:rPr>
              <a:t> </a:t>
            </a:r>
            <a:r>
              <a:rPr sz="1800" b="1" i="1" dirty="0">
                <a:latin typeface="Calibri"/>
                <a:cs typeface="Calibri"/>
              </a:rPr>
              <a:t>Look</a:t>
            </a:r>
            <a:r>
              <a:rPr sz="1800" b="1" i="1" spc="5" dirty="0">
                <a:latin typeface="Calibri"/>
                <a:cs typeface="Calibri"/>
              </a:rPr>
              <a:t> </a:t>
            </a:r>
            <a:r>
              <a:rPr sz="1800" b="1" i="1" spc="-5" dirty="0">
                <a:latin typeface="Calibri"/>
                <a:cs typeface="Calibri"/>
              </a:rPr>
              <a:t>for</a:t>
            </a:r>
            <a:r>
              <a:rPr sz="1800" b="1" i="1" spc="10" dirty="0">
                <a:latin typeface="Calibri"/>
                <a:cs typeface="Calibri"/>
              </a:rPr>
              <a:t> </a:t>
            </a:r>
            <a:r>
              <a:rPr sz="1800" b="1" i="1" dirty="0">
                <a:latin typeface="Calibri"/>
                <a:cs typeface="Calibri"/>
              </a:rPr>
              <a:t>trends</a:t>
            </a:r>
            <a:r>
              <a:rPr sz="1800" b="1" i="1" spc="5" dirty="0">
                <a:latin typeface="Calibri"/>
                <a:cs typeface="Calibri"/>
              </a:rPr>
              <a:t> </a:t>
            </a:r>
            <a:r>
              <a:rPr sz="1800" b="1" i="1" spc="-5" dirty="0">
                <a:latin typeface="Calibri"/>
                <a:cs typeface="Calibri"/>
              </a:rPr>
              <a:t>in</a:t>
            </a:r>
            <a:r>
              <a:rPr sz="1800" b="1" i="1" spc="5" dirty="0">
                <a:latin typeface="Calibri"/>
                <a:cs typeface="Calibri"/>
              </a:rPr>
              <a:t> </a:t>
            </a:r>
            <a:r>
              <a:rPr sz="1800" b="1" i="1" spc="-5" dirty="0">
                <a:latin typeface="Calibri"/>
                <a:cs typeface="Calibri"/>
              </a:rPr>
              <a:t>grouping</a:t>
            </a:r>
            <a:r>
              <a:rPr sz="1800" b="1" i="1" spc="5" dirty="0">
                <a:latin typeface="Calibri"/>
                <a:cs typeface="Calibri"/>
              </a:rPr>
              <a:t> </a:t>
            </a:r>
            <a:r>
              <a:rPr sz="1800" b="1" i="1" spc="-5" dirty="0">
                <a:latin typeface="Calibri"/>
                <a:cs typeface="Calibri"/>
              </a:rPr>
              <a:t>and</a:t>
            </a:r>
            <a:r>
              <a:rPr sz="1800" b="1" i="1" spc="5" dirty="0">
                <a:latin typeface="Calibri"/>
                <a:cs typeface="Calibri"/>
              </a:rPr>
              <a:t> </a:t>
            </a:r>
            <a:r>
              <a:rPr sz="1800" b="1" i="1" spc="-5" dirty="0">
                <a:latin typeface="Calibri"/>
                <a:cs typeface="Calibri"/>
              </a:rPr>
              <a:t>labelling</a:t>
            </a:r>
            <a:r>
              <a:rPr sz="1800" spc="-5" dirty="0">
                <a:latin typeface="Calibri"/>
                <a:cs typeface="Calibri"/>
              </a:rPr>
              <a:t>.</a:t>
            </a:r>
            <a:endParaRPr sz="1800" dirty="0">
              <a:latin typeface="Calibri"/>
              <a:cs typeface="Calibri"/>
            </a:endParaRPr>
          </a:p>
          <a:p>
            <a:pPr marL="469900" marR="347345" lvl="1" indent="-228600">
              <a:lnSpc>
                <a:spcPct val="90600"/>
              </a:lnSpc>
              <a:spcBef>
                <a:spcPts val="505"/>
              </a:spcBef>
              <a:buFont typeface="Arial MT"/>
              <a:buChar char="•"/>
              <a:tabLst>
                <a:tab pos="469265" algn="l"/>
                <a:tab pos="469900" algn="l"/>
              </a:tabLst>
            </a:pPr>
            <a:r>
              <a:rPr sz="1800" b="1" i="1" spc="-5" dirty="0">
                <a:latin typeface="Calibri"/>
                <a:cs typeface="Calibri"/>
              </a:rPr>
              <a:t>Define</a:t>
            </a:r>
            <a:r>
              <a:rPr sz="1800" b="1" i="1" spc="5" dirty="0">
                <a:latin typeface="Calibri"/>
                <a:cs typeface="Calibri"/>
              </a:rPr>
              <a:t> </a:t>
            </a:r>
            <a:r>
              <a:rPr sz="1800" b="1" i="1" dirty="0">
                <a:latin typeface="Calibri"/>
                <a:cs typeface="Calibri"/>
              </a:rPr>
              <a:t>the</a:t>
            </a:r>
            <a:r>
              <a:rPr sz="1800" b="1" i="1" spc="5" dirty="0">
                <a:latin typeface="Calibri"/>
                <a:cs typeface="Calibri"/>
              </a:rPr>
              <a:t> </a:t>
            </a:r>
            <a:r>
              <a:rPr sz="1800" b="1" i="1" spc="-5" dirty="0">
                <a:latin typeface="Calibri"/>
                <a:cs typeface="Calibri"/>
              </a:rPr>
              <a:t>Navigation</a:t>
            </a:r>
            <a:r>
              <a:rPr sz="1800" b="1" i="1" spc="5" dirty="0">
                <a:latin typeface="Calibri"/>
                <a:cs typeface="Calibri"/>
              </a:rPr>
              <a:t> </a:t>
            </a:r>
            <a:r>
              <a:rPr sz="1800" b="1" i="1" dirty="0">
                <a:latin typeface="Calibri"/>
                <a:cs typeface="Calibri"/>
              </a:rPr>
              <a:t>and</a:t>
            </a:r>
            <a:r>
              <a:rPr sz="1800" b="1" i="1" spc="5" dirty="0">
                <a:latin typeface="Calibri"/>
                <a:cs typeface="Calibri"/>
              </a:rPr>
              <a:t> </a:t>
            </a:r>
            <a:r>
              <a:rPr sz="1800" b="1" i="1" spc="-5" dirty="0">
                <a:latin typeface="Calibri"/>
                <a:cs typeface="Calibri"/>
              </a:rPr>
              <a:t>Sitemap.</a:t>
            </a:r>
            <a:r>
              <a:rPr sz="1800" b="1" i="1" dirty="0">
                <a:latin typeface="Calibri"/>
                <a:cs typeface="Calibri"/>
              </a:rPr>
              <a:t> </a:t>
            </a:r>
            <a:r>
              <a:rPr sz="1800" spc="-5" dirty="0">
                <a:latin typeface="Calibri"/>
                <a:cs typeface="Calibri"/>
              </a:rPr>
              <a:t>Develop</a:t>
            </a:r>
            <a:r>
              <a:rPr sz="1800" spc="10" dirty="0">
                <a:latin typeface="Calibri"/>
                <a:cs typeface="Calibri"/>
              </a:rPr>
              <a:t> </a:t>
            </a:r>
            <a:r>
              <a:rPr sz="1800" dirty="0">
                <a:latin typeface="Calibri"/>
                <a:cs typeface="Calibri"/>
              </a:rPr>
              <a:t>a</a:t>
            </a:r>
            <a:r>
              <a:rPr sz="1800" spc="5" dirty="0">
                <a:latin typeface="Calibri"/>
                <a:cs typeface="Calibri"/>
              </a:rPr>
              <a:t> </a:t>
            </a:r>
            <a:r>
              <a:rPr sz="1800" b="1" i="1" spc="-5" dirty="0">
                <a:latin typeface="Calibri"/>
                <a:cs typeface="Calibri"/>
              </a:rPr>
              <a:t>draft</a:t>
            </a:r>
            <a:r>
              <a:rPr sz="1800" b="1" i="1" spc="5" dirty="0">
                <a:latin typeface="Calibri"/>
                <a:cs typeface="Calibri"/>
              </a:rPr>
              <a:t> </a:t>
            </a:r>
            <a:r>
              <a:rPr sz="1800" b="1" i="1" spc="-5" dirty="0">
                <a:latin typeface="Calibri"/>
                <a:cs typeface="Calibri"/>
              </a:rPr>
              <a:t>information </a:t>
            </a:r>
            <a:r>
              <a:rPr sz="1800" b="1" i="1" dirty="0">
                <a:latin typeface="Calibri"/>
                <a:cs typeface="Calibri"/>
              </a:rPr>
              <a:t> </a:t>
            </a:r>
            <a:r>
              <a:rPr sz="1800" b="1" i="1" spc="-5" dirty="0">
                <a:latin typeface="Calibri"/>
                <a:cs typeface="Calibri"/>
              </a:rPr>
              <a:t>architecture</a:t>
            </a:r>
            <a:r>
              <a:rPr sz="1800" b="1" i="1" spc="5" dirty="0">
                <a:latin typeface="Calibri"/>
                <a:cs typeface="Calibri"/>
              </a:rPr>
              <a:t> </a:t>
            </a:r>
            <a:r>
              <a:rPr sz="1800" spc="-5" dirty="0">
                <a:latin typeface="Calibri"/>
                <a:cs typeface="Calibri"/>
              </a:rPr>
              <a:t>(i.e.,</a:t>
            </a:r>
            <a:r>
              <a:rPr sz="1800" spc="5" dirty="0">
                <a:latin typeface="Calibri"/>
                <a:cs typeface="Calibri"/>
              </a:rPr>
              <a:t> </a:t>
            </a:r>
            <a:r>
              <a:rPr sz="1800" spc="-10" dirty="0">
                <a:latin typeface="Calibri"/>
                <a:cs typeface="Calibri"/>
              </a:rPr>
              <a:t>information</a:t>
            </a:r>
            <a:r>
              <a:rPr sz="1800" spc="10" dirty="0">
                <a:latin typeface="Calibri"/>
                <a:cs typeface="Calibri"/>
              </a:rPr>
              <a:t> </a:t>
            </a:r>
            <a:r>
              <a:rPr sz="1800" spc="-5" dirty="0">
                <a:latin typeface="Calibri"/>
                <a:cs typeface="Calibri"/>
              </a:rPr>
              <a:t>groupings</a:t>
            </a:r>
            <a:r>
              <a:rPr sz="1800" dirty="0">
                <a:latin typeface="Calibri"/>
                <a:cs typeface="Calibri"/>
              </a:rPr>
              <a:t> and</a:t>
            </a:r>
            <a:r>
              <a:rPr sz="1800" spc="10" dirty="0">
                <a:latin typeface="Calibri"/>
                <a:cs typeface="Calibri"/>
              </a:rPr>
              <a:t> </a:t>
            </a:r>
            <a:r>
              <a:rPr sz="1800" spc="-10" dirty="0">
                <a:latin typeface="Calibri"/>
                <a:cs typeface="Calibri"/>
              </a:rPr>
              <a:t>hierarchy).</a:t>
            </a:r>
            <a:r>
              <a:rPr sz="1800" dirty="0">
                <a:latin typeface="Calibri"/>
                <a:cs typeface="Calibri"/>
              </a:rPr>
              <a:t> </a:t>
            </a:r>
            <a:r>
              <a:rPr sz="1800" spc="-10" dirty="0">
                <a:latin typeface="Calibri"/>
                <a:cs typeface="Calibri"/>
              </a:rPr>
              <a:t>Groups</a:t>
            </a:r>
            <a:r>
              <a:rPr sz="1800" dirty="0">
                <a:latin typeface="Calibri"/>
                <a:cs typeface="Calibri"/>
              </a:rPr>
              <a:t> and</a:t>
            </a:r>
            <a:r>
              <a:rPr sz="1800" spc="10" dirty="0">
                <a:latin typeface="Calibri"/>
                <a:cs typeface="Calibri"/>
              </a:rPr>
              <a:t> </a:t>
            </a:r>
            <a:r>
              <a:rPr sz="1800" spc="-5" dirty="0">
                <a:latin typeface="Calibri"/>
                <a:cs typeface="Calibri"/>
              </a:rPr>
              <a:t>labels </a:t>
            </a:r>
            <a:r>
              <a:rPr sz="1800" spc="-395" dirty="0">
                <a:latin typeface="Calibri"/>
                <a:cs typeface="Calibri"/>
              </a:rPr>
              <a:t> </a:t>
            </a:r>
            <a:r>
              <a:rPr sz="1800" dirty="0">
                <a:latin typeface="Calibri"/>
                <a:cs typeface="Calibri"/>
              </a:rPr>
              <a:t>will</a:t>
            </a:r>
            <a:r>
              <a:rPr sz="1800" spc="5" dirty="0">
                <a:latin typeface="Calibri"/>
                <a:cs typeface="Calibri"/>
              </a:rPr>
              <a:t> </a:t>
            </a:r>
            <a:r>
              <a:rPr sz="1800" dirty="0">
                <a:latin typeface="Calibri"/>
                <a:cs typeface="Calibri"/>
              </a:rPr>
              <a:t>be</a:t>
            </a:r>
            <a:r>
              <a:rPr sz="1800" spc="10" dirty="0">
                <a:latin typeface="Calibri"/>
                <a:cs typeface="Calibri"/>
              </a:rPr>
              <a:t> </a:t>
            </a:r>
            <a:r>
              <a:rPr sz="1800" spc="-5" dirty="0">
                <a:latin typeface="Calibri"/>
                <a:cs typeface="Calibri"/>
              </a:rPr>
              <a:t>combined</a:t>
            </a:r>
            <a:r>
              <a:rPr sz="1800" spc="10" dirty="0">
                <a:latin typeface="Calibri"/>
                <a:cs typeface="Calibri"/>
              </a:rPr>
              <a:t> </a:t>
            </a:r>
            <a:r>
              <a:rPr sz="1800" spc="-5" dirty="0">
                <a:latin typeface="Calibri"/>
                <a:cs typeface="Calibri"/>
              </a:rPr>
              <a:t>with</a:t>
            </a:r>
            <a:r>
              <a:rPr sz="1800" spc="15" dirty="0">
                <a:latin typeface="Calibri"/>
                <a:cs typeface="Calibri"/>
              </a:rPr>
              <a:t> </a:t>
            </a:r>
            <a:r>
              <a:rPr sz="1800" dirty="0">
                <a:latin typeface="Calibri"/>
                <a:cs typeface="Calibri"/>
              </a:rPr>
              <a:t>the</a:t>
            </a:r>
            <a:r>
              <a:rPr sz="1800" spc="10" dirty="0">
                <a:latin typeface="Calibri"/>
                <a:cs typeface="Calibri"/>
              </a:rPr>
              <a:t> </a:t>
            </a:r>
            <a:r>
              <a:rPr sz="1800" spc="-5" dirty="0">
                <a:latin typeface="Calibri"/>
                <a:cs typeface="Calibri"/>
              </a:rPr>
              <a:t>IA</a:t>
            </a:r>
            <a:r>
              <a:rPr sz="1800" dirty="0">
                <a:latin typeface="Calibri"/>
                <a:cs typeface="Calibri"/>
              </a:rPr>
              <a:t> </a:t>
            </a:r>
            <a:r>
              <a:rPr sz="1800" spc="-15" dirty="0">
                <a:latin typeface="Calibri"/>
                <a:cs typeface="Calibri"/>
              </a:rPr>
              <a:t>to</a:t>
            </a:r>
            <a:r>
              <a:rPr sz="1800" spc="5" dirty="0">
                <a:latin typeface="Calibri"/>
                <a:cs typeface="Calibri"/>
              </a:rPr>
              <a:t> </a:t>
            </a:r>
            <a:r>
              <a:rPr sz="1800" dirty="0">
                <a:latin typeface="Calibri"/>
                <a:cs typeface="Calibri"/>
              </a:rPr>
              <a:t>be</a:t>
            </a:r>
            <a:r>
              <a:rPr sz="1800" spc="15" dirty="0">
                <a:latin typeface="Calibri"/>
                <a:cs typeface="Calibri"/>
              </a:rPr>
              <a:t> </a:t>
            </a:r>
            <a:r>
              <a:rPr sz="1800" dirty="0">
                <a:latin typeface="Calibri"/>
                <a:cs typeface="Calibri"/>
              </a:rPr>
              <a:t>the</a:t>
            </a:r>
            <a:r>
              <a:rPr sz="1800" spc="10" dirty="0">
                <a:latin typeface="Calibri"/>
                <a:cs typeface="Calibri"/>
              </a:rPr>
              <a:t> </a:t>
            </a:r>
            <a:r>
              <a:rPr sz="1800" spc="-5" dirty="0">
                <a:latin typeface="Calibri"/>
                <a:cs typeface="Calibri"/>
              </a:rPr>
              <a:t>basis</a:t>
            </a:r>
            <a:r>
              <a:rPr sz="1800" dirty="0">
                <a:latin typeface="Calibri"/>
                <a:cs typeface="Calibri"/>
              </a:rPr>
              <a:t> of</a:t>
            </a:r>
            <a:r>
              <a:rPr sz="1800" spc="5" dirty="0">
                <a:latin typeface="Calibri"/>
                <a:cs typeface="Calibri"/>
              </a:rPr>
              <a:t> </a:t>
            </a:r>
            <a:r>
              <a:rPr sz="1800" dirty="0">
                <a:latin typeface="Calibri"/>
                <a:cs typeface="Calibri"/>
              </a:rPr>
              <a:t>menus</a:t>
            </a:r>
            <a:r>
              <a:rPr sz="1800" spc="5" dirty="0">
                <a:latin typeface="Calibri"/>
                <a:cs typeface="Calibri"/>
              </a:rPr>
              <a:t> </a:t>
            </a:r>
            <a:r>
              <a:rPr sz="1800" dirty="0">
                <a:latin typeface="Calibri"/>
                <a:cs typeface="Calibri"/>
              </a:rPr>
              <a:t>and</a:t>
            </a:r>
            <a:r>
              <a:rPr sz="1800" spc="10" dirty="0">
                <a:latin typeface="Calibri"/>
                <a:cs typeface="Calibri"/>
              </a:rPr>
              <a:t> </a:t>
            </a:r>
            <a:r>
              <a:rPr sz="1800" spc="-10" dirty="0">
                <a:latin typeface="Calibri"/>
                <a:cs typeface="Calibri"/>
              </a:rPr>
              <a:t>sitemaps.</a:t>
            </a:r>
            <a:endParaRPr sz="1800" dirty="0">
              <a:latin typeface="Calibri"/>
              <a:cs typeface="Calibri"/>
            </a:endParaRPr>
          </a:p>
          <a:p>
            <a:pPr marL="469900" lvl="1" indent="-228600">
              <a:lnSpc>
                <a:spcPct val="100000"/>
              </a:lnSpc>
              <a:spcBef>
                <a:spcPts val="430"/>
              </a:spcBef>
              <a:buFont typeface="Arial MT"/>
              <a:buChar char="•"/>
              <a:tabLst>
                <a:tab pos="469265" algn="l"/>
                <a:tab pos="469900" algn="l"/>
              </a:tabLst>
            </a:pPr>
            <a:r>
              <a:rPr sz="1800" b="1" i="1" spc="-10" dirty="0">
                <a:latin typeface="Calibri"/>
                <a:cs typeface="Calibri"/>
              </a:rPr>
              <a:t>Content</a:t>
            </a:r>
            <a:r>
              <a:rPr sz="1800" b="1" i="1" spc="-30" dirty="0">
                <a:latin typeface="Calibri"/>
                <a:cs typeface="Calibri"/>
              </a:rPr>
              <a:t> </a:t>
            </a:r>
            <a:r>
              <a:rPr sz="1800" b="1" i="1" spc="-5" dirty="0">
                <a:latin typeface="Calibri"/>
                <a:cs typeface="Calibri"/>
              </a:rPr>
              <a:t>Matrix</a:t>
            </a:r>
            <a:endParaRPr sz="1800" dirty="0">
              <a:latin typeface="Calibri"/>
              <a:cs typeface="Calibri"/>
            </a:endParaRPr>
          </a:p>
          <a:p>
            <a:pPr marL="469900" lvl="1" indent="-228600">
              <a:lnSpc>
                <a:spcPct val="100000"/>
              </a:lnSpc>
              <a:spcBef>
                <a:spcPts val="340"/>
              </a:spcBef>
              <a:buFont typeface="Arial MT"/>
              <a:buChar char="•"/>
              <a:tabLst>
                <a:tab pos="469265" algn="l"/>
                <a:tab pos="469900" algn="l"/>
              </a:tabLst>
            </a:pPr>
            <a:r>
              <a:rPr sz="1800" b="1" i="1" spc="-5" dirty="0">
                <a:latin typeface="Calibri"/>
                <a:cs typeface="Calibri"/>
              </a:rPr>
              <a:t>User</a:t>
            </a:r>
            <a:r>
              <a:rPr sz="1800" b="1" i="1" spc="-30" dirty="0">
                <a:latin typeface="Calibri"/>
                <a:cs typeface="Calibri"/>
              </a:rPr>
              <a:t> </a:t>
            </a:r>
            <a:r>
              <a:rPr sz="1800" b="1" i="1" spc="-25" dirty="0">
                <a:latin typeface="Calibri"/>
                <a:cs typeface="Calibri"/>
              </a:rPr>
              <a:t>Testing</a:t>
            </a:r>
            <a:endParaRPr sz="1800" dirty="0">
              <a:latin typeface="Calibri"/>
              <a:cs typeface="Calibri"/>
            </a:endParaRPr>
          </a:p>
        </p:txBody>
      </p:sp>
      <p:sp>
        <p:nvSpPr>
          <p:cNvPr id="6" name="object 6"/>
          <p:cNvSpPr txBox="1"/>
          <p:nvPr/>
        </p:nvSpPr>
        <p:spPr>
          <a:xfrm>
            <a:off x="8254365" y="6428920"/>
            <a:ext cx="180975" cy="211454"/>
          </a:xfrm>
          <a:prstGeom prst="rect">
            <a:avLst/>
          </a:prstGeom>
        </p:spPr>
        <p:txBody>
          <a:bodyPr vert="horz" wrap="square" lIns="0" tIns="5080" rIns="0" bIns="0" rtlCol="0">
            <a:spAutoFit/>
          </a:bodyPr>
          <a:lstStyle/>
          <a:p>
            <a:pPr marL="12700">
              <a:lnSpc>
                <a:spcPct val="100000"/>
              </a:lnSpc>
              <a:spcBef>
                <a:spcPts val="40"/>
              </a:spcBef>
            </a:pPr>
            <a:r>
              <a:rPr sz="1200" dirty="0">
                <a:solidFill>
                  <a:srgbClr val="898989"/>
                </a:solidFill>
                <a:latin typeface="Calibri"/>
                <a:cs typeface="Calibri"/>
              </a:rPr>
              <a:t>20</a:t>
            </a:r>
            <a:endParaRPr sz="1200">
              <a:latin typeface="Calibri"/>
              <a:cs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a:extLst>
              <a:ext uri="{C183D7F6-B498-43B3-948B-1728B52AA6E4}">
                <adec:decorative xmlns:adec="http://schemas.microsoft.com/office/drawing/2017/decorative" val="1"/>
              </a:ext>
            </a:extLst>
          </p:cNvPr>
          <p:cNvSpPr/>
          <p:nvPr/>
        </p:nvSpPr>
        <p:spPr>
          <a:xfrm>
            <a:off x="7656521" y="1"/>
            <a:ext cx="851535" cy="478155"/>
          </a:xfrm>
          <a:custGeom>
            <a:avLst/>
            <a:gdLst/>
            <a:ahLst/>
            <a:cxnLst/>
            <a:rect l="l" t="t" r="r" b="b"/>
            <a:pathLst>
              <a:path w="851534" h="478155">
                <a:moveTo>
                  <a:pt x="851298" y="0"/>
                </a:moveTo>
                <a:lnTo>
                  <a:pt x="0" y="0"/>
                </a:lnTo>
                <a:lnTo>
                  <a:pt x="1271" y="16826"/>
                </a:lnTo>
                <a:lnTo>
                  <a:pt x="11110" y="68555"/>
                </a:lnTo>
                <a:lnTo>
                  <a:pt x="24352" y="118309"/>
                </a:lnTo>
                <a:lnTo>
                  <a:pt x="40821" y="165852"/>
                </a:lnTo>
                <a:lnTo>
                  <a:pt x="60338" y="210948"/>
                </a:lnTo>
                <a:lnTo>
                  <a:pt x="82728" y="253362"/>
                </a:lnTo>
                <a:lnTo>
                  <a:pt x="107813" y="292856"/>
                </a:lnTo>
                <a:lnTo>
                  <a:pt x="135416" y="329194"/>
                </a:lnTo>
                <a:lnTo>
                  <a:pt x="165360" y="362142"/>
                </a:lnTo>
                <a:lnTo>
                  <a:pt x="197468" y="391463"/>
                </a:lnTo>
                <a:lnTo>
                  <a:pt x="231564" y="416920"/>
                </a:lnTo>
                <a:lnTo>
                  <a:pt x="267469" y="438278"/>
                </a:lnTo>
                <a:lnTo>
                  <a:pt x="305007" y="455300"/>
                </a:lnTo>
                <a:lnTo>
                  <a:pt x="344001" y="467752"/>
                </a:lnTo>
                <a:lnTo>
                  <a:pt x="384274" y="475395"/>
                </a:lnTo>
                <a:lnTo>
                  <a:pt x="425649" y="477996"/>
                </a:lnTo>
                <a:lnTo>
                  <a:pt x="467024" y="475395"/>
                </a:lnTo>
                <a:lnTo>
                  <a:pt x="507296" y="467752"/>
                </a:lnTo>
                <a:lnTo>
                  <a:pt x="546290" y="455300"/>
                </a:lnTo>
                <a:lnTo>
                  <a:pt x="583828" y="438278"/>
                </a:lnTo>
                <a:lnTo>
                  <a:pt x="619733" y="416920"/>
                </a:lnTo>
                <a:lnTo>
                  <a:pt x="653828" y="391463"/>
                </a:lnTo>
                <a:lnTo>
                  <a:pt x="685936" y="362142"/>
                </a:lnTo>
                <a:lnTo>
                  <a:pt x="715880" y="329194"/>
                </a:lnTo>
                <a:lnTo>
                  <a:pt x="743483" y="292856"/>
                </a:lnTo>
                <a:lnTo>
                  <a:pt x="768568" y="253362"/>
                </a:lnTo>
                <a:lnTo>
                  <a:pt x="790958" y="210948"/>
                </a:lnTo>
                <a:lnTo>
                  <a:pt x="810476" y="165852"/>
                </a:lnTo>
                <a:lnTo>
                  <a:pt x="826944" y="118309"/>
                </a:lnTo>
                <a:lnTo>
                  <a:pt x="840187" y="68555"/>
                </a:lnTo>
                <a:lnTo>
                  <a:pt x="850026" y="16826"/>
                </a:lnTo>
                <a:lnTo>
                  <a:pt x="851298" y="0"/>
                </a:lnTo>
                <a:close/>
              </a:path>
            </a:pathLst>
          </a:custGeom>
          <a:solidFill>
            <a:srgbClr val="FFC000"/>
          </a:solidFill>
        </p:spPr>
        <p:txBody>
          <a:bodyPr wrap="square" lIns="0" tIns="0" rIns="0" bIns="0" rtlCol="0"/>
          <a:lstStyle/>
          <a:p>
            <a:endParaRPr/>
          </a:p>
        </p:txBody>
      </p:sp>
      <p:sp>
        <p:nvSpPr>
          <p:cNvPr id="3" name="object 3"/>
          <p:cNvSpPr txBox="1">
            <a:spLocks noGrp="1"/>
          </p:cNvSpPr>
          <p:nvPr>
            <p:ph type="title"/>
          </p:nvPr>
        </p:nvSpPr>
        <p:spPr>
          <a:xfrm>
            <a:off x="3524154" y="714562"/>
            <a:ext cx="2095500" cy="518795"/>
          </a:xfrm>
          <a:prstGeom prst="rect">
            <a:avLst/>
          </a:prstGeom>
        </p:spPr>
        <p:txBody>
          <a:bodyPr vert="horz" wrap="square" lIns="0" tIns="17145" rIns="0" bIns="0" rtlCol="0">
            <a:spAutoFit/>
          </a:bodyPr>
          <a:lstStyle/>
          <a:p>
            <a:pPr marL="12700">
              <a:lnSpc>
                <a:spcPct val="100000"/>
              </a:lnSpc>
              <a:spcBef>
                <a:spcPts val="135"/>
              </a:spcBef>
            </a:pPr>
            <a:r>
              <a:rPr sz="3200" spc="30" dirty="0"/>
              <a:t>Card</a:t>
            </a:r>
            <a:r>
              <a:rPr sz="3200" spc="-30" dirty="0"/>
              <a:t> </a:t>
            </a:r>
            <a:r>
              <a:rPr sz="3200" spc="35" dirty="0"/>
              <a:t>Sorting</a:t>
            </a:r>
            <a:endParaRPr sz="3200"/>
          </a:p>
        </p:txBody>
      </p:sp>
      <p:sp>
        <p:nvSpPr>
          <p:cNvPr id="4" name="object 4">
            <a:extLst>
              <a:ext uri="{C183D7F6-B498-43B3-948B-1728B52AA6E4}">
                <adec:decorative xmlns:adec="http://schemas.microsoft.com/office/drawing/2017/decorative" val="1"/>
              </a:ext>
            </a:extLst>
          </p:cNvPr>
          <p:cNvSpPr/>
          <p:nvPr/>
        </p:nvSpPr>
        <p:spPr>
          <a:xfrm>
            <a:off x="353293" y="4161451"/>
            <a:ext cx="1658620" cy="2169160"/>
          </a:xfrm>
          <a:custGeom>
            <a:avLst/>
            <a:gdLst/>
            <a:ahLst/>
            <a:cxnLst/>
            <a:rect l="l" t="t" r="r" b="b"/>
            <a:pathLst>
              <a:path w="1658620" h="2169160">
                <a:moveTo>
                  <a:pt x="62284" y="0"/>
                </a:moveTo>
                <a:lnTo>
                  <a:pt x="37666" y="5458"/>
                </a:lnTo>
                <a:lnTo>
                  <a:pt x="17744" y="19447"/>
                </a:lnTo>
                <a:lnTo>
                  <a:pt x="4520" y="39885"/>
                </a:lnTo>
                <a:lnTo>
                  <a:pt x="0" y="64692"/>
                </a:lnTo>
                <a:lnTo>
                  <a:pt x="2015" y="170966"/>
                </a:lnTo>
                <a:lnTo>
                  <a:pt x="8066" y="277064"/>
                </a:lnTo>
                <a:lnTo>
                  <a:pt x="18033" y="381651"/>
                </a:lnTo>
                <a:lnTo>
                  <a:pt x="27409" y="451653"/>
                </a:lnTo>
                <a:lnTo>
                  <a:pt x="51804" y="493688"/>
                </a:lnTo>
                <a:lnTo>
                  <a:pt x="98777" y="506162"/>
                </a:lnTo>
                <a:lnTo>
                  <a:pt x="122613" y="497934"/>
                </a:lnTo>
                <a:lnTo>
                  <a:pt x="140812" y="481766"/>
                </a:lnTo>
                <a:lnTo>
                  <a:pt x="151620" y="459954"/>
                </a:lnTo>
                <a:lnTo>
                  <a:pt x="153285" y="434793"/>
                </a:lnTo>
                <a:lnTo>
                  <a:pt x="144392" y="368397"/>
                </a:lnTo>
                <a:lnTo>
                  <a:pt x="144070" y="365992"/>
                </a:lnTo>
                <a:lnTo>
                  <a:pt x="134837" y="268626"/>
                </a:lnTo>
                <a:lnTo>
                  <a:pt x="134699" y="267419"/>
                </a:lnTo>
                <a:lnTo>
                  <a:pt x="134654" y="266217"/>
                </a:lnTo>
                <a:lnTo>
                  <a:pt x="129015" y="167350"/>
                </a:lnTo>
                <a:lnTo>
                  <a:pt x="126977" y="62284"/>
                </a:lnTo>
                <a:lnTo>
                  <a:pt x="121519" y="37666"/>
                </a:lnTo>
                <a:lnTo>
                  <a:pt x="107530" y="17743"/>
                </a:lnTo>
                <a:lnTo>
                  <a:pt x="87091" y="4520"/>
                </a:lnTo>
                <a:lnTo>
                  <a:pt x="62284" y="0"/>
                </a:lnTo>
                <a:close/>
              </a:path>
              <a:path w="1658620" h="2169160">
                <a:moveTo>
                  <a:pt x="144070" y="365992"/>
                </a:moveTo>
                <a:lnTo>
                  <a:pt x="144346" y="368397"/>
                </a:lnTo>
                <a:lnTo>
                  <a:pt x="144231" y="367192"/>
                </a:lnTo>
                <a:lnTo>
                  <a:pt x="144070" y="365992"/>
                </a:lnTo>
                <a:close/>
              </a:path>
              <a:path w="1658620" h="2169160">
                <a:moveTo>
                  <a:pt x="144231" y="367192"/>
                </a:moveTo>
                <a:lnTo>
                  <a:pt x="144346" y="368397"/>
                </a:lnTo>
                <a:lnTo>
                  <a:pt x="144231" y="367192"/>
                </a:lnTo>
                <a:close/>
              </a:path>
              <a:path w="1658620" h="2169160">
                <a:moveTo>
                  <a:pt x="144116" y="365992"/>
                </a:moveTo>
                <a:lnTo>
                  <a:pt x="144231" y="367192"/>
                </a:lnTo>
                <a:lnTo>
                  <a:pt x="144116" y="365992"/>
                </a:lnTo>
                <a:close/>
              </a:path>
              <a:path w="1658620" h="2169160">
                <a:moveTo>
                  <a:pt x="134608" y="266217"/>
                </a:moveTo>
                <a:lnTo>
                  <a:pt x="134791" y="268626"/>
                </a:lnTo>
                <a:lnTo>
                  <a:pt x="134722" y="267419"/>
                </a:lnTo>
                <a:lnTo>
                  <a:pt x="134608" y="266217"/>
                </a:lnTo>
                <a:close/>
              </a:path>
              <a:path w="1658620" h="2169160">
                <a:moveTo>
                  <a:pt x="134722" y="267419"/>
                </a:moveTo>
                <a:lnTo>
                  <a:pt x="134791" y="268626"/>
                </a:lnTo>
                <a:lnTo>
                  <a:pt x="134722" y="267419"/>
                </a:lnTo>
                <a:close/>
              </a:path>
              <a:path w="1658620" h="2169160">
                <a:moveTo>
                  <a:pt x="134654" y="266217"/>
                </a:moveTo>
                <a:lnTo>
                  <a:pt x="134722" y="267419"/>
                </a:lnTo>
                <a:lnTo>
                  <a:pt x="134654" y="266217"/>
                </a:lnTo>
                <a:close/>
              </a:path>
              <a:path w="1658620" h="2169160">
                <a:moveTo>
                  <a:pt x="128946" y="166144"/>
                </a:moveTo>
                <a:lnTo>
                  <a:pt x="128969" y="167350"/>
                </a:lnTo>
                <a:lnTo>
                  <a:pt x="128946" y="166144"/>
                </a:lnTo>
                <a:close/>
              </a:path>
              <a:path w="1658620" h="2169160">
                <a:moveTo>
                  <a:pt x="128923" y="164939"/>
                </a:moveTo>
                <a:lnTo>
                  <a:pt x="128946" y="166144"/>
                </a:lnTo>
                <a:lnTo>
                  <a:pt x="128923" y="164939"/>
                </a:lnTo>
                <a:close/>
              </a:path>
              <a:path w="1658620" h="2169160">
                <a:moveTo>
                  <a:pt x="214809" y="872626"/>
                </a:moveTo>
                <a:lnTo>
                  <a:pt x="189798" y="875837"/>
                </a:lnTo>
                <a:lnTo>
                  <a:pt x="167993" y="888500"/>
                </a:lnTo>
                <a:lnTo>
                  <a:pt x="153247" y="907869"/>
                </a:lnTo>
                <a:lnTo>
                  <a:pt x="146841" y="931354"/>
                </a:lnTo>
                <a:lnTo>
                  <a:pt x="150052" y="956364"/>
                </a:lnTo>
                <a:lnTo>
                  <a:pt x="189489" y="1060659"/>
                </a:lnTo>
                <a:lnTo>
                  <a:pt x="227384" y="1148534"/>
                </a:lnTo>
                <a:lnTo>
                  <a:pt x="268354" y="1233744"/>
                </a:lnTo>
                <a:lnTo>
                  <a:pt x="310519" y="1312801"/>
                </a:lnTo>
                <a:lnTo>
                  <a:pt x="348059" y="1343667"/>
                </a:lnTo>
                <a:lnTo>
                  <a:pt x="372273" y="1346176"/>
                </a:lnTo>
                <a:lnTo>
                  <a:pt x="396431" y="1338948"/>
                </a:lnTo>
                <a:lnTo>
                  <a:pt x="415891" y="1322913"/>
                </a:lnTo>
                <a:lnTo>
                  <a:pt x="427297" y="1301407"/>
                </a:lnTo>
                <a:lnTo>
                  <a:pt x="429806" y="1277193"/>
                </a:lnTo>
                <a:lnTo>
                  <a:pt x="422577" y="1253036"/>
                </a:lnTo>
                <a:lnTo>
                  <a:pt x="382299" y="1177514"/>
                </a:lnTo>
                <a:lnTo>
                  <a:pt x="381037" y="1175148"/>
                </a:lnTo>
                <a:lnTo>
                  <a:pt x="343546" y="1097047"/>
                </a:lnTo>
                <a:lnTo>
                  <a:pt x="342406" y="1094676"/>
                </a:lnTo>
                <a:lnTo>
                  <a:pt x="307640" y="1013922"/>
                </a:lnTo>
                <a:lnTo>
                  <a:pt x="306615" y="1011546"/>
                </a:lnTo>
                <a:lnTo>
                  <a:pt x="274681" y="928265"/>
                </a:lnTo>
                <a:lnTo>
                  <a:pt x="273767" y="925887"/>
                </a:lnTo>
                <a:lnTo>
                  <a:pt x="270326" y="915583"/>
                </a:lnTo>
                <a:lnTo>
                  <a:pt x="257663" y="893777"/>
                </a:lnTo>
                <a:lnTo>
                  <a:pt x="238294" y="879032"/>
                </a:lnTo>
                <a:lnTo>
                  <a:pt x="214809" y="872626"/>
                </a:lnTo>
                <a:close/>
              </a:path>
              <a:path w="1658620" h="2169160">
                <a:moveTo>
                  <a:pt x="381037" y="1175148"/>
                </a:moveTo>
                <a:lnTo>
                  <a:pt x="382236" y="1177514"/>
                </a:lnTo>
                <a:lnTo>
                  <a:pt x="381662" y="1176320"/>
                </a:lnTo>
                <a:lnTo>
                  <a:pt x="381037" y="1175148"/>
                </a:lnTo>
                <a:close/>
              </a:path>
              <a:path w="1658620" h="2169160">
                <a:moveTo>
                  <a:pt x="381662" y="1176320"/>
                </a:moveTo>
                <a:lnTo>
                  <a:pt x="382236" y="1177514"/>
                </a:lnTo>
                <a:lnTo>
                  <a:pt x="381662" y="1176320"/>
                </a:lnTo>
                <a:close/>
              </a:path>
              <a:path w="1658620" h="2169160">
                <a:moveTo>
                  <a:pt x="381099" y="1175148"/>
                </a:moveTo>
                <a:lnTo>
                  <a:pt x="381662" y="1176320"/>
                </a:lnTo>
                <a:lnTo>
                  <a:pt x="381099" y="1175148"/>
                </a:lnTo>
                <a:close/>
              </a:path>
              <a:path w="1658620" h="2169160">
                <a:moveTo>
                  <a:pt x="342406" y="1094676"/>
                </a:moveTo>
                <a:lnTo>
                  <a:pt x="343487" y="1097047"/>
                </a:lnTo>
                <a:lnTo>
                  <a:pt x="342971" y="1095851"/>
                </a:lnTo>
                <a:lnTo>
                  <a:pt x="342406" y="1094676"/>
                </a:lnTo>
                <a:close/>
              </a:path>
              <a:path w="1658620" h="2169160">
                <a:moveTo>
                  <a:pt x="342971" y="1095851"/>
                </a:moveTo>
                <a:lnTo>
                  <a:pt x="343487" y="1097047"/>
                </a:lnTo>
                <a:lnTo>
                  <a:pt x="342971" y="1095851"/>
                </a:lnTo>
                <a:close/>
              </a:path>
              <a:path w="1658620" h="2169160">
                <a:moveTo>
                  <a:pt x="342464" y="1094676"/>
                </a:moveTo>
                <a:lnTo>
                  <a:pt x="342971" y="1095851"/>
                </a:lnTo>
                <a:lnTo>
                  <a:pt x="342464" y="1094676"/>
                </a:lnTo>
                <a:close/>
              </a:path>
              <a:path w="1658620" h="2169160">
                <a:moveTo>
                  <a:pt x="306615" y="1011546"/>
                </a:moveTo>
                <a:lnTo>
                  <a:pt x="307583" y="1013922"/>
                </a:lnTo>
                <a:lnTo>
                  <a:pt x="307121" y="1012718"/>
                </a:lnTo>
                <a:lnTo>
                  <a:pt x="306615" y="1011546"/>
                </a:lnTo>
                <a:close/>
              </a:path>
              <a:path w="1658620" h="2169160">
                <a:moveTo>
                  <a:pt x="307121" y="1012718"/>
                </a:moveTo>
                <a:lnTo>
                  <a:pt x="307583" y="1013922"/>
                </a:lnTo>
                <a:lnTo>
                  <a:pt x="307121" y="1012718"/>
                </a:lnTo>
                <a:close/>
              </a:path>
              <a:path w="1658620" h="2169160">
                <a:moveTo>
                  <a:pt x="306671" y="1011546"/>
                </a:moveTo>
                <a:lnTo>
                  <a:pt x="307121" y="1012718"/>
                </a:lnTo>
                <a:lnTo>
                  <a:pt x="306671" y="1011546"/>
                </a:lnTo>
                <a:close/>
              </a:path>
              <a:path w="1658620" h="2169160">
                <a:moveTo>
                  <a:pt x="273767" y="925887"/>
                </a:moveTo>
                <a:lnTo>
                  <a:pt x="274627" y="928265"/>
                </a:lnTo>
                <a:lnTo>
                  <a:pt x="274222" y="927071"/>
                </a:lnTo>
                <a:lnTo>
                  <a:pt x="273767" y="925887"/>
                </a:lnTo>
                <a:close/>
              </a:path>
              <a:path w="1658620" h="2169160">
                <a:moveTo>
                  <a:pt x="274222" y="927071"/>
                </a:moveTo>
                <a:lnTo>
                  <a:pt x="274627" y="928265"/>
                </a:lnTo>
                <a:lnTo>
                  <a:pt x="274222" y="927071"/>
                </a:lnTo>
                <a:close/>
              </a:path>
              <a:path w="1658620" h="2169160">
                <a:moveTo>
                  <a:pt x="273820" y="925887"/>
                </a:moveTo>
                <a:lnTo>
                  <a:pt x="274222" y="927071"/>
                </a:lnTo>
                <a:lnTo>
                  <a:pt x="273820" y="925887"/>
                </a:lnTo>
                <a:close/>
              </a:path>
              <a:path w="1658620" h="2169160">
                <a:moveTo>
                  <a:pt x="670275" y="1625849"/>
                </a:moveTo>
                <a:lnTo>
                  <a:pt x="646278" y="1629940"/>
                </a:lnTo>
                <a:lnTo>
                  <a:pt x="624952" y="1643395"/>
                </a:lnTo>
                <a:lnTo>
                  <a:pt x="610517" y="1664070"/>
                </a:lnTo>
                <a:lnTo>
                  <a:pt x="605311" y="1687851"/>
                </a:lnTo>
                <a:lnTo>
                  <a:pt x="609402" y="1711848"/>
                </a:lnTo>
                <a:lnTo>
                  <a:pt x="633740" y="1744576"/>
                </a:lnTo>
                <a:lnTo>
                  <a:pt x="696115" y="1803717"/>
                </a:lnTo>
                <a:lnTo>
                  <a:pt x="760772" y="1858985"/>
                </a:lnTo>
                <a:lnTo>
                  <a:pt x="827622" y="1910236"/>
                </a:lnTo>
                <a:lnTo>
                  <a:pt x="896575" y="1957323"/>
                </a:lnTo>
                <a:lnTo>
                  <a:pt x="933747" y="1979729"/>
                </a:lnTo>
                <a:lnTo>
                  <a:pt x="957491" y="1988216"/>
                </a:lnTo>
                <a:lnTo>
                  <a:pt x="981803" y="1986981"/>
                </a:lnTo>
                <a:lnTo>
                  <a:pt x="1003878" y="1976720"/>
                </a:lnTo>
                <a:lnTo>
                  <a:pt x="1020912" y="1958127"/>
                </a:lnTo>
                <a:lnTo>
                  <a:pt x="1029399" y="1934383"/>
                </a:lnTo>
                <a:lnTo>
                  <a:pt x="1028163" y="1910071"/>
                </a:lnTo>
                <a:lnTo>
                  <a:pt x="1017902" y="1887996"/>
                </a:lnTo>
                <a:lnTo>
                  <a:pt x="999309" y="1870962"/>
                </a:lnTo>
                <a:lnTo>
                  <a:pt x="966907" y="1851430"/>
                </a:lnTo>
                <a:lnTo>
                  <a:pt x="966710" y="1851430"/>
                </a:lnTo>
                <a:lnTo>
                  <a:pt x="963681" y="1849485"/>
                </a:lnTo>
                <a:lnTo>
                  <a:pt x="963862" y="1849485"/>
                </a:lnTo>
                <a:lnTo>
                  <a:pt x="903677" y="1808386"/>
                </a:lnTo>
                <a:lnTo>
                  <a:pt x="903508" y="1808386"/>
                </a:lnTo>
                <a:lnTo>
                  <a:pt x="900683" y="1806341"/>
                </a:lnTo>
                <a:lnTo>
                  <a:pt x="900841" y="1806341"/>
                </a:lnTo>
                <a:lnTo>
                  <a:pt x="842155" y="1761349"/>
                </a:lnTo>
                <a:lnTo>
                  <a:pt x="842007" y="1761349"/>
                </a:lnTo>
                <a:lnTo>
                  <a:pt x="839382" y="1759224"/>
                </a:lnTo>
                <a:lnTo>
                  <a:pt x="839520" y="1759224"/>
                </a:lnTo>
                <a:lnTo>
                  <a:pt x="782439" y="1710431"/>
                </a:lnTo>
                <a:lnTo>
                  <a:pt x="782309" y="1710431"/>
                </a:lnTo>
                <a:lnTo>
                  <a:pt x="779878" y="1708242"/>
                </a:lnTo>
                <a:lnTo>
                  <a:pt x="724633" y="1655746"/>
                </a:lnTo>
                <a:lnTo>
                  <a:pt x="722273" y="1653508"/>
                </a:lnTo>
                <a:lnTo>
                  <a:pt x="714730" y="1645490"/>
                </a:lnTo>
                <a:lnTo>
                  <a:pt x="694055" y="1631055"/>
                </a:lnTo>
                <a:lnTo>
                  <a:pt x="670275" y="1625849"/>
                </a:lnTo>
                <a:close/>
              </a:path>
              <a:path w="1658620" h="2169160">
                <a:moveTo>
                  <a:pt x="963681" y="1849485"/>
                </a:moveTo>
                <a:lnTo>
                  <a:pt x="966710" y="1851430"/>
                </a:lnTo>
                <a:lnTo>
                  <a:pt x="965228" y="1850418"/>
                </a:lnTo>
                <a:lnTo>
                  <a:pt x="963681" y="1849485"/>
                </a:lnTo>
                <a:close/>
              </a:path>
              <a:path w="1658620" h="2169160">
                <a:moveTo>
                  <a:pt x="965228" y="1850418"/>
                </a:moveTo>
                <a:lnTo>
                  <a:pt x="966710" y="1851430"/>
                </a:lnTo>
                <a:lnTo>
                  <a:pt x="966907" y="1851430"/>
                </a:lnTo>
                <a:lnTo>
                  <a:pt x="965228" y="1850418"/>
                </a:lnTo>
                <a:close/>
              </a:path>
              <a:path w="1658620" h="2169160">
                <a:moveTo>
                  <a:pt x="963862" y="1849485"/>
                </a:moveTo>
                <a:lnTo>
                  <a:pt x="963681" y="1849485"/>
                </a:lnTo>
                <a:lnTo>
                  <a:pt x="965228" y="1850418"/>
                </a:lnTo>
                <a:lnTo>
                  <a:pt x="963862" y="1849485"/>
                </a:lnTo>
                <a:close/>
              </a:path>
              <a:path w="1658620" h="2169160">
                <a:moveTo>
                  <a:pt x="900683" y="1806341"/>
                </a:moveTo>
                <a:lnTo>
                  <a:pt x="903508" y="1808386"/>
                </a:lnTo>
                <a:lnTo>
                  <a:pt x="902125" y="1807326"/>
                </a:lnTo>
                <a:lnTo>
                  <a:pt x="900683" y="1806341"/>
                </a:lnTo>
                <a:close/>
              </a:path>
              <a:path w="1658620" h="2169160">
                <a:moveTo>
                  <a:pt x="902125" y="1807326"/>
                </a:moveTo>
                <a:lnTo>
                  <a:pt x="903508" y="1808386"/>
                </a:lnTo>
                <a:lnTo>
                  <a:pt x="903677" y="1808386"/>
                </a:lnTo>
                <a:lnTo>
                  <a:pt x="902125" y="1807326"/>
                </a:lnTo>
                <a:close/>
              </a:path>
              <a:path w="1658620" h="2169160">
                <a:moveTo>
                  <a:pt x="900841" y="1806341"/>
                </a:moveTo>
                <a:lnTo>
                  <a:pt x="900683" y="1806341"/>
                </a:lnTo>
                <a:lnTo>
                  <a:pt x="902125" y="1807326"/>
                </a:lnTo>
                <a:lnTo>
                  <a:pt x="900841" y="1806341"/>
                </a:lnTo>
                <a:close/>
              </a:path>
              <a:path w="1658620" h="2169160">
                <a:moveTo>
                  <a:pt x="839382" y="1759224"/>
                </a:moveTo>
                <a:lnTo>
                  <a:pt x="842007" y="1761349"/>
                </a:lnTo>
                <a:lnTo>
                  <a:pt x="840722" y="1760251"/>
                </a:lnTo>
                <a:lnTo>
                  <a:pt x="839382" y="1759224"/>
                </a:lnTo>
                <a:close/>
              </a:path>
              <a:path w="1658620" h="2169160">
                <a:moveTo>
                  <a:pt x="840722" y="1760251"/>
                </a:moveTo>
                <a:lnTo>
                  <a:pt x="842007" y="1761349"/>
                </a:lnTo>
                <a:lnTo>
                  <a:pt x="842155" y="1761349"/>
                </a:lnTo>
                <a:lnTo>
                  <a:pt x="840722" y="1760251"/>
                </a:lnTo>
                <a:close/>
              </a:path>
              <a:path w="1658620" h="2169160">
                <a:moveTo>
                  <a:pt x="839520" y="1759224"/>
                </a:moveTo>
                <a:lnTo>
                  <a:pt x="839382" y="1759224"/>
                </a:lnTo>
                <a:lnTo>
                  <a:pt x="840722" y="1760251"/>
                </a:lnTo>
                <a:lnTo>
                  <a:pt x="839520" y="1759224"/>
                </a:lnTo>
                <a:close/>
              </a:path>
              <a:path w="1658620" h="2169160">
                <a:moveTo>
                  <a:pt x="779878" y="1708242"/>
                </a:moveTo>
                <a:lnTo>
                  <a:pt x="782309" y="1710431"/>
                </a:lnTo>
                <a:lnTo>
                  <a:pt x="781123" y="1709307"/>
                </a:lnTo>
                <a:lnTo>
                  <a:pt x="779878" y="1708242"/>
                </a:lnTo>
                <a:close/>
              </a:path>
              <a:path w="1658620" h="2169160">
                <a:moveTo>
                  <a:pt x="781123" y="1709307"/>
                </a:moveTo>
                <a:lnTo>
                  <a:pt x="782309" y="1710431"/>
                </a:lnTo>
                <a:lnTo>
                  <a:pt x="782439" y="1710431"/>
                </a:lnTo>
                <a:lnTo>
                  <a:pt x="781123" y="1709307"/>
                </a:lnTo>
                <a:close/>
              </a:path>
              <a:path w="1658620" h="2169160">
                <a:moveTo>
                  <a:pt x="780000" y="1708242"/>
                </a:moveTo>
                <a:lnTo>
                  <a:pt x="781123" y="1709307"/>
                </a:lnTo>
                <a:lnTo>
                  <a:pt x="780000" y="1708242"/>
                </a:lnTo>
                <a:close/>
              </a:path>
              <a:path w="1658620" h="2169160">
                <a:moveTo>
                  <a:pt x="722273" y="1653508"/>
                </a:moveTo>
                <a:lnTo>
                  <a:pt x="724518" y="1655746"/>
                </a:lnTo>
                <a:lnTo>
                  <a:pt x="723424" y="1654599"/>
                </a:lnTo>
                <a:lnTo>
                  <a:pt x="722273" y="1653508"/>
                </a:lnTo>
                <a:close/>
              </a:path>
              <a:path w="1658620" h="2169160">
                <a:moveTo>
                  <a:pt x="723424" y="1654599"/>
                </a:moveTo>
                <a:lnTo>
                  <a:pt x="724518" y="1655746"/>
                </a:lnTo>
                <a:lnTo>
                  <a:pt x="723424" y="1654599"/>
                </a:lnTo>
                <a:close/>
              </a:path>
              <a:path w="1658620" h="2169160">
                <a:moveTo>
                  <a:pt x="722382" y="1653508"/>
                </a:moveTo>
                <a:lnTo>
                  <a:pt x="723424" y="1654599"/>
                </a:lnTo>
                <a:lnTo>
                  <a:pt x="722382" y="1653508"/>
                </a:lnTo>
                <a:close/>
              </a:path>
              <a:path w="1658620" h="2169160">
                <a:moveTo>
                  <a:pt x="1448931" y="2031989"/>
                </a:moveTo>
                <a:lnTo>
                  <a:pt x="1423799" y="2034039"/>
                </a:lnTo>
                <a:lnTo>
                  <a:pt x="1402155" y="2045179"/>
                </a:lnTo>
                <a:lnTo>
                  <a:pt x="1386268" y="2063624"/>
                </a:lnTo>
                <a:lnTo>
                  <a:pt x="1378406" y="2087582"/>
                </a:lnTo>
                <a:lnTo>
                  <a:pt x="1380455" y="2112715"/>
                </a:lnTo>
                <a:lnTo>
                  <a:pt x="1410040" y="2150246"/>
                </a:lnTo>
                <a:lnTo>
                  <a:pt x="1470549" y="2162436"/>
                </a:lnTo>
                <a:lnTo>
                  <a:pt x="1511695" y="2165912"/>
                </a:lnTo>
                <a:lnTo>
                  <a:pt x="1553109" y="2168011"/>
                </a:lnTo>
                <a:lnTo>
                  <a:pt x="1593705" y="2168695"/>
                </a:lnTo>
                <a:lnTo>
                  <a:pt x="1618502" y="2164123"/>
                </a:lnTo>
                <a:lnTo>
                  <a:pt x="1638913" y="2150857"/>
                </a:lnTo>
                <a:lnTo>
                  <a:pt x="1652860" y="2130905"/>
                </a:lnTo>
                <a:lnTo>
                  <a:pt x="1658267" y="2106275"/>
                </a:lnTo>
                <a:lnTo>
                  <a:pt x="1653694" y="2081478"/>
                </a:lnTo>
                <a:lnTo>
                  <a:pt x="1620476" y="2047120"/>
                </a:lnTo>
                <a:lnTo>
                  <a:pt x="1560607" y="2041119"/>
                </a:lnTo>
                <a:lnTo>
                  <a:pt x="1558465" y="2041119"/>
                </a:lnTo>
                <a:lnTo>
                  <a:pt x="1556324" y="2041047"/>
                </a:lnTo>
                <a:lnTo>
                  <a:pt x="1557039" y="2041047"/>
                </a:lnTo>
                <a:lnTo>
                  <a:pt x="1522036" y="2039273"/>
                </a:lnTo>
                <a:lnTo>
                  <a:pt x="1521321" y="2039273"/>
                </a:lnTo>
                <a:lnTo>
                  <a:pt x="1519189" y="2039129"/>
                </a:lnTo>
                <a:lnTo>
                  <a:pt x="1519614" y="2039129"/>
                </a:lnTo>
                <a:lnTo>
                  <a:pt x="1484849" y="2036192"/>
                </a:lnTo>
                <a:lnTo>
                  <a:pt x="1484424" y="2036192"/>
                </a:lnTo>
                <a:lnTo>
                  <a:pt x="1482304" y="2035977"/>
                </a:lnTo>
                <a:lnTo>
                  <a:pt x="1482608" y="2035977"/>
                </a:lnTo>
                <a:lnTo>
                  <a:pt x="1448931" y="2031989"/>
                </a:lnTo>
                <a:close/>
              </a:path>
              <a:path w="1658620" h="2169160">
                <a:moveTo>
                  <a:pt x="1556324" y="2041047"/>
                </a:moveTo>
                <a:lnTo>
                  <a:pt x="1558465" y="2041119"/>
                </a:lnTo>
                <a:lnTo>
                  <a:pt x="1557396" y="2041065"/>
                </a:lnTo>
                <a:lnTo>
                  <a:pt x="1556324" y="2041047"/>
                </a:lnTo>
                <a:close/>
              </a:path>
              <a:path w="1658620" h="2169160">
                <a:moveTo>
                  <a:pt x="1557396" y="2041065"/>
                </a:moveTo>
                <a:lnTo>
                  <a:pt x="1558465" y="2041119"/>
                </a:lnTo>
                <a:lnTo>
                  <a:pt x="1560607" y="2041119"/>
                </a:lnTo>
                <a:lnTo>
                  <a:pt x="1557396" y="2041065"/>
                </a:lnTo>
                <a:close/>
              </a:path>
              <a:path w="1658620" h="2169160">
                <a:moveTo>
                  <a:pt x="1557039" y="2041047"/>
                </a:moveTo>
                <a:lnTo>
                  <a:pt x="1556324" y="2041047"/>
                </a:lnTo>
                <a:lnTo>
                  <a:pt x="1557396" y="2041065"/>
                </a:lnTo>
                <a:lnTo>
                  <a:pt x="1557039" y="2041047"/>
                </a:lnTo>
                <a:close/>
              </a:path>
              <a:path w="1658620" h="2169160">
                <a:moveTo>
                  <a:pt x="1519189" y="2039129"/>
                </a:moveTo>
                <a:lnTo>
                  <a:pt x="1521321" y="2039273"/>
                </a:lnTo>
                <a:lnTo>
                  <a:pt x="1520250" y="2039183"/>
                </a:lnTo>
                <a:lnTo>
                  <a:pt x="1519189" y="2039129"/>
                </a:lnTo>
                <a:close/>
              </a:path>
              <a:path w="1658620" h="2169160">
                <a:moveTo>
                  <a:pt x="1520250" y="2039183"/>
                </a:moveTo>
                <a:lnTo>
                  <a:pt x="1521321" y="2039273"/>
                </a:lnTo>
                <a:lnTo>
                  <a:pt x="1522036" y="2039273"/>
                </a:lnTo>
                <a:lnTo>
                  <a:pt x="1520250" y="2039183"/>
                </a:lnTo>
                <a:close/>
              </a:path>
              <a:path w="1658620" h="2169160">
                <a:moveTo>
                  <a:pt x="1519614" y="2039129"/>
                </a:moveTo>
                <a:lnTo>
                  <a:pt x="1519189" y="2039129"/>
                </a:lnTo>
                <a:lnTo>
                  <a:pt x="1520250" y="2039183"/>
                </a:lnTo>
                <a:lnTo>
                  <a:pt x="1519614" y="2039129"/>
                </a:lnTo>
                <a:close/>
              </a:path>
              <a:path w="1658620" h="2169160">
                <a:moveTo>
                  <a:pt x="1482304" y="2035977"/>
                </a:moveTo>
                <a:lnTo>
                  <a:pt x="1484424" y="2036192"/>
                </a:lnTo>
                <a:lnTo>
                  <a:pt x="1483365" y="2036066"/>
                </a:lnTo>
                <a:lnTo>
                  <a:pt x="1482304" y="2035977"/>
                </a:lnTo>
                <a:close/>
              </a:path>
              <a:path w="1658620" h="2169160">
                <a:moveTo>
                  <a:pt x="1483365" y="2036066"/>
                </a:moveTo>
                <a:lnTo>
                  <a:pt x="1484424" y="2036192"/>
                </a:lnTo>
                <a:lnTo>
                  <a:pt x="1484849" y="2036192"/>
                </a:lnTo>
                <a:lnTo>
                  <a:pt x="1483365" y="2036066"/>
                </a:lnTo>
                <a:close/>
              </a:path>
              <a:path w="1658620" h="2169160">
                <a:moveTo>
                  <a:pt x="1482608" y="2035977"/>
                </a:moveTo>
                <a:lnTo>
                  <a:pt x="1482304" y="2035977"/>
                </a:lnTo>
                <a:lnTo>
                  <a:pt x="1483365" y="2036066"/>
                </a:lnTo>
                <a:lnTo>
                  <a:pt x="1482608" y="2035977"/>
                </a:lnTo>
                <a:close/>
              </a:path>
            </a:pathLst>
          </a:custGeom>
          <a:solidFill>
            <a:srgbClr val="FFC000"/>
          </a:solidFill>
        </p:spPr>
        <p:txBody>
          <a:bodyPr wrap="square" lIns="0" tIns="0" rIns="0" bIns="0" rtlCol="0"/>
          <a:lstStyle/>
          <a:p>
            <a:endParaRPr/>
          </a:p>
        </p:txBody>
      </p:sp>
      <p:sp>
        <p:nvSpPr>
          <p:cNvPr id="5" name="object 5"/>
          <p:cNvSpPr txBox="1"/>
          <p:nvPr/>
        </p:nvSpPr>
        <p:spPr>
          <a:xfrm>
            <a:off x="707390" y="1808479"/>
            <a:ext cx="7707630" cy="3409075"/>
          </a:xfrm>
          <a:prstGeom prst="rect">
            <a:avLst/>
          </a:prstGeom>
        </p:spPr>
        <p:txBody>
          <a:bodyPr vert="horz" wrap="square" lIns="0" tIns="12700" rIns="0" bIns="0" rtlCol="0">
            <a:spAutoFit/>
          </a:bodyPr>
          <a:lstStyle/>
          <a:p>
            <a:pPr marL="12700" marR="5080">
              <a:lnSpc>
                <a:spcPts val="2210"/>
              </a:lnSpc>
            </a:pPr>
            <a:r>
              <a:rPr lang="en-GB" sz="2400" b="0" i="0" dirty="0">
                <a:effectLst/>
                <a:latin typeface="+mj-lt"/>
              </a:rPr>
              <a:t>In a card sorting session, participants organize topics into categories that make sense to them. To conduct a card sort, you can use actual cards, pieces of paper, or one of several online card-sorting software tools such as:</a:t>
            </a:r>
          </a:p>
          <a:p>
            <a:pPr marL="12700" marR="5080">
              <a:lnSpc>
                <a:spcPts val="2210"/>
              </a:lnSpc>
            </a:pPr>
            <a:endParaRPr lang="en-GB" sz="2400" dirty="0">
              <a:solidFill>
                <a:srgbClr val="333333"/>
              </a:solidFill>
              <a:latin typeface="+mj-lt"/>
              <a:cs typeface="Calibri"/>
            </a:endParaRPr>
          </a:p>
          <a:p>
            <a:pPr marL="12700" marR="5080">
              <a:lnSpc>
                <a:spcPts val="2210"/>
              </a:lnSpc>
            </a:pPr>
            <a:r>
              <a:rPr lang="en-GB" sz="2400" dirty="0">
                <a:hlinkClick r:id="rId2"/>
              </a:rPr>
              <a:t>Optimal Sort - Online Card Sorting Tool | Optimal Workshop</a:t>
            </a:r>
            <a:endParaRPr lang="en-GB" sz="2400" dirty="0"/>
          </a:p>
          <a:p>
            <a:pPr marL="12700" marR="5080">
              <a:lnSpc>
                <a:spcPts val="2210"/>
              </a:lnSpc>
            </a:pPr>
            <a:endParaRPr lang="en-GB" sz="2400" dirty="0">
              <a:latin typeface="+mj-lt"/>
              <a:cs typeface="Calibri"/>
            </a:endParaRPr>
          </a:p>
          <a:p>
            <a:pPr marL="12700" marR="5080">
              <a:lnSpc>
                <a:spcPts val="2210"/>
              </a:lnSpc>
            </a:pPr>
            <a:r>
              <a:rPr lang="en-GB" sz="2400" dirty="0">
                <a:latin typeface="+mj-lt"/>
                <a:cs typeface="Calibri"/>
              </a:rPr>
              <a:t>This can be useful for organising either:</a:t>
            </a:r>
          </a:p>
          <a:p>
            <a:pPr marL="812800" marR="5080" lvl="1" indent="-342900">
              <a:lnSpc>
                <a:spcPts val="2210"/>
              </a:lnSpc>
              <a:buFont typeface="Arial" panose="020B0604020202020204" pitchFamily="34" charset="0"/>
              <a:buChar char="•"/>
            </a:pPr>
            <a:r>
              <a:rPr lang="en-GB" sz="2400" dirty="0">
                <a:latin typeface="+mj-lt"/>
                <a:cs typeface="Calibri"/>
              </a:rPr>
              <a:t>Products in an e-commerce store</a:t>
            </a:r>
          </a:p>
          <a:p>
            <a:pPr marL="812800" marR="5080" lvl="1" indent="-342900">
              <a:lnSpc>
                <a:spcPts val="2210"/>
              </a:lnSpc>
              <a:buFont typeface="Arial" panose="020B0604020202020204" pitchFamily="34" charset="0"/>
              <a:buChar char="•"/>
            </a:pPr>
            <a:r>
              <a:rPr lang="en-GB" sz="2400" dirty="0">
                <a:latin typeface="+mj-lt"/>
                <a:cs typeface="Calibri"/>
              </a:rPr>
              <a:t>Organising FAQ questions</a:t>
            </a:r>
          </a:p>
          <a:p>
            <a:pPr marL="812800" marR="5080" lvl="1" indent="-342900">
              <a:lnSpc>
                <a:spcPts val="2210"/>
              </a:lnSpc>
              <a:buFont typeface="Arial" panose="020B0604020202020204" pitchFamily="34" charset="0"/>
              <a:buChar char="•"/>
            </a:pPr>
            <a:r>
              <a:rPr lang="en-GB" sz="2400" dirty="0">
                <a:latin typeface="+mj-lt"/>
                <a:cs typeface="Calibri"/>
              </a:rPr>
              <a:t>Untangling a site map</a:t>
            </a:r>
          </a:p>
          <a:p>
            <a:pPr marL="812800" marR="5080" lvl="1" indent="-342900">
              <a:lnSpc>
                <a:spcPts val="2210"/>
              </a:lnSpc>
              <a:buFont typeface="Arial" panose="020B0604020202020204" pitchFamily="34" charset="0"/>
              <a:buChar char="•"/>
            </a:pPr>
            <a:r>
              <a:rPr lang="en-GB" sz="2400" dirty="0">
                <a:latin typeface="+mj-lt"/>
                <a:cs typeface="Calibri"/>
              </a:rPr>
              <a:t>Etc.</a:t>
            </a:r>
            <a:endParaRPr sz="2400" dirty="0">
              <a:latin typeface="+mj-lt"/>
              <a:cs typeface="Calibri"/>
            </a:endParaRPr>
          </a:p>
        </p:txBody>
      </p:sp>
      <p:sp>
        <p:nvSpPr>
          <p:cNvPr id="6" name="object 6"/>
          <p:cNvSpPr txBox="1"/>
          <p:nvPr/>
        </p:nvSpPr>
        <p:spPr>
          <a:xfrm>
            <a:off x="8295640" y="6444488"/>
            <a:ext cx="139700" cy="162560"/>
          </a:xfrm>
          <a:prstGeom prst="rect">
            <a:avLst/>
          </a:prstGeom>
        </p:spPr>
        <p:txBody>
          <a:bodyPr vert="horz" wrap="square" lIns="0" tIns="12700" rIns="0" bIns="0" rtlCol="0">
            <a:spAutoFit/>
          </a:bodyPr>
          <a:lstStyle/>
          <a:p>
            <a:pPr marL="12700">
              <a:lnSpc>
                <a:spcPct val="100000"/>
              </a:lnSpc>
              <a:spcBef>
                <a:spcPts val="100"/>
              </a:spcBef>
            </a:pPr>
            <a:r>
              <a:rPr sz="900" spc="-10" dirty="0">
                <a:solidFill>
                  <a:srgbClr val="898989"/>
                </a:solidFill>
                <a:latin typeface="Calibri"/>
                <a:cs typeface="Calibri"/>
              </a:rPr>
              <a:t>21</a:t>
            </a:r>
            <a:endParaRPr sz="900">
              <a:latin typeface="Calibri"/>
              <a:cs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a:extLst>
              <a:ext uri="{C183D7F6-B498-43B3-948B-1728B52AA6E4}">
                <adec:decorative xmlns:adec="http://schemas.microsoft.com/office/drawing/2017/decorative" val="1"/>
              </a:ext>
            </a:extLst>
          </p:cNvPr>
          <p:cNvSpPr/>
          <p:nvPr/>
        </p:nvSpPr>
        <p:spPr>
          <a:xfrm>
            <a:off x="7656521" y="1"/>
            <a:ext cx="851535" cy="478155"/>
          </a:xfrm>
          <a:custGeom>
            <a:avLst/>
            <a:gdLst/>
            <a:ahLst/>
            <a:cxnLst/>
            <a:rect l="l" t="t" r="r" b="b"/>
            <a:pathLst>
              <a:path w="851534" h="478155">
                <a:moveTo>
                  <a:pt x="851298" y="0"/>
                </a:moveTo>
                <a:lnTo>
                  <a:pt x="0" y="0"/>
                </a:lnTo>
                <a:lnTo>
                  <a:pt x="1271" y="16826"/>
                </a:lnTo>
                <a:lnTo>
                  <a:pt x="11110" y="68555"/>
                </a:lnTo>
                <a:lnTo>
                  <a:pt x="24352" y="118309"/>
                </a:lnTo>
                <a:lnTo>
                  <a:pt x="40821" y="165852"/>
                </a:lnTo>
                <a:lnTo>
                  <a:pt x="60338" y="210948"/>
                </a:lnTo>
                <a:lnTo>
                  <a:pt x="82728" y="253362"/>
                </a:lnTo>
                <a:lnTo>
                  <a:pt x="107813" y="292856"/>
                </a:lnTo>
                <a:lnTo>
                  <a:pt x="135416" y="329194"/>
                </a:lnTo>
                <a:lnTo>
                  <a:pt x="165360" y="362142"/>
                </a:lnTo>
                <a:lnTo>
                  <a:pt x="197468" y="391463"/>
                </a:lnTo>
                <a:lnTo>
                  <a:pt x="231564" y="416920"/>
                </a:lnTo>
                <a:lnTo>
                  <a:pt x="267469" y="438278"/>
                </a:lnTo>
                <a:lnTo>
                  <a:pt x="305007" y="455300"/>
                </a:lnTo>
                <a:lnTo>
                  <a:pt x="344001" y="467752"/>
                </a:lnTo>
                <a:lnTo>
                  <a:pt x="384274" y="475395"/>
                </a:lnTo>
                <a:lnTo>
                  <a:pt x="425649" y="477996"/>
                </a:lnTo>
                <a:lnTo>
                  <a:pt x="467024" y="475395"/>
                </a:lnTo>
                <a:lnTo>
                  <a:pt x="507296" y="467752"/>
                </a:lnTo>
                <a:lnTo>
                  <a:pt x="546290" y="455300"/>
                </a:lnTo>
                <a:lnTo>
                  <a:pt x="583828" y="438278"/>
                </a:lnTo>
                <a:lnTo>
                  <a:pt x="619733" y="416920"/>
                </a:lnTo>
                <a:lnTo>
                  <a:pt x="653828" y="391463"/>
                </a:lnTo>
                <a:lnTo>
                  <a:pt x="685936" y="362142"/>
                </a:lnTo>
                <a:lnTo>
                  <a:pt x="715880" y="329194"/>
                </a:lnTo>
                <a:lnTo>
                  <a:pt x="743483" y="292856"/>
                </a:lnTo>
                <a:lnTo>
                  <a:pt x="768568" y="253362"/>
                </a:lnTo>
                <a:lnTo>
                  <a:pt x="790958" y="210948"/>
                </a:lnTo>
                <a:lnTo>
                  <a:pt x="810476" y="165852"/>
                </a:lnTo>
                <a:lnTo>
                  <a:pt x="826944" y="118309"/>
                </a:lnTo>
                <a:lnTo>
                  <a:pt x="840187" y="68555"/>
                </a:lnTo>
                <a:lnTo>
                  <a:pt x="850026" y="16826"/>
                </a:lnTo>
                <a:lnTo>
                  <a:pt x="851298" y="0"/>
                </a:lnTo>
                <a:close/>
              </a:path>
            </a:pathLst>
          </a:custGeom>
          <a:solidFill>
            <a:srgbClr val="FFC000"/>
          </a:solidFill>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93980" rIns="0" bIns="0" rtlCol="0">
            <a:spAutoFit/>
          </a:bodyPr>
          <a:lstStyle/>
          <a:p>
            <a:pPr marL="12700" marR="5080">
              <a:lnSpc>
                <a:spcPts val="4700"/>
              </a:lnSpc>
              <a:spcBef>
                <a:spcPts val="740"/>
              </a:spcBef>
            </a:pPr>
            <a:r>
              <a:rPr sz="4400" spc="-15" dirty="0"/>
              <a:t>Creating</a:t>
            </a:r>
            <a:r>
              <a:rPr sz="4400" spc="-10" dirty="0"/>
              <a:t> </a:t>
            </a:r>
            <a:r>
              <a:rPr sz="4400" dirty="0"/>
              <a:t>an</a:t>
            </a:r>
            <a:r>
              <a:rPr sz="4400" spc="-10" dirty="0"/>
              <a:t> </a:t>
            </a:r>
            <a:r>
              <a:rPr sz="4400" spc="-45" dirty="0"/>
              <a:t>Effective</a:t>
            </a:r>
            <a:r>
              <a:rPr sz="4400" spc="-15" dirty="0"/>
              <a:t> </a:t>
            </a:r>
            <a:r>
              <a:rPr sz="4400" spc="-20" dirty="0"/>
              <a:t>Information </a:t>
            </a:r>
            <a:r>
              <a:rPr sz="4400" spc="-980" dirty="0"/>
              <a:t> </a:t>
            </a:r>
            <a:r>
              <a:rPr sz="4400" spc="-20" dirty="0"/>
              <a:t>Architecture</a:t>
            </a:r>
            <a:endParaRPr sz="4400"/>
          </a:p>
        </p:txBody>
      </p:sp>
      <p:sp>
        <p:nvSpPr>
          <p:cNvPr id="4" name="object 4">
            <a:extLst>
              <a:ext uri="{C183D7F6-B498-43B3-948B-1728B52AA6E4}">
                <adec:decorative xmlns:adec="http://schemas.microsoft.com/office/drawing/2017/decorative" val="1"/>
              </a:ext>
            </a:extLst>
          </p:cNvPr>
          <p:cNvSpPr/>
          <p:nvPr/>
        </p:nvSpPr>
        <p:spPr>
          <a:xfrm>
            <a:off x="353293" y="4161451"/>
            <a:ext cx="1658620" cy="2169160"/>
          </a:xfrm>
          <a:custGeom>
            <a:avLst/>
            <a:gdLst/>
            <a:ahLst/>
            <a:cxnLst/>
            <a:rect l="l" t="t" r="r" b="b"/>
            <a:pathLst>
              <a:path w="1658620" h="2169160">
                <a:moveTo>
                  <a:pt x="62284" y="0"/>
                </a:moveTo>
                <a:lnTo>
                  <a:pt x="37666" y="5458"/>
                </a:lnTo>
                <a:lnTo>
                  <a:pt x="17744" y="19447"/>
                </a:lnTo>
                <a:lnTo>
                  <a:pt x="4520" y="39885"/>
                </a:lnTo>
                <a:lnTo>
                  <a:pt x="0" y="64692"/>
                </a:lnTo>
                <a:lnTo>
                  <a:pt x="2015" y="170966"/>
                </a:lnTo>
                <a:lnTo>
                  <a:pt x="8066" y="277064"/>
                </a:lnTo>
                <a:lnTo>
                  <a:pt x="18033" y="381651"/>
                </a:lnTo>
                <a:lnTo>
                  <a:pt x="27409" y="451653"/>
                </a:lnTo>
                <a:lnTo>
                  <a:pt x="51804" y="493688"/>
                </a:lnTo>
                <a:lnTo>
                  <a:pt x="98777" y="506162"/>
                </a:lnTo>
                <a:lnTo>
                  <a:pt x="122613" y="497934"/>
                </a:lnTo>
                <a:lnTo>
                  <a:pt x="140812" y="481766"/>
                </a:lnTo>
                <a:lnTo>
                  <a:pt x="151620" y="459954"/>
                </a:lnTo>
                <a:lnTo>
                  <a:pt x="153285" y="434793"/>
                </a:lnTo>
                <a:lnTo>
                  <a:pt x="144392" y="368397"/>
                </a:lnTo>
                <a:lnTo>
                  <a:pt x="144070" y="365992"/>
                </a:lnTo>
                <a:lnTo>
                  <a:pt x="134837" y="268626"/>
                </a:lnTo>
                <a:lnTo>
                  <a:pt x="134699" y="267419"/>
                </a:lnTo>
                <a:lnTo>
                  <a:pt x="134654" y="266217"/>
                </a:lnTo>
                <a:lnTo>
                  <a:pt x="129015" y="167350"/>
                </a:lnTo>
                <a:lnTo>
                  <a:pt x="126977" y="62284"/>
                </a:lnTo>
                <a:lnTo>
                  <a:pt x="121519" y="37666"/>
                </a:lnTo>
                <a:lnTo>
                  <a:pt x="107530" y="17743"/>
                </a:lnTo>
                <a:lnTo>
                  <a:pt x="87091" y="4520"/>
                </a:lnTo>
                <a:lnTo>
                  <a:pt x="62284" y="0"/>
                </a:lnTo>
                <a:close/>
              </a:path>
              <a:path w="1658620" h="2169160">
                <a:moveTo>
                  <a:pt x="144070" y="365992"/>
                </a:moveTo>
                <a:lnTo>
                  <a:pt x="144346" y="368397"/>
                </a:lnTo>
                <a:lnTo>
                  <a:pt x="144231" y="367192"/>
                </a:lnTo>
                <a:lnTo>
                  <a:pt x="144070" y="365992"/>
                </a:lnTo>
                <a:close/>
              </a:path>
              <a:path w="1658620" h="2169160">
                <a:moveTo>
                  <a:pt x="144231" y="367192"/>
                </a:moveTo>
                <a:lnTo>
                  <a:pt x="144346" y="368397"/>
                </a:lnTo>
                <a:lnTo>
                  <a:pt x="144231" y="367192"/>
                </a:lnTo>
                <a:close/>
              </a:path>
              <a:path w="1658620" h="2169160">
                <a:moveTo>
                  <a:pt x="144116" y="365992"/>
                </a:moveTo>
                <a:lnTo>
                  <a:pt x="144231" y="367192"/>
                </a:lnTo>
                <a:lnTo>
                  <a:pt x="144116" y="365992"/>
                </a:lnTo>
                <a:close/>
              </a:path>
              <a:path w="1658620" h="2169160">
                <a:moveTo>
                  <a:pt x="134608" y="266217"/>
                </a:moveTo>
                <a:lnTo>
                  <a:pt x="134791" y="268626"/>
                </a:lnTo>
                <a:lnTo>
                  <a:pt x="134722" y="267419"/>
                </a:lnTo>
                <a:lnTo>
                  <a:pt x="134608" y="266217"/>
                </a:lnTo>
                <a:close/>
              </a:path>
              <a:path w="1658620" h="2169160">
                <a:moveTo>
                  <a:pt x="134722" y="267419"/>
                </a:moveTo>
                <a:lnTo>
                  <a:pt x="134791" y="268626"/>
                </a:lnTo>
                <a:lnTo>
                  <a:pt x="134722" y="267419"/>
                </a:lnTo>
                <a:close/>
              </a:path>
              <a:path w="1658620" h="2169160">
                <a:moveTo>
                  <a:pt x="134654" y="266217"/>
                </a:moveTo>
                <a:lnTo>
                  <a:pt x="134722" y="267419"/>
                </a:lnTo>
                <a:lnTo>
                  <a:pt x="134654" y="266217"/>
                </a:lnTo>
                <a:close/>
              </a:path>
              <a:path w="1658620" h="2169160">
                <a:moveTo>
                  <a:pt x="128946" y="166144"/>
                </a:moveTo>
                <a:lnTo>
                  <a:pt x="128969" y="167350"/>
                </a:lnTo>
                <a:lnTo>
                  <a:pt x="128946" y="166144"/>
                </a:lnTo>
                <a:close/>
              </a:path>
              <a:path w="1658620" h="2169160">
                <a:moveTo>
                  <a:pt x="128923" y="164939"/>
                </a:moveTo>
                <a:lnTo>
                  <a:pt x="128946" y="166144"/>
                </a:lnTo>
                <a:lnTo>
                  <a:pt x="128923" y="164939"/>
                </a:lnTo>
                <a:close/>
              </a:path>
              <a:path w="1658620" h="2169160">
                <a:moveTo>
                  <a:pt x="214809" y="872626"/>
                </a:moveTo>
                <a:lnTo>
                  <a:pt x="189798" y="875837"/>
                </a:lnTo>
                <a:lnTo>
                  <a:pt x="167993" y="888500"/>
                </a:lnTo>
                <a:lnTo>
                  <a:pt x="153247" y="907869"/>
                </a:lnTo>
                <a:lnTo>
                  <a:pt x="146841" y="931354"/>
                </a:lnTo>
                <a:lnTo>
                  <a:pt x="150052" y="956364"/>
                </a:lnTo>
                <a:lnTo>
                  <a:pt x="189489" y="1060659"/>
                </a:lnTo>
                <a:lnTo>
                  <a:pt x="227384" y="1148534"/>
                </a:lnTo>
                <a:lnTo>
                  <a:pt x="268354" y="1233744"/>
                </a:lnTo>
                <a:lnTo>
                  <a:pt x="310519" y="1312801"/>
                </a:lnTo>
                <a:lnTo>
                  <a:pt x="348059" y="1343667"/>
                </a:lnTo>
                <a:lnTo>
                  <a:pt x="372273" y="1346176"/>
                </a:lnTo>
                <a:lnTo>
                  <a:pt x="396431" y="1338948"/>
                </a:lnTo>
                <a:lnTo>
                  <a:pt x="415891" y="1322913"/>
                </a:lnTo>
                <a:lnTo>
                  <a:pt x="427297" y="1301407"/>
                </a:lnTo>
                <a:lnTo>
                  <a:pt x="429806" y="1277193"/>
                </a:lnTo>
                <a:lnTo>
                  <a:pt x="422577" y="1253036"/>
                </a:lnTo>
                <a:lnTo>
                  <a:pt x="382299" y="1177514"/>
                </a:lnTo>
                <a:lnTo>
                  <a:pt x="381037" y="1175148"/>
                </a:lnTo>
                <a:lnTo>
                  <a:pt x="343546" y="1097047"/>
                </a:lnTo>
                <a:lnTo>
                  <a:pt x="342406" y="1094676"/>
                </a:lnTo>
                <a:lnTo>
                  <a:pt x="307640" y="1013922"/>
                </a:lnTo>
                <a:lnTo>
                  <a:pt x="306615" y="1011546"/>
                </a:lnTo>
                <a:lnTo>
                  <a:pt x="274681" y="928265"/>
                </a:lnTo>
                <a:lnTo>
                  <a:pt x="273767" y="925887"/>
                </a:lnTo>
                <a:lnTo>
                  <a:pt x="270326" y="915583"/>
                </a:lnTo>
                <a:lnTo>
                  <a:pt x="257663" y="893777"/>
                </a:lnTo>
                <a:lnTo>
                  <a:pt x="238294" y="879032"/>
                </a:lnTo>
                <a:lnTo>
                  <a:pt x="214809" y="872626"/>
                </a:lnTo>
                <a:close/>
              </a:path>
              <a:path w="1658620" h="2169160">
                <a:moveTo>
                  <a:pt x="381037" y="1175148"/>
                </a:moveTo>
                <a:lnTo>
                  <a:pt x="382236" y="1177514"/>
                </a:lnTo>
                <a:lnTo>
                  <a:pt x="381662" y="1176320"/>
                </a:lnTo>
                <a:lnTo>
                  <a:pt x="381037" y="1175148"/>
                </a:lnTo>
                <a:close/>
              </a:path>
              <a:path w="1658620" h="2169160">
                <a:moveTo>
                  <a:pt x="381662" y="1176320"/>
                </a:moveTo>
                <a:lnTo>
                  <a:pt x="382236" y="1177514"/>
                </a:lnTo>
                <a:lnTo>
                  <a:pt x="381662" y="1176320"/>
                </a:lnTo>
                <a:close/>
              </a:path>
              <a:path w="1658620" h="2169160">
                <a:moveTo>
                  <a:pt x="381099" y="1175148"/>
                </a:moveTo>
                <a:lnTo>
                  <a:pt x="381662" y="1176320"/>
                </a:lnTo>
                <a:lnTo>
                  <a:pt x="381099" y="1175148"/>
                </a:lnTo>
                <a:close/>
              </a:path>
              <a:path w="1658620" h="2169160">
                <a:moveTo>
                  <a:pt x="342406" y="1094676"/>
                </a:moveTo>
                <a:lnTo>
                  <a:pt x="343487" y="1097047"/>
                </a:lnTo>
                <a:lnTo>
                  <a:pt x="342971" y="1095851"/>
                </a:lnTo>
                <a:lnTo>
                  <a:pt x="342406" y="1094676"/>
                </a:lnTo>
                <a:close/>
              </a:path>
              <a:path w="1658620" h="2169160">
                <a:moveTo>
                  <a:pt x="342971" y="1095851"/>
                </a:moveTo>
                <a:lnTo>
                  <a:pt x="343487" y="1097047"/>
                </a:lnTo>
                <a:lnTo>
                  <a:pt x="342971" y="1095851"/>
                </a:lnTo>
                <a:close/>
              </a:path>
              <a:path w="1658620" h="2169160">
                <a:moveTo>
                  <a:pt x="342464" y="1094676"/>
                </a:moveTo>
                <a:lnTo>
                  <a:pt x="342971" y="1095851"/>
                </a:lnTo>
                <a:lnTo>
                  <a:pt x="342464" y="1094676"/>
                </a:lnTo>
                <a:close/>
              </a:path>
              <a:path w="1658620" h="2169160">
                <a:moveTo>
                  <a:pt x="306615" y="1011546"/>
                </a:moveTo>
                <a:lnTo>
                  <a:pt x="307583" y="1013922"/>
                </a:lnTo>
                <a:lnTo>
                  <a:pt x="307121" y="1012718"/>
                </a:lnTo>
                <a:lnTo>
                  <a:pt x="306615" y="1011546"/>
                </a:lnTo>
                <a:close/>
              </a:path>
              <a:path w="1658620" h="2169160">
                <a:moveTo>
                  <a:pt x="307121" y="1012718"/>
                </a:moveTo>
                <a:lnTo>
                  <a:pt x="307583" y="1013922"/>
                </a:lnTo>
                <a:lnTo>
                  <a:pt x="307121" y="1012718"/>
                </a:lnTo>
                <a:close/>
              </a:path>
              <a:path w="1658620" h="2169160">
                <a:moveTo>
                  <a:pt x="306671" y="1011546"/>
                </a:moveTo>
                <a:lnTo>
                  <a:pt x="307121" y="1012718"/>
                </a:lnTo>
                <a:lnTo>
                  <a:pt x="306671" y="1011546"/>
                </a:lnTo>
                <a:close/>
              </a:path>
              <a:path w="1658620" h="2169160">
                <a:moveTo>
                  <a:pt x="273767" y="925887"/>
                </a:moveTo>
                <a:lnTo>
                  <a:pt x="274627" y="928265"/>
                </a:lnTo>
                <a:lnTo>
                  <a:pt x="274222" y="927071"/>
                </a:lnTo>
                <a:lnTo>
                  <a:pt x="273767" y="925887"/>
                </a:lnTo>
                <a:close/>
              </a:path>
              <a:path w="1658620" h="2169160">
                <a:moveTo>
                  <a:pt x="274222" y="927071"/>
                </a:moveTo>
                <a:lnTo>
                  <a:pt x="274627" y="928265"/>
                </a:lnTo>
                <a:lnTo>
                  <a:pt x="274222" y="927071"/>
                </a:lnTo>
                <a:close/>
              </a:path>
              <a:path w="1658620" h="2169160">
                <a:moveTo>
                  <a:pt x="273820" y="925887"/>
                </a:moveTo>
                <a:lnTo>
                  <a:pt x="274222" y="927071"/>
                </a:lnTo>
                <a:lnTo>
                  <a:pt x="273820" y="925887"/>
                </a:lnTo>
                <a:close/>
              </a:path>
              <a:path w="1658620" h="2169160">
                <a:moveTo>
                  <a:pt x="670275" y="1625849"/>
                </a:moveTo>
                <a:lnTo>
                  <a:pt x="646278" y="1629940"/>
                </a:lnTo>
                <a:lnTo>
                  <a:pt x="624952" y="1643395"/>
                </a:lnTo>
                <a:lnTo>
                  <a:pt x="610517" y="1664070"/>
                </a:lnTo>
                <a:lnTo>
                  <a:pt x="605311" y="1687851"/>
                </a:lnTo>
                <a:lnTo>
                  <a:pt x="609402" y="1711848"/>
                </a:lnTo>
                <a:lnTo>
                  <a:pt x="633740" y="1744576"/>
                </a:lnTo>
                <a:lnTo>
                  <a:pt x="696115" y="1803717"/>
                </a:lnTo>
                <a:lnTo>
                  <a:pt x="760772" y="1858985"/>
                </a:lnTo>
                <a:lnTo>
                  <a:pt x="827622" y="1910236"/>
                </a:lnTo>
                <a:lnTo>
                  <a:pt x="896575" y="1957323"/>
                </a:lnTo>
                <a:lnTo>
                  <a:pt x="933747" y="1979729"/>
                </a:lnTo>
                <a:lnTo>
                  <a:pt x="957491" y="1988216"/>
                </a:lnTo>
                <a:lnTo>
                  <a:pt x="981803" y="1986981"/>
                </a:lnTo>
                <a:lnTo>
                  <a:pt x="1003878" y="1976720"/>
                </a:lnTo>
                <a:lnTo>
                  <a:pt x="1020912" y="1958127"/>
                </a:lnTo>
                <a:lnTo>
                  <a:pt x="1029399" y="1934383"/>
                </a:lnTo>
                <a:lnTo>
                  <a:pt x="1028163" y="1910071"/>
                </a:lnTo>
                <a:lnTo>
                  <a:pt x="1017902" y="1887996"/>
                </a:lnTo>
                <a:lnTo>
                  <a:pt x="999309" y="1870962"/>
                </a:lnTo>
                <a:lnTo>
                  <a:pt x="966907" y="1851430"/>
                </a:lnTo>
                <a:lnTo>
                  <a:pt x="966710" y="1851430"/>
                </a:lnTo>
                <a:lnTo>
                  <a:pt x="963681" y="1849485"/>
                </a:lnTo>
                <a:lnTo>
                  <a:pt x="963862" y="1849485"/>
                </a:lnTo>
                <a:lnTo>
                  <a:pt x="903677" y="1808386"/>
                </a:lnTo>
                <a:lnTo>
                  <a:pt x="903508" y="1808386"/>
                </a:lnTo>
                <a:lnTo>
                  <a:pt x="900683" y="1806341"/>
                </a:lnTo>
                <a:lnTo>
                  <a:pt x="900841" y="1806341"/>
                </a:lnTo>
                <a:lnTo>
                  <a:pt x="842155" y="1761349"/>
                </a:lnTo>
                <a:lnTo>
                  <a:pt x="842007" y="1761349"/>
                </a:lnTo>
                <a:lnTo>
                  <a:pt x="839382" y="1759224"/>
                </a:lnTo>
                <a:lnTo>
                  <a:pt x="839520" y="1759224"/>
                </a:lnTo>
                <a:lnTo>
                  <a:pt x="782439" y="1710431"/>
                </a:lnTo>
                <a:lnTo>
                  <a:pt x="782309" y="1710431"/>
                </a:lnTo>
                <a:lnTo>
                  <a:pt x="779878" y="1708242"/>
                </a:lnTo>
                <a:lnTo>
                  <a:pt x="724633" y="1655746"/>
                </a:lnTo>
                <a:lnTo>
                  <a:pt x="722273" y="1653508"/>
                </a:lnTo>
                <a:lnTo>
                  <a:pt x="714730" y="1645490"/>
                </a:lnTo>
                <a:lnTo>
                  <a:pt x="694055" y="1631055"/>
                </a:lnTo>
                <a:lnTo>
                  <a:pt x="670275" y="1625849"/>
                </a:lnTo>
                <a:close/>
              </a:path>
              <a:path w="1658620" h="2169160">
                <a:moveTo>
                  <a:pt x="963681" y="1849485"/>
                </a:moveTo>
                <a:lnTo>
                  <a:pt x="966710" y="1851430"/>
                </a:lnTo>
                <a:lnTo>
                  <a:pt x="965228" y="1850418"/>
                </a:lnTo>
                <a:lnTo>
                  <a:pt x="963681" y="1849485"/>
                </a:lnTo>
                <a:close/>
              </a:path>
              <a:path w="1658620" h="2169160">
                <a:moveTo>
                  <a:pt x="965228" y="1850418"/>
                </a:moveTo>
                <a:lnTo>
                  <a:pt x="966710" y="1851430"/>
                </a:lnTo>
                <a:lnTo>
                  <a:pt x="966907" y="1851430"/>
                </a:lnTo>
                <a:lnTo>
                  <a:pt x="965228" y="1850418"/>
                </a:lnTo>
                <a:close/>
              </a:path>
              <a:path w="1658620" h="2169160">
                <a:moveTo>
                  <a:pt x="963862" y="1849485"/>
                </a:moveTo>
                <a:lnTo>
                  <a:pt x="963681" y="1849485"/>
                </a:lnTo>
                <a:lnTo>
                  <a:pt x="965228" y="1850418"/>
                </a:lnTo>
                <a:lnTo>
                  <a:pt x="963862" y="1849485"/>
                </a:lnTo>
                <a:close/>
              </a:path>
              <a:path w="1658620" h="2169160">
                <a:moveTo>
                  <a:pt x="900683" y="1806341"/>
                </a:moveTo>
                <a:lnTo>
                  <a:pt x="903508" y="1808386"/>
                </a:lnTo>
                <a:lnTo>
                  <a:pt x="902125" y="1807326"/>
                </a:lnTo>
                <a:lnTo>
                  <a:pt x="900683" y="1806341"/>
                </a:lnTo>
                <a:close/>
              </a:path>
              <a:path w="1658620" h="2169160">
                <a:moveTo>
                  <a:pt x="902125" y="1807326"/>
                </a:moveTo>
                <a:lnTo>
                  <a:pt x="903508" y="1808386"/>
                </a:lnTo>
                <a:lnTo>
                  <a:pt x="903677" y="1808386"/>
                </a:lnTo>
                <a:lnTo>
                  <a:pt x="902125" y="1807326"/>
                </a:lnTo>
                <a:close/>
              </a:path>
              <a:path w="1658620" h="2169160">
                <a:moveTo>
                  <a:pt x="900841" y="1806341"/>
                </a:moveTo>
                <a:lnTo>
                  <a:pt x="900683" y="1806341"/>
                </a:lnTo>
                <a:lnTo>
                  <a:pt x="902125" y="1807326"/>
                </a:lnTo>
                <a:lnTo>
                  <a:pt x="900841" y="1806341"/>
                </a:lnTo>
                <a:close/>
              </a:path>
              <a:path w="1658620" h="2169160">
                <a:moveTo>
                  <a:pt x="839382" y="1759224"/>
                </a:moveTo>
                <a:lnTo>
                  <a:pt x="842007" y="1761349"/>
                </a:lnTo>
                <a:lnTo>
                  <a:pt x="840722" y="1760251"/>
                </a:lnTo>
                <a:lnTo>
                  <a:pt x="839382" y="1759224"/>
                </a:lnTo>
                <a:close/>
              </a:path>
              <a:path w="1658620" h="2169160">
                <a:moveTo>
                  <a:pt x="840722" y="1760251"/>
                </a:moveTo>
                <a:lnTo>
                  <a:pt x="842007" y="1761349"/>
                </a:lnTo>
                <a:lnTo>
                  <a:pt x="842155" y="1761349"/>
                </a:lnTo>
                <a:lnTo>
                  <a:pt x="840722" y="1760251"/>
                </a:lnTo>
                <a:close/>
              </a:path>
              <a:path w="1658620" h="2169160">
                <a:moveTo>
                  <a:pt x="839520" y="1759224"/>
                </a:moveTo>
                <a:lnTo>
                  <a:pt x="839382" y="1759224"/>
                </a:lnTo>
                <a:lnTo>
                  <a:pt x="840722" y="1760251"/>
                </a:lnTo>
                <a:lnTo>
                  <a:pt x="839520" y="1759224"/>
                </a:lnTo>
                <a:close/>
              </a:path>
              <a:path w="1658620" h="2169160">
                <a:moveTo>
                  <a:pt x="779878" y="1708242"/>
                </a:moveTo>
                <a:lnTo>
                  <a:pt x="782309" y="1710431"/>
                </a:lnTo>
                <a:lnTo>
                  <a:pt x="781123" y="1709307"/>
                </a:lnTo>
                <a:lnTo>
                  <a:pt x="779878" y="1708242"/>
                </a:lnTo>
                <a:close/>
              </a:path>
              <a:path w="1658620" h="2169160">
                <a:moveTo>
                  <a:pt x="781123" y="1709307"/>
                </a:moveTo>
                <a:lnTo>
                  <a:pt x="782309" y="1710431"/>
                </a:lnTo>
                <a:lnTo>
                  <a:pt x="782439" y="1710431"/>
                </a:lnTo>
                <a:lnTo>
                  <a:pt x="781123" y="1709307"/>
                </a:lnTo>
                <a:close/>
              </a:path>
              <a:path w="1658620" h="2169160">
                <a:moveTo>
                  <a:pt x="780000" y="1708242"/>
                </a:moveTo>
                <a:lnTo>
                  <a:pt x="781123" y="1709307"/>
                </a:lnTo>
                <a:lnTo>
                  <a:pt x="780000" y="1708242"/>
                </a:lnTo>
                <a:close/>
              </a:path>
              <a:path w="1658620" h="2169160">
                <a:moveTo>
                  <a:pt x="722273" y="1653508"/>
                </a:moveTo>
                <a:lnTo>
                  <a:pt x="724518" y="1655746"/>
                </a:lnTo>
                <a:lnTo>
                  <a:pt x="723424" y="1654599"/>
                </a:lnTo>
                <a:lnTo>
                  <a:pt x="722273" y="1653508"/>
                </a:lnTo>
                <a:close/>
              </a:path>
              <a:path w="1658620" h="2169160">
                <a:moveTo>
                  <a:pt x="723424" y="1654599"/>
                </a:moveTo>
                <a:lnTo>
                  <a:pt x="724518" y="1655746"/>
                </a:lnTo>
                <a:lnTo>
                  <a:pt x="723424" y="1654599"/>
                </a:lnTo>
                <a:close/>
              </a:path>
              <a:path w="1658620" h="2169160">
                <a:moveTo>
                  <a:pt x="722382" y="1653508"/>
                </a:moveTo>
                <a:lnTo>
                  <a:pt x="723424" y="1654599"/>
                </a:lnTo>
                <a:lnTo>
                  <a:pt x="722382" y="1653508"/>
                </a:lnTo>
                <a:close/>
              </a:path>
              <a:path w="1658620" h="2169160">
                <a:moveTo>
                  <a:pt x="1448931" y="2031989"/>
                </a:moveTo>
                <a:lnTo>
                  <a:pt x="1423799" y="2034039"/>
                </a:lnTo>
                <a:lnTo>
                  <a:pt x="1402155" y="2045179"/>
                </a:lnTo>
                <a:lnTo>
                  <a:pt x="1386268" y="2063624"/>
                </a:lnTo>
                <a:lnTo>
                  <a:pt x="1378406" y="2087582"/>
                </a:lnTo>
                <a:lnTo>
                  <a:pt x="1380455" y="2112715"/>
                </a:lnTo>
                <a:lnTo>
                  <a:pt x="1410040" y="2150246"/>
                </a:lnTo>
                <a:lnTo>
                  <a:pt x="1470549" y="2162436"/>
                </a:lnTo>
                <a:lnTo>
                  <a:pt x="1511695" y="2165912"/>
                </a:lnTo>
                <a:lnTo>
                  <a:pt x="1553109" y="2168011"/>
                </a:lnTo>
                <a:lnTo>
                  <a:pt x="1593705" y="2168695"/>
                </a:lnTo>
                <a:lnTo>
                  <a:pt x="1618502" y="2164123"/>
                </a:lnTo>
                <a:lnTo>
                  <a:pt x="1638913" y="2150857"/>
                </a:lnTo>
                <a:lnTo>
                  <a:pt x="1652860" y="2130905"/>
                </a:lnTo>
                <a:lnTo>
                  <a:pt x="1658267" y="2106275"/>
                </a:lnTo>
                <a:lnTo>
                  <a:pt x="1653694" y="2081478"/>
                </a:lnTo>
                <a:lnTo>
                  <a:pt x="1620476" y="2047120"/>
                </a:lnTo>
                <a:lnTo>
                  <a:pt x="1560607" y="2041119"/>
                </a:lnTo>
                <a:lnTo>
                  <a:pt x="1558465" y="2041119"/>
                </a:lnTo>
                <a:lnTo>
                  <a:pt x="1556324" y="2041047"/>
                </a:lnTo>
                <a:lnTo>
                  <a:pt x="1557039" y="2041047"/>
                </a:lnTo>
                <a:lnTo>
                  <a:pt x="1522036" y="2039273"/>
                </a:lnTo>
                <a:lnTo>
                  <a:pt x="1521321" y="2039273"/>
                </a:lnTo>
                <a:lnTo>
                  <a:pt x="1519189" y="2039129"/>
                </a:lnTo>
                <a:lnTo>
                  <a:pt x="1519614" y="2039129"/>
                </a:lnTo>
                <a:lnTo>
                  <a:pt x="1484849" y="2036192"/>
                </a:lnTo>
                <a:lnTo>
                  <a:pt x="1484424" y="2036192"/>
                </a:lnTo>
                <a:lnTo>
                  <a:pt x="1482304" y="2035977"/>
                </a:lnTo>
                <a:lnTo>
                  <a:pt x="1482608" y="2035977"/>
                </a:lnTo>
                <a:lnTo>
                  <a:pt x="1448931" y="2031989"/>
                </a:lnTo>
                <a:close/>
              </a:path>
              <a:path w="1658620" h="2169160">
                <a:moveTo>
                  <a:pt x="1556324" y="2041047"/>
                </a:moveTo>
                <a:lnTo>
                  <a:pt x="1558465" y="2041119"/>
                </a:lnTo>
                <a:lnTo>
                  <a:pt x="1557396" y="2041065"/>
                </a:lnTo>
                <a:lnTo>
                  <a:pt x="1556324" y="2041047"/>
                </a:lnTo>
                <a:close/>
              </a:path>
              <a:path w="1658620" h="2169160">
                <a:moveTo>
                  <a:pt x="1557396" y="2041065"/>
                </a:moveTo>
                <a:lnTo>
                  <a:pt x="1558465" y="2041119"/>
                </a:lnTo>
                <a:lnTo>
                  <a:pt x="1560607" y="2041119"/>
                </a:lnTo>
                <a:lnTo>
                  <a:pt x="1557396" y="2041065"/>
                </a:lnTo>
                <a:close/>
              </a:path>
              <a:path w="1658620" h="2169160">
                <a:moveTo>
                  <a:pt x="1557039" y="2041047"/>
                </a:moveTo>
                <a:lnTo>
                  <a:pt x="1556324" y="2041047"/>
                </a:lnTo>
                <a:lnTo>
                  <a:pt x="1557396" y="2041065"/>
                </a:lnTo>
                <a:lnTo>
                  <a:pt x="1557039" y="2041047"/>
                </a:lnTo>
                <a:close/>
              </a:path>
              <a:path w="1658620" h="2169160">
                <a:moveTo>
                  <a:pt x="1519189" y="2039129"/>
                </a:moveTo>
                <a:lnTo>
                  <a:pt x="1521321" y="2039273"/>
                </a:lnTo>
                <a:lnTo>
                  <a:pt x="1520250" y="2039183"/>
                </a:lnTo>
                <a:lnTo>
                  <a:pt x="1519189" y="2039129"/>
                </a:lnTo>
                <a:close/>
              </a:path>
              <a:path w="1658620" h="2169160">
                <a:moveTo>
                  <a:pt x="1520250" y="2039183"/>
                </a:moveTo>
                <a:lnTo>
                  <a:pt x="1521321" y="2039273"/>
                </a:lnTo>
                <a:lnTo>
                  <a:pt x="1522036" y="2039273"/>
                </a:lnTo>
                <a:lnTo>
                  <a:pt x="1520250" y="2039183"/>
                </a:lnTo>
                <a:close/>
              </a:path>
              <a:path w="1658620" h="2169160">
                <a:moveTo>
                  <a:pt x="1519614" y="2039129"/>
                </a:moveTo>
                <a:lnTo>
                  <a:pt x="1519189" y="2039129"/>
                </a:lnTo>
                <a:lnTo>
                  <a:pt x="1520250" y="2039183"/>
                </a:lnTo>
                <a:lnTo>
                  <a:pt x="1519614" y="2039129"/>
                </a:lnTo>
                <a:close/>
              </a:path>
              <a:path w="1658620" h="2169160">
                <a:moveTo>
                  <a:pt x="1482304" y="2035977"/>
                </a:moveTo>
                <a:lnTo>
                  <a:pt x="1484424" y="2036192"/>
                </a:lnTo>
                <a:lnTo>
                  <a:pt x="1483365" y="2036066"/>
                </a:lnTo>
                <a:lnTo>
                  <a:pt x="1482304" y="2035977"/>
                </a:lnTo>
                <a:close/>
              </a:path>
              <a:path w="1658620" h="2169160">
                <a:moveTo>
                  <a:pt x="1483365" y="2036066"/>
                </a:moveTo>
                <a:lnTo>
                  <a:pt x="1484424" y="2036192"/>
                </a:lnTo>
                <a:lnTo>
                  <a:pt x="1484849" y="2036192"/>
                </a:lnTo>
                <a:lnTo>
                  <a:pt x="1483365" y="2036066"/>
                </a:lnTo>
                <a:close/>
              </a:path>
              <a:path w="1658620" h="2169160">
                <a:moveTo>
                  <a:pt x="1482608" y="2035977"/>
                </a:moveTo>
                <a:lnTo>
                  <a:pt x="1482304" y="2035977"/>
                </a:lnTo>
                <a:lnTo>
                  <a:pt x="1483365" y="2036066"/>
                </a:lnTo>
                <a:lnTo>
                  <a:pt x="1482608" y="2035977"/>
                </a:lnTo>
                <a:close/>
              </a:path>
            </a:pathLst>
          </a:custGeom>
          <a:solidFill>
            <a:srgbClr val="FFC000"/>
          </a:solidFill>
        </p:spPr>
        <p:txBody>
          <a:bodyPr wrap="square" lIns="0" tIns="0" rIns="0" bIns="0" rtlCol="0"/>
          <a:lstStyle/>
          <a:p>
            <a:endParaRPr/>
          </a:p>
        </p:txBody>
      </p:sp>
      <p:sp>
        <p:nvSpPr>
          <p:cNvPr id="5" name="object 5"/>
          <p:cNvSpPr txBox="1"/>
          <p:nvPr/>
        </p:nvSpPr>
        <p:spPr>
          <a:xfrm>
            <a:off x="821689" y="1808988"/>
            <a:ext cx="7549515" cy="2664832"/>
          </a:xfrm>
          <a:prstGeom prst="rect">
            <a:avLst/>
          </a:prstGeom>
        </p:spPr>
        <p:txBody>
          <a:bodyPr vert="horz" wrap="square" lIns="0" tIns="38100" rIns="0" bIns="0" rtlCol="0">
            <a:spAutoFit/>
          </a:bodyPr>
          <a:lstStyle/>
          <a:p>
            <a:pPr marL="241300" marR="277495" indent="-228600">
              <a:lnSpc>
                <a:spcPct val="91500"/>
              </a:lnSpc>
              <a:spcBef>
                <a:spcPts val="300"/>
              </a:spcBef>
              <a:buFont typeface="Arial MT"/>
              <a:buChar char="•"/>
              <a:tabLst>
                <a:tab pos="240665" algn="l"/>
                <a:tab pos="241300" algn="l"/>
              </a:tabLst>
            </a:pPr>
            <a:r>
              <a:rPr sz="2000" spc="-5" dirty="0">
                <a:latin typeface="Calibri"/>
                <a:cs typeface="Calibri"/>
              </a:rPr>
              <a:t>Document</a:t>
            </a:r>
            <a:r>
              <a:rPr sz="2000" dirty="0">
                <a:latin typeface="Calibri"/>
                <a:cs typeface="Calibri"/>
              </a:rPr>
              <a:t> the </a:t>
            </a:r>
            <a:r>
              <a:rPr sz="2000" spc="-10" dirty="0">
                <a:latin typeface="Calibri"/>
                <a:cs typeface="Calibri"/>
              </a:rPr>
              <a:t>information</a:t>
            </a:r>
            <a:r>
              <a:rPr sz="2000" spc="-5" dirty="0">
                <a:latin typeface="Calibri"/>
                <a:cs typeface="Calibri"/>
              </a:rPr>
              <a:t> </a:t>
            </a:r>
            <a:r>
              <a:rPr sz="2000" spc="-10" dirty="0">
                <a:latin typeface="Calibri"/>
                <a:cs typeface="Calibri"/>
              </a:rPr>
              <a:t>architecture</a:t>
            </a:r>
            <a:r>
              <a:rPr sz="2000" spc="5" dirty="0">
                <a:latin typeface="Calibri"/>
                <a:cs typeface="Calibri"/>
              </a:rPr>
              <a:t> </a:t>
            </a:r>
            <a:r>
              <a:rPr sz="2000" dirty="0">
                <a:latin typeface="Calibri"/>
                <a:cs typeface="Calibri"/>
              </a:rPr>
              <a:t>in</a:t>
            </a:r>
            <a:r>
              <a:rPr sz="2000" spc="-5" dirty="0">
                <a:latin typeface="Calibri"/>
                <a:cs typeface="Calibri"/>
              </a:rPr>
              <a:t> </a:t>
            </a:r>
            <a:r>
              <a:rPr sz="2000" dirty="0">
                <a:latin typeface="Calibri"/>
                <a:cs typeface="Calibri"/>
              </a:rPr>
              <a:t>a</a:t>
            </a:r>
            <a:r>
              <a:rPr sz="2000" spc="5" dirty="0">
                <a:latin typeface="Calibri"/>
                <a:cs typeface="Calibri"/>
              </a:rPr>
              <a:t> </a:t>
            </a:r>
            <a:r>
              <a:rPr sz="2000" b="1" i="1" spc="-10" dirty="0">
                <a:latin typeface="Calibri"/>
                <a:cs typeface="Calibri"/>
              </a:rPr>
              <a:t>site</a:t>
            </a:r>
            <a:r>
              <a:rPr sz="2000" b="1" i="1" dirty="0">
                <a:latin typeface="Calibri"/>
                <a:cs typeface="Calibri"/>
              </a:rPr>
              <a:t> </a:t>
            </a:r>
            <a:r>
              <a:rPr sz="2000" b="1" i="1" spc="-5" dirty="0">
                <a:latin typeface="Calibri"/>
                <a:cs typeface="Calibri"/>
              </a:rPr>
              <a:t>map</a:t>
            </a:r>
            <a:r>
              <a:rPr sz="2000" spc="-5" dirty="0">
                <a:latin typeface="Calibri"/>
                <a:cs typeface="Calibri"/>
              </a:rPr>
              <a:t>. This</a:t>
            </a:r>
            <a:r>
              <a:rPr sz="2000" dirty="0">
                <a:latin typeface="Calibri"/>
                <a:cs typeface="Calibri"/>
              </a:rPr>
              <a:t> is </a:t>
            </a:r>
            <a:r>
              <a:rPr sz="2000" spc="-5" dirty="0">
                <a:latin typeface="Calibri"/>
                <a:cs typeface="Calibri"/>
              </a:rPr>
              <a:t>not</a:t>
            </a:r>
            <a:r>
              <a:rPr sz="2000" dirty="0">
                <a:latin typeface="Calibri"/>
                <a:cs typeface="Calibri"/>
              </a:rPr>
              <a:t> </a:t>
            </a:r>
            <a:r>
              <a:rPr sz="2000" spc="-5" dirty="0">
                <a:latin typeface="Calibri"/>
                <a:cs typeface="Calibri"/>
              </a:rPr>
              <a:t>the </a:t>
            </a:r>
            <a:r>
              <a:rPr sz="2000" spc="-434" dirty="0">
                <a:latin typeface="Calibri"/>
                <a:cs typeface="Calibri"/>
              </a:rPr>
              <a:t> </a:t>
            </a:r>
            <a:r>
              <a:rPr sz="2000" spc="-5" dirty="0">
                <a:latin typeface="Calibri"/>
                <a:cs typeface="Calibri"/>
              </a:rPr>
              <a:t>final</a:t>
            </a:r>
            <a:r>
              <a:rPr sz="2000" dirty="0">
                <a:latin typeface="Calibri"/>
                <a:cs typeface="Calibri"/>
              </a:rPr>
              <a:t> </a:t>
            </a:r>
            <a:r>
              <a:rPr sz="2000" spc="-5" dirty="0">
                <a:latin typeface="Calibri"/>
                <a:cs typeface="Calibri"/>
              </a:rPr>
              <a:t>site</a:t>
            </a:r>
            <a:r>
              <a:rPr sz="2000" spc="5" dirty="0">
                <a:latin typeface="Calibri"/>
                <a:cs typeface="Calibri"/>
              </a:rPr>
              <a:t> </a:t>
            </a:r>
            <a:r>
              <a:rPr lang="en-GB" sz="2000" spc="-5" dirty="0">
                <a:latin typeface="Calibri"/>
                <a:cs typeface="Calibri"/>
              </a:rPr>
              <a:t>map - t</a:t>
            </a:r>
            <a:r>
              <a:rPr sz="2000" spc="-5" dirty="0">
                <a:latin typeface="Calibri"/>
                <a:cs typeface="Calibri"/>
              </a:rPr>
              <a:t>he</a:t>
            </a:r>
            <a:r>
              <a:rPr sz="2000" spc="5" dirty="0">
                <a:latin typeface="Calibri"/>
                <a:cs typeface="Calibri"/>
              </a:rPr>
              <a:t> </a:t>
            </a:r>
            <a:r>
              <a:rPr sz="2000" spc="-5" dirty="0">
                <a:latin typeface="Calibri"/>
                <a:cs typeface="Calibri"/>
              </a:rPr>
              <a:t>site</a:t>
            </a:r>
            <a:r>
              <a:rPr sz="2000" spc="5" dirty="0">
                <a:latin typeface="Calibri"/>
                <a:cs typeface="Calibri"/>
              </a:rPr>
              <a:t> </a:t>
            </a:r>
            <a:r>
              <a:rPr sz="2000" dirty="0">
                <a:latin typeface="Calibri"/>
                <a:cs typeface="Calibri"/>
              </a:rPr>
              <a:t>map</a:t>
            </a:r>
            <a:r>
              <a:rPr sz="2000" spc="-5" dirty="0">
                <a:latin typeface="Calibri"/>
                <a:cs typeface="Calibri"/>
              </a:rPr>
              <a:t> will</a:t>
            </a:r>
            <a:r>
              <a:rPr sz="2000" spc="5" dirty="0">
                <a:latin typeface="Calibri"/>
                <a:cs typeface="Calibri"/>
              </a:rPr>
              <a:t> </a:t>
            </a:r>
            <a:r>
              <a:rPr sz="2000" spc="-5" dirty="0">
                <a:latin typeface="Calibri"/>
                <a:cs typeface="Calibri"/>
              </a:rPr>
              <a:t>only</a:t>
            </a:r>
            <a:r>
              <a:rPr sz="2000" spc="-10" dirty="0">
                <a:latin typeface="Calibri"/>
                <a:cs typeface="Calibri"/>
              </a:rPr>
              <a:t> </a:t>
            </a:r>
            <a:r>
              <a:rPr sz="2000" spc="-5" dirty="0">
                <a:latin typeface="Calibri"/>
                <a:cs typeface="Calibri"/>
              </a:rPr>
              <a:t>be</a:t>
            </a:r>
            <a:r>
              <a:rPr sz="2000" spc="10" dirty="0">
                <a:latin typeface="Calibri"/>
                <a:cs typeface="Calibri"/>
              </a:rPr>
              <a:t> </a:t>
            </a:r>
            <a:r>
              <a:rPr sz="2000" dirty="0">
                <a:latin typeface="Calibri"/>
                <a:cs typeface="Calibri"/>
              </a:rPr>
              <a:t>finalised </a:t>
            </a:r>
            <a:r>
              <a:rPr sz="2000" spc="-10" dirty="0">
                <a:latin typeface="Calibri"/>
                <a:cs typeface="Calibri"/>
              </a:rPr>
              <a:t>after</a:t>
            </a:r>
            <a:r>
              <a:rPr sz="2000" dirty="0">
                <a:latin typeface="Calibri"/>
                <a:cs typeface="Calibri"/>
              </a:rPr>
              <a:t> </a:t>
            </a:r>
            <a:r>
              <a:rPr sz="2000" spc="-10" dirty="0">
                <a:latin typeface="Calibri"/>
                <a:cs typeface="Calibri"/>
              </a:rPr>
              <a:t>page</a:t>
            </a:r>
            <a:r>
              <a:rPr sz="2000" spc="5" dirty="0">
                <a:latin typeface="Calibri"/>
                <a:cs typeface="Calibri"/>
              </a:rPr>
              <a:t> </a:t>
            </a:r>
            <a:r>
              <a:rPr sz="2000" spc="-15" dirty="0">
                <a:latin typeface="Calibri"/>
                <a:cs typeface="Calibri"/>
              </a:rPr>
              <a:t>layouts </a:t>
            </a:r>
            <a:r>
              <a:rPr sz="2000" spc="-10" dirty="0">
                <a:latin typeface="Calibri"/>
                <a:cs typeface="Calibri"/>
              </a:rPr>
              <a:t> </a:t>
            </a:r>
            <a:r>
              <a:rPr sz="2000" spc="-15" dirty="0">
                <a:latin typeface="Calibri"/>
                <a:cs typeface="Calibri"/>
              </a:rPr>
              <a:t>have</a:t>
            </a:r>
            <a:r>
              <a:rPr sz="2000" spc="-5" dirty="0">
                <a:latin typeface="Calibri"/>
                <a:cs typeface="Calibri"/>
              </a:rPr>
              <a:t> been defined</a:t>
            </a:r>
            <a:r>
              <a:rPr lang="en-GB" sz="2000" spc="-5" dirty="0">
                <a:latin typeface="Calibri"/>
                <a:cs typeface="Calibri"/>
              </a:rPr>
              <a:t> to inform search engines about the URLs that are available for web crawling</a:t>
            </a:r>
            <a:r>
              <a:rPr sz="2000" spc="-5" dirty="0">
                <a:latin typeface="Calibri"/>
                <a:cs typeface="Calibri"/>
              </a:rPr>
              <a:t>.</a:t>
            </a:r>
            <a:endParaRPr lang="en-GB" sz="2000" spc="-5" dirty="0">
              <a:latin typeface="Calibri"/>
              <a:cs typeface="Calibri"/>
            </a:endParaRPr>
          </a:p>
          <a:p>
            <a:pPr marL="241300" marR="277495" indent="-228600">
              <a:lnSpc>
                <a:spcPct val="91500"/>
              </a:lnSpc>
              <a:spcBef>
                <a:spcPts val="300"/>
              </a:spcBef>
              <a:buFont typeface="Arial MT"/>
              <a:buChar char="•"/>
              <a:tabLst>
                <a:tab pos="240665" algn="l"/>
                <a:tab pos="241300" algn="l"/>
              </a:tabLst>
            </a:pPr>
            <a:endParaRPr sz="2000" dirty="0">
              <a:latin typeface="Calibri"/>
              <a:cs typeface="Calibri"/>
            </a:endParaRPr>
          </a:p>
          <a:p>
            <a:pPr marL="241300" marR="5080" indent="-228600">
              <a:lnSpc>
                <a:spcPct val="90300"/>
              </a:lnSpc>
              <a:spcBef>
                <a:spcPts val="525"/>
              </a:spcBef>
              <a:buFont typeface="Arial MT"/>
              <a:buChar char="•"/>
              <a:tabLst>
                <a:tab pos="240665" algn="l"/>
                <a:tab pos="241300" algn="l"/>
              </a:tabLst>
            </a:pPr>
            <a:r>
              <a:rPr sz="2000" spc="-5" dirty="0">
                <a:latin typeface="Calibri"/>
                <a:cs typeface="Calibri"/>
              </a:rPr>
              <a:t>Define</a:t>
            </a:r>
            <a:r>
              <a:rPr sz="2000" dirty="0">
                <a:latin typeface="Calibri"/>
                <a:cs typeface="Calibri"/>
              </a:rPr>
              <a:t> a </a:t>
            </a:r>
            <a:r>
              <a:rPr sz="2000" spc="-5" dirty="0">
                <a:latin typeface="Calibri"/>
                <a:cs typeface="Calibri"/>
              </a:rPr>
              <a:t>number</a:t>
            </a:r>
            <a:r>
              <a:rPr sz="2000" dirty="0">
                <a:latin typeface="Calibri"/>
                <a:cs typeface="Calibri"/>
              </a:rPr>
              <a:t> </a:t>
            </a:r>
            <a:r>
              <a:rPr sz="2000" spc="-5" dirty="0">
                <a:latin typeface="Calibri"/>
                <a:cs typeface="Calibri"/>
              </a:rPr>
              <a:t>of</a:t>
            </a:r>
            <a:r>
              <a:rPr sz="2000" dirty="0">
                <a:latin typeface="Calibri"/>
                <a:cs typeface="Calibri"/>
              </a:rPr>
              <a:t> </a:t>
            </a:r>
            <a:r>
              <a:rPr sz="2000" b="1" i="1" spc="-5" dirty="0">
                <a:latin typeface="Calibri"/>
                <a:cs typeface="Calibri"/>
              </a:rPr>
              <a:t>common</a:t>
            </a:r>
            <a:r>
              <a:rPr sz="2000" b="1" i="1" spc="-10" dirty="0">
                <a:latin typeface="Calibri"/>
                <a:cs typeface="Calibri"/>
              </a:rPr>
              <a:t> </a:t>
            </a:r>
            <a:r>
              <a:rPr sz="2000" b="1" i="1" dirty="0">
                <a:latin typeface="Calibri"/>
                <a:cs typeface="Calibri"/>
              </a:rPr>
              <a:t>user</a:t>
            </a:r>
            <a:r>
              <a:rPr sz="2000" b="1" i="1" spc="-10" dirty="0">
                <a:latin typeface="Calibri"/>
                <a:cs typeface="Calibri"/>
              </a:rPr>
              <a:t> </a:t>
            </a:r>
            <a:r>
              <a:rPr sz="2000" b="1" i="1" spc="-15" dirty="0">
                <a:latin typeface="Calibri"/>
                <a:cs typeface="Calibri"/>
              </a:rPr>
              <a:t>tasks</a:t>
            </a:r>
            <a:r>
              <a:rPr sz="2000" spc="-15" dirty="0">
                <a:latin typeface="Calibri"/>
                <a:cs typeface="Calibri"/>
              </a:rPr>
              <a:t>,</a:t>
            </a:r>
            <a:r>
              <a:rPr sz="2000" spc="-5" dirty="0">
                <a:latin typeface="Calibri"/>
                <a:cs typeface="Calibri"/>
              </a:rPr>
              <a:t> </a:t>
            </a:r>
            <a:r>
              <a:rPr sz="2000" dirty="0">
                <a:latin typeface="Calibri"/>
                <a:cs typeface="Calibri"/>
              </a:rPr>
              <a:t>such</a:t>
            </a:r>
            <a:r>
              <a:rPr sz="2000" spc="-5" dirty="0">
                <a:latin typeface="Calibri"/>
                <a:cs typeface="Calibri"/>
              </a:rPr>
              <a:t> </a:t>
            </a:r>
            <a:r>
              <a:rPr sz="2000" dirty="0">
                <a:latin typeface="Calibri"/>
                <a:cs typeface="Calibri"/>
              </a:rPr>
              <a:t>as </a:t>
            </a:r>
            <a:r>
              <a:rPr sz="2000" spc="-5" dirty="0">
                <a:latin typeface="Calibri"/>
                <a:cs typeface="Calibri"/>
              </a:rPr>
              <a:t>finding</a:t>
            </a:r>
            <a:r>
              <a:rPr sz="2000" spc="-10" dirty="0">
                <a:latin typeface="Calibri"/>
                <a:cs typeface="Calibri"/>
              </a:rPr>
              <a:t> </a:t>
            </a:r>
            <a:r>
              <a:rPr sz="2000" spc="-5" dirty="0">
                <a:latin typeface="Calibri"/>
                <a:cs typeface="Calibri"/>
              </a:rPr>
              <a:t>out</a:t>
            </a:r>
            <a:r>
              <a:rPr sz="2000" dirty="0">
                <a:latin typeface="Calibri"/>
                <a:cs typeface="Calibri"/>
              </a:rPr>
              <a:t> </a:t>
            </a:r>
            <a:r>
              <a:rPr sz="2000" spc="-5" dirty="0">
                <a:latin typeface="Calibri"/>
                <a:cs typeface="Calibri"/>
              </a:rPr>
              <a:t>about</a:t>
            </a:r>
            <a:r>
              <a:rPr sz="2000" dirty="0">
                <a:latin typeface="Calibri"/>
                <a:cs typeface="Calibri"/>
              </a:rPr>
              <a:t> </a:t>
            </a:r>
            <a:r>
              <a:rPr sz="2000" spc="-10" dirty="0">
                <a:latin typeface="Calibri"/>
                <a:cs typeface="Calibri"/>
              </a:rPr>
              <a:t>how </a:t>
            </a:r>
            <a:r>
              <a:rPr sz="2000" spc="-440" dirty="0">
                <a:latin typeface="Calibri"/>
                <a:cs typeface="Calibri"/>
              </a:rPr>
              <a:t> </a:t>
            </a:r>
            <a:r>
              <a:rPr sz="2000" spc="-10" dirty="0">
                <a:latin typeface="Calibri"/>
                <a:cs typeface="Calibri"/>
              </a:rPr>
              <a:t>to request</a:t>
            </a:r>
            <a:r>
              <a:rPr sz="2000" dirty="0">
                <a:latin typeface="Calibri"/>
                <a:cs typeface="Calibri"/>
              </a:rPr>
              <a:t> </a:t>
            </a:r>
            <a:r>
              <a:rPr sz="2000" spc="-10" dirty="0">
                <a:latin typeface="Calibri"/>
                <a:cs typeface="Calibri"/>
              </a:rPr>
              <a:t>holiday leave.</a:t>
            </a:r>
            <a:r>
              <a:rPr sz="2000" spc="-5" dirty="0">
                <a:latin typeface="Calibri"/>
                <a:cs typeface="Calibri"/>
              </a:rPr>
              <a:t> </a:t>
            </a:r>
            <a:r>
              <a:rPr sz="2000" dirty="0">
                <a:latin typeface="Calibri"/>
                <a:cs typeface="Calibri"/>
              </a:rPr>
              <a:t>On</a:t>
            </a:r>
            <a:r>
              <a:rPr sz="2000" spc="-5" dirty="0">
                <a:latin typeface="Calibri"/>
                <a:cs typeface="Calibri"/>
              </a:rPr>
              <a:t> paper</a:t>
            </a:r>
            <a:r>
              <a:rPr sz="2000" dirty="0">
                <a:latin typeface="Calibri"/>
                <a:cs typeface="Calibri"/>
              </a:rPr>
              <a:t> </a:t>
            </a:r>
            <a:r>
              <a:rPr sz="2000" spc="-15" dirty="0">
                <a:latin typeface="Calibri"/>
                <a:cs typeface="Calibri"/>
              </a:rPr>
              <a:t>sketch</a:t>
            </a:r>
            <a:r>
              <a:rPr sz="2000" spc="-5" dirty="0">
                <a:latin typeface="Calibri"/>
                <a:cs typeface="Calibri"/>
              </a:rPr>
              <a:t> </a:t>
            </a:r>
            <a:r>
              <a:rPr sz="2000" spc="-10" dirty="0">
                <a:latin typeface="Calibri"/>
                <a:cs typeface="Calibri"/>
              </a:rPr>
              <a:t>page</a:t>
            </a:r>
            <a:r>
              <a:rPr sz="2000" spc="5" dirty="0">
                <a:latin typeface="Calibri"/>
                <a:cs typeface="Calibri"/>
              </a:rPr>
              <a:t> </a:t>
            </a:r>
            <a:r>
              <a:rPr sz="2000" spc="-15" dirty="0">
                <a:latin typeface="Calibri"/>
                <a:cs typeface="Calibri"/>
              </a:rPr>
              <a:t>layouts</a:t>
            </a:r>
            <a:r>
              <a:rPr sz="2000" dirty="0">
                <a:latin typeface="Calibri"/>
                <a:cs typeface="Calibri"/>
              </a:rPr>
              <a:t> </a:t>
            </a:r>
            <a:r>
              <a:rPr sz="2000" spc="-10" dirty="0">
                <a:latin typeface="Calibri"/>
                <a:cs typeface="Calibri"/>
              </a:rPr>
              <a:t>to </a:t>
            </a:r>
            <a:r>
              <a:rPr sz="2000" spc="-5" dirty="0">
                <a:latin typeface="Calibri"/>
                <a:cs typeface="Calibri"/>
              </a:rPr>
              <a:t>define</a:t>
            </a:r>
            <a:r>
              <a:rPr sz="2000" spc="5" dirty="0">
                <a:latin typeface="Calibri"/>
                <a:cs typeface="Calibri"/>
              </a:rPr>
              <a:t> </a:t>
            </a:r>
            <a:r>
              <a:rPr sz="2000" spc="-10" dirty="0">
                <a:latin typeface="Calibri"/>
                <a:cs typeface="Calibri"/>
              </a:rPr>
              <a:t>how </a:t>
            </a:r>
            <a:r>
              <a:rPr sz="2000" spc="-5" dirty="0">
                <a:latin typeface="Calibri"/>
                <a:cs typeface="Calibri"/>
              </a:rPr>
              <a:t> </a:t>
            </a:r>
            <a:r>
              <a:rPr sz="2000" dirty="0">
                <a:latin typeface="Calibri"/>
                <a:cs typeface="Calibri"/>
              </a:rPr>
              <a:t>the</a:t>
            </a:r>
            <a:r>
              <a:rPr sz="2000" spc="-5" dirty="0">
                <a:latin typeface="Calibri"/>
                <a:cs typeface="Calibri"/>
              </a:rPr>
              <a:t> user</a:t>
            </a:r>
            <a:r>
              <a:rPr sz="2000" dirty="0">
                <a:latin typeface="Calibri"/>
                <a:cs typeface="Calibri"/>
              </a:rPr>
              <a:t> </a:t>
            </a:r>
            <a:r>
              <a:rPr sz="2000" spc="-5" dirty="0">
                <a:latin typeface="Calibri"/>
                <a:cs typeface="Calibri"/>
              </a:rPr>
              <a:t>will</a:t>
            </a:r>
            <a:r>
              <a:rPr sz="2000" dirty="0">
                <a:latin typeface="Calibri"/>
                <a:cs typeface="Calibri"/>
              </a:rPr>
              <a:t> </a:t>
            </a:r>
            <a:r>
              <a:rPr sz="2000" spc="-10" dirty="0">
                <a:latin typeface="Calibri"/>
                <a:cs typeface="Calibri"/>
              </a:rPr>
              <a:t>step</a:t>
            </a:r>
            <a:r>
              <a:rPr sz="2000" spc="-5" dirty="0">
                <a:latin typeface="Calibri"/>
                <a:cs typeface="Calibri"/>
              </a:rPr>
              <a:t> </a:t>
            </a:r>
            <a:r>
              <a:rPr sz="2000" spc="-10" dirty="0">
                <a:latin typeface="Calibri"/>
                <a:cs typeface="Calibri"/>
              </a:rPr>
              <a:t>through</a:t>
            </a:r>
            <a:r>
              <a:rPr sz="2000" spc="-5" dirty="0">
                <a:latin typeface="Calibri"/>
                <a:cs typeface="Calibri"/>
              </a:rPr>
              <a:t> </a:t>
            </a:r>
            <a:r>
              <a:rPr sz="2000" dirty="0">
                <a:latin typeface="Calibri"/>
                <a:cs typeface="Calibri"/>
              </a:rPr>
              <a:t>the</a:t>
            </a:r>
            <a:r>
              <a:rPr sz="2000" spc="-5" dirty="0">
                <a:latin typeface="Calibri"/>
                <a:cs typeface="Calibri"/>
              </a:rPr>
              <a:t> site.</a:t>
            </a:r>
            <a:r>
              <a:rPr sz="2000" spc="-10" dirty="0">
                <a:latin typeface="Calibri"/>
                <a:cs typeface="Calibri"/>
              </a:rPr>
              <a:t> </a:t>
            </a:r>
            <a:r>
              <a:rPr sz="2000" spc="-5" dirty="0">
                <a:latin typeface="Calibri"/>
                <a:cs typeface="Calibri"/>
              </a:rPr>
              <a:t>This</a:t>
            </a:r>
            <a:r>
              <a:rPr sz="2000" dirty="0">
                <a:latin typeface="Calibri"/>
                <a:cs typeface="Calibri"/>
              </a:rPr>
              <a:t> </a:t>
            </a:r>
            <a:r>
              <a:rPr sz="2000" spc="-5" dirty="0">
                <a:latin typeface="Calibri"/>
                <a:cs typeface="Calibri"/>
              </a:rPr>
              <a:t>technique</a:t>
            </a:r>
            <a:r>
              <a:rPr sz="2000" dirty="0">
                <a:latin typeface="Calibri"/>
                <a:cs typeface="Calibri"/>
              </a:rPr>
              <a:t> is </a:t>
            </a:r>
            <a:r>
              <a:rPr sz="2000" spc="-5" dirty="0">
                <a:latin typeface="Calibri"/>
                <a:cs typeface="Calibri"/>
              </a:rPr>
              <a:t>known </a:t>
            </a:r>
            <a:r>
              <a:rPr sz="2000" dirty="0">
                <a:latin typeface="Calibri"/>
                <a:cs typeface="Calibri"/>
              </a:rPr>
              <a:t>as </a:t>
            </a:r>
            <a:r>
              <a:rPr sz="2000" spc="5" dirty="0">
                <a:latin typeface="Calibri"/>
                <a:cs typeface="Calibri"/>
              </a:rPr>
              <a:t> </a:t>
            </a:r>
            <a:r>
              <a:rPr sz="2000" b="1" i="1" spc="-10" dirty="0">
                <a:latin typeface="Calibri"/>
                <a:cs typeface="Calibri"/>
              </a:rPr>
              <a:t>storyboarding</a:t>
            </a:r>
            <a:r>
              <a:rPr sz="2000" spc="-10" dirty="0">
                <a:latin typeface="Calibri"/>
                <a:cs typeface="Calibri"/>
              </a:rPr>
              <a:t>.</a:t>
            </a:r>
            <a:endParaRPr sz="2000" dirty="0">
              <a:latin typeface="Calibri"/>
              <a:cs typeface="Calibri"/>
            </a:endParaRPr>
          </a:p>
        </p:txBody>
      </p:sp>
      <p:sp>
        <p:nvSpPr>
          <p:cNvPr id="6" name="object 6"/>
          <p:cNvSpPr txBox="1"/>
          <p:nvPr/>
        </p:nvSpPr>
        <p:spPr>
          <a:xfrm>
            <a:off x="8254365" y="6421628"/>
            <a:ext cx="180975"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898989"/>
                </a:solidFill>
                <a:latin typeface="Calibri"/>
                <a:cs typeface="Calibri"/>
              </a:rPr>
              <a:t>22</a:t>
            </a:r>
            <a:endParaRPr sz="1200">
              <a:latin typeface="Calibri"/>
              <a:cs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a:extLst>
              <a:ext uri="{C183D7F6-B498-43B3-948B-1728B52AA6E4}">
                <adec:decorative xmlns:adec="http://schemas.microsoft.com/office/drawing/2017/decorative" val="1"/>
              </a:ext>
            </a:extLst>
          </p:cNvPr>
          <p:cNvSpPr/>
          <p:nvPr/>
        </p:nvSpPr>
        <p:spPr>
          <a:xfrm>
            <a:off x="0" y="0"/>
            <a:ext cx="9144000" cy="6858000"/>
          </a:xfrm>
          <a:custGeom>
            <a:avLst/>
            <a:gdLst/>
            <a:ahLst/>
            <a:cxnLst/>
            <a:rect l="l" t="t" r="r" b="b"/>
            <a:pathLst>
              <a:path w="9144000" h="6858000">
                <a:moveTo>
                  <a:pt x="9144000" y="0"/>
                </a:moveTo>
                <a:lnTo>
                  <a:pt x="0" y="0"/>
                </a:lnTo>
                <a:lnTo>
                  <a:pt x="0" y="6857999"/>
                </a:lnTo>
                <a:lnTo>
                  <a:pt x="9144000" y="6857999"/>
                </a:lnTo>
                <a:lnTo>
                  <a:pt x="9144000" y="0"/>
                </a:lnTo>
                <a:close/>
              </a:path>
            </a:pathLst>
          </a:custGeom>
          <a:solidFill>
            <a:srgbClr val="D9D9D9"/>
          </a:solidFill>
        </p:spPr>
        <p:txBody>
          <a:bodyPr wrap="square" lIns="0" tIns="0" rIns="0" bIns="0" rtlCol="0"/>
          <a:lstStyle/>
          <a:p>
            <a:endParaRPr/>
          </a:p>
        </p:txBody>
      </p:sp>
      <p:sp>
        <p:nvSpPr>
          <p:cNvPr id="3" name="object 3"/>
          <p:cNvSpPr txBox="1">
            <a:spLocks noGrp="1"/>
          </p:cNvSpPr>
          <p:nvPr>
            <p:ph type="title"/>
          </p:nvPr>
        </p:nvSpPr>
        <p:spPr>
          <a:xfrm>
            <a:off x="3632654" y="458724"/>
            <a:ext cx="1878964" cy="695960"/>
          </a:xfrm>
          <a:prstGeom prst="rect">
            <a:avLst/>
          </a:prstGeom>
        </p:spPr>
        <p:txBody>
          <a:bodyPr vert="horz" wrap="square" lIns="0" tIns="12700" rIns="0" bIns="0" rtlCol="0">
            <a:spAutoFit/>
          </a:bodyPr>
          <a:lstStyle/>
          <a:p>
            <a:pPr marL="12700">
              <a:lnSpc>
                <a:spcPct val="100000"/>
              </a:lnSpc>
              <a:spcBef>
                <a:spcPts val="100"/>
              </a:spcBef>
            </a:pPr>
            <a:r>
              <a:rPr sz="4400" dirty="0">
                <a:solidFill>
                  <a:srgbClr val="2F2B20"/>
                </a:solidFill>
                <a:latin typeface="Calibri"/>
                <a:cs typeface="Calibri"/>
              </a:rPr>
              <a:t>Si</a:t>
            </a:r>
            <a:r>
              <a:rPr sz="4400" spc="-50" dirty="0">
                <a:solidFill>
                  <a:srgbClr val="2F2B20"/>
                </a:solidFill>
                <a:latin typeface="Calibri"/>
                <a:cs typeface="Calibri"/>
              </a:rPr>
              <a:t>t</a:t>
            </a:r>
            <a:r>
              <a:rPr sz="4400" spc="-5" dirty="0">
                <a:solidFill>
                  <a:srgbClr val="2F2B20"/>
                </a:solidFill>
                <a:latin typeface="Calibri"/>
                <a:cs typeface="Calibri"/>
              </a:rPr>
              <a:t>em</a:t>
            </a:r>
            <a:r>
              <a:rPr sz="4400" spc="5" dirty="0">
                <a:solidFill>
                  <a:srgbClr val="2F2B20"/>
                </a:solidFill>
                <a:latin typeface="Calibri"/>
                <a:cs typeface="Calibri"/>
              </a:rPr>
              <a:t>ap</a:t>
            </a:r>
            <a:endParaRPr sz="4400">
              <a:latin typeface="Calibri"/>
              <a:cs typeface="Calibri"/>
            </a:endParaRPr>
          </a:p>
        </p:txBody>
      </p:sp>
      <p:sp>
        <p:nvSpPr>
          <p:cNvPr id="4" name="object 4"/>
          <p:cNvSpPr txBox="1"/>
          <p:nvPr/>
        </p:nvSpPr>
        <p:spPr>
          <a:xfrm>
            <a:off x="2590800" y="5753834"/>
            <a:ext cx="4192904" cy="269240"/>
          </a:xfrm>
          <a:prstGeom prst="rect">
            <a:avLst/>
          </a:prstGeom>
        </p:spPr>
        <p:txBody>
          <a:bodyPr vert="horz" wrap="square" lIns="0" tIns="12700" rIns="0" bIns="0" rtlCol="0">
            <a:spAutoFit/>
          </a:bodyPr>
          <a:lstStyle/>
          <a:p>
            <a:pPr marL="12700">
              <a:lnSpc>
                <a:spcPct val="100000"/>
              </a:lnSpc>
              <a:spcBef>
                <a:spcPts val="100"/>
              </a:spcBef>
            </a:pPr>
            <a:r>
              <a:rPr sz="1600" spc="-5" dirty="0">
                <a:solidFill>
                  <a:srgbClr val="2F2B20"/>
                </a:solidFill>
                <a:latin typeface="Calibri"/>
                <a:cs typeface="Calibri"/>
              </a:rPr>
              <a:t>Source:</a:t>
            </a:r>
            <a:r>
              <a:rPr sz="1600" dirty="0">
                <a:solidFill>
                  <a:srgbClr val="2F2B20"/>
                </a:solidFill>
                <a:latin typeface="Calibri"/>
                <a:cs typeface="Calibri"/>
              </a:rPr>
              <a:t> </a:t>
            </a:r>
            <a:r>
              <a:rPr sz="1600" u="sng" spc="-10" dirty="0">
                <a:solidFill>
                  <a:srgbClr val="0563C1"/>
                </a:solidFill>
                <a:uFill>
                  <a:solidFill>
                    <a:srgbClr val="0563C1"/>
                  </a:solidFill>
                </a:uFill>
                <a:latin typeface="Calibri"/>
                <a:cs typeface="Calibri"/>
                <a:hlinkClick r:id="rId2"/>
              </a:rPr>
              <a:t>http://digestwebdesign.com/sitemap.html</a:t>
            </a:r>
            <a:endParaRPr sz="1600" dirty="0">
              <a:latin typeface="Calibri"/>
              <a:cs typeface="Calibri"/>
            </a:endParaRPr>
          </a:p>
        </p:txBody>
      </p:sp>
      <p:pic>
        <p:nvPicPr>
          <p:cNvPr id="5" name="object 5" descr="Sitemap example &#10;"/>
          <p:cNvPicPr/>
          <p:nvPr/>
        </p:nvPicPr>
        <p:blipFill>
          <a:blip r:embed="rId3" cstate="print"/>
          <a:stretch>
            <a:fillRect/>
          </a:stretch>
        </p:blipFill>
        <p:spPr>
          <a:xfrm>
            <a:off x="1115604" y="1440307"/>
            <a:ext cx="6912791" cy="4027904"/>
          </a:xfrm>
          <a:prstGeom prst="rect">
            <a:avLst/>
          </a:prstGeom>
        </p:spPr>
      </p:pic>
      <p:sp>
        <p:nvSpPr>
          <p:cNvPr id="6" name="object 6"/>
          <p:cNvSpPr txBox="1"/>
          <p:nvPr/>
        </p:nvSpPr>
        <p:spPr>
          <a:xfrm>
            <a:off x="8254365" y="6421628"/>
            <a:ext cx="180975"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8F8E8D"/>
                </a:solidFill>
                <a:latin typeface="Calibri"/>
                <a:cs typeface="Calibri"/>
              </a:rPr>
              <a:t>26</a:t>
            </a:r>
            <a:endParaRPr sz="1200">
              <a:latin typeface="Calibri"/>
              <a:cs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a:extLst>
              <a:ext uri="{C183D7F6-B498-43B3-948B-1728B52AA6E4}">
                <adec:decorative xmlns:adec="http://schemas.microsoft.com/office/drawing/2017/decorative" val="1"/>
              </a:ext>
            </a:extLst>
          </p:cNvPr>
          <p:cNvSpPr/>
          <p:nvPr/>
        </p:nvSpPr>
        <p:spPr>
          <a:xfrm>
            <a:off x="7656521" y="1"/>
            <a:ext cx="851535" cy="478155"/>
          </a:xfrm>
          <a:custGeom>
            <a:avLst/>
            <a:gdLst/>
            <a:ahLst/>
            <a:cxnLst/>
            <a:rect l="l" t="t" r="r" b="b"/>
            <a:pathLst>
              <a:path w="851534" h="478155">
                <a:moveTo>
                  <a:pt x="851298" y="0"/>
                </a:moveTo>
                <a:lnTo>
                  <a:pt x="0" y="0"/>
                </a:lnTo>
                <a:lnTo>
                  <a:pt x="1271" y="16826"/>
                </a:lnTo>
                <a:lnTo>
                  <a:pt x="11110" y="68555"/>
                </a:lnTo>
                <a:lnTo>
                  <a:pt x="24352" y="118309"/>
                </a:lnTo>
                <a:lnTo>
                  <a:pt x="40821" y="165852"/>
                </a:lnTo>
                <a:lnTo>
                  <a:pt x="60338" y="210948"/>
                </a:lnTo>
                <a:lnTo>
                  <a:pt x="82728" y="253362"/>
                </a:lnTo>
                <a:lnTo>
                  <a:pt x="107813" y="292856"/>
                </a:lnTo>
                <a:lnTo>
                  <a:pt x="135416" y="329194"/>
                </a:lnTo>
                <a:lnTo>
                  <a:pt x="165360" y="362142"/>
                </a:lnTo>
                <a:lnTo>
                  <a:pt x="197468" y="391463"/>
                </a:lnTo>
                <a:lnTo>
                  <a:pt x="231564" y="416920"/>
                </a:lnTo>
                <a:lnTo>
                  <a:pt x="267469" y="438278"/>
                </a:lnTo>
                <a:lnTo>
                  <a:pt x="305007" y="455300"/>
                </a:lnTo>
                <a:lnTo>
                  <a:pt x="344001" y="467752"/>
                </a:lnTo>
                <a:lnTo>
                  <a:pt x="384274" y="475395"/>
                </a:lnTo>
                <a:lnTo>
                  <a:pt x="425649" y="477996"/>
                </a:lnTo>
                <a:lnTo>
                  <a:pt x="467024" y="475395"/>
                </a:lnTo>
                <a:lnTo>
                  <a:pt x="507296" y="467752"/>
                </a:lnTo>
                <a:lnTo>
                  <a:pt x="546290" y="455300"/>
                </a:lnTo>
                <a:lnTo>
                  <a:pt x="583828" y="438278"/>
                </a:lnTo>
                <a:lnTo>
                  <a:pt x="619733" y="416920"/>
                </a:lnTo>
                <a:lnTo>
                  <a:pt x="653828" y="391463"/>
                </a:lnTo>
                <a:lnTo>
                  <a:pt x="685936" y="362142"/>
                </a:lnTo>
                <a:lnTo>
                  <a:pt x="715880" y="329194"/>
                </a:lnTo>
                <a:lnTo>
                  <a:pt x="743483" y="292856"/>
                </a:lnTo>
                <a:lnTo>
                  <a:pt x="768568" y="253362"/>
                </a:lnTo>
                <a:lnTo>
                  <a:pt x="790958" y="210948"/>
                </a:lnTo>
                <a:lnTo>
                  <a:pt x="810476" y="165852"/>
                </a:lnTo>
                <a:lnTo>
                  <a:pt x="826944" y="118309"/>
                </a:lnTo>
                <a:lnTo>
                  <a:pt x="840187" y="68555"/>
                </a:lnTo>
                <a:lnTo>
                  <a:pt x="850026" y="16826"/>
                </a:lnTo>
                <a:lnTo>
                  <a:pt x="851298" y="0"/>
                </a:lnTo>
                <a:close/>
              </a:path>
            </a:pathLst>
          </a:custGeom>
          <a:solidFill>
            <a:srgbClr val="FFC000"/>
          </a:solidFill>
        </p:spPr>
        <p:txBody>
          <a:bodyPr wrap="square" lIns="0" tIns="0" rIns="0" bIns="0" rtlCol="0"/>
          <a:lstStyle/>
          <a:p>
            <a:endParaRPr/>
          </a:p>
        </p:txBody>
      </p:sp>
      <p:sp>
        <p:nvSpPr>
          <p:cNvPr id="3" name="object 3"/>
          <p:cNvSpPr txBox="1">
            <a:spLocks noGrp="1"/>
          </p:cNvSpPr>
          <p:nvPr>
            <p:ph type="title" idx="4294967295"/>
          </p:nvPr>
        </p:nvSpPr>
        <p:spPr>
          <a:xfrm>
            <a:off x="3373564" y="714562"/>
            <a:ext cx="2395220" cy="518795"/>
          </a:xfrm>
          <a:prstGeom prst="rect">
            <a:avLst/>
          </a:prstGeom>
          <a:noFill/>
          <a:ln>
            <a:noFill/>
            <a:prstDash/>
          </a:ln>
          <a:effectLst/>
        </p:spPr>
        <p:txBody>
          <a:bodyPr rot="0" spcFirstLastPara="0" vertOverflow="overflow" horzOverflow="overflow" vert="horz" wrap="square" lIns="0" tIns="17145" rIns="0" bIns="0" numCol="1" spcCol="0" rtlCol="0" fromWordArt="0" anchor="t" anchorCtr="0" forceAA="0" compatLnSpc="1">
            <a:prstTxWarp prst="textNoShape">
              <a:avLst/>
            </a:prstTxWarp>
            <a:spAutoFit/>
          </a:bodyPr>
          <a:lstStyle/>
          <a:p>
            <a:pPr marL="12700" marR="0" lvl="0" indent="0" algn="l" defTabSz="914400" rtl="0" eaLnBrk="1" fontAlgn="auto" latinLnBrk="0" hangingPunct="1">
              <a:lnSpc>
                <a:spcPct val="100000"/>
              </a:lnSpc>
              <a:spcBef>
                <a:spcPts val="135"/>
              </a:spcBef>
              <a:spcAft>
                <a:spcPts val="0"/>
              </a:spcAft>
              <a:buClrTx/>
              <a:buSzTx/>
              <a:buFontTx/>
              <a:buNone/>
              <a:tabLst/>
              <a:defRPr/>
            </a:pPr>
            <a:r>
              <a:rPr kumimoji="0" lang="en-GB" sz="3200" b="0" i="0" u="none" strike="noStrike" kern="1200" cap="none" spc="35" normalizeH="0" baseline="0" noProof="0" dirty="0">
                <a:ln>
                  <a:noFill/>
                </a:ln>
                <a:solidFill>
                  <a:schemeClr val="tx1"/>
                </a:solidFill>
                <a:effectLst/>
                <a:uLnTx/>
                <a:uFillTx/>
                <a:latin typeface="Calibri Light"/>
                <a:ea typeface="+mn-ea"/>
                <a:cs typeface="Calibri Light"/>
              </a:rPr>
              <a:t>Storyboarding</a:t>
            </a:r>
            <a:endParaRPr kumimoji="0" lang="en-GB" sz="3200" b="0" i="0" u="none" strike="noStrike" kern="1200" cap="none" spc="0" normalizeH="0" baseline="0" noProof="0" dirty="0">
              <a:ln>
                <a:noFill/>
              </a:ln>
              <a:solidFill>
                <a:schemeClr val="tx1"/>
              </a:solidFill>
              <a:effectLst/>
              <a:uLnTx/>
              <a:uFillTx/>
              <a:latin typeface="Calibri Light"/>
              <a:ea typeface="+mn-ea"/>
              <a:cs typeface="Calibri Light"/>
            </a:endParaRPr>
          </a:p>
        </p:txBody>
      </p:sp>
      <p:sp>
        <p:nvSpPr>
          <p:cNvPr id="4" name="object 4">
            <a:extLst>
              <a:ext uri="{C183D7F6-B498-43B3-948B-1728B52AA6E4}">
                <adec:decorative xmlns:adec="http://schemas.microsoft.com/office/drawing/2017/decorative" val="1"/>
              </a:ext>
            </a:extLst>
          </p:cNvPr>
          <p:cNvSpPr/>
          <p:nvPr/>
        </p:nvSpPr>
        <p:spPr>
          <a:xfrm>
            <a:off x="353293" y="4161451"/>
            <a:ext cx="1658620" cy="2169160"/>
          </a:xfrm>
          <a:custGeom>
            <a:avLst/>
            <a:gdLst/>
            <a:ahLst/>
            <a:cxnLst/>
            <a:rect l="l" t="t" r="r" b="b"/>
            <a:pathLst>
              <a:path w="1658620" h="2169160">
                <a:moveTo>
                  <a:pt x="62284" y="0"/>
                </a:moveTo>
                <a:lnTo>
                  <a:pt x="37666" y="5458"/>
                </a:lnTo>
                <a:lnTo>
                  <a:pt x="17744" y="19447"/>
                </a:lnTo>
                <a:lnTo>
                  <a:pt x="4520" y="39885"/>
                </a:lnTo>
                <a:lnTo>
                  <a:pt x="0" y="64692"/>
                </a:lnTo>
                <a:lnTo>
                  <a:pt x="2015" y="170966"/>
                </a:lnTo>
                <a:lnTo>
                  <a:pt x="8066" y="277064"/>
                </a:lnTo>
                <a:lnTo>
                  <a:pt x="18033" y="381651"/>
                </a:lnTo>
                <a:lnTo>
                  <a:pt x="27409" y="451653"/>
                </a:lnTo>
                <a:lnTo>
                  <a:pt x="51804" y="493688"/>
                </a:lnTo>
                <a:lnTo>
                  <a:pt x="98777" y="506162"/>
                </a:lnTo>
                <a:lnTo>
                  <a:pt x="122613" y="497934"/>
                </a:lnTo>
                <a:lnTo>
                  <a:pt x="140812" y="481766"/>
                </a:lnTo>
                <a:lnTo>
                  <a:pt x="151620" y="459954"/>
                </a:lnTo>
                <a:lnTo>
                  <a:pt x="153285" y="434793"/>
                </a:lnTo>
                <a:lnTo>
                  <a:pt x="144392" y="368397"/>
                </a:lnTo>
                <a:lnTo>
                  <a:pt x="144070" y="365992"/>
                </a:lnTo>
                <a:lnTo>
                  <a:pt x="134837" y="268626"/>
                </a:lnTo>
                <a:lnTo>
                  <a:pt x="134699" y="267419"/>
                </a:lnTo>
                <a:lnTo>
                  <a:pt x="134654" y="266217"/>
                </a:lnTo>
                <a:lnTo>
                  <a:pt x="129015" y="167350"/>
                </a:lnTo>
                <a:lnTo>
                  <a:pt x="126977" y="62284"/>
                </a:lnTo>
                <a:lnTo>
                  <a:pt x="121519" y="37666"/>
                </a:lnTo>
                <a:lnTo>
                  <a:pt x="107530" y="17743"/>
                </a:lnTo>
                <a:lnTo>
                  <a:pt x="87091" y="4520"/>
                </a:lnTo>
                <a:lnTo>
                  <a:pt x="62284" y="0"/>
                </a:lnTo>
                <a:close/>
              </a:path>
              <a:path w="1658620" h="2169160">
                <a:moveTo>
                  <a:pt x="144070" y="365992"/>
                </a:moveTo>
                <a:lnTo>
                  <a:pt x="144346" y="368397"/>
                </a:lnTo>
                <a:lnTo>
                  <a:pt x="144231" y="367192"/>
                </a:lnTo>
                <a:lnTo>
                  <a:pt x="144070" y="365992"/>
                </a:lnTo>
                <a:close/>
              </a:path>
              <a:path w="1658620" h="2169160">
                <a:moveTo>
                  <a:pt x="144231" y="367192"/>
                </a:moveTo>
                <a:lnTo>
                  <a:pt x="144346" y="368397"/>
                </a:lnTo>
                <a:lnTo>
                  <a:pt x="144231" y="367192"/>
                </a:lnTo>
                <a:close/>
              </a:path>
              <a:path w="1658620" h="2169160">
                <a:moveTo>
                  <a:pt x="144116" y="365992"/>
                </a:moveTo>
                <a:lnTo>
                  <a:pt x="144231" y="367192"/>
                </a:lnTo>
                <a:lnTo>
                  <a:pt x="144116" y="365992"/>
                </a:lnTo>
                <a:close/>
              </a:path>
              <a:path w="1658620" h="2169160">
                <a:moveTo>
                  <a:pt x="134608" y="266217"/>
                </a:moveTo>
                <a:lnTo>
                  <a:pt x="134791" y="268626"/>
                </a:lnTo>
                <a:lnTo>
                  <a:pt x="134722" y="267419"/>
                </a:lnTo>
                <a:lnTo>
                  <a:pt x="134608" y="266217"/>
                </a:lnTo>
                <a:close/>
              </a:path>
              <a:path w="1658620" h="2169160">
                <a:moveTo>
                  <a:pt x="134722" y="267419"/>
                </a:moveTo>
                <a:lnTo>
                  <a:pt x="134791" y="268626"/>
                </a:lnTo>
                <a:lnTo>
                  <a:pt x="134722" y="267419"/>
                </a:lnTo>
                <a:close/>
              </a:path>
              <a:path w="1658620" h="2169160">
                <a:moveTo>
                  <a:pt x="134654" y="266217"/>
                </a:moveTo>
                <a:lnTo>
                  <a:pt x="134722" y="267419"/>
                </a:lnTo>
                <a:lnTo>
                  <a:pt x="134654" y="266217"/>
                </a:lnTo>
                <a:close/>
              </a:path>
              <a:path w="1658620" h="2169160">
                <a:moveTo>
                  <a:pt x="128946" y="166144"/>
                </a:moveTo>
                <a:lnTo>
                  <a:pt x="128969" y="167350"/>
                </a:lnTo>
                <a:lnTo>
                  <a:pt x="128946" y="166144"/>
                </a:lnTo>
                <a:close/>
              </a:path>
              <a:path w="1658620" h="2169160">
                <a:moveTo>
                  <a:pt x="128923" y="164939"/>
                </a:moveTo>
                <a:lnTo>
                  <a:pt x="128946" y="166144"/>
                </a:lnTo>
                <a:lnTo>
                  <a:pt x="128923" y="164939"/>
                </a:lnTo>
                <a:close/>
              </a:path>
              <a:path w="1658620" h="2169160">
                <a:moveTo>
                  <a:pt x="214809" y="872626"/>
                </a:moveTo>
                <a:lnTo>
                  <a:pt x="189798" y="875837"/>
                </a:lnTo>
                <a:lnTo>
                  <a:pt x="167993" y="888500"/>
                </a:lnTo>
                <a:lnTo>
                  <a:pt x="153247" y="907869"/>
                </a:lnTo>
                <a:lnTo>
                  <a:pt x="146841" y="931354"/>
                </a:lnTo>
                <a:lnTo>
                  <a:pt x="150052" y="956364"/>
                </a:lnTo>
                <a:lnTo>
                  <a:pt x="189489" y="1060659"/>
                </a:lnTo>
                <a:lnTo>
                  <a:pt x="227384" y="1148534"/>
                </a:lnTo>
                <a:lnTo>
                  <a:pt x="268354" y="1233744"/>
                </a:lnTo>
                <a:lnTo>
                  <a:pt x="310519" y="1312801"/>
                </a:lnTo>
                <a:lnTo>
                  <a:pt x="348059" y="1343667"/>
                </a:lnTo>
                <a:lnTo>
                  <a:pt x="372273" y="1346176"/>
                </a:lnTo>
                <a:lnTo>
                  <a:pt x="396431" y="1338948"/>
                </a:lnTo>
                <a:lnTo>
                  <a:pt x="415891" y="1322913"/>
                </a:lnTo>
                <a:lnTo>
                  <a:pt x="427297" y="1301407"/>
                </a:lnTo>
                <a:lnTo>
                  <a:pt x="429806" y="1277193"/>
                </a:lnTo>
                <a:lnTo>
                  <a:pt x="422577" y="1253036"/>
                </a:lnTo>
                <a:lnTo>
                  <a:pt x="382299" y="1177514"/>
                </a:lnTo>
                <a:lnTo>
                  <a:pt x="381037" y="1175148"/>
                </a:lnTo>
                <a:lnTo>
                  <a:pt x="343546" y="1097047"/>
                </a:lnTo>
                <a:lnTo>
                  <a:pt x="342406" y="1094676"/>
                </a:lnTo>
                <a:lnTo>
                  <a:pt x="307640" y="1013922"/>
                </a:lnTo>
                <a:lnTo>
                  <a:pt x="306615" y="1011546"/>
                </a:lnTo>
                <a:lnTo>
                  <a:pt x="274681" y="928265"/>
                </a:lnTo>
                <a:lnTo>
                  <a:pt x="273767" y="925887"/>
                </a:lnTo>
                <a:lnTo>
                  <a:pt x="270326" y="915583"/>
                </a:lnTo>
                <a:lnTo>
                  <a:pt x="257663" y="893777"/>
                </a:lnTo>
                <a:lnTo>
                  <a:pt x="238294" y="879032"/>
                </a:lnTo>
                <a:lnTo>
                  <a:pt x="214809" y="872626"/>
                </a:lnTo>
                <a:close/>
              </a:path>
              <a:path w="1658620" h="2169160">
                <a:moveTo>
                  <a:pt x="381037" y="1175148"/>
                </a:moveTo>
                <a:lnTo>
                  <a:pt x="382236" y="1177514"/>
                </a:lnTo>
                <a:lnTo>
                  <a:pt x="381662" y="1176320"/>
                </a:lnTo>
                <a:lnTo>
                  <a:pt x="381037" y="1175148"/>
                </a:lnTo>
                <a:close/>
              </a:path>
              <a:path w="1658620" h="2169160">
                <a:moveTo>
                  <a:pt x="381662" y="1176320"/>
                </a:moveTo>
                <a:lnTo>
                  <a:pt x="382236" y="1177514"/>
                </a:lnTo>
                <a:lnTo>
                  <a:pt x="381662" y="1176320"/>
                </a:lnTo>
                <a:close/>
              </a:path>
              <a:path w="1658620" h="2169160">
                <a:moveTo>
                  <a:pt x="381099" y="1175148"/>
                </a:moveTo>
                <a:lnTo>
                  <a:pt x="381662" y="1176320"/>
                </a:lnTo>
                <a:lnTo>
                  <a:pt x="381099" y="1175148"/>
                </a:lnTo>
                <a:close/>
              </a:path>
              <a:path w="1658620" h="2169160">
                <a:moveTo>
                  <a:pt x="342406" y="1094676"/>
                </a:moveTo>
                <a:lnTo>
                  <a:pt x="343487" y="1097047"/>
                </a:lnTo>
                <a:lnTo>
                  <a:pt x="342971" y="1095851"/>
                </a:lnTo>
                <a:lnTo>
                  <a:pt x="342406" y="1094676"/>
                </a:lnTo>
                <a:close/>
              </a:path>
              <a:path w="1658620" h="2169160">
                <a:moveTo>
                  <a:pt x="342971" y="1095851"/>
                </a:moveTo>
                <a:lnTo>
                  <a:pt x="343487" y="1097047"/>
                </a:lnTo>
                <a:lnTo>
                  <a:pt x="342971" y="1095851"/>
                </a:lnTo>
                <a:close/>
              </a:path>
              <a:path w="1658620" h="2169160">
                <a:moveTo>
                  <a:pt x="342464" y="1094676"/>
                </a:moveTo>
                <a:lnTo>
                  <a:pt x="342971" y="1095851"/>
                </a:lnTo>
                <a:lnTo>
                  <a:pt x="342464" y="1094676"/>
                </a:lnTo>
                <a:close/>
              </a:path>
              <a:path w="1658620" h="2169160">
                <a:moveTo>
                  <a:pt x="306615" y="1011546"/>
                </a:moveTo>
                <a:lnTo>
                  <a:pt x="307583" y="1013922"/>
                </a:lnTo>
                <a:lnTo>
                  <a:pt x="307121" y="1012718"/>
                </a:lnTo>
                <a:lnTo>
                  <a:pt x="306615" y="1011546"/>
                </a:lnTo>
                <a:close/>
              </a:path>
              <a:path w="1658620" h="2169160">
                <a:moveTo>
                  <a:pt x="307121" y="1012718"/>
                </a:moveTo>
                <a:lnTo>
                  <a:pt x="307583" y="1013922"/>
                </a:lnTo>
                <a:lnTo>
                  <a:pt x="307121" y="1012718"/>
                </a:lnTo>
                <a:close/>
              </a:path>
              <a:path w="1658620" h="2169160">
                <a:moveTo>
                  <a:pt x="306671" y="1011546"/>
                </a:moveTo>
                <a:lnTo>
                  <a:pt x="307121" y="1012718"/>
                </a:lnTo>
                <a:lnTo>
                  <a:pt x="306671" y="1011546"/>
                </a:lnTo>
                <a:close/>
              </a:path>
              <a:path w="1658620" h="2169160">
                <a:moveTo>
                  <a:pt x="273767" y="925887"/>
                </a:moveTo>
                <a:lnTo>
                  <a:pt x="274627" y="928265"/>
                </a:lnTo>
                <a:lnTo>
                  <a:pt x="274222" y="927071"/>
                </a:lnTo>
                <a:lnTo>
                  <a:pt x="273767" y="925887"/>
                </a:lnTo>
                <a:close/>
              </a:path>
              <a:path w="1658620" h="2169160">
                <a:moveTo>
                  <a:pt x="274222" y="927071"/>
                </a:moveTo>
                <a:lnTo>
                  <a:pt x="274627" y="928265"/>
                </a:lnTo>
                <a:lnTo>
                  <a:pt x="274222" y="927071"/>
                </a:lnTo>
                <a:close/>
              </a:path>
              <a:path w="1658620" h="2169160">
                <a:moveTo>
                  <a:pt x="273820" y="925887"/>
                </a:moveTo>
                <a:lnTo>
                  <a:pt x="274222" y="927071"/>
                </a:lnTo>
                <a:lnTo>
                  <a:pt x="273820" y="925887"/>
                </a:lnTo>
                <a:close/>
              </a:path>
              <a:path w="1658620" h="2169160">
                <a:moveTo>
                  <a:pt x="670275" y="1625849"/>
                </a:moveTo>
                <a:lnTo>
                  <a:pt x="646278" y="1629940"/>
                </a:lnTo>
                <a:lnTo>
                  <a:pt x="624952" y="1643395"/>
                </a:lnTo>
                <a:lnTo>
                  <a:pt x="610517" y="1664070"/>
                </a:lnTo>
                <a:lnTo>
                  <a:pt x="605311" y="1687851"/>
                </a:lnTo>
                <a:lnTo>
                  <a:pt x="609402" y="1711848"/>
                </a:lnTo>
                <a:lnTo>
                  <a:pt x="633740" y="1744576"/>
                </a:lnTo>
                <a:lnTo>
                  <a:pt x="696115" y="1803717"/>
                </a:lnTo>
                <a:lnTo>
                  <a:pt x="760772" y="1858985"/>
                </a:lnTo>
                <a:lnTo>
                  <a:pt x="827622" y="1910236"/>
                </a:lnTo>
                <a:lnTo>
                  <a:pt x="896575" y="1957323"/>
                </a:lnTo>
                <a:lnTo>
                  <a:pt x="933747" y="1979729"/>
                </a:lnTo>
                <a:lnTo>
                  <a:pt x="957491" y="1988216"/>
                </a:lnTo>
                <a:lnTo>
                  <a:pt x="981803" y="1986981"/>
                </a:lnTo>
                <a:lnTo>
                  <a:pt x="1003878" y="1976720"/>
                </a:lnTo>
                <a:lnTo>
                  <a:pt x="1020912" y="1958127"/>
                </a:lnTo>
                <a:lnTo>
                  <a:pt x="1029399" y="1934383"/>
                </a:lnTo>
                <a:lnTo>
                  <a:pt x="1028163" y="1910071"/>
                </a:lnTo>
                <a:lnTo>
                  <a:pt x="1017902" y="1887996"/>
                </a:lnTo>
                <a:lnTo>
                  <a:pt x="999309" y="1870962"/>
                </a:lnTo>
                <a:lnTo>
                  <a:pt x="966907" y="1851430"/>
                </a:lnTo>
                <a:lnTo>
                  <a:pt x="966710" y="1851430"/>
                </a:lnTo>
                <a:lnTo>
                  <a:pt x="963681" y="1849485"/>
                </a:lnTo>
                <a:lnTo>
                  <a:pt x="963862" y="1849485"/>
                </a:lnTo>
                <a:lnTo>
                  <a:pt x="903677" y="1808386"/>
                </a:lnTo>
                <a:lnTo>
                  <a:pt x="903508" y="1808386"/>
                </a:lnTo>
                <a:lnTo>
                  <a:pt x="900683" y="1806341"/>
                </a:lnTo>
                <a:lnTo>
                  <a:pt x="900841" y="1806341"/>
                </a:lnTo>
                <a:lnTo>
                  <a:pt x="842155" y="1761349"/>
                </a:lnTo>
                <a:lnTo>
                  <a:pt x="842007" y="1761349"/>
                </a:lnTo>
                <a:lnTo>
                  <a:pt x="839382" y="1759224"/>
                </a:lnTo>
                <a:lnTo>
                  <a:pt x="839520" y="1759224"/>
                </a:lnTo>
                <a:lnTo>
                  <a:pt x="782439" y="1710431"/>
                </a:lnTo>
                <a:lnTo>
                  <a:pt x="782309" y="1710431"/>
                </a:lnTo>
                <a:lnTo>
                  <a:pt x="779878" y="1708242"/>
                </a:lnTo>
                <a:lnTo>
                  <a:pt x="724633" y="1655746"/>
                </a:lnTo>
                <a:lnTo>
                  <a:pt x="722273" y="1653508"/>
                </a:lnTo>
                <a:lnTo>
                  <a:pt x="714730" y="1645490"/>
                </a:lnTo>
                <a:lnTo>
                  <a:pt x="694055" y="1631055"/>
                </a:lnTo>
                <a:lnTo>
                  <a:pt x="670275" y="1625849"/>
                </a:lnTo>
                <a:close/>
              </a:path>
              <a:path w="1658620" h="2169160">
                <a:moveTo>
                  <a:pt x="963681" y="1849485"/>
                </a:moveTo>
                <a:lnTo>
                  <a:pt x="966710" y="1851430"/>
                </a:lnTo>
                <a:lnTo>
                  <a:pt x="965228" y="1850418"/>
                </a:lnTo>
                <a:lnTo>
                  <a:pt x="963681" y="1849485"/>
                </a:lnTo>
                <a:close/>
              </a:path>
              <a:path w="1658620" h="2169160">
                <a:moveTo>
                  <a:pt x="965228" y="1850418"/>
                </a:moveTo>
                <a:lnTo>
                  <a:pt x="966710" y="1851430"/>
                </a:lnTo>
                <a:lnTo>
                  <a:pt x="966907" y="1851430"/>
                </a:lnTo>
                <a:lnTo>
                  <a:pt x="965228" y="1850418"/>
                </a:lnTo>
                <a:close/>
              </a:path>
              <a:path w="1658620" h="2169160">
                <a:moveTo>
                  <a:pt x="963862" y="1849485"/>
                </a:moveTo>
                <a:lnTo>
                  <a:pt x="963681" y="1849485"/>
                </a:lnTo>
                <a:lnTo>
                  <a:pt x="965228" y="1850418"/>
                </a:lnTo>
                <a:lnTo>
                  <a:pt x="963862" y="1849485"/>
                </a:lnTo>
                <a:close/>
              </a:path>
              <a:path w="1658620" h="2169160">
                <a:moveTo>
                  <a:pt x="900683" y="1806341"/>
                </a:moveTo>
                <a:lnTo>
                  <a:pt x="903508" y="1808386"/>
                </a:lnTo>
                <a:lnTo>
                  <a:pt x="902125" y="1807326"/>
                </a:lnTo>
                <a:lnTo>
                  <a:pt x="900683" y="1806341"/>
                </a:lnTo>
                <a:close/>
              </a:path>
              <a:path w="1658620" h="2169160">
                <a:moveTo>
                  <a:pt x="902125" y="1807326"/>
                </a:moveTo>
                <a:lnTo>
                  <a:pt x="903508" y="1808386"/>
                </a:lnTo>
                <a:lnTo>
                  <a:pt x="903677" y="1808386"/>
                </a:lnTo>
                <a:lnTo>
                  <a:pt x="902125" y="1807326"/>
                </a:lnTo>
                <a:close/>
              </a:path>
              <a:path w="1658620" h="2169160">
                <a:moveTo>
                  <a:pt x="900841" y="1806341"/>
                </a:moveTo>
                <a:lnTo>
                  <a:pt x="900683" y="1806341"/>
                </a:lnTo>
                <a:lnTo>
                  <a:pt x="902125" y="1807326"/>
                </a:lnTo>
                <a:lnTo>
                  <a:pt x="900841" y="1806341"/>
                </a:lnTo>
                <a:close/>
              </a:path>
              <a:path w="1658620" h="2169160">
                <a:moveTo>
                  <a:pt x="839382" y="1759224"/>
                </a:moveTo>
                <a:lnTo>
                  <a:pt x="842007" y="1761349"/>
                </a:lnTo>
                <a:lnTo>
                  <a:pt x="840722" y="1760251"/>
                </a:lnTo>
                <a:lnTo>
                  <a:pt x="839382" y="1759224"/>
                </a:lnTo>
                <a:close/>
              </a:path>
              <a:path w="1658620" h="2169160">
                <a:moveTo>
                  <a:pt x="840722" y="1760251"/>
                </a:moveTo>
                <a:lnTo>
                  <a:pt x="842007" y="1761349"/>
                </a:lnTo>
                <a:lnTo>
                  <a:pt x="842155" y="1761349"/>
                </a:lnTo>
                <a:lnTo>
                  <a:pt x="840722" y="1760251"/>
                </a:lnTo>
                <a:close/>
              </a:path>
              <a:path w="1658620" h="2169160">
                <a:moveTo>
                  <a:pt x="839520" y="1759224"/>
                </a:moveTo>
                <a:lnTo>
                  <a:pt x="839382" y="1759224"/>
                </a:lnTo>
                <a:lnTo>
                  <a:pt x="840722" y="1760251"/>
                </a:lnTo>
                <a:lnTo>
                  <a:pt x="839520" y="1759224"/>
                </a:lnTo>
                <a:close/>
              </a:path>
              <a:path w="1658620" h="2169160">
                <a:moveTo>
                  <a:pt x="779878" y="1708242"/>
                </a:moveTo>
                <a:lnTo>
                  <a:pt x="782309" y="1710431"/>
                </a:lnTo>
                <a:lnTo>
                  <a:pt x="781123" y="1709307"/>
                </a:lnTo>
                <a:lnTo>
                  <a:pt x="779878" y="1708242"/>
                </a:lnTo>
                <a:close/>
              </a:path>
              <a:path w="1658620" h="2169160">
                <a:moveTo>
                  <a:pt x="781123" y="1709307"/>
                </a:moveTo>
                <a:lnTo>
                  <a:pt x="782309" y="1710431"/>
                </a:lnTo>
                <a:lnTo>
                  <a:pt x="782439" y="1710431"/>
                </a:lnTo>
                <a:lnTo>
                  <a:pt x="781123" y="1709307"/>
                </a:lnTo>
                <a:close/>
              </a:path>
              <a:path w="1658620" h="2169160">
                <a:moveTo>
                  <a:pt x="780000" y="1708242"/>
                </a:moveTo>
                <a:lnTo>
                  <a:pt x="781123" y="1709307"/>
                </a:lnTo>
                <a:lnTo>
                  <a:pt x="780000" y="1708242"/>
                </a:lnTo>
                <a:close/>
              </a:path>
              <a:path w="1658620" h="2169160">
                <a:moveTo>
                  <a:pt x="722273" y="1653508"/>
                </a:moveTo>
                <a:lnTo>
                  <a:pt x="724518" y="1655746"/>
                </a:lnTo>
                <a:lnTo>
                  <a:pt x="723424" y="1654599"/>
                </a:lnTo>
                <a:lnTo>
                  <a:pt x="722273" y="1653508"/>
                </a:lnTo>
                <a:close/>
              </a:path>
              <a:path w="1658620" h="2169160">
                <a:moveTo>
                  <a:pt x="723424" y="1654599"/>
                </a:moveTo>
                <a:lnTo>
                  <a:pt x="724518" y="1655746"/>
                </a:lnTo>
                <a:lnTo>
                  <a:pt x="723424" y="1654599"/>
                </a:lnTo>
                <a:close/>
              </a:path>
              <a:path w="1658620" h="2169160">
                <a:moveTo>
                  <a:pt x="722382" y="1653508"/>
                </a:moveTo>
                <a:lnTo>
                  <a:pt x="723424" y="1654599"/>
                </a:lnTo>
                <a:lnTo>
                  <a:pt x="722382" y="1653508"/>
                </a:lnTo>
                <a:close/>
              </a:path>
              <a:path w="1658620" h="2169160">
                <a:moveTo>
                  <a:pt x="1448931" y="2031989"/>
                </a:moveTo>
                <a:lnTo>
                  <a:pt x="1423799" y="2034039"/>
                </a:lnTo>
                <a:lnTo>
                  <a:pt x="1402155" y="2045179"/>
                </a:lnTo>
                <a:lnTo>
                  <a:pt x="1386268" y="2063624"/>
                </a:lnTo>
                <a:lnTo>
                  <a:pt x="1378406" y="2087582"/>
                </a:lnTo>
                <a:lnTo>
                  <a:pt x="1380455" y="2112715"/>
                </a:lnTo>
                <a:lnTo>
                  <a:pt x="1410040" y="2150246"/>
                </a:lnTo>
                <a:lnTo>
                  <a:pt x="1470549" y="2162436"/>
                </a:lnTo>
                <a:lnTo>
                  <a:pt x="1511695" y="2165912"/>
                </a:lnTo>
                <a:lnTo>
                  <a:pt x="1553109" y="2168011"/>
                </a:lnTo>
                <a:lnTo>
                  <a:pt x="1593705" y="2168695"/>
                </a:lnTo>
                <a:lnTo>
                  <a:pt x="1618502" y="2164123"/>
                </a:lnTo>
                <a:lnTo>
                  <a:pt x="1638913" y="2150857"/>
                </a:lnTo>
                <a:lnTo>
                  <a:pt x="1652860" y="2130905"/>
                </a:lnTo>
                <a:lnTo>
                  <a:pt x="1658267" y="2106275"/>
                </a:lnTo>
                <a:lnTo>
                  <a:pt x="1653694" y="2081478"/>
                </a:lnTo>
                <a:lnTo>
                  <a:pt x="1620476" y="2047120"/>
                </a:lnTo>
                <a:lnTo>
                  <a:pt x="1560607" y="2041119"/>
                </a:lnTo>
                <a:lnTo>
                  <a:pt x="1558465" y="2041119"/>
                </a:lnTo>
                <a:lnTo>
                  <a:pt x="1556324" y="2041047"/>
                </a:lnTo>
                <a:lnTo>
                  <a:pt x="1557039" y="2041047"/>
                </a:lnTo>
                <a:lnTo>
                  <a:pt x="1522036" y="2039273"/>
                </a:lnTo>
                <a:lnTo>
                  <a:pt x="1521321" y="2039273"/>
                </a:lnTo>
                <a:lnTo>
                  <a:pt x="1519189" y="2039129"/>
                </a:lnTo>
                <a:lnTo>
                  <a:pt x="1519614" y="2039129"/>
                </a:lnTo>
                <a:lnTo>
                  <a:pt x="1484849" y="2036192"/>
                </a:lnTo>
                <a:lnTo>
                  <a:pt x="1484424" y="2036192"/>
                </a:lnTo>
                <a:lnTo>
                  <a:pt x="1482304" y="2035977"/>
                </a:lnTo>
                <a:lnTo>
                  <a:pt x="1482608" y="2035977"/>
                </a:lnTo>
                <a:lnTo>
                  <a:pt x="1448931" y="2031989"/>
                </a:lnTo>
                <a:close/>
              </a:path>
              <a:path w="1658620" h="2169160">
                <a:moveTo>
                  <a:pt x="1556324" y="2041047"/>
                </a:moveTo>
                <a:lnTo>
                  <a:pt x="1558465" y="2041119"/>
                </a:lnTo>
                <a:lnTo>
                  <a:pt x="1557396" y="2041065"/>
                </a:lnTo>
                <a:lnTo>
                  <a:pt x="1556324" y="2041047"/>
                </a:lnTo>
                <a:close/>
              </a:path>
              <a:path w="1658620" h="2169160">
                <a:moveTo>
                  <a:pt x="1557396" y="2041065"/>
                </a:moveTo>
                <a:lnTo>
                  <a:pt x="1558465" y="2041119"/>
                </a:lnTo>
                <a:lnTo>
                  <a:pt x="1560607" y="2041119"/>
                </a:lnTo>
                <a:lnTo>
                  <a:pt x="1557396" y="2041065"/>
                </a:lnTo>
                <a:close/>
              </a:path>
              <a:path w="1658620" h="2169160">
                <a:moveTo>
                  <a:pt x="1557039" y="2041047"/>
                </a:moveTo>
                <a:lnTo>
                  <a:pt x="1556324" y="2041047"/>
                </a:lnTo>
                <a:lnTo>
                  <a:pt x="1557396" y="2041065"/>
                </a:lnTo>
                <a:lnTo>
                  <a:pt x="1557039" y="2041047"/>
                </a:lnTo>
                <a:close/>
              </a:path>
              <a:path w="1658620" h="2169160">
                <a:moveTo>
                  <a:pt x="1519189" y="2039129"/>
                </a:moveTo>
                <a:lnTo>
                  <a:pt x="1521321" y="2039273"/>
                </a:lnTo>
                <a:lnTo>
                  <a:pt x="1520250" y="2039183"/>
                </a:lnTo>
                <a:lnTo>
                  <a:pt x="1519189" y="2039129"/>
                </a:lnTo>
                <a:close/>
              </a:path>
              <a:path w="1658620" h="2169160">
                <a:moveTo>
                  <a:pt x="1520250" y="2039183"/>
                </a:moveTo>
                <a:lnTo>
                  <a:pt x="1521321" y="2039273"/>
                </a:lnTo>
                <a:lnTo>
                  <a:pt x="1522036" y="2039273"/>
                </a:lnTo>
                <a:lnTo>
                  <a:pt x="1520250" y="2039183"/>
                </a:lnTo>
                <a:close/>
              </a:path>
              <a:path w="1658620" h="2169160">
                <a:moveTo>
                  <a:pt x="1519614" y="2039129"/>
                </a:moveTo>
                <a:lnTo>
                  <a:pt x="1519189" y="2039129"/>
                </a:lnTo>
                <a:lnTo>
                  <a:pt x="1520250" y="2039183"/>
                </a:lnTo>
                <a:lnTo>
                  <a:pt x="1519614" y="2039129"/>
                </a:lnTo>
                <a:close/>
              </a:path>
              <a:path w="1658620" h="2169160">
                <a:moveTo>
                  <a:pt x="1482304" y="2035977"/>
                </a:moveTo>
                <a:lnTo>
                  <a:pt x="1484424" y="2036192"/>
                </a:lnTo>
                <a:lnTo>
                  <a:pt x="1483365" y="2036066"/>
                </a:lnTo>
                <a:lnTo>
                  <a:pt x="1482304" y="2035977"/>
                </a:lnTo>
                <a:close/>
              </a:path>
              <a:path w="1658620" h="2169160">
                <a:moveTo>
                  <a:pt x="1483365" y="2036066"/>
                </a:moveTo>
                <a:lnTo>
                  <a:pt x="1484424" y="2036192"/>
                </a:lnTo>
                <a:lnTo>
                  <a:pt x="1484849" y="2036192"/>
                </a:lnTo>
                <a:lnTo>
                  <a:pt x="1483365" y="2036066"/>
                </a:lnTo>
                <a:close/>
              </a:path>
              <a:path w="1658620" h="2169160">
                <a:moveTo>
                  <a:pt x="1482608" y="2035977"/>
                </a:moveTo>
                <a:lnTo>
                  <a:pt x="1482304" y="2035977"/>
                </a:lnTo>
                <a:lnTo>
                  <a:pt x="1483365" y="2036066"/>
                </a:lnTo>
                <a:lnTo>
                  <a:pt x="1482608" y="2035977"/>
                </a:lnTo>
                <a:close/>
              </a:path>
            </a:pathLst>
          </a:custGeom>
          <a:solidFill>
            <a:srgbClr val="FFC000"/>
          </a:solidFill>
        </p:spPr>
        <p:txBody>
          <a:bodyPr wrap="square" lIns="0" tIns="0" rIns="0" bIns="0" rtlCol="0"/>
          <a:lstStyle/>
          <a:p>
            <a:endParaRPr/>
          </a:p>
        </p:txBody>
      </p:sp>
      <p:sp>
        <p:nvSpPr>
          <p:cNvPr id="5" name="object 5"/>
          <p:cNvSpPr txBox="1"/>
          <p:nvPr/>
        </p:nvSpPr>
        <p:spPr>
          <a:xfrm>
            <a:off x="707390" y="1735327"/>
            <a:ext cx="7979410" cy="4022896"/>
          </a:xfrm>
          <a:prstGeom prst="rect">
            <a:avLst/>
          </a:prstGeom>
        </p:spPr>
        <p:txBody>
          <a:bodyPr vert="horz" wrap="square" lIns="0" tIns="12065" rIns="0" bIns="0" rtlCol="0">
            <a:spAutoFit/>
          </a:bodyPr>
          <a:lstStyle/>
          <a:p>
            <a:pPr marL="12700" marR="5080">
              <a:lnSpc>
                <a:spcPct val="122900"/>
              </a:lnSpc>
              <a:spcBef>
                <a:spcPts val="95"/>
              </a:spcBef>
            </a:pPr>
            <a:r>
              <a:rPr lang="en-GB" sz="2100" dirty="0">
                <a:latin typeface="Calibri"/>
                <a:cs typeface="Calibri"/>
              </a:rPr>
              <a:t>You will likely have heard of storyboarding from film, but you can also use storyboarding for UX design, illustrating a specific scenario that a user may take. Storyboards will be built up with the following components:</a:t>
            </a:r>
          </a:p>
          <a:p>
            <a:pPr marL="812800" marR="5080" lvl="1" indent="-342900">
              <a:lnSpc>
                <a:spcPct val="122900"/>
              </a:lnSpc>
              <a:spcBef>
                <a:spcPts val="95"/>
              </a:spcBef>
              <a:buFont typeface="Arial" panose="020B0604020202020204" pitchFamily="34" charset="0"/>
              <a:buChar char="•"/>
            </a:pPr>
            <a:r>
              <a:rPr lang="en-GB" sz="2100" dirty="0">
                <a:latin typeface="Calibri"/>
                <a:cs typeface="Calibri"/>
              </a:rPr>
              <a:t>A scenario – what it is the user is going to do on your site.</a:t>
            </a:r>
          </a:p>
          <a:p>
            <a:pPr marL="812800" marR="5080" lvl="1" indent="-342900">
              <a:lnSpc>
                <a:spcPct val="122900"/>
              </a:lnSpc>
              <a:spcBef>
                <a:spcPts val="95"/>
              </a:spcBef>
              <a:buFont typeface="Arial" panose="020B0604020202020204" pitchFamily="34" charset="0"/>
              <a:buChar char="•"/>
            </a:pPr>
            <a:r>
              <a:rPr lang="en-GB" sz="2100" dirty="0">
                <a:latin typeface="Calibri"/>
                <a:cs typeface="Calibri"/>
              </a:rPr>
              <a:t>A user – this can be one of your personas you made prior.</a:t>
            </a:r>
          </a:p>
          <a:p>
            <a:pPr marL="812800" marR="5080" lvl="1" indent="-342900">
              <a:lnSpc>
                <a:spcPct val="122900"/>
              </a:lnSpc>
              <a:spcBef>
                <a:spcPts val="95"/>
              </a:spcBef>
              <a:buFont typeface="Arial" panose="020B0604020202020204" pitchFamily="34" charset="0"/>
              <a:buChar char="•"/>
            </a:pPr>
            <a:r>
              <a:rPr lang="en-GB" sz="2100" dirty="0">
                <a:latin typeface="Calibri"/>
                <a:cs typeface="Calibri"/>
              </a:rPr>
              <a:t>Visuals – made up of several difference frames showing how the user will complete the scenario.</a:t>
            </a:r>
          </a:p>
          <a:p>
            <a:pPr marL="812800" marR="5080" lvl="1" indent="-342900">
              <a:lnSpc>
                <a:spcPct val="122900"/>
              </a:lnSpc>
              <a:spcBef>
                <a:spcPts val="95"/>
              </a:spcBef>
              <a:buFont typeface="Arial" panose="020B0604020202020204" pitchFamily="34" charset="0"/>
              <a:buChar char="•"/>
            </a:pPr>
            <a:r>
              <a:rPr lang="en-GB" sz="2100" dirty="0">
                <a:latin typeface="Calibri"/>
                <a:cs typeface="Calibri"/>
              </a:rPr>
              <a:t>Text – a description of each frame, elaborating on what is happening.</a:t>
            </a:r>
          </a:p>
          <a:p>
            <a:pPr marL="12700" marR="5080">
              <a:lnSpc>
                <a:spcPct val="122900"/>
              </a:lnSpc>
              <a:spcBef>
                <a:spcPts val="95"/>
              </a:spcBef>
            </a:pPr>
            <a:endParaRPr sz="2100" dirty="0">
              <a:latin typeface="Calibri"/>
              <a:cs typeface="Calibri"/>
            </a:endParaRPr>
          </a:p>
        </p:txBody>
      </p:sp>
      <p:sp>
        <p:nvSpPr>
          <p:cNvPr id="6" name="object 6"/>
          <p:cNvSpPr txBox="1"/>
          <p:nvPr/>
        </p:nvSpPr>
        <p:spPr>
          <a:xfrm>
            <a:off x="8270240" y="6449957"/>
            <a:ext cx="190500" cy="165100"/>
          </a:xfrm>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z="900" dirty="0">
                <a:solidFill>
                  <a:srgbClr val="898989"/>
                </a:solidFill>
                <a:latin typeface="Calibri"/>
                <a:cs typeface="Calibri"/>
              </a:rPr>
              <a:t>26</a:t>
            </a:fld>
            <a:endParaRPr sz="900">
              <a:latin typeface="Calibri"/>
              <a:cs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E170AF2-4ECC-2A77-4268-5D37E0310E7A}"/>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6E5B494A-0A49-55A7-AC53-B2F87AC24E2E}"/>
              </a:ext>
              <a:ext uri="{C183D7F6-B498-43B3-948B-1728B52AA6E4}">
                <adec:decorative xmlns:adec="http://schemas.microsoft.com/office/drawing/2017/decorative" val="1"/>
              </a:ext>
            </a:extLst>
          </p:cNvPr>
          <p:cNvSpPr/>
          <p:nvPr/>
        </p:nvSpPr>
        <p:spPr>
          <a:xfrm>
            <a:off x="7656521" y="1"/>
            <a:ext cx="851535" cy="478155"/>
          </a:xfrm>
          <a:custGeom>
            <a:avLst/>
            <a:gdLst/>
            <a:ahLst/>
            <a:cxnLst/>
            <a:rect l="l" t="t" r="r" b="b"/>
            <a:pathLst>
              <a:path w="851534" h="478155">
                <a:moveTo>
                  <a:pt x="851298" y="0"/>
                </a:moveTo>
                <a:lnTo>
                  <a:pt x="0" y="0"/>
                </a:lnTo>
                <a:lnTo>
                  <a:pt x="1271" y="16826"/>
                </a:lnTo>
                <a:lnTo>
                  <a:pt x="11110" y="68555"/>
                </a:lnTo>
                <a:lnTo>
                  <a:pt x="24352" y="118309"/>
                </a:lnTo>
                <a:lnTo>
                  <a:pt x="40821" y="165852"/>
                </a:lnTo>
                <a:lnTo>
                  <a:pt x="60338" y="210948"/>
                </a:lnTo>
                <a:lnTo>
                  <a:pt x="82728" y="253362"/>
                </a:lnTo>
                <a:lnTo>
                  <a:pt x="107813" y="292856"/>
                </a:lnTo>
                <a:lnTo>
                  <a:pt x="135416" y="329194"/>
                </a:lnTo>
                <a:lnTo>
                  <a:pt x="165360" y="362142"/>
                </a:lnTo>
                <a:lnTo>
                  <a:pt x="197468" y="391463"/>
                </a:lnTo>
                <a:lnTo>
                  <a:pt x="231564" y="416920"/>
                </a:lnTo>
                <a:lnTo>
                  <a:pt x="267469" y="438278"/>
                </a:lnTo>
                <a:lnTo>
                  <a:pt x="305007" y="455300"/>
                </a:lnTo>
                <a:lnTo>
                  <a:pt x="344001" y="467752"/>
                </a:lnTo>
                <a:lnTo>
                  <a:pt x="384274" y="475395"/>
                </a:lnTo>
                <a:lnTo>
                  <a:pt x="425649" y="477996"/>
                </a:lnTo>
                <a:lnTo>
                  <a:pt x="467024" y="475395"/>
                </a:lnTo>
                <a:lnTo>
                  <a:pt x="507296" y="467752"/>
                </a:lnTo>
                <a:lnTo>
                  <a:pt x="546290" y="455300"/>
                </a:lnTo>
                <a:lnTo>
                  <a:pt x="583828" y="438278"/>
                </a:lnTo>
                <a:lnTo>
                  <a:pt x="619733" y="416920"/>
                </a:lnTo>
                <a:lnTo>
                  <a:pt x="653828" y="391463"/>
                </a:lnTo>
                <a:lnTo>
                  <a:pt x="685936" y="362142"/>
                </a:lnTo>
                <a:lnTo>
                  <a:pt x="715880" y="329194"/>
                </a:lnTo>
                <a:lnTo>
                  <a:pt x="743483" y="292856"/>
                </a:lnTo>
                <a:lnTo>
                  <a:pt x="768568" y="253362"/>
                </a:lnTo>
                <a:lnTo>
                  <a:pt x="790958" y="210948"/>
                </a:lnTo>
                <a:lnTo>
                  <a:pt x="810476" y="165852"/>
                </a:lnTo>
                <a:lnTo>
                  <a:pt x="826944" y="118309"/>
                </a:lnTo>
                <a:lnTo>
                  <a:pt x="840187" y="68555"/>
                </a:lnTo>
                <a:lnTo>
                  <a:pt x="850026" y="16826"/>
                </a:lnTo>
                <a:lnTo>
                  <a:pt x="851298" y="0"/>
                </a:lnTo>
                <a:close/>
              </a:path>
            </a:pathLst>
          </a:custGeom>
          <a:solidFill>
            <a:srgbClr val="FFC000"/>
          </a:solidFill>
        </p:spPr>
        <p:txBody>
          <a:bodyPr wrap="square" lIns="0" tIns="0" rIns="0" bIns="0" rtlCol="0"/>
          <a:lstStyle/>
          <a:p>
            <a:endParaRPr/>
          </a:p>
        </p:txBody>
      </p:sp>
      <p:sp>
        <p:nvSpPr>
          <p:cNvPr id="3" name="object 3">
            <a:extLst>
              <a:ext uri="{FF2B5EF4-FFF2-40B4-BE49-F238E27FC236}">
                <a16:creationId xmlns:a16="http://schemas.microsoft.com/office/drawing/2014/main" id="{C33A19C5-18C6-9270-0AB9-A94FD0163148}"/>
              </a:ext>
            </a:extLst>
          </p:cNvPr>
          <p:cNvSpPr txBox="1">
            <a:spLocks noGrp="1"/>
          </p:cNvSpPr>
          <p:nvPr>
            <p:ph type="title" idx="4294967295"/>
          </p:nvPr>
        </p:nvSpPr>
        <p:spPr>
          <a:xfrm>
            <a:off x="3373564" y="714562"/>
            <a:ext cx="2395220" cy="518795"/>
          </a:xfrm>
          <a:prstGeom prst="rect">
            <a:avLst/>
          </a:prstGeom>
          <a:noFill/>
          <a:ln>
            <a:noFill/>
            <a:prstDash/>
          </a:ln>
          <a:effectLst/>
        </p:spPr>
        <p:txBody>
          <a:bodyPr rot="0" spcFirstLastPara="0" vertOverflow="overflow" horzOverflow="overflow" vert="horz" wrap="square" lIns="0" tIns="17145" rIns="0" bIns="0" numCol="1" spcCol="0" rtlCol="0" fromWordArt="0" anchor="t" anchorCtr="0" forceAA="0" compatLnSpc="1">
            <a:prstTxWarp prst="textNoShape">
              <a:avLst/>
            </a:prstTxWarp>
            <a:spAutoFit/>
          </a:bodyPr>
          <a:lstStyle/>
          <a:p>
            <a:pPr marL="12700" marR="0" lvl="0" indent="0" algn="l" defTabSz="914400" rtl="0" eaLnBrk="1" fontAlgn="auto" latinLnBrk="0" hangingPunct="1">
              <a:lnSpc>
                <a:spcPct val="100000"/>
              </a:lnSpc>
              <a:spcBef>
                <a:spcPts val="135"/>
              </a:spcBef>
              <a:spcAft>
                <a:spcPts val="0"/>
              </a:spcAft>
              <a:buClrTx/>
              <a:buSzTx/>
              <a:buFontTx/>
              <a:buNone/>
              <a:tabLst/>
              <a:defRPr/>
            </a:pPr>
            <a:r>
              <a:rPr kumimoji="0" lang="en-GB" sz="3200" b="0" i="0" u="none" strike="noStrike" kern="1200" cap="none" spc="35" normalizeH="0" baseline="0" noProof="0" dirty="0">
                <a:ln>
                  <a:noFill/>
                </a:ln>
                <a:solidFill>
                  <a:schemeClr val="tx1"/>
                </a:solidFill>
                <a:effectLst/>
                <a:uLnTx/>
                <a:uFillTx/>
                <a:latin typeface="Calibri Light"/>
                <a:ea typeface="+mn-ea"/>
                <a:cs typeface="Calibri Light"/>
              </a:rPr>
              <a:t>Storyboarding</a:t>
            </a:r>
            <a:endParaRPr kumimoji="0" lang="en-GB" sz="3200" b="0" i="0" u="none" strike="noStrike" kern="1200" cap="none" spc="0" normalizeH="0" baseline="0" noProof="0" dirty="0">
              <a:ln>
                <a:noFill/>
              </a:ln>
              <a:solidFill>
                <a:schemeClr val="tx1"/>
              </a:solidFill>
              <a:effectLst/>
              <a:uLnTx/>
              <a:uFillTx/>
              <a:latin typeface="Calibri Light"/>
              <a:ea typeface="+mn-ea"/>
              <a:cs typeface="Calibri Light"/>
            </a:endParaRPr>
          </a:p>
        </p:txBody>
      </p:sp>
      <p:sp>
        <p:nvSpPr>
          <p:cNvPr id="4" name="object 4">
            <a:extLst>
              <a:ext uri="{FF2B5EF4-FFF2-40B4-BE49-F238E27FC236}">
                <a16:creationId xmlns:a16="http://schemas.microsoft.com/office/drawing/2014/main" id="{F5432587-6134-D3B1-82FC-E01BC857B6FB}"/>
              </a:ext>
              <a:ext uri="{C183D7F6-B498-43B3-948B-1728B52AA6E4}">
                <adec:decorative xmlns:adec="http://schemas.microsoft.com/office/drawing/2017/decorative" val="1"/>
              </a:ext>
            </a:extLst>
          </p:cNvPr>
          <p:cNvSpPr/>
          <p:nvPr/>
        </p:nvSpPr>
        <p:spPr>
          <a:xfrm>
            <a:off x="353293" y="4161451"/>
            <a:ext cx="1658620" cy="2169160"/>
          </a:xfrm>
          <a:custGeom>
            <a:avLst/>
            <a:gdLst/>
            <a:ahLst/>
            <a:cxnLst/>
            <a:rect l="l" t="t" r="r" b="b"/>
            <a:pathLst>
              <a:path w="1658620" h="2169160">
                <a:moveTo>
                  <a:pt x="62284" y="0"/>
                </a:moveTo>
                <a:lnTo>
                  <a:pt x="37666" y="5458"/>
                </a:lnTo>
                <a:lnTo>
                  <a:pt x="17744" y="19447"/>
                </a:lnTo>
                <a:lnTo>
                  <a:pt x="4520" y="39885"/>
                </a:lnTo>
                <a:lnTo>
                  <a:pt x="0" y="64692"/>
                </a:lnTo>
                <a:lnTo>
                  <a:pt x="2015" y="170966"/>
                </a:lnTo>
                <a:lnTo>
                  <a:pt x="8066" y="277064"/>
                </a:lnTo>
                <a:lnTo>
                  <a:pt x="18033" y="381651"/>
                </a:lnTo>
                <a:lnTo>
                  <a:pt x="27409" y="451653"/>
                </a:lnTo>
                <a:lnTo>
                  <a:pt x="51804" y="493688"/>
                </a:lnTo>
                <a:lnTo>
                  <a:pt x="98777" y="506162"/>
                </a:lnTo>
                <a:lnTo>
                  <a:pt x="122613" y="497934"/>
                </a:lnTo>
                <a:lnTo>
                  <a:pt x="140812" y="481766"/>
                </a:lnTo>
                <a:lnTo>
                  <a:pt x="151620" y="459954"/>
                </a:lnTo>
                <a:lnTo>
                  <a:pt x="153285" y="434793"/>
                </a:lnTo>
                <a:lnTo>
                  <a:pt x="144392" y="368397"/>
                </a:lnTo>
                <a:lnTo>
                  <a:pt x="144070" y="365992"/>
                </a:lnTo>
                <a:lnTo>
                  <a:pt x="134837" y="268626"/>
                </a:lnTo>
                <a:lnTo>
                  <a:pt x="134699" y="267419"/>
                </a:lnTo>
                <a:lnTo>
                  <a:pt x="134654" y="266217"/>
                </a:lnTo>
                <a:lnTo>
                  <a:pt x="129015" y="167350"/>
                </a:lnTo>
                <a:lnTo>
                  <a:pt x="126977" y="62284"/>
                </a:lnTo>
                <a:lnTo>
                  <a:pt x="121519" y="37666"/>
                </a:lnTo>
                <a:lnTo>
                  <a:pt x="107530" y="17743"/>
                </a:lnTo>
                <a:lnTo>
                  <a:pt x="87091" y="4520"/>
                </a:lnTo>
                <a:lnTo>
                  <a:pt x="62284" y="0"/>
                </a:lnTo>
                <a:close/>
              </a:path>
              <a:path w="1658620" h="2169160">
                <a:moveTo>
                  <a:pt x="144070" y="365992"/>
                </a:moveTo>
                <a:lnTo>
                  <a:pt x="144346" y="368397"/>
                </a:lnTo>
                <a:lnTo>
                  <a:pt x="144231" y="367192"/>
                </a:lnTo>
                <a:lnTo>
                  <a:pt x="144070" y="365992"/>
                </a:lnTo>
                <a:close/>
              </a:path>
              <a:path w="1658620" h="2169160">
                <a:moveTo>
                  <a:pt x="144231" y="367192"/>
                </a:moveTo>
                <a:lnTo>
                  <a:pt x="144346" y="368397"/>
                </a:lnTo>
                <a:lnTo>
                  <a:pt x="144231" y="367192"/>
                </a:lnTo>
                <a:close/>
              </a:path>
              <a:path w="1658620" h="2169160">
                <a:moveTo>
                  <a:pt x="144116" y="365992"/>
                </a:moveTo>
                <a:lnTo>
                  <a:pt x="144231" y="367192"/>
                </a:lnTo>
                <a:lnTo>
                  <a:pt x="144116" y="365992"/>
                </a:lnTo>
                <a:close/>
              </a:path>
              <a:path w="1658620" h="2169160">
                <a:moveTo>
                  <a:pt x="134608" y="266217"/>
                </a:moveTo>
                <a:lnTo>
                  <a:pt x="134791" y="268626"/>
                </a:lnTo>
                <a:lnTo>
                  <a:pt x="134722" y="267419"/>
                </a:lnTo>
                <a:lnTo>
                  <a:pt x="134608" y="266217"/>
                </a:lnTo>
                <a:close/>
              </a:path>
              <a:path w="1658620" h="2169160">
                <a:moveTo>
                  <a:pt x="134722" y="267419"/>
                </a:moveTo>
                <a:lnTo>
                  <a:pt x="134791" y="268626"/>
                </a:lnTo>
                <a:lnTo>
                  <a:pt x="134722" y="267419"/>
                </a:lnTo>
                <a:close/>
              </a:path>
              <a:path w="1658620" h="2169160">
                <a:moveTo>
                  <a:pt x="134654" y="266217"/>
                </a:moveTo>
                <a:lnTo>
                  <a:pt x="134722" y="267419"/>
                </a:lnTo>
                <a:lnTo>
                  <a:pt x="134654" y="266217"/>
                </a:lnTo>
                <a:close/>
              </a:path>
              <a:path w="1658620" h="2169160">
                <a:moveTo>
                  <a:pt x="128946" y="166144"/>
                </a:moveTo>
                <a:lnTo>
                  <a:pt x="128969" y="167350"/>
                </a:lnTo>
                <a:lnTo>
                  <a:pt x="128946" y="166144"/>
                </a:lnTo>
                <a:close/>
              </a:path>
              <a:path w="1658620" h="2169160">
                <a:moveTo>
                  <a:pt x="128923" y="164939"/>
                </a:moveTo>
                <a:lnTo>
                  <a:pt x="128946" y="166144"/>
                </a:lnTo>
                <a:lnTo>
                  <a:pt x="128923" y="164939"/>
                </a:lnTo>
                <a:close/>
              </a:path>
              <a:path w="1658620" h="2169160">
                <a:moveTo>
                  <a:pt x="214809" y="872626"/>
                </a:moveTo>
                <a:lnTo>
                  <a:pt x="189798" y="875837"/>
                </a:lnTo>
                <a:lnTo>
                  <a:pt x="167993" y="888500"/>
                </a:lnTo>
                <a:lnTo>
                  <a:pt x="153247" y="907869"/>
                </a:lnTo>
                <a:lnTo>
                  <a:pt x="146841" y="931354"/>
                </a:lnTo>
                <a:lnTo>
                  <a:pt x="150052" y="956364"/>
                </a:lnTo>
                <a:lnTo>
                  <a:pt x="189489" y="1060659"/>
                </a:lnTo>
                <a:lnTo>
                  <a:pt x="227384" y="1148534"/>
                </a:lnTo>
                <a:lnTo>
                  <a:pt x="268354" y="1233744"/>
                </a:lnTo>
                <a:lnTo>
                  <a:pt x="310519" y="1312801"/>
                </a:lnTo>
                <a:lnTo>
                  <a:pt x="348059" y="1343667"/>
                </a:lnTo>
                <a:lnTo>
                  <a:pt x="372273" y="1346176"/>
                </a:lnTo>
                <a:lnTo>
                  <a:pt x="396431" y="1338948"/>
                </a:lnTo>
                <a:lnTo>
                  <a:pt x="415891" y="1322913"/>
                </a:lnTo>
                <a:lnTo>
                  <a:pt x="427297" y="1301407"/>
                </a:lnTo>
                <a:lnTo>
                  <a:pt x="429806" y="1277193"/>
                </a:lnTo>
                <a:lnTo>
                  <a:pt x="422577" y="1253036"/>
                </a:lnTo>
                <a:lnTo>
                  <a:pt x="382299" y="1177514"/>
                </a:lnTo>
                <a:lnTo>
                  <a:pt x="381037" y="1175148"/>
                </a:lnTo>
                <a:lnTo>
                  <a:pt x="343546" y="1097047"/>
                </a:lnTo>
                <a:lnTo>
                  <a:pt x="342406" y="1094676"/>
                </a:lnTo>
                <a:lnTo>
                  <a:pt x="307640" y="1013922"/>
                </a:lnTo>
                <a:lnTo>
                  <a:pt x="306615" y="1011546"/>
                </a:lnTo>
                <a:lnTo>
                  <a:pt x="274681" y="928265"/>
                </a:lnTo>
                <a:lnTo>
                  <a:pt x="273767" y="925887"/>
                </a:lnTo>
                <a:lnTo>
                  <a:pt x="270326" y="915583"/>
                </a:lnTo>
                <a:lnTo>
                  <a:pt x="257663" y="893777"/>
                </a:lnTo>
                <a:lnTo>
                  <a:pt x="238294" y="879032"/>
                </a:lnTo>
                <a:lnTo>
                  <a:pt x="214809" y="872626"/>
                </a:lnTo>
                <a:close/>
              </a:path>
              <a:path w="1658620" h="2169160">
                <a:moveTo>
                  <a:pt x="381037" y="1175148"/>
                </a:moveTo>
                <a:lnTo>
                  <a:pt x="382236" y="1177514"/>
                </a:lnTo>
                <a:lnTo>
                  <a:pt x="381662" y="1176320"/>
                </a:lnTo>
                <a:lnTo>
                  <a:pt x="381037" y="1175148"/>
                </a:lnTo>
                <a:close/>
              </a:path>
              <a:path w="1658620" h="2169160">
                <a:moveTo>
                  <a:pt x="381662" y="1176320"/>
                </a:moveTo>
                <a:lnTo>
                  <a:pt x="382236" y="1177514"/>
                </a:lnTo>
                <a:lnTo>
                  <a:pt x="381662" y="1176320"/>
                </a:lnTo>
                <a:close/>
              </a:path>
              <a:path w="1658620" h="2169160">
                <a:moveTo>
                  <a:pt x="381099" y="1175148"/>
                </a:moveTo>
                <a:lnTo>
                  <a:pt x="381662" y="1176320"/>
                </a:lnTo>
                <a:lnTo>
                  <a:pt x="381099" y="1175148"/>
                </a:lnTo>
                <a:close/>
              </a:path>
              <a:path w="1658620" h="2169160">
                <a:moveTo>
                  <a:pt x="342406" y="1094676"/>
                </a:moveTo>
                <a:lnTo>
                  <a:pt x="343487" y="1097047"/>
                </a:lnTo>
                <a:lnTo>
                  <a:pt x="342971" y="1095851"/>
                </a:lnTo>
                <a:lnTo>
                  <a:pt x="342406" y="1094676"/>
                </a:lnTo>
                <a:close/>
              </a:path>
              <a:path w="1658620" h="2169160">
                <a:moveTo>
                  <a:pt x="342971" y="1095851"/>
                </a:moveTo>
                <a:lnTo>
                  <a:pt x="343487" y="1097047"/>
                </a:lnTo>
                <a:lnTo>
                  <a:pt x="342971" y="1095851"/>
                </a:lnTo>
                <a:close/>
              </a:path>
              <a:path w="1658620" h="2169160">
                <a:moveTo>
                  <a:pt x="342464" y="1094676"/>
                </a:moveTo>
                <a:lnTo>
                  <a:pt x="342971" y="1095851"/>
                </a:lnTo>
                <a:lnTo>
                  <a:pt x="342464" y="1094676"/>
                </a:lnTo>
                <a:close/>
              </a:path>
              <a:path w="1658620" h="2169160">
                <a:moveTo>
                  <a:pt x="306615" y="1011546"/>
                </a:moveTo>
                <a:lnTo>
                  <a:pt x="307583" y="1013922"/>
                </a:lnTo>
                <a:lnTo>
                  <a:pt x="307121" y="1012718"/>
                </a:lnTo>
                <a:lnTo>
                  <a:pt x="306615" y="1011546"/>
                </a:lnTo>
                <a:close/>
              </a:path>
              <a:path w="1658620" h="2169160">
                <a:moveTo>
                  <a:pt x="307121" y="1012718"/>
                </a:moveTo>
                <a:lnTo>
                  <a:pt x="307583" y="1013922"/>
                </a:lnTo>
                <a:lnTo>
                  <a:pt x="307121" y="1012718"/>
                </a:lnTo>
                <a:close/>
              </a:path>
              <a:path w="1658620" h="2169160">
                <a:moveTo>
                  <a:pt x="306671" y="1011546"/>
                </a:moveTo>
                <a:lnTo>
                  <a:pt x="307121" y="1012718"/>
                </a:lnTo>
                <a:lnTo>
                  <a:pt x="306671" y="1011546"/>
                </a:lnTo>
                <a:close/>
              </a:path>
              <a:path w="1658620" h="2169160">
                <a:moveTo>
                  <a:pt x="273767" y="925887"/>
                </a:moveTo>
                <a:lnTo>
                  <a:pt x="274627" y="928265"/>
                </a:lnTo>
                <a:lnTo>
                  <a:pt x="274222" y="927071"/>
                </a:lnTo>
                <a:lnTo>
                  <a:pt x="273767" y="925887"/>
                </a:lnTo>
                <a:close/>
              </a:path>
              <a:path w="1658620" h="2169160">
                <a:moveTo>
                  <a:pt x="274222" y="927071"/>
                </a:moveTo>
                <a:lnTo>
                  <a:pt x="274627" y="928265"/>
                </a:lnTo>
                <a:lnTo>
                  <a:pt x="274222" y="927071"/>
                </a:lnTo>
                <a:close/>
              </a:path>
              <a:path w="1658620" h="2169160">
                <a:moveTo>
                  <a:pt x="273820" y="925887"/>
                </a:moveTo>
                <a:lnTo>
                  <a:pt x="274222" y="927071"/>
                </a:lnTo>
                <a:lnTo>
                  <a:pt x="273820" y="925887"/>
                </a:lnTo>
                <a:close/>
              </a:path>
              <a:path w="1658620" h="2169160">
                <a:moveTo>
                  <a:pt x="670275" y="1625849"/>
                </a:moveTo>
                <a:lnTo>
                  <a:pt x="646278" y="1629940"/>
                </a:lnTo>
                <a:lnTo>
                  <a:pt x="624952" y="1643395"/>
                </a:lnTo>
                <a:lnTo>
                  <a:pt x="610517" y="1664070"/>
                </a:lnTo>
                <a:lnTo>
                  <a:pt x="605311" y="1687851"/>
                </a:lnTo>
                <a:lnTo>
                  <a:pt x="609402" y="1711848"/>
                </a:lnTo>
                <a:lnTo>
                  <a:pt x="633740" y="1744576"/>
                </a:lnTo>
                <a:lnTo>
                  <a:pt x="696115" y="1803717"/>
                </a:lnTo>
                <a:lnTo>
                  <a:pt x="760772" y="1858985"/>
                </a:lnTo>
                <a:lnTo>
                  <a:pt x="827622" y="1910236"/>
                </a:lnTo>
                <a:lnTo>
                  <a:pt x="896575" y="1957323"/>
                </a:lnTo>
                <a:lnTo>
                  <a:pt x="933747" y="1979729"/>
                </a:lnTo>
                <a:lnTo>
                  <a:pt x="957491" y="1988216"/>
                </a:lnTo>
                <a:lnTo>
                  <a:pt x="981803" y="1986981"/>
                </a:lnTo>
                <a:lnTo>
                  <a:pt x="1003878" y="1976720"/>
                </a:lnTo>
                <a:lnTo>
                  <a:pt x="1020912" y="1958127"/>
                </a:lnTo>
                <a:lnTo>
                  <a:pt x="1029399" y="1934383"/>
                </a:lnTo>
                <a:lnTo>
                  <a:pt x="1028163" y="1910071"/>
                </a:lnTo>
                <a:lnTo>
                  <a:pt x="1017902" y="1887996"/>
                </a:lnTo>
                <a:lnTo>
                  <a:pt x="999309" y="1870962"/>
                </a:lnTo>
                <a:lnTo>
                  <a:pt x="966907" y="1851430"/>
                </a:lnTo>
                <a:lnTo>
                  <a:pt x="966710" y="1851430"/>
                </a:lnTo>
                <a:lnTo>
                  <a:pt x="963681" y="1849485"/>
                </a:lnTo>
                <a:lnTo>
                  <a:pt x="963862" y="1849485"/>
                </a:lnTo>
                <a:lnTo>
                  <a:pt x="903677" y="1808386"/>
                </a:lnTo>
                <a:lnTo>
                  <a:pt x="903508" y="1808386"/>
                </a:lnTo>
                <a:lnTo>
                  <a:pt x="900683" y="1806341"/>
                </a:lnTo>
                <a:lnTo>
                  <a:pt x="900841" y="1806341"/>
                </a:lnTo>
                <a:lnTo>
                  <a:pt x="842155" y="1761349"/>
                </a:lnTo>
                <a:lnTo>
                  <a:pt x="842007" y="1761349"/>
                </a:lnTo>
                <a:lnTo>
                  <a:pt x="839382" y="1759224"/>
                </a:lnTo>
                <a:lnTo>
                  <a:pt x="839520" y="1759224"/>
                </a:lnTo>
                <a:lnTo>
                  <a:pt x="782439" y="1710431"/>
                </a:lnTo>
                <a:lnTo>
                  <a:pt x="782309" y="1710431"/>
                </a:lnTo>
                <a:lnTo>
                  <a:pt x="779878" y="1708242"/>
                </a:lnTo>
                <a:lnTo>
                  <a:pt x="724633" y="1655746"/>
                </a:lnTo>
                <a:lnTo>
                  <a:pt x="722273" y="1653508"/>
                </a:lnTo>
                <a:lnTo>
                  <a:pt x="714730" y="1645490"/>
                </a:lnTo>
                <a:lnTo>
                  <a:pt x="694055" y="1631055"/>
                </a:lnTo>
                <a:lnTo>
                  <a:pt x="670275" y="1625849"/>
                </a:lnTo>
                <a:close/>
              </a:path>
              <a:path w="1658620" h="2169160">
                <a:moveTo>
                  <a:pt x="963681" y="1849485"/>
                </a:moveTo>
                <a:lnTo>
                  <a:pt x="966710" y="1851430"/>
                </a:lnTo>
                <a:lnTo>
                  <a:pt x="965228" y="1850418"/>
                </a:lnTo>
                <a:lnTo>
                  <a:pt x="963681" y="1849485"/>
                </a:lnTo>
                <a:close/>
              </a:path>
              <a:path w="1658620" h="2169160">
                <a:moveTo>
                  <a:pt x="965228" y="1850418"/>
                </a:moveTo>
                <a:lnTo>
                  <a:pt x="966710" y="1851430"/>
                </a:lnTo>
                <a:lnTo>
                  <a:pt x="966907" y="1851430"/>
                </a:lnTo>
                <a:lnTo>
                  <a:pt x="965228" y="1850418"/>
                </a:lnTo>
                <a:close/>
              </a:path>
              <a:path w="1658620" h="2169160">
                <a:moveTo>
                  <a:pt x="963862" y="1849485"/>
                </a:moveTo>
                <a:lnTo>
                  <a:pt x="963681" y="1849485"/>
                </a:lnTo>
                <a:lnTo>
                  <a:pt x="965228" y="1850418"/>
                </a:lnTo>
                <a:lnTo>
                  <a:pt x="963862" y="1849485"/>
                </a:lnTo>
                <a:close/>
              </a:path>
              <a:path w="1658620" h="2169160">
                <a:moveTo>
                  <a:pt x="900683" y="1806341"/>
                </a:moveTo>
                <a:lnTo>
                  <a:pt x="903508" y="1808386"/>
                </a:lnTo>
                <a:lnTo>
                  <a:pt x="902125" y="1807326"/>
                </a:lnTo>
                <a:lnTo>
                  <a:pt x="900683" y="1806341"/>
                </a:lnTo>
                <a:close/>
              </a:path>
              <a:path w="1658620" h="2169160">
                <a:moveTo>
                  <a:pt x="902125" y="1807326"/>
                </a:moveTo>
                <a:lnTo>
                  <a:pt x="903508" y="1808386"/>
                </a:lnTo>
                <a:lnTo>
                  <a:pt x="903677" y="1808386"/>
                </a:lnTo>
                <a:lnTo>
                  <a:pt x="902125" y="1807326"/>
                </a:lnTo>
                <a:close/>
              </a:path>
              <a:path w="1658620" h="2169160">
                <a:moveTo>
                  <a:pt x="900841" y="1806341"/>
                </a:moveTo>
                <a:lnTo>
                  <a:pt x="900683" y="1806341"/>
                </a:lnTo>
                <a:lnTo>
                  <a:pt x="902125" y="1807326"/>
                </a:lnTo>
                <a:lnTo>
                  <a:pt x="900841" y="1806341"/>
                </a:lnTo>
                <a:close/>
              </a:path>
              <a:path w="1658620" h="2169160">
                <a:moveTo>
                  <a:pt x="839382" y="1759224"/>
                </a:moveTo>
                <a:lnTo>
                  <a:pt x="842007" y="1761349"/>
                </a:lnTo>
                <a:lnTo>
                  <a:pt x="840722" y="1760251"/>
                </a:lnTo>
                <a:lnTo>
                  <a:pt x="839382" y="1759224"/>
                </a:lnTo>
                <a:close/>
              </a:path>
              <a:path w="1658620" h="2169160">
                <a:moveTo>
                  <a:pt x="840722" y="1760251"/>
                </a:moveTo>
                <a:lnTo>
                  <a:pt x="842007" y="1761349"/>
                </a:lnTo>
                <a:lnTo>
                  <a:pt x="842155" y="1761349"/>
                </a:lnTo>
                <a:lnTo>
                  <a:pt x="840722" y="1760251"/>
                </a:lnTo>
                <a:close/>
              </a:path>
              <a:path w="1658620" h="2169160">
                <a:moveTo>
                  <a:pt x="839520" y="1759224"/>
                </a:moveTo>
                <a:lnTo>
                  <a:pt x="839382" y="1759224"/>
                </a:lnTo>
                <a:lnTo>
                  <a:pt x="840722" y="1760251"/>
                </a:lnTo>
                <a:lnTo>
                  <a:pt x="839520" y="1759224"/>
                </a:lnTo>
                <a:close/>
              </a:path>
              <a:path w="1658620" h="2169160">
                <a:moveTo>
                  <a:pt x="779878" y="1708242"/>
                </a:moveTo>
                <a:lnTo>
                  <a:pt x="782309" y="1710431"/>
                </a:lnTo>
                <a:lnTo>
                  <a:pt x="781123" y="1709307"/>
                </a:lnTo>
                <a:lnTo>
                  <a:pt x="779878" y="1708242"/>
                </a:lnTo>
                <a:close/>
              </a:path>
              <a:path w="1658620" h="2169160">
                <a:moveTo>
                  <a:pt x="781123" y="1709307"/>
                </a:moveTo>
                <a:lnTo>
                  <a:pt x="782309" y="1710431"/>
                </a:lnTo>
                <a:lnTo>
                  <a:pt x="782439" y="1710431"/>
                </a:lnTo>
                <a:lnTo>
                  <a:pt x="781123" y="1709307"/>
                </a:lnTo>
                <a:close/>
              </a:path>
              <a:path w="1658620" h="2169160">
                <a:moveTo>
                  <a:pt x="780000" y="1708242"/>
                </a:moveTo>
                <a:lnTo>
                  <a:pt x="781123" y="1709307"/>
                </a:lnTo>
                <a:lnTo>
                  <a:pt x="780000" y="1708242"/>
                </a:lnTo>
                <a:close/>
              </a:path>
              <a:path w="1658620" h="2169160">
                <a:moveTo>
                  <a:pt x="722273" y="1653508"/>
                </a:moveTo>
                <a:lnTo>
                  <a:pt x="724518" y="1655746"/>
                </a:lnTo>
                <a:lnTo>
                  <a:pt x="723424" y="1654599"/>
                </a:lnTo>
                <a:lnTo>
                  <a:pt x="722273" y="1653508"/>
                </a:lnTo>
                <a:close/>
              </a:path>
              <a:path w="1658620" h="2169160">
                <a:moveTo>
                  <a:pt x="723424" y="1654599"/>
                </a:moveTo>
                <a:lnTo>
                  <a:pt x="724518" y="1655746"/>
                </a:lnTo>
                <a:lnTo>
                  <a:pt x="723424" y="1654599"/>
                </a:lnTo>
                <a:close/>
              </a:path>
              <a:path w="1658620" h="2169160">
                <a:moveTo>
                  <a:pt x="722382" y="1653508"/>
                </a:moveTo>
                <a:lnTo>
                  <a:pt x="723424" y="1654599"/>
                </a:lnTo>
                <a:lnTo>
                  <a:pt x="722382" y="1653508"/>
                </a:lnTo>
                <a:close/>
              </a:path>
              <a:path w="1658620" h="2169160">
                <a:moveTo>
                  <a:pt x="1448931" y="2031989"/>
                </a:moveTo>
                <a:lnTo>
                  <a:pt x="1423799" y="2034039"/>
                </a:lnTo>
                <a:lnTo>
                  <a:pt x="1402155" y="2045179"/>
                </a:lnTo>
                <a:lnTo>
                  <a:pt x="1386268" y="2063624"/>
                </a:lnTo>
                <a:lnTo>
                  <a:pt x="1378406" y="2087582"/>
                </a:lnTo>
                <a:lnTo>
                  <a:pt x="1380455" y="2112715"/>
                </a:lnTo>
                <a:lnTo>
                  <a:pt x="1410040" y="2150246"/>
                </a:lnTo>
                <a:lnTo>
                  <a:pt x="1470549" y="2162436"/>
                </a:lnTo>
                <a:lnTo>
                  <a:pt x="1511695" y="2165912"/>
                </a:lnTo>
                <a:lnTo>
                  <a:pt x="1553109" y="2168011"/>
                </a:lnTo>
                <a:lnTo>
                  <a:pt x="1593705" y="2168695"/>
                </a:lnTo>
                <a:lnTo>
                  <a:pt x="1618502" y="2164123"/>
                </a:lnTo>
                <a:lnTo>
                  <a:pt x="1638913" y="2150857"/>
                </a:lnTo>
                <a:lnTo>
                  <a:pt x="1652860" y="2130905"/>
                </a:lnTo>
                <a:lnTo>
                  <a:pt x="1658267" y="2106275"/>
                </a:lnTo>
                <a:lnTo>
                  <a:pt x="1653694" y="2081478"/>
                </a:lnTo>
                <a:lnTo>
                  <a:pt x="1620476" y="2047120"/>
                </a:lnTo>
                <a:lnTo>
                  <a:pt x="1560607" y="2041119"/>
                </a:lnTo>
                <a:lnTo>
                  <a:pt x="1558465" y="2041119"/>
                </a:lnTo>
                <a:lnTo>
                  <a:pt x="1556324" y="2041047"/>
                </a:lnTo>
                <a:lnTo>
                  <a:pt x="1557039" y="2041047"/>
                </a:lnTo>
                <a:lnTo>
                  <a:pt x="1522036" y="2039273"/>
                </a:lnTo>
                <a:lnTo>
                  <a:pt x="1521321" y="2039273"/>
                </a:lnTo>
                <a:lnTo>
                  <a:pt x="1519189" y="2039129"/>
                </a:lnTo>
                <a:lnTo>
                  <a:pt x="1519614" y="2039129"/>
                </a:lnTo>
                <a:lnTo>
                  <a:pt x="1484849" y="2036192"/>
                </a:lnTo>
                <a:lnTo>
                  <a:pt x="1484424" y="2036192"/>
                </a:lnTo>
                <a:lnTo>
                  <a:pt x="1482304" y="2035977"/>
                </a:lnTo>
                <a:lnTo>
                  <a:pt x="1482608" y="2035977"/>
                </a:lnTo>
                <a:lnTo>
                  <a:pt x="1448931" y="2031989"/>
                </a:lnTo>
                <a:close/>
              </a:path>
              <a:path w="1658620" h="2169160">
                <a:moveTo>
                  <a:pt x="1556324" y="2041047"/>
                </a:moveTo>
                <a:lnTo>
                  <a:pt x="1558465" y="2041119"/>
                </a:lnTo>
                <a:lnTo>
                  <a:pt x="1557396" y="2041065"/>
                </a:lnTo>
                <a:lnTo>
                  <a:pt x="1556324" y="2041047"/>
                </a:lnTo>
                <a:close/>
              </a:path>
              <a:path w="1658620" h="2169160">
                <a:moveTo>
                  <a:pt x="1557396" y="2041065"/>
                </a:moveTo>
                <a:lnTo>
                  <a:pt x="1558465" y="2041119"/>
                </a:lnTo>
                <a:lnTo>
                  <a:pt x="1560607" y="2041119"/>
                </a:lnTo>
                <a:lnTo>
                  <a:pt x="1557396" y="2041065"/>
                </a:lnTo>
                <a:close/>
              </a:path>
              <a:path w="1658620" h="2169160">
                <a:moveTo>
                  <a:pt x="1557039" y="2041047"/>
                </a:moveTo>
                <a:lnTo>
                  <a:pt x="1556324" y="2041047"/>
                </a:lnTo>
                <a:lnTo>
                  <a:pt x="1557396" y="2041065"/>
                </a:lnTo>
                <a:lnTo>
                  <a:pt x="1557039" y="2041047"/>
                </a:lnTo>
                <a:close/>
              </a:path>
              <a:path w="1658620" h="2169160">
                <a:moveTo>
                  <a:pt x="1519189" y="2039129"/>
                </a:moveTo>
                <a:lnTo>
                  <a:pt x="1521321" y="2039273"/>
                </a:lnTo>
                <a:lnTo>
                  <a:pt x="1520250" y="2039183"/>
                </a:lnTo>
                <a:lnTo>
                  <a:pt x="1519189" y="2039129"/>
                </a:lnTo>
                <a:close/>
              </a:path>
              <a:path w="1658620" h="2169160">
                <a:moveTo>
                  <a:pt x="1520250" y="2039183"/>
                </a:moveTo>
                <a:lnTo>
                  <a:pt x="1521321" y="2039273"/>
                </a:lnTo>
                <a:lnTo>
                  <a:pt x="1522036" y="2039273"/>
                </a:lnTo>
                <a:lnTo>
                  <a:pt x="1520250" y="2039183"/>
                </a:lnTo>
                <a:close/>
              </a:path>
              <a:path w="1658620" h="2169160">
                <a:moveTo>
                  <a:pt x="1519614" y="2039129"/>
                </a:moveTo>
                <a:lnTo>
                  <a:pt x="1519189" y="2039129"/>
                </a:lnTo>
                <a:lnTo>
                  <a:pt x="1520250" y="2039183"/>
                </a:lnTo>
                <a:lnTo>
                  <a:pt x="1519614" y="2039129"/>
                </a:lnTo>
                <a:close/>
              </a:path>
              <a:path w="1658620" h="2169160">
                <a:moveTo>
                  <a:pt x="1482304" y="2035977"/>
                </a:moveTo>
                <a:lnTo>
                  <a:pt x="1484424" y="2036192"/>
                </a:lnTo>
                <a:lnTo>
                  <a:pt x="1483365" y="2036066"/>
                </a:lnTo>
                <a:lnTo>
                  <a:pt x="1482304" y="2035977"/>
                </a:lnTo>
                <a:close/>
              </a:path>
              <a:path w="1658620" h="2169160">
                <a:moveTo>
                  <a:pt x="1483365" y="2036066"/>
                </a:moveTo>
                <a:lnTo>
                  <a:pt x="1484424" y="2036192"/>
                </a:lnTo>
                <a:lnTo>
                  <a:pt x="1484849" y="2036192"/>
                </a:lnTo>
                <a:lnTo>
                  <a:pt x="1483365" y="2036066"/>
                </a:lnTo>
                <a:close/>
              </a:path>
              <a:path w="1658620" h="2169160">
                <a:moveTo>
                  <a:pt x="1482608" y="2035977"/>
                </a:moveTo>
                <a:lnTo>
                  <a:pt x="1482304" y="2035977"/>
                </a:lnTo>
                <a:lnTo>
                  <a:pt x="1483365" y="2036066"/>
                </a:lnTo>
                <a:lnTo>
                  <a:pt x="1482608" y="2035977"/>
                </a:lnTo>
                <a:close/>
              </a:path>
            </a:pathLst>
          </a:custGeom>
          <a:solidFill>
            <a:srgbClr val="FFC000"/>
          </a:solidFill>
        </p:spPr>
        <p:txBody>
          <a:bodyPr wrap="square" lIns="0" tIns="0" rIns="0" bIns="0" rtlCol="0"/>
          <a:lstStyle/>
          <a:p>
            <a:endParaRPr/>
          </a:p>
        </p:txBody>
      </p:sp>
      <p:sp>
        <p:nvSpPr>
          <p:cNvPr id="5" name="object 5">
            <a:extLst>
              <a:ext uri="{FF2B5EF4-FFF2-40B4-BE49-F238E27FC236}">
                <a16:creationId xmlns:a16="http://schemas.microsoft.com/office/drawing/2014/main" id="{EFACFD32-457F-23DE-01C9-1C1B45B8924A}"/>
              </a:ext>
            </a:extLst>
          </p:cNvPr>
          <p:cNvSpPr txBox="1"/>
          <p:nvPr/>
        </p:nvSpPr>
        <p:spPr>
          <a:xfrm>
            <a:off x="707390" y="1735327"/>
            <a:ext cx="7979410" cy="4074192"/>
          </a:xfrm>
          <a:prstGeom prst="rect">
            <a:avLst/>
          </a:prstGeom>
        </p:spPr>
        <p:txBody>
          <a:bodyPr vert="horz" wrap="square" lIns="0" tIns="12065" rIns="0" bIns="0" rtlCol="0">
            <a:spAutoFit/>
          </a:bodyPr>
          <a:lstStyle/>
          <a:p>
            <a:pPr marL="12700" marR="5080">
              <a:lnSpc>
                <a:spcPct val="122900"/>
              </a:lnSpc>
              <a:spcBef>
                <a:spcPts val="95"/>
              </a:spcBef>
            </a:pPr>
            <a:r>
              <a:rPr lang="en-GB" sz="2100" dirty="0">
                <a:latin typeface="Calibri"/>
                <a:cs typeface="Calibri"/>
              </a:rPr>
              <a:t>When storyboarding, follow the seven steps:</a:t>
            </a:r>
          </a:p>
          <a:p>
            <a:pPr marL="12700" marR="5080">
              <a:lnSpc>
                <a:spcPct val="122900"/>
              </a:lnSpc>
              <a:spcBef>
                <a:spcPts val="95"/>
              </a:spcBef>
            </a:pPr>
            <a:endParaRPr lang="en-GB" sz="2100" dirty="0">
              <a:latin typeface="Calibri"/>
              <a:cs typeface="Calibri"/>
            </a:endParaRPr>
          </a:p>
          <a:p>
            <a:pPr marL="469900" marR="5080" indent="-457200">
              <a:lnSpc>
                <a:spcPct val="122900"/>
              </a:lnSpc>
              <a:spcBef>
                <a:spcPts val="95"/>
              </a:spcBef>
              <a:buFont typeface="+mj-lt"/>
              <a:buAutoNum type="arabicPeriod"/>
            </a:pPr>
            <a:r>
              <a:rPr lang="en-GB" sz="2100" dirty="0">
                <a:latin typeface="Calibri"/>
                <a:cs typeface="Calibri"/>
              </a:rPr>
              <a:t>Define the purpose of your storyboard – a common scenario.</a:t>
            </a:r>
          </a:p>
          <a:p>
            <a:pPr marL="469900" marR="5080" indent="-457200">
              <a:lnSpc>
                <a:spcPct val="122900"/>
              </a:lnSpc>
              <a:spcBef>
                <a:spcPts val="95"/>
              </a:spcBef>
              <a:buFont typeface="+mj-lt"/>
              <a:buAutoNum type="arabicPeriod"/>
            </a:pPr>
            <a:r>
              <a:rPr lang="en-GB" sz="2100" dirty="0">
                <a:latin typeface="Calibri"/>
                <a:cs typeface="Calibri"/>
              </a:rPr>
              <a:t>Compile needed data – user research data like interviews or tests.</a:t>
            </a:r>
          </a:p>
          <a:p>
            <a:pPr marL="469900" marR="5080" indent="-457200">
              <a:lnSpc>
                <a:spcPct val="122900"/>
              </a:lnSpc>
              <a:spcBef>
                <a:spcPts val="95"/>
              </a:spcBef>
              <a:buFont typeface="+mj-lt"/>
              <a:buAutoNum type="arabicPeriod"/>
            </a:pPr>
            <a:r>
              <a:rPr lang="en-GB" sz="2100" dirty="0">
                <a:latin typeface="Calibri"/>
                <a:cs typeface="Calibri"/>
              </a:rPr>
              <a:t>Prepare the tools – pen &amp; paper or digitally. </a:t>
            </a:r>
          </a:p>
          <a:p>
            <a:pPr marL="469900" marR="5080" indent="-457200">
              <a:lnSpc>
                <a:spcPct val="122900"/>
              </a:lnSpc>
              <a:spcBef>
                <a:spcPts val="95"/>
              </a:spcBef>
              <a:buFont typeface="+mj-lt"/>
              <a:buAutoNum type="arabicPeriod"/>
            </a:pPr>
            <a:r>
              <a:rPr lang="en-GB" sz="2100" dirty="0">
                <a:latin typeface="Calibri"/>
                <a:cs typeface="Calibri"/>
              </a:rPr>
              <a:t>Craft the scenario and choose the user/persona.</a:t>
            </a:r>
          </a:p>
          <a:p>
            <a:pPr marL="469900" marR="5080" indent="-457200">
              <a:lnSpc>
                <a:spcPct val="122900"/>
              </a:lnSpc>
              <a:spcBef>
                <a:spcPts val="95"/>
              </a:spcBef>
              <a:buFont typeface="+mj-lt"/>
              <a:buAutoNum type="arabicPeriod"/>
            </a:pPr>
            <a:r>
              <a:rPr lang="en-GB" sz="2100" dirty="0">
                <a:latin typeface="Calibri"/>
                <a:cs typeface="Calibri"/>
              </a:rPr>
              <a:t>Draft the story in writing first.</a:t>
            </a:r>
          </a:p>
          <a:p>
            <a:pPr marL="469900" marR="5080" indent="-457200">
              <a:lnSpc>
                <a:spcPct val="122900"/>
              </a:lnSpc>
              <a:spcBef>
                <a:spcPts val="95"/>
              </a:spcBef>
              <a:buFont typeface="+mj-lt"/>
              <a:buAutoNum type="arabicPeriod"/>
            </a:pPr>
            <a:r>
              <a:rPr lang="en-GB" sz="2100" dirty="0">
                <a:latin typeface="Calibri"/>
                <a:cs typeface="Calibri"/>
              </a:rPr>
              <a:t>Illustrate the visuals and write the accompanying descriptions.</a:t>
            </a:r>
          </a:p>
          <a:p>
            <a:pPr marL="469900" marR="5080" indent="-457200">
              <a:lnSpc>
                <a:spcPct val="122900"/>
              </a:lnSpc>
              <a:spcBef>
                <a:spcPts val="95"/>
              </a:spcBef>
              <a:buFont typeface="+mj-lt"/>
              <a:buAutoNum type="arabicPeriod"/>
            </a:pPr>
            <a:r>
              <a:rPr lang="en-GB" sz="2100" dirty="0">
                <a:latin typeface="Calibri"/>
                <a:cs typeface="Calibri"/>
              </a:rPr>
              <a:t>Present the storyboard to peers.</a:t>
            </a:r>
          </a:p>
          <a:p>
            <a:pPr marL="469900" marR="5080" indent="-457200">
              <a:lnSpc>
                <a:spcPct val="122900"/>
              </a:lnSpc>
              <a:spcBef>
                <a:spcPts val="95"/>
              </a:spcBef>
              <a:buFont typeface="+mj-lt"/>
              <a:buAutoNum type="arabicPeriod"/>
            </a:pPr>
            <a:endParaRPr sz="2100" dirty="0">
              <a:latin typeface="Calibri"/>
              <a:cs typeface="Calibri"/>
            </a:endParaRPr>
          </a:p>
        </p:txBody>
      </p:sp>
      <p:sp>
        <p:nvSpPr>
          <p:cNvPr id="6" name="object 6">
            <a:extLst>
              <a:ext uri="{FF2B5EF4-FFF2-40B4-BE49-F238E27FC236}">
                <a16:creationId xmlns:a16="http://schemas.microsoft.com/office/drawing/2014/main" id="{2BAB9659-A918-9FB8-82F7-8E709B4F26A9}"/>
              </a:ext>
            </a:extLst>
          </p:cNvPr>
          <p:cNvSpPr txBox="1"/>
          <p:nvPr/>
        </p:nvSpPr>
        <p:spPr>
          <a:xfrm>
            <a:off x="8270240" y="6449957"/>
            <a:ext cx="190500" cy="165100"/>
          </a:xfrm>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z="900" dirty="0">
                <a:solidFill>
                  <a:srgbClr val="898989"/>
                </a:solidFill>
                <a:latin typeface="Calibri"/>
                <a:cs typeface="Calibri"/>
              </a:rPr>
              <a:t>27</a:t>
            </a:fld>
            <a:endParaRPr sz="900">
              <a:latin typeface="Calibri"/>
              <a:cs typeface="Calibri"/>
            </a:endParaRPr>
          </a:p>
        </p:txBody>
      </p:sp>
    </p:spTree>
    <p:extLst>
      <p:ext uri="{BB962C8B-B14F-4D97-AF65-F5344CB8AC3E}">
        <p14:creationId xmlns:p14="http://schemas.microsoft.com/office/powerpoint/2010/main" val="586116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Storyboarding Process"/>
          <p:cNvSpPr txBox="1">
            <a:spLocks noGrp="1"/>
          </p:cNvSpPr>
          <p:nvPr>
            <p:ph type="title"/>
          </p:nvPr>
        </p:nvSpPr>
        <p:spPr>
          <a:xfrm>
            <a:off x="2802063" y="590361"/>
            <a:ext cx="3540760" cy="488950"/>
          </a:xfrm>
          <a:prstGeom prst="rect">
            <a:avLst/>
          </a:prstGeom>
        </p:spPr>
        <p:txBody>
          <a:bodyPr vert="horz" wrap="square" lIns="0" tIns="17780" rIns="0" bIns="0" rtlCol="0">
            <a:spAutoFit/>
          </a:bodyPr>
          <a:lstStyle/>
          <a:p>
            <a:pPr marL="12700">
              <a:lnSpc>
                <a:spcPct val="100000"/>
              </a:lnSpc>
              <a:spcBef>
                <a:spcPts val="140"/>
              </a:spcBef>
            </a:pPr>
            <a:r>
              <a:rPr sz="3000" spc="35" dirty="0"/>
              <a:t>Storyboarding</a:t>
            </a:r>
            <a:r>
              <a:rPr sz="3000" spc="-25" dirty="0"/>
              <a:t> </a:t>
            </a:r>
            <a:r>
              <a:rPr sz="3000" spc="30" dirty="0"/>
              <a:t>Process</a:t>
            </a:r>
            <a:endParaRPr sz="3000" dirty="0"/>
          </a:p>
        </p:txBody>
      </p:sp>
      <p:sp>
        <p:nvSpPr>
          <p:cNvPr id="3" name="object 3"/>
          <p:cNvSpPr txBox="1"/>
          <p:nvPr/>
        </p:nvSpPr>
        <p:spPr>
          <a:xfrm>
            <a:off x="561341" y="1776984"/>
            <a:ext cx="2786380" cy="1884680"/>
          </a:xfrm>
          <a:prstGeom prst="rect">
            <a:avLst/>
          </a:prstGeom>
        </p:spPr>
        <p:txBody>
          <a:bodyPr vert="horz" wrap="square" lIns="0" tIns="38735" rIns="0" bIns="0" rtlCol="0">
            <a:spAutoFit/>
          </a:bodyPr>
          <a:lstStyle/>
          <a:p>
            <a:pPr marL="12700" marR="5080">
              <a:lnSpc>
                <a:spcPct val="89800"/>
              </a:lnSpc>
              <a:spcBef>
                <a:spcPts val="305"/>
              </a:spcBef>
            </a:pPr>
            <a:r>
              <a:rPr sz="1700" spc="-10" dirty="0">
                <a:latin typeface="Calibri"/>
                <a:cs typeface="Calibri"/>
              </a:rPr>
              <a:t>Source: </a:t>
            </a:r>
            <a:r>
              <a:rPr sz="1700" spc="-5" dirty="0">
                <a:latin typeface="Calibri"/>
                <a:cs typeface="Calibri"/>
              </a:rPr>
              <a:t> </a:t>
            </a:r>
            <a:r>
              <a:rPr sz="1700" u="sng" spc="-25" dirty="0">
                <a:solidFill>
                  <a:srgbClr val="0563C1"/>
                </a:solidFill>
                <a:uFill>
                  <a:solidFill>
                    <a:srgbClr val="0563C1"/>
                  </a:solidFill>
                </a:uFill>
                <a:latin typeface="Calibri"/>
                <a:cs typeface="Calibri"/>
              </a:rPr>
              <a:t>h</a:t>
            </a:r>
            <a:r>
              <a:rPr sz="1700" u="sng" spc="-20" dirty="0">
                <a:solidFill>
                  <a:srgbClr val="0563C1"/>
                </a:solidFill>
                <a:uFill>
                  <a:solidFill>
                    <a:srgbClr val="0563C1"/>
                  </a:solidFill>
                </a:uFill>
                <a:latin typeface="Calibri"/>
                <a:cs typeface="Calibri"/>
              </a:rPr>
              <a:t>t</a:t>
            </a:r>
            <a:r>
              <a:rPr sz="1700" u="sng" spc="5" dirty="0">
                <a:solidFill>
                  <a:srgbClr val="0563C1"/>
                </a:solidFill>
                <a:uFill>
                  <a:solidFill>
                    <a:srgbClr val="0563C1"/>
                  </a:solidFill>
                </a:uFill>
                <a:latin typeface="Calibri"/>
                <a:cs typeface="Calibri"/>
              </a:rPr>
              <a:t>t</a:t>
            </a:r>
            <a:r>
              <a:rPr sz="1700" u="sng" spc="-15" dirty="0">
                <a:solidFill>
                  <a:srgbClr val="0563C1"/>
                </a:solidFill>
                <a:uFill>
                  <a:solidFill>
                    <a:srgbClr val="0563C1"/>
                  </a:solidFill>
                </a:uFill>
                <a:latin typeface="Calibri"/>
                <a:cs typeface="Calibri"/>
              </a:rPr>
              <a:t>p</a:t>
            </a:r>
            <a:r>
              <a:rPr sz="1700" u="sng" spc="-5" dirty="0">
                <a:solidFill>
                  <a:srgbClr val="0563C1"/>
                </a:solidFill>
                <a:uFill>
                  <a:solidFill>
                    <a:srgbClr val="0563C1"/>
                  </a:solidFill>
                </a:uFill>
                <a:latin typeface="Calibri"/>
                <a:cs typeface="Calibri"/>
              </a:rPr>
              <a:t>s</a:t>
            </a:r>
            <a:r>
              <a:rPr sz="1700" u="sng" spc="-10" dirty="0">
                <a:solidFill>
                  <a:srgbClr val="0563C1"/>
                </a:solidFill>
                <a:uFill>
                  <a:solidFill>
                    <a:srgbClr val="0563C1"/>
                  </a:solidFill>
                </a:uFill>
                <a:latin typeface="Calibri"/>
                <a:cs typeface="Calibri"/>
              </a:rPr>
              <a:t>:</a:t>
            </a:r>
            <a:r>
              <a:rPr sz="1700" u="sng" spc="5" dirty="0">
                <a:solidFill>
                  <a:srgbClr val="0563C1"/>
                </a:solidFill>
                <a:uFill>
                  <a:solidFill>
                    <a:srgbClr val="0563C1"/>
                  </a:solidFill>
                </a:uFill>
                <a:latin typeface="Calibri"/>
                <a:cs typeface="Calibri"/>
              </a:rPr>
              <a:t>//</a:t>
            </a:r>
            <a:r>
              <a:rPr sz="1700" u="sng" spc="-5" dirty="0">
                <a:solidFill>
                  <a:srgbClr val="0563C1"/>
                </a:solidFill>
                <a:uFill>
                  <a:solidFill>
                    <a:srgbClr val="0563C1"/>
                  </a:solidFill>
                </a:uFill>
                <a:latin typeface="Calibri"/>
                <a:cs typeface="Calibri"/>
              </a:rPr>
              <a:t>u</a:t>
            </a:r>
            <a:r>
              <a:rPr sz="1700" u="sng" dirty="0">
                <a:solidFill>
                  <a:srgbClr val="0563C1"/>
                </a:solidFill>
                <a:uFill>
                  <a:solidFill>
                    <a:srgbClr val="0563C1"/>
                  </a:solidFill>
                </a:uFill>
                <a:latin typeface="Calibri"/>
                <a:cs typeface="Calibri"/>
              </a:rPr>
              <a:t>xk</a:t>
            </a:r>
            <a:r>
              <a:rPr sz="1700" u="sng" spc="-5" dirty="0">
                <a:solidFill>
                  <a:srgbClr val="0563C1"/>
                </a:solidFill>
                <a:uFill>
                  <a:solidFill>
                    <a:srgbClr val="0563C1"/>
                  </a:solidFill>
                </a:uFill>
                <a:latin typeface="Calibri"/>
                <a:cs typeface="Calibri"/>
              </a:rPr>
              <a:t>nowl</a:t>
            </a:r>
            <a:r>
              <a:rPr sz="1700" u="sng" dirty="0">
                <a:solidFill>
                  <a:srgbClr val="0563C1"/>
                </a:solidFill>
                <a:uFill>
                  <a:solidFill>
                    <a:srgbClr val="0563C1"/>
                  </a:solidFill>
                </a:uFill>
                <a:latin typeface="Calibri"/>
                <a:cs typeface="Calibri"/>
              </a:rPr>
              <a:t>e</a:t>
            </a:r>
            <a:r>
              <a:rPr sz="1700" u="sng" spc="-5" dirty="0">
                <a:solidFill>
                  <a:srgbClr val="0563C1"/>
                </a:solidFill>
                <a:uFill>
                  <a:solidFill>
                    <a:srgbClr val="0563C1"/>
                  </a:solidFill>
                </a:uFill>
                <a:latin typeface="Calibri"/>
                <a:cs typeface="Calibri"/>
              </a:rPr>
              <a:t>d</a:t>
            </a:r>
            <a:r>
              <a:rPr sz="1700" u="sng" spc="-15" dirty="0">
                <a:solidFill>
                  <a:srgbClr val="0563C1"/>
                </a:solidFill>
                <a:uFill>
                  <a:solidFill>
                    <a:srgbClr val="0563C1"/>
                  </a:solidFill>
                </a:uFill>
                <a:latin typeface="Calibri"/>
                <a:cs typeface="Calibri"/>
              </a:rPr>
              <a:t>g</a:t>
            </a:r>
            <a:r>
              <a:rPr sz="1700" u="sng" dirty="0">
                <a:solidFill>
                  <a:srgbClr val="0563C1"/>
                </a:solidFill>
                <a:uFill>
                  <a:solidFill>
                    <a:srgbClr val="0563C1"/>
                  </a:solidFill>
                </a:uFill>
                <a:latin typeface="Calibri"/>
                <a:cs typeface="Calibri"/>
              </a:rPr>
              <a:t>e</a:t>
            </a:r>
            <a:r>
              <a:rPr sz="1700" u="sng" spc="-5" dirty="0">
                <a:solidFill>
                  <a:srgbClr val="0563C1"/>
                </a:solidFill>
                <a:uFill>
                  <a:solidFill>
                    <a:srgbClr val="0563C1"/>
                  </a:solidFill>
                </a:uFill>
                <a:latin typeface="Calibri"/>
                <a:cs typeface="Calibri"/>
              </a:rPr>
              <a:t>bas</a:t>
            </a:r>
            <a:r>
              <a:rPr sz="1700" u="sng" dirty="0">
                <a:solidFill>
                  <a:srgbClr val="0563C1"/>
                </a:solidFill>
                <a:uFill>
                  <a:solidFill>
                    <a:srgbClr val="0563C1"/>
                  </a:solidFill>
                </a:uFill>
                <a:latin typeface="Calibri"/>
                <a:cs typeface="Calibri"/>
              </a:rPr>
              <a:t>e</a:t>
            </a:r>
            <a:r>
              <a:rPr sz="1700" u="sng" spc="-5" dirty="0">
                <a:solidFill>
                  <a:srgbClr val="0563C1"/>
                </a:solidFill>
                <a:uFill>
                  <a:solidFill>
                    <a:srgbClr val="0563C1"/>
                  </a:solidFill>
                </a:uFill>
                <a:latin typeface="Calibri"/>
                <a:cs typeface="Calibri"/>
              </a:rPr>
              <a:t>.</a:t>
            </a:r>
            <a:r>
              <a:rPr sz="1700" u="sng" spc="-10" dirty="0">
                <a:solidFill>
                  <a:srgbClr val="0563C1"/>
                </a:solidFill>
                <a:uFill>
                  <a:solidFill>
                    <a:srgbClr val="0563C1"/>
                  </a:solidFill>
                </a:uFill>
                <a:latin typeface="Calibri"/>
                <a:cs typeface="Calibri"/>
              </a:rPr>
              <a:t>c</a:t>
            </a:r>
            <a:r>
              <a:rPr sz="1700" u="sng" dirty="0">
                <a:solidFill>
                  <a:srgbClr val="0563C1"/>
                </a:solidFill>
                <a:uFill>
                  <a:solidFill>
                    <a:srgbClr val="0563C1"/>
                  </a:solidFill>
                </a:uFill>
                <a:latin typeface="Calibri"/>
                <a:cs typeface="Calibri"/>
              </a:rPr>
              <a:t>om/ </a:t>
            </a:r>
            <a:r>
              <a:rPr sz="1700" dirty="0">
                <a:solidFill>
                  <a:srgbClr val="0563C1"/>
                </a:solidFill>
                <a:latin typeface="Calibri"/>
                <a:cs typeface="Calibri"/>
              </a:rPr>
              <a:t> </a:t>
            </a:r>
            <a:r>
              <a:rPr sz="1700" u="sng" spc="-10" dirty="0">
                <a:solidFill>
                  <a:srgbClr val="0563C1"/>
                </a:solidFill>
                <a:uFill>
                  <a:solidFill>
                    <a:srgbClr val="0563C1"/>
                  </a:solidFill>
                </a:uFill>
                <a:latin typeface="Calibri"/>
                <a:cs typeface="Calibri"/>
              </a:rPr>
              <a:t>storyboarding-part-2- </a:t>
            </a:r>
            <a:r>
              <a:rPr sz="1700" spc="-5" dirty="0">
                <a:solidFill>
                  <a:srgbClr val="0563C1"/>
                </a:solidFill>
                <a:latin typeface="Calibri"/>
                <a:cs typeface="Calibri"/>
              </a:rPr>
              <a:t> </a:t>
            </a:r>
            <a:r>
              <a:rPr sz="1700" u="sng" spc="-5" dirty="0">
                <a:solidFill>
                  <a:srgbClr val="0563C1"/>
                </a:solidFill>
                <a:uFill>
                  <a:solidFill>
                    <a:srgbClr val="0563C1"/>
                  </a:solidFill>
                </a:uFill>
                <a:latin typeface="Calibri"/>
                <a:cs typeface="Calibri"/>
              </a:rPr>
              <a:t>1de031e5fd06</a:t>
            </a:r>
            <a:endParaRPr sz="1700">
              <a:latin typeface="Calibri"/>
              <a:cs typeface="Calibri"/>
            </a:endParaRPr>
          </a:p>
          <a:p>
            <a:pPr>
              <a:lnSpc>
                <a:spcPct val="100000"/>
              </a:lnSpc>
              <a:spcBef>
                <a:spcPts val="45"/>
              </a:spcBef>
            </a:pPr>
            <a:endParaRPr sz="2850">
              <a:latin typeface="Calibri"/>
              <a:cs typeface="Calibri"/>
            </a:endParaRPr>
          </a:p>
          <a:p>
            <a:pPr marL="12700" marR="41275">
              <a:lnSpc>
                <a:spcPts val="1800"/>
              </a:lnSpc>
            </a:pPr>
            <a:r>
              <a:rPr sz="1700" spc="-10" dirty="0">
                <a:latin typeface="Calibri"/>
                <a:cs typeface="Calibri"/>
              </a:rPr>
              <a:t>Storyboard</a:t>
            </a:r>
            <a:r>
              <a:rPr sz="1700" spc="-15" dirty="0">
                <a:latin typeface="Calibri"/>
                <a:cs typeface="Calibri"/>
              </a:rPr>
              <a:t> </a:t>
            </a:r>
            <a:r>
              <a:rPr sz="1700" dirty="0">
                <a:latin typeface="Calibri"/>
                <a:cs typeface="Calibri"/>
              </a:rPr>
              <a:t>-</a:t>
            </a:r>
            <a:r>
              <a:rPr sz="1700" spc="-5" dirty="0">
                <a:latin typeface="Calibri"/>
                <a:cs typeface="Calibri"/>
              </a:rPr>
              <a:t> </a:t>
            </a:r>
            <a:r>
              <a:rPr sz="1700" spc="-25" dirty="0">
                <a:latin typeface="Calibri"/>
                <a:cs typeface="Calibri"/>
              </a:rPr>
              <a:t>key</a:t>
            </a:r>
            <a:r>
              <a:rPr sz="1700" spc="-5" dirty="0">
                <a:latin typeface="Calibri"/>
                <a:cs typeface="Calibri"/>
              </a:rPr>
              <a:t> outcome </a:t>
            </a:r>
            <a:r>
              <a:rPr sz="1700" dirty="0">
                <a:latin typeface="Calibri"/>
                <a:cs typeface="Calibri"/>
              </a:rPr>
              <a:t>of</a:t>
            </a:r>
            <a:r>
              <a:rPr sz="1700" spc="-5" dirty="0">
                <a:latin typeface="Calibri"/>
                <a:cs typeface="Calibri"/>
              </a:rPr>
              <a:t> IA </a:t>
            </a:r>
            <a:r>
              <a:rPr sz="1700" spc="-370" dirty="0">
                <a:latin typeface="Calibri"/>
                <a:cs typeface="Calibri"/>
              </a:rPr>
              <a:t> </a:t>
            </a:r>
            <a:r>
              <a:rPr sz="1700" spc="-5" dirty="0">
                <a:latin typeface="Calibri"/>
                <a:cs typeface="Calibri"/>
              </a:rPr>
              <a:t>design</a:t>
            </a:r>
            <a:endParaRPr sz="1700">
              <a:latin typeface="Calibri"/>
              <a:cs typeface="Calibri"/>
            </a:endParaRPr>
          </a:p>
        </p:txBody>
      </p:sp>
      <p:sp>
        <p:nvSpPr>
          <p:cNvPr id="4" name="object 4">
            <a:extLst>
              <a:ext uri="{C183D7F6-B498-43B3-948B-1728B52AA6E4}">
                <adec:decorative xmlns:adec="http://schemas.microsoft.com/office/drawing/2017/decorative" val="1"/>
              </a:ext>
            </a:extLst>
          </p:cNvPr>
          <p:cNvSpPr/>
          <p:nvPr/>
        </p:nvSpPr>
        <p:spPr>
          <a:xfrm>
            <a:off x="0" y="4601502"/>
            <a:ext cx="803910" cy="2018030"/>
          </a:xfrm>
          <a:custGeom>
            <a:avLst/>
            <a:gdLst/>
            <a:ahLst/>
            <a:cxnLst/>
            <a:rect l="l" t="t" r="r" b="b"/>
            <a:pathLst>
              <a:path w="803910" h="2018029">
                <a:moveTo>
                  <a:pt x="803452" y="1412925"/>
                </a:moveTo>
                <a:lnTo>
                  <a:pt x="605269" y="1214742"/>
                </a:lnTo>
                <a:lnTo>
                  <a:pt x="760539" y="1008786"/>
                </a:lnTo>
                <a:lnTo>
                  <a:pt x="0" y="0"/>
                </a:lnTo>
                <a:lnTo>
                  <a:pt x="0" y="2017585"/>
                </a:lnTo>
                <a:lnTo>
                  <a:pt x="383882" y="1508391"/>
                </a:lnTo>
                <a:lnTo>
                  <a:pt x="545947" y="1670431"/>
                </a:lnTo>
                <a:lnTo>
                  <a:pt x="803452" y="1412925"/>
                </a:lnTo>
                <a:close/>
              </a:path>
            </a:pathLst>
          </a:custGeom>
          <a:solidFill>
            <a:srgbClr val="4472C4">
              <a:alpha val="30198"/>
            </a:srgbClr>
          </a:solidFill>
        </p:spPr>
        <p:txBody>
          <a:bodyPr wrap="square" lIns="0" tIns="0" rIns="0" bIns="0" rtlCol="0"/>
          <a:lstStyle/>
          <a:p>
            <a:endParaRPr/>
          </a:p>
        </p:txBody>
      </p:sp>
      <p:pic>
        <p:nvPicPr>
          <p:cNvPr id="5" name="object 5" descr="Storyboarding Process"/>
          <p:cNvPicPr/>
          <p:nvPr/>
        </p:nvPicPr>
        <p:blipFill>
          <a:blip r:embed="rId2" cstate="print"/>
          <a:stretch>
            <a:fillRect/>
          </a:stretch>
        </p:blipFill>
        <p:spPr>
          <a:xfrm>
            <a:off x="3391344" y="2187287"/>
            <a:ext cx="5796136" cy="4080352"/>
          </a:xfrm>
          <a:prstGeom prst="rect">
            <a:avLst/>
          </a:prstGeom>
        </p:spPr>
      </p:pic>
      <p:sp>
        <p:nvSpPr>
          <p:cNvPr id="6" name="object 6">
            <a:extLst>
              <a:ext uri="{C183D7F6-B498-43B3-948B-1728B52AA6E4}">
                <adec:decorative xmlns:adec="http://schemas.microsoft.com/office/drawing/2017/decorative" val="1"/>
              </a:ext>
            </a:extLst>
          </p:cNvPr>
          <p:cNvSpPr/>
          <p:nvPr/>
        </p:nvSpPr>
        <p:spPr>
          <a:xfrm>
            <a:off x="8370875" y="12"/>
            <a:ext cx="773430" cy="1935480"/>
          </a:xfrm>
          <a:custGeom>
            <a:avLst/>
            <a:gdLst/>
            <a:ahLst/>
            <a:cxnLst/>
            <a:rect l="l" t="t" r="r" b="b"/>
            <a:pathLst>
              <a:path w="773429" h="1935480">
                <a:moveTo>
                  <a:pt x="773125" y="0"/>
                </a:moveTo>
                <a:lnTo>
                  <a:pt x="43586" y="967651"/>
                </a:lnTo>
                <a:lnTo>
                  <a:pt x="158229" y="1119733"/>
                </a:lnTo>
                <a:lnTo>
                  <a:pt x="0" y="1277962"/>
                </a:lnTo>
                <a:lnTo>
                  <a:pt x="348691" y="1626654"/>
                </a:lnTo>
                <a:lnTo>
                  <a:pt x="458000" y="1517345"/>
                </a:lnTo>
                <a:lnTo>
                  <a:pt x="773125" y="1935302"/>
                </a:lnTo>
                <a:lnTo>
                  <a:pt x="773125" y="0"/>
                </a:lnTo>
                <a:close/>
              </a:path>
            </a:pathLst>
          </a:custGeom>
          <a:solidFill>
            <a:srgbClr val="FFC000">
              <a:alpha val="30198"/>
            </a:srgbClr>
          </a:solidFill>
        </p:spPr>
        <p:txBody>
          <a:bodyPr wrap="square" lIns="0" tIns="0" rIns="0" bIns="0" rtlCol="0"/>
          <a:lstStyle/>
          <a:p>
            <a:endParaRPr/>
          </a:p>
        </p:txBody>
      </p:sp>
      <p:sp>
        <p:nvSpPr>
          <p:cNvPr id="7" name="object 7"/>
          <p:cNvSpPr txBox="1"/>
          <p:nvPr/>
        </p:nvSpPr>
        <p:spPr>
          <a:xfrm>
            <a:off x="8270240" y="6449957"/>
            <a:ext cx="190500" cy="165100"/>
          </a:xfrm>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z="900" dirty="0">
                <a:solidFill>
                  <a:srgbClr val="898989"/>
                </a:solidFill>
                <a:latin typeface="Calibri"/>
                <a:cs typeface="Calibri"/>
              </a:rPr>
              <a:t>28</a:t>
            </a:fld>
            <a:endParaRPr sz="900">
              <a:latin typeface="Calibri"/>
              <a:cs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a:extLst>
              <a:ext uri="{C183D7F6-B498-43B3-948B-1728B52AA6E4}">
                <adec:decorative xmlns:adec="http://schemas.microsoft.com/office/drawing/2017/decorative" val="1"/>
              </a:ext>
            </a:extLst>
          </p:cNvPr>
          <p:cNvSpPr/>
          <p:nvPr/>
        </p:nvSpPr>
        <p:spPr>
          <a:xfrm>
            <a:off x="0" y="0"/>
            <a:ext cx="9144000" cy="6858000"/>
          </a:xfrm>
          <a:custGeom>
            <a:avLst/>
            <a:gdLst/>
            <a:ahLst/>
            <a:cxnLst/>
            <a:rect l="l" t="t" r="r" b="b"/>
            <a:pathLst>
              <a:path w="9144000" h="6858000">
                <a:moveTo>
                  <a:pt x="9144000" y="0"/>
                </a:moveTo>
                <a:lnTo>
                  <a:pt x="0" y="0"/>
                </a:lnTo>
                <a:lnTo>
                  <a:pt x="0" y="6857999"/>
                </a:lnTo>
                <a:lnTo>
                  <a:pt x="9144000" y="6857999"/>
                </a:lnTo>
                <a:lnTo>
                  <a:pt x="9144000" y="0"/>
                </a:lnTo>
                <a:close/>
              </a:path>
            </a:pathLst>
          </a:custGeom>
          <a:solidFill>
            <a:srgbClr val="D9D9D9"/>
          </a:solidFill>
        </p:spPr>
        <p:txBody>
          <a:bodyPr wrap="square" lIns="0" tIns="0" rIns="0" bIns="0" rtlCol="0"/>
          <a:lstStyle/>
          <a:p>
            <a:endParaRPr/>
          </a:p>
        </p:txBody>
      </p:sp>
      <p:sp>
        <p:nvSpPr>
          <p:cNvPr id="3" name="object 3"/>
          <p:cNvSpPr txBox="1">
            <a:spLocks noGrp="1"/>
          </p:cNvSpPr>
          <p:nvPr>
            <p:ph type="title"/>
          </p:nvPr>
        </p:nvSpPr>
        <p:spPr>
          <a:xfrm>
            <a:off x="3297470" y="458724"/>
            <a:ext cx="2546985" cy="695960"/>
          </a:xfrm>
          <a:prstGeom prst="rect">
            <a:avLst/>
          </a:prstGeom>
        </p:spPr>
        <p:txBody>
          <a:bodyPr vert="horz" wrap="square" lIns="0" tIns="12700" rIns="0" bIns="0" rtlCol="0">
            <a:spAutoFit/>
          </a:bodyPr>
          <a:lstStyle/>
          <a:p>
            <a:pPr marL="12700">
              <a:lnSpc>
                <a:spcPct val="100000"/>
              </a:lnSpc>
              <a:spcBef>
                <a:spcPts val="100"/>
              </a:spcBef>
            </a:pPr>
            <a:r>
              <a:rPr sz="4400" spc="-15" dirty="0">
                <a:solidFill>
                  <a:srgbClr val="2F2B20"/>
                </a:solidFill>
                <a:latin typeface="Calibri"/>
                <a:cs typeface="Calibri"/>
              </a:rPr>
              <a:t>Storyboard</a:t>
            </a:r>
            <a:endParaRPr sz="4400">
              <a:latin typeface="Calibri"/>
              <a:cs typeface="Calibri"/>
            </a:endParaRPr>
          </a:p>
        </p:txBody>
      </p:sp>
      <p:sp>
        <p:nvSpPr>
          <p:cNvPr id="4" name="object 4"/>
          <p:cNvSpPr txBox="1"/>
          <p:nvPr/>
        </p:nvSpPr>
        <p:spPr>
          <a:xfrm>
            <a:off x="184939" y="6369811"/>
            <a:ext cx="8339455"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2F2B20"/>
                </a:solidFill>
                <a:latin typeface="Calibri"/>
                <a:cs typeface="Calibri"/>
              </a:rPr>
              <a:t>Source:</a:t>
            </a:r>
            <a:r>
              <a:rPr sz="1800" spc="55" dirty="0">
                <a:solidFill>
                  <a:srgbClr val="2F2B20"/>
                </a:solidFill>
                <a:latin typeface="Calibri"/>
                <a:cs typeface="Calibri"/>
              </a:rPr>
              <a:t> </a:t>
            </a:r>
            <a:r>
              <a:rPr sz="1800" u="sng" spc="-10" dirty="0">
                <a:solidFill>
                  <a:srgbClr val="0563C1"/>
                </a:solidFill>
                <a:uFill>
                  <a:solidFill>
                    <a:srgbClr val="0563C1"/>
                  </a:solidFill>
                </a:uFill>
                <a:latin typeface="Calibri"/>
                <a:cs typeface="Calibri"/>
              </a:rPr>
              <a:t>https://</a:t>
            </a:r>
            <a:r>
              <a:rPr sz="1800" u="sng" spc="-10" dirty="0">
                <a:solidFill>
                  <a:srgbClr val="0563C1"/>
                </a:solidFill>
                <a:uFill>
                  <a:solidFill>
                    <a:srgbClr val="0563C1"/>
                  </a:solidFill>
                </a:uFill>
                <a:latin typeface="Calibri"/>
                <a:cs typeface="Calibri"/>
                <a:hlinkClick r:id="rId2"/>
              </a:rPr>
              <a:t>www.sampletemplates.com/business-templates/website-storyboard.html</a:t>
            </a:r>
            <a:endParaRPr sz="1800">
              <a:latin typeface="Calibri"/>
              <a:cs typeface="Calibri"/>
            </a:endParaRPr>
          </a:p>
        </p:txBody>
      </p:sp>
      <p:pic>
        <p:nvPicPr>
          <p:cNvPr id="5" name="object 5" descr="Storyboarding example"/>
          <p:cNvPicPr/>
          <p:nvPr/>
        </p:nvPicPr>
        <p:blipFill>
          <a:blip r:embed="rId3" cstate="print"/>
          <a:stretch>
            <a:fillRect/>
          </a:stretch>
        </p:blipFill>
        <p:spPr>
          <a:xfrm>
            <a:off x="642052" y="1196751"/>
            <a:ext cx="7674362" cy="4912406"/>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61340" y="587247"/>
            <a:ext cx="7033259" cy="497840"/>
          </a:xfrm>
          <a:prstGeom prst="rect">
            <a:avLst/>
          </a:prstGeom>
        </p:spPr>
        <p:txBody>
          <a:bodyPr vert="horz" wrap="square" lIns="0" tIns="12700" rIns="0" bIns="0" rtlCol="0">
            <a:spAutoFit/>
          </a:bodyPr>
          <a:lstStyle/>
          <a:p>
            <a:pPr marL="12700">
              <a:lnSpc>
                <a:spcPct val="100000"/>
              </a:lnSpc>
              <a:spcBef>
                <a:spcPts val="100"/>
              </a:spcBef>
            </a:pPr>
            <a:r>
              <a:rPr sz="3100" spc="-50" dirty="0"/>
              <a:t>Testing</a:t>
            </a:r>
            <a:r>
              <a:rPr sz="3100" spc="-25" dirty="0"/>
              <a:t> </a:t>
            </a:r>
            <a:r>
              <a:rPr sz="3100" dirty="0"/>
              <a:t>an</a:t>
            </a:r>
            <a:r>
              <a:rPr sz="3100" spc="-10" dirty="0"/>
              <a:t> </a:t>
            </a:r>
            <a:r>
              <a:rPr sz="3100" spc="-35" dirty="0"/>
              <a:t>Effective</a:t>
            </a:r>
            <a:r>
              <a:rPr sz="3100" spc="-5" dirty="0"/>
              <a:t> </a:t>
            </a:r>
            <a:r>
              <a:rPr sz="3100" spc="-15" dirty="0"/>
              <a:t>Information Architecture</a:t>
            </a:r>
            <a:endParaRPr sz="3100" dirty="0"/>
          </a:p>
        </p:txBody>
      </p:sp>
      <p:sp>
        <p:nvSpPr>
          <p:cNvPr id="3" name="object 3"/>
          <p:cNvSpPr txBox="1"/>
          <p:nvPr/>
        </p:nvSpPr>
        <p:spPr>
          <a:xfrm>
            <a:off x="789940" y="1717547"/>
            <a:ext cx="7634605" cy="2180590"/>
          </a:xfrm>
          <a:prstGeom prst="rect">
            <a:avLst/>
          </a:prstGeom>
        </p:spPr>
        <p:txBody>
          <a:bodyPr vert="horz" wrap="square" lIns="0" tIns="61594" rIns="0" bIns="0" rtlCol="0">
            <a:spAutoFit/>
          </a:bodyPr>
          <a:lstStyle/>
          <a:p>
            <a:pPr marL="241300" indent="-228600">
              <a:lnSpc>
                <a:spcPct val="100000"/>
              </a:lnSpc>
              <a:spcBef>
                <a:spcPts val="484"/>
              </a:spcBef>
              <a:buFont typeface="Arial MT"/>
              <a:buChar char="•"/>
              <a:tabLst>
                <a:tab pos="240665" algn="l"/>
                <a:tab pos="241300" algn="l"/>
              </a:tabLst>
            </a:pPr>
            <a:r>
              <a:rPr sz="2000" b="1" i="1" spc="-25" dirty="0">
                <a:latin typeface="Calibri"/>
                <a:cs typeface="Calibri"/>
              </a:rPr>
              <a:t>Walk</a:t>
            </a:r>
            <a:r>
              <a:rPr sz="2000" b="1" i="1" spc="-5" dirty="0">
                <a:latin typeface="Calibri"/>
                <a:cs typeface="Calibri"/>
              </a:rPr>
              <a:t> </a:t>
            </a:r>
            <a:r>
              <a:rPr sz="2000" spc="-5" dirty="0">
                <a:latin typeface="Calibri"/>
                <a:cs typeface="Calibri"/>
              </a:rPr>
              <a:t>other</a:t>
            </a:r>
            <a:r>
              <a:rPr sz="2000" dirty="0">
                <a:latin typeface="Calibri"/>
                <a:cs typeface="Calibri"/>
              </a:rPr>
              <a:t> </a:t>
            </a:r>
            <a:r>
              <a:rPr sz="2000" spc="-10" dirty="0">
                <a:latin typeface="Calibri"/>
                <a:cs typeface="Calibri"/>
              </a:rPr>
              <a:t>members</a:t>
            </a:r>
            <a:r>
              <a:rPr sz="2000" spc="5" dirty="0">
                <a:latin typeface="Calibri"/>
                <a:cs typeface="Calibri"/>
              </a:rPr>
              <a:t> </a:t>
            </a:r>
            <a:r>
              <a:rPr sz="2000" spc="-5" dirty="0">
                <a:latin typeface="Calibri"/>
                <a:cs typeface="Calibri"/>
              </a:rPr>
              <a:t>of </a:t>
            </a:r>
            <a:r>
              <a:rPr sz="2000" dirty="0">
                <a:latin typeface="Calibri"/>
                <a:cs typeface="Calibri"/>
              </a:rPr>
              <a:t>the </a:t>
            </a:r>
            <a:r>
              <a:rPr sz="2000" spc="-10" dirty="0">
                <a:latin typeface="Calibri"/>
                <a:cs typeface="Calibri"/>
              </a:rPr>
              <a:t>project</a:t>
            </a:r>
            <a:r>
              <a:rPr sz="2000" spc="5" dirty="0">
                <a:latin typeface="Calibri"/>
                <a:cs typeface="Calibri"/>
              </a:rPr>
              <a:t> </a:t>
            </a:r>
            <a:r>
              <a:rPr sz="2000" spc="-5" dirty="0">
                <a:latin typeface="Calibri"/>
                <a:cs typeface="Calibri"/>
              </a:rPr>
              <a:t>team</a:t>
            </a:r>
            <a:r>
              <a:rPr sz="2000" spc="5" dirty="0">
                <a:latin typeface="Calibri"/>
                <a:cs typeface="Calibri"/>
              </a:rPr>
              <a:t> </a:t>
            </a:r>
            <a:r>
              <a:rPr sz="2000" b="1" i="1" spc="-10" dirty="0">
                <a:latin typeface="Calibri"/>
                <a:cs typeface="Calibri"/>
              </a:rPr>
              <a:t>through</a:t>
            </a:r>
            <a:r>
              <a:rPr sz="2000" b="1" i="1" spc="-5" dirty="0">
                <a:latin typeface="Calibri"/>
                <a:cs typeface="Calibri"/>
              </a:rPr>
              <a:t> the</a:t>
            </a:r>
            <a:r>
              <a:rPr sz="2000" b="1" i="1" dirty="0">
                <a:latin typeface="Calibri"/>
                <a:cs typeface="Calibri"/>
              </a:rPr>
              <a:t> </a:t>
            </a:r>
            <a:r>
              <a:rPr sz="2000" b="1" i="1" spc="-10" dirty="0">
                <a:latin typeface="Calibri"/>
                <a:cs typeface="Calibri"/>
              </a:rPr>
              <a:t>storyboards</a:t>
            </a:r>
            <a:r>
              <a:rPr sz="2000" spc="-10" dirty="0">
                <a:latin typeface="Calibri"/>
                <a:cs typeface="Calibri"/>
              </a:rPr>
              <a:t>.</a:t>
            </a:r>
            <a:endParaRPr sz="2000">
              <a:latin typeface="Calibri"/>
              <a:cs typeface="Calibri"/>
            </a:endParaRPr>
          </a:p>
          <a:p>
            <a:pPr marL="241300" marR="234315" indent="-228600">
              <a:lnSpc>
                <a:spcPct val="90300"/>
              </a:lnSpc>
              <a:spcBef>
                <a:spcPts val="615"/>
              </a:spcBef>
              <a:buFont typeface="Arial MT"/>
              <a:buChar char="•"/>
              <a:tabLst>
                <a:tab pos="240665" algn="l"/>
                <a:tab pos="241300" algn="l"/>
              </a:tabLst>
            </a:pPr>
            <a:r>
              <a:rPr sz="2000" spc="-5" dirty="0">
                <a:latin typeface="Calibri"/>
                <a:cs typeface="Calibri"/>
              </a:rPr>
              <a:t>If</a:t>
            </a:r>
            <a:r>
              <a:rPr sz="2000" dirty="0">
                <a:latin typeface="Calibri"/>
                <a:cs typeface="Calibri"/>
              </a:rPr>
              <a:t> </a:t>
            </a:r>
            <a:r>
              <a:rPr sz="2000" spc="-5" dirty="0">
                <a:latin typeface="Calibri"/>
                <a:cs typeface="Calibri"/>
              </a:rPr>
              <a:t>possible,</a:t>
            </a:r>
            <a:r>
              <a:rPr sz="2000" dirty="0">
                <a:latin typeface="Calibri"/>
                <a:cs typeface="Calibri"/>
              </a:rPr>
              <a:t> </a:t>
            </a:r>
            <a:r>
              <a:rPr sz="2000" spc="-5" dirty="0">
                <a:latin typeface="Calibri"/>
                <a:cs typeface="Calibri"/>
              </a:rPr>
              <a:t>within</a:t>
            </a:r>
            <a:r>
              <a:rPr sz="2000" dirty="0">
                <a:latin typeface="Calibri"/>
                <a:cs typeface="Calibri"/>
              </a:rPr>
              <a:t> the</a:t>
            </a:r>
            <a:r>
              <a:rPr sz="2000" spc="5" dirty="0">
                <a:latin typeface="Calibri"/>
                <a:cs typeface="Calibri"/>
              </a:rPr>
              <a:t> </a:t>
            </a:r>
            <a:r>
              <a:rPr sz="2000" spc="-10" dirty="0">
                <a:latin typeface="Calibri"/>
                <a:cs typeface="Calibri"/>
              </a:rPr>
              <a:t>constraints</a:t>
            </a:r>
            <a:r>
              <a:rPr sz="2000" spc="5" dirty="0">
                <a:latin typeface="Calibri"/>
                <a:cs typeface="Calibri"/>
              </a:rPr>
              <a:t> </a:t>
            </a:r>
            <a:r>
              <a:rPr sz="2000" spc="-5" dirty="0">
                <a:latin typeface="Calibri"/>
                <a:cs typeface="Calibri"/>
              </a:rPr>
              <a:t>of</a:t>
            </a:r>
            <a:r>
              <a:rPr sz="2000" spc="5" dirty="0">
                <a:latin typeface="Calibri"/>
                <a:cs typeface="Calibri"/>
              </a:rPr>
              <a:t> </a:t>
            </a:r>
            <a:r>
              <a:rPr sz="2000" dirty="0">
                <a:latin typeface="Calibri"/>
                <a:cs typeface="Calibri"/>
              </a:rPr>
              <a:t>the</a:t>
            </a:r>
            <a:r>
              <a:rPr sz="2000" spc="5" dirty="0">
                <a:latin typeface="Calibri"/>
                <a:cs typeface="Calibri"/>
              </a:rPr>
              <a:t> </a:t>
            </a:r>
            <a:r>
              <a:rPr sz="2000" spc="-10" dirty="0">
                <a:latin typeface="Calibri"/>
                <a:cs typeface="Calibri"/>
              </a:rPr>
              <a:t>project,</a:t>
            </a:r>
            <a:r>
              <a:rPr sz="2000" dirty="0">
                <a:latin typeface="Calibri"/>
                <a:cs typeface="Calibri"/>
              </a:rPr>
              <a:t> it</a:t>
            </a:r>
            <a:r>
              <a:rPr sz="2000" spc="5" dirty="0">
                <a:latin typeface="Calibri"/>
                <a:cs typeface="Calibri"/>
              </a:rPr>
              <a:t> </a:t>
            </a:r>
            <a:r>
              <a:rPr sz="2000" dirty="0">
                <a:latin typeface="Calibri"/>
                <a:cs typeface="Calibri"/>
              </a:rPr>
              <a:t>is</a:t>
            </a:r>
            <a:r>
              <a:rPr sz="2000" spc="5" dirty="0">
                <a:latin typeface="Calibri"/>
                <a:cs typeface="Calibri"/>
              </a:rPr>
              <a:t> </a:t>
            </a:r>
            <a:r>
              <a:rPr sz="2000" spc="-10" dirty="0">
                <a:latin typeface="Calibri"/>
                <a:cs typeface="Calibri"/>
              </a:rPr>
              <a:t>good</a:t>
            </a:r>
            <a:r>
              <a:rPr sz="2000" dirty="0">
                <a:latin typeface="Calibri"/>
                <a:cs typeface="Calibri"/>
              </a:rPr>
              <a:t> </a:t>
            </a:r>
            <a:r>
              <a:rPr sz="2000" spc="-10" dirty="0">
                <a:latin typeface="Calibri"/>
                <a:cs typeface="Calibri"/>
              </a:rPr>
              <a:t>to</a:t>
            </a:r>
            <a:r>
              <a:rPr sz="2000" dirty="0">
                <a:latin typeface="Calibri"/>
                <a:cs typeface="Calibri"/>
              </a:rPr>
              <a:t> </a:t>
            </a:r>
            <a:r>
              <a:rPr sz="2000" b="1" i="1" spc="-10" dirty="0">
                <a:latin typeface="Calibri"/>
                <a:cs typeface="Calibri"/>
              </a:rPr>
              <a:t>conduct </a:t>
            </a:r>
            <a:r>
              <a:rPr sz="2000" b="1" i="1" spc="-5" dirty="0">
                <a:latin typeface="Calibri"/>
                <a:cs typeface="Calibri"/>
              </a:rPr>
              <a:t> </a:t>
            </a:r>
            <a:r>
              <a:rPr sz="2000" b="1" i="1" spc="-15" dirty="0">
                <a:latin typeface="Calibri"/>
                <a:cs typeface="Calibri"/>
              </a:rPr>
              <a:t>task-based</a:t>
            </a:r>
            <a:r>
              <a:rPr sz="2000" b="1" i="1" spc="-5" dirty="0">
                <a:latin typeface="Calibri"/>
                <a:cs typeface="Calibri"/>
              </a:rPr>
              <a:t> </a:t>
            </a:r>
            <a:r>
              <a:rPr sz="2000" b="1" i="1" spc="-10" dirty="0">
                <a:latin typeface="Calibri"/>
                <a:cs typeface="Calibri"/>
              </a:rPr>
              <a:t>usability</a:t>
            </a:r>
            <a:r>
              <a:rPr sz="2000" b="1" i="1" dirty="0">
                <a:latin typeface="Calibri"/>
                <a:cs typeface="Calibri"/>
              </a:rPr>
              <a:t> </a:t>
            </a:r>
            <a:r>
              <a:rPr sz="2000" b="1" i="1" spc="-15" dirty="0">
                <a:latin typeface="Calibri"/>
                <a:cs typeface="Calibri"/>
              </a:rPr>
              <a:t>tests</a:t>
            </a:r>
            <a:r>
              <a:rPr sz="2000" b="1" i="1" dirty="0">
                <a:latin typeface="Calibri"/>
                <a:cs typeface="Calibri"/>
              </a:rPr>
              <a:t> </a:t>
            </a:r>
            <a:r>
              <a:rPr sz="2000" spc="-5" dirty="0">
                <a:latin typeface="Calibri"/>
                <a:cs typeface="Calibri"/>
              </a:rPr>
              <a:t>on</a:t>
            </a:r>
            <a:r>
              <a:rPr sz="2000" dirty="0">
                <a:latin typeface="Calibri"/>
                <a:cs typeface="Calibri"/>
              </a:rPr>
              <a:t> </a:t>
            </a:r>
            <a:r>
              <a:rPr sz="2000" spc="-5" dirty="0">
                <a:latin typeface="Calibri"/>
                <a:cs typeface="Calibri"/>
              </a:rPr>
              <a:t>paper</a:t>
            </a:r>
            <a:r>
              <a:rPr sz="2000" spc="10" dirty="0">
                <a:latin typeface="Calibri"/>
                <a:cs typeface="Calibri"/>
              </a:rPr>
              <a:t> </a:t>
            </a:r>
            <a:r>
              <a:rPr sz="2000" spc="-10" dirty="0">
                <a:latin typeface="Calibri"/>
                <a:cs typeface="Calibri"/>
              </a:rPr>
              <a:t>prototypes</a:t>
            </a:r>
            <a:r>
              <a:rPr sz="2000" spc="5" dirty="0">
                <a:latin typeface="Calibri"/>
                <a:cs typeface="Calibri"/>
              </a:rPr>
              <a:t> </a:t>
            </a:r>
            <a:r>
              <a:rPr sz="2000" dirty="0">
                <a:latin typeface="Calibri"/>
                <a:cs typeface="Calibri"/>
              </a:rPr>
              <a:t>as</a:t>
            </a:r>
            <a:r>
              <a:rPr sz="2000" spc="10" dirty="0">
                <a:latin typeface="Calibri"/>
                <a:cs typeface="Calibri"/>
              </a:rPr>
              <a:t> </a:t>
            </a:r>
            <a:r>
              <a:rPr sz="2000" dirty="0">
                <a:latin typeface="Calibri"/>
                <a:cs typeface="Calibri"/>
              </a:rPr>
              <a:t>it</a:t>
            </a:r>
            <a:r>
              <a:rPr sz="2000" spc="5" dirty="0">
                <a:latin typeface="Calibri"/>
                <a:cs typeface="Calibri"/>
              </a:rPr>
              <a:t> </a:t>
            </a:r>
            <a:r>
              <a:rPr sz="2000" spc="-10" dirty="0">
                <a:latin typeface="Calibri"/>
                <a:cs typeface="Calibri"/>
              </a:rPr>
              <a:t>provides</a:t>
            </a:r>
            <a:r>
              <a:rPr sz="2000" spc="10" dirty="0">
                <a:latin typeface="Calibri"/>
                <a:cs typeface="Calibri"/>
              </a:rPr>
              <a:t> </a:t>
            </a:r>
            <a:r>
              <a:rPr sz="2000" spc="-10" dirty="0">
                <a:latin typeface="Calibri"/>
                <a:cs typeface="Calibri"/>
              </a:rPr>
              <a:t>valuable </a:t>
            </a:r>
            <a:r>
              <a:rPr sz="2000" spc="-440" dirty="0">
                <a:latin typeface="Calibri"/>
                <a:cs typeface="Calibri"/>
              </a:rPr>
              <a:t> </a:t>
            </a:r>
            <a:r>
              <a:rPr sz="2000" spc="-10" dirty="0">
                <a:latin typeface="Calibri"/>
                <a:cs typeface="Calibri"/>
              </a:rPr>
              <a:t>feedback</a:t>
            </a:r>
            <a:r>
              <a:rPr sz="2000" dirty="0">
                <a:latin typeface="Calibri"/>
                <a:cs typeface="Calibri"/>
              </a:rPr>
              <a:t> </a:t>
            </a:r>
            <a:r>
              <a:rPr sz="2000" spc="-5" dirty="0">
                <a:latin typeface="Calibri"/>
                <a:cs typeface="Calibri"/>
              </a:rPr>
              <a:t>without</a:t>
            </a:r>
            <a:r>
              <a:rPr sz="2000" dirty="0">
                <a:latin typeface="Calibri"/>
                <a:cs typeface="Calibri"/>
              </a:rPr>
              <a:t> </a:t>
            </a:r>
            <a:r>
              <a:rPr sz="2000" spc="-10" dirty="0">
                <a:latin typeface="Calibri"/>
                <a:cs typeface="Calibri"/>
              </a:rPr>
              <a:t>going</a:t>
            </a:r>
            <a:r>
              <a:rPr sz="2000" spc="-5" dirty="0">
                <a:latin typeface="Calibri"/>
                <a:cs typeface="Calibri"/>
              </a:rPr>
              <a:t> </a:t>
            </a:r>
            <a:r>
              <a:rPr sz="2000" spc="-10" dirty="0">
                <a:latin typeface="Calibri"/>
                <a:cs typeface="Calibri"/>
              </a:rPr>
              <a:t>to </a:t>
            </a:r>
            <a:r>
              <a:rPr sz="2000" dirty="0">
                <a:latin typeface="Calibri"/>
                <a:cs typeface="Calibri"/>
              </a:rPr>
              <a:t>the</a:t>
            </a:r>
            <a:r>
              <a:rPr sz="2000" spc="5" dirty="0">
                <a:latin typeface="Calibri"/>
                <a:cs typeface="Calibri"/>
              </a:rPr>
              <a:t> </a:t>
            </a:r>
            <a:r>
              <a:rPr sz="2000" spc="-10" dirty="0">
                <a:latin typeface="Calibri"/>
                <a:cs typeface="Calibri"/>
              </a:rPr>
              <a:t>expense</a:t>
            </a:r>
            <a:r>
              <a:rPr sz="2000" dirty="0">
                <a:latin typeface="Calibri"/>
                <a:cs typeface="Calibri"/>
              </a:rPr>
              <a:t> </a:t>
            </a:r>
            <a:r>
              <a:rPr sz="2000" spc="-5" dirty="0">
                <a:latin typeface="Calibri"/>
                <a:cs typeface="Calibri"/>
              </a:rPr>
              <a:t>of</a:t>
            </a:r>
            <a:r>
              <a:rPr sz="2000" spc="5" dirty="0">
                <a:latin typeface="Calibri"/>
                <a:cs typeface="Calibri"/>
              </a:rPr>
              <a:t> </a:t>
            </a:r>
            <a:r>
              <a:rPr sz="2000" spc="-5" dirty="0">
                <a:latin typeface="Calibri"/>
                <a:cs typeface="Calibri"/>
              </a:rPr>
              <a:t>creating</a:t>
            </a:r>
            <a:r>
              <a:rPr sz="2000" spc="-10" dirty="0">
                <a:latin typeface="Calibri"/>
                <a:cs typeface="Calibri"/>
              </a:rPr>
              <a:t> </a:t>
            </a:r>
            <a:r>
              <a:rPr sz="2000" spc="-5" dirty="0">
                <a:latin typeface="Calibri"/>
                <a:cs typeface="Calibri"/>
              </a:rPr>
              <a:t>higher</a:t>
            </a:r>
            <a:r>
              <a:rPr sz="2000" spc="5" dirty="0">
                <a:latin typeface="Calibri"/>
                <a:cs typeface="Calibri"/>
              </a:rPr>
              <a:t> </a:t>
            </a:r>
            <a:r>
              <a:rPr sz="2000" spc="-5" dirty="0">
                <a:latin typeface="Calibri"/>
                <a:cs typeface="Calibri"/>
              </a:rPr>
              <a:t>quality </a:t>
            </a:r>
            <a:r>
              <a:rPr sz="2000" dirty="0">
                <a:latin typeface="Calibri"/>
                <a:cs typeface="Calibri"/>
              </a:rPr>
              <a:t> </a:t>
            </a:r>
            <a:r>
              <a:rPr sz="2000" spc="-5" dirty="0">
                <a:latin typeface="Calibri"/>
                <a:cs typeface="Calibri"/>
              </a:rPr>
              <a:t>designs.</a:t>
            </a:r>
            <a:endParaRPr sz="2000">
              <a:latin typeface="Calibri"/>
              <a:cs typeface="Calibri"/>
            </a:endParaRPr>
          </a:p>
          <a:p>
            <a:pPr marL="241300" marR="5080" indent="-228600">
              <a:lnSpc>
                <a:spcPts val="2180"/>
              </a:lnSpc>
              <a:spcBef>
                <a:spcPts val="565"/>
              </a:spcBef>
              <a:buFont typeface="Arial MT"/>
              <a:buChar char="•"/>
              <a:tabLst>
                <a:tab pos="240665" algn="l"/>
                <a:tab pos="241300" algn="l"/>
              </a:tabLst>
            </a:pPr>
            <a:r>
              <a:rPr sz="2000" spc="-15" dirty="0">
                <a:latin typeface="Calibri"/>
                <a:cs typeface="Calibri"/>
              </a:rPr>
              <a:t>Create</a:t>
            </a:r>
            <a:r>
              <a:rPr sz="2000" spc="5" dirty="0">
                <a:latin typeface="Calibri"/>
                <a:cs typeface="Calibri"/>
              </a:rPr>
              <a:t> </a:t>
            </a:r>
            <a:r>
              <a:rPr sz="2000" b="1" i="1" spc="-10" dirty="0">
                <a:latin typeface="Calibri"/>
                <a:cs typeface="Calibri"/>
              </a:rPr>
              <a:t>detailed</a:t>
            </a:r>
            <a:r>
              <a:rPr sz="2000" b="1" i="1" spc="-5" dirty="0">
                <a:latin typeface="Calibri"/>
                <a:cs typeface="Calibri"/>
              </a:rPr>
              <a:t> </a:t>
            </a:r>
            <a:r>
              <a:rPr sz="2000" b="1" i="1" spc="-10" dirty="0">
                <a:latin typeface="Calibri"/>
                <a:cs typeface="Calibri"/>
              </a:rPr>
              <a:t>page</a:t>
            </a:r>
            <a:r>
              <a:rPr sz="2000" b="1" i="1" spc="5" dirty="0">
                <a:latin typeface="Calibri"/>
                <a:cs typeface="Calibri"/>
              </a:rPr>
              <a:t> </a:t>
            </a:r>
            <a:r>
              <a:rPr sz="2000" b="1" i="1" spc="-10" dirty="0">
                <a:latin typeface="Calibri"/>
                <a:cs typeface="Calibri"/>
              </a:rPr>
              <a:t>layouts</a:t>
            </a:r>
            <a:r>
              <a:rPr sz="2000" b="1" i="1" dirty="0">
                <a:latin typeface="Calibri"/>
                <a:cs typeface="Calibri"/>
              </a:rPr>
              <a:t> </a:t>
            </a:r>
            <a:r>
              <a:rPr sz="2000" b="1" i="1" spc="-15" dirty="0">
                <a:latin typeface="Calibri"/>
                <a:cs typeface="Calibri"/>
              </a:rPr>
              <a:t>to</a:t>
            </a:r>
            <a:r>
              <a:rPr sz="2000" b="1" i="1" spc="-5" dirty="0">
                <a:latin typeface="Calibri"/>
                <a:cs typeface="Calibri"/>
              </a:rPr>
              <a:t> </a:t>
            </a:r>
            <a:r>
              <a:rPr sz="2000" b="1" i="1" spc="-10" dirty="0">
                <a:latin typeface="Calibri"/>
                <a:cs typeface="Calibri"/>
              </a:rPr>
              <a:t>support</a:t>
            </a:r>
            <a:r>
              <a:rPr sz="2000" b="1" i="1" dirty="0">
                <a:latin typeface="Calibri"/>
                <a:cs typeface="Calibri"/>
              </a:rPr>
              <a:t> </a:t>
            </a:r>
            <a:r>
              <a:rPr sz="2000" b="1" i="1" spc="-25" dirty="0">
                <a:latin typeface="Calibri"/>
                <a:cs typeface="Calibri"/>
              </a:rPr>
              <a:t>key</a:t>
            </a:r>
            <a:r>
              <a:rPr sz="2000" b="1" i="1" dirty="0">
                <a:latin typeface="Calibri"/>
                <a:cs typeface="Calibri"/>
              </a:rPr>
              <a:t> </a:t>
            </a:r>
            <a:r>
              <a:rPr sz="2000" b="1" i="1" spc="-5" dirty="0">
                <a:latin typeface="Calibri"/>
                <a:cs typeface="Calibri"/>
              </a:rPr>
              <a:t>user </a:t>
            </a:r>
            <a:r>
              <a:rPr sz="2000" b="1" i="1" spc="-15" dirty="0">
                <a:latin typeface="Calibri"/>
                <a:cs typeface="Calibri"/>
              </a:rPr>
              <a:t>tasks</a:t>
            </a:r>
            <a:r>
              <a:rPr sz="2000" spc="-15" dirty="0">
                <a:latin typeface="Calibri"/>
                <a:cs typeface="Calibri"/>
              </a:rPr>
              <a:t>.</a:t>
            </a:r>
            <a:r>
              <a:rPr sz="2000" spc="-5" dirty="0">
                <a:latin typeface="Calibri"/>
                <a:cs typeface="Calibri"/>
              </a:rPr>
              <a:t> </a:t>
            </a:r>
            <a:r>
              <a:rPr sz="2000" spc="-20" dirty="0">
                <a:latin typeface="Calibri"/>
                <a:cs typeface="Calibri"/>
              </a:rPr>
              <a:t>Page</a:t>
            </a:r>
            <a:r>
              <a:rPr sz="2000" spc="5" dirty="0">
                <a:latin typeface="Calibri"/>
                <a:cs typeface="Calibri"/>
              </a:rPr>
              <a:t> </a:t>
            </a:r>
            <a:r>
              <a:rPr sz="2000" spc="-15" dirty="0">
                <a:latin typeface="Calibri"/>
                <a:cs typeface="Calibri"/>
              </a:rPr>
              <a:t>layouts </a:t>
            </a:r>
            <a:r>
              <a:rPr sz="2000" spc="-10" dirty="0">
                <a:latin typeface="Calibri"/>
                <a:cs typeface="Calibri"/>
              </a:rPr>
              <a:t> </a:t>
            </a:r>
            <a:r>
              <a:rPr sz="2000" spc="-5" dirty="0">
                <a:latin typeface="Calibri"/>
                <a:cs typeface="Calibri"/>
              </a:rPr>
              <a:t>should be</a:t>
            </a:r>
            <a:r>
              <a:rPr sz="2000" spc="5" dirty="0">
                <a:latin typeface="Calibri"/>
                <a:cs typeface="Calibri"/>
              </a:rPr>
              <a:t> </a:t>
            </a:r>
            <a:r>
              <a:rPr sz="2000" spc="-10" dirty="0">
                <a:latin typeface="Calibri"/>
                <a:cs typeface="Calibri"/>
              </a:rPr>
              <a:t>annotated</a:t>
            </a:r>
            <a:r>
              <a:rPr sz="2000" spc="-5" dirty="0">
                <a:latin typeface="Calibri"/>
                <a:cs typeface="Calibri"/>
              </a:rPr>
              <a:t> </a:t>
            </a:r>
            <a:r>
              <a:rPr sz="2000" dirty="0">
                <a:latin typeface="Calibri"/>
                <a:cs typeface="Calibri"/>
              </a:rPr>
              <a:t>with </a:t>
            </a:r>
            <a:r>
              <a:rPr sz="2000" spc="-5" dirty="0">
                <a:latin typeface="Calibri"/>
                <a:cs typeface="Calibri"/>
              </a:rPr>
              <a:t>guidance</a:t>
            </a:r>
            <a:r>
              <a:rPr sz="2000" spc="5" dirty="0">
                <a:latin typeface="Calibri"/>
                <a:cs typeface="Calibri"/>
              </a:rPr>
              <a:t> </a:t>
            </a:r>
            <a:r>
              <a:rPr sz="2000" spc="-15" dirty="0">
                <a:latin typeface="Calibri"/>
                <a:cs typeface="Calibri"/>
              </a:rPr>
              <a:t>for</a:t>
            </a:r>
            <a:r>
              <a:rPr sz="2000" dirty="0">
                <a:latin typeface="Calibri"/>
                <a:cs typeface="Calibri"/>
              </a:rPr>
              <a:t> </a:t>
            </a:r>
            <a:r>
              <a:rPr sz="2000" spc="-5" dirty="0">
                <a:latin typeface="Calibri"/>
                <a:cs typeface="Calibri"/>
              </a:rPr>
              <a:t>visual</a:t>
            </a:r>
            <a:r>
              <a:rPr sz="2000" spc="5" dirty="0">
                <a:latin typeface="Calibri"/>
                <a:cs typeface="Calibri"/>
              </a:rPr>
              <a:t> </a:t>
            </a:r>
            <a:r>
              <a:rPr sz="2000" spc="-5" dirty="0">
                <a:latin typeface="Calibri"/>
                <a:cs typeface="Calibri"/>
              </a:rPr>
              <a:t>designers</a:t>
            </a:r>
            <a:r>
              <a:rPr sz="2000" spc="5" dirty="0">
                <a:latin typeface="Calibri"/>
                <a:cs typeface="Calibri"/>
              </a:rPr>
              <a:t> </a:t>
            </a:r>
            <a:r>
              <a:rPr sz="2000" spc="-5" dirty="0">
                <a:latin typeface="Calibri"/>
                <a:cs typeface="Calibri"/>
              </a:rPr>
              <a:t>and </a:t>
            </a:r>
            <a:r>
              <a:rPr sz="2000" spc="-10" dirty="0">
                <a:latin typeface="Calibri"/>
                <a:cs typeface="Calibri"/>
              </a:rPr>
              <a:t>developers.</a:t>
            </a:r>
            <a:endParaRPr sz="2000">
              <a:latin typeface="Calibri"/>
              <a:cs typeface="Calibri"/>
            </a:endParaRPr>
          </a:p>
        </p:txBody>
      </p:sp>
      <p:sp>
        <p:nvSpPr>
          <p:cNvPr id="4" name="object 4">
            <a:extLst>
              <a:ext uri="{C183D7F6-B498-43B3-948B-1728B52AA6E4}">
                <adec:decorative xmlns:adec="http://schemas.microsoft.com/office/drawing/2017/decorative" val="1"/>
              </a:ext>
            </a:extLst>
          </p:cNvPr>
          <p:cNvSpPr/>
          <p:nvPr/>
        </p:nvSpPr>
        <p:spPr>
          <a:xfrm>
            <a:off x="8132178" y="713130"/>
            <a:ext cx="1012190" cy="2533015"/>
          </a:xfrm>
          <a:custGeom>
            <a:avLst/>
            <a:gdLst/>
            <a:ahLst/>
            <a:cxnLst/>
            <a:rect l="l" t="t" r="r" b="b"/>
            <a:pathLst>
              <a:path w="1012190" h="2533015">
                <a:moveTo>
                  <a:pt x="1011821" y="0"/>
                </a:moveTo>
                <a:lnTo>
                  <a:pt x="57035" y="1266418"/>
                </a:lnTo>
                <a:lnTo>
                  <a:pt x="207086" y="1465453"/>
                </a:lnTo>
                <a:lnTo>
                  <a:pt x="0" y="1672539"/>
                </a:lnTo>
                <a:lnTo>
                  <a:pt x="456349" y="2128888"/>
                </a:lnTo>
                <a:lnTo>
                  <a:pt x="599401" y="1985822"/>
                </a:lnTo>
                <a:lnTo>
                  <a:pt x="1011821" y="2532837"/>
                </a:lnTo>
                <a:lnTo>
                  <a:pt x="1011821" y="0"/>
                </a:lnTo>
                <a:close/>
              </a:path>
            </a:pathLst>
          </a:custGeom>
          <a:solidFill>
            <a:srgbClr val="FFC000">
              <a:alpha val="30198"/>
            </a:srgbClr>
          </a:solidFill>
        </p:spPr>
        <p:txBody>
          <a:bodyPr wrap="square" lIns="0" tIns="0" rIns="0" bIns="0" rtlCol="0"/>
          <a:lstStyle/>
          <a:p>
            <a:endParaRPr/>
          </a:p>
        </p:txBody>
      </p:sp>
      <p:sp>
        <p:nvSpPr>
          <p:cNvPr id="5" name="object 5">
            <a:extLst>
              <a:ext uri="{C183D7F6-B498-43B3-948B-1728B52AA6E4}">
                <adec:decorative xmlns:adec="http://schemas.microsoft.com/office/drawing/2017/decorative" val="1"/>
              </a:ext>
            </a:extLst>
          </p:cNvPr>
          <p:cNvSpPr/>
          <p:nvPr/>
        </p:nvSpPr>
        <p:spPr>
          <a:xfrm>
            <a:off x="0" y="4601502"/>
            <a:ext cx="803910" cy="2018030"/>
          </a:xfrm>
          <a:custGeom>
            <a:avLst/>
            <a:gdLst/>
            <a:ahLst/>
            <a:cxnLst/>
            <a:rect l="l" t="t" r="r" b="b"/>
            <a:pathLst>
              <a:path w="803910" h="2018029">
                <a:moveTo>
                  <a:pt x="803452" y="1412925"/>
                </a:moveTo>
                <a:lnTo>
                  <a:pt x="605269" y="1214742"/>
                </a:lnTo>
                <a:lnTo>
                  <a:pt x="760539" y="1008786"/>
                </a:lnTo>
                <a:lnTo>
                  <a:pt x="0" y="0"/>
                </a:lnTo>
                <a:lnTo>
                  <a:pt x="0" y="2017585"/>
                </a:lnTo>
                <a:lnTo>
                  <a:pt x="383882" y="1508391"/>
                </a:lnTo>
                <a:lnTo>
                  <a:pt x="545947" y="1670431"/>
                </a:lnTo>
                <a:lnTo>
                  <a:pt x="803452" y="1412925"/>
                </a:lnTo>
                <a:close/>
              </a:path>
            </a:pathLst>
          </a:custGeom>
          <a:solidFill>
            <a:srgbClr val="4472C4">
              <a:alpha val="30198"/>
            </a:srgbClr>
          </a:solidFill>
        </p:spPr>
        <p:txBody>
          <a:bodyPr wrap="square" lIns="0" tIns="0" rIns="0" bIns="0" rtlCol="0"/>
          <a:lstStyle/>
          <a:p>
            <a:endParaRPr/>
          </a:p>
        </p:txBody>
      </p:sp>
      <p:sp>
        <p:nvSpPr>
          <p:cNvPr id="6" name="object 6"/>
          <p:cNvSpPr txBox="1"/>
          <p:nvPr/>
        </p:nvSpPr>
        <p:spPr>
          <a:xfrm>
            <a:off x="8413113" y="6441620"/>
            <a:ext cx="155575" cy="186055"/>
          </a:xfrm>
          <a:prstGeom prst="rect">
            <a:avLst/>
          </a:prstGeom>
        </p:spPr>
        <p:txBody>
          <a:bodyPr vert="horz" wrap="square" lIns="0" tIns="0" rIns="0" bIns="0" rtlCol="0">
            <a:spAutoFit/>
          </a:bodyPr>
          <a:lstStyle/>
          <a:p>
            <a:pPr>
              <a:lnSpc>
                <a:spcPts val="1385"/>
              </a:lnSpc>
            </a:pPr>
            <a:r>
              <a:rPr sz="1200" dirty="0">
                <a:solidFill>
                  <a:srgbClr val="898989"/>
                </a:solidFill>
                <a:latin typeface="Calibri"/>
                <a:cs typeface="Calibri"/>
              </a:rPr>
              <a:t>28</a:t>
            </a:r>
            <a:endParaRPr sz="1200">
              <a:latin typeface="Calibri"/>
              <a:cs typeface="Calibri"/>
            </a:endParaRPr>
          </a:p>
        </p:txBody>
      </p:sp>
      <p:pic>
        <p:nvPicPr>
          <p:cNvPr id="7" name="object 7" descr="Information Architecture example"/>
          <p:cNvPicPr/>
          <p:nvPr/>
        </p:nvPicPr>
        <p:blipFill>
          <a:blip r:embed="rId2" cstate="print"/>
          <a:stretch>
            <a:fillRect/>
          </a:stretch>
        </p:blipFill>
        <p:spPr>
          <a:xfrm>
            <a:off x="5381141" y="4113991"/>
            <a:ext cx="3562468" cy="2678674"/>
          </a:xfrm>
          <a:prstGeom prst="rect">
            <a:avLst/>
          </a:prstGeom>
        </p:spPr>
      </p:pic>
      <p:sp>
        <p:nvSpPr>
          <p:cNvPr id="8" name="object 8"/>
          <p:cNvSpPr txBox="1"/>
          <p:nvPr/>
        </p:nvSpPr>
        <p:spPr>
          <a:xfrm>
            <a:off x="495612" y="6522719"/>
            <a:ext cx="4657725" cy="193040"/>
          </a:xfrm>
          <a:prstGeom prst="rect">
            <a:avLst/>
          </a:prstGeom>
        </p:spPr>
        <p:txBody>
          <a:bodyPr vert="horz" wrap="square" lIns="0" tIns="12700" rIns="0" bIns="0" rtlCol="0">
            <a:spAutoFit/>
          </a:bodyPr>
          <a:lstStyle/>
          <a:p>
            <a:pPr marL="12700">
              <a:lnSpc>
                <a:spcPct val="100000"/>
              </a:lnSpc>
              <a:spcBef>
                <a:spcPts val="100"/>
              </a:spcBef>
            </a:pPr>
            <a:r>
              <a:rPr sz="1100" u="sng" spc="-5" dirty="0">
                <a:solidFill>
                  <a:srgbClr val="0563C1"/>
                </a:solidFill>
                <a:uFill>
                  <a:solidFill>
                    <a:srgbClr val="0563C1"/>
                  </a:solidFill>
                </a:uFill>
                <a:latin typeface="Calibri"/>
                <a:cs typeface="Calibri"/>
              </a:rPr>
              <a:t>https://</a:t>
            </a:r>
            <a:r>
              <a:rPr sz="1100" u="sng" spc="-5" dirty="0">
                <a:solidFill>
                  <a:srgbClr val="0563C1"/>
                </a:solidFill>
                <a:uFill>
                  <a:solidFill>
                    <a:srgbClr val="0563C1"/>
                  </a:solidFill>
                </a:uFill>
                <a:latin typeface="Calibri"/>
                <a:cs typeface="Calibri"/>
                <a:hlinkClick r:id="rId3"/>
              </a:rPr>
              <a:t>www.sampletemplates.com/business-templates/website-storyboard.html</a:t>
            </a:r>
            <a:endParaRPr sz="1100">
              <a:latin typeface="Calibri"/>
              <a:cs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a:extLst>
              <a:ext uri="{C183D7F6-B498-43B3-948B-1728B52AA6E4}">
                <adec:decorative xmlns:adec="http://schemas.microsoft.com/office/drawing/2017/decorative" val="1"/>
              </a:ext>
            </a:extLst>
          </p:cNvPr>
          <p:cNvSpPr/>
          <p:nvPr/>
        </p:nvSpPr>
        <p:spPr>
          <a:xfrm>
            <a:off x="0" y="9241"/>
            <a:ext cx="9144000" cy="2286000"/>
          </a:xfrm>
          <a:custGeom>
            <a:avLst/>
            <a:gdLst/>
            <a:ahLst/>
            <a:cxnLst/>
            <a:rect l="l" t="t" r="r" b="b"/>
            <a:pathLst>
              <a:path w="9144000" h="2286000">
                <a:moveTo>
                  <a:pt x="9144000" y="0"/>
                </a:moveTo>
                <a:lnTo>
                  <a:pt x="0" y="0"/>
                </a:lnTo>
                <a:lnTo>
                  <a:pt x="0" y="2133600"/>
                </a:lnTo>
                <a:lnTo>
                  <a:pt x="42143" y="2146300"/>
                </a:lnTo>
                <a:lnTo>
                  <a:pt x="51156" y="2159000"/>
                </a:lnTo>
                <a:lnTo>
                  <a:pt x="59185" y="2159000"/>
                </a:lnTo>
                <a:lnTo>
                  <a:pt x="66628" y="2171700"/>
                </a:lnTo>
                <a:lnTo>
                  <a:pt x="73884" y="2171700"/>
                </a:lnTo>
                <a:lnTo>
                  <a:pt x="92684" y="2184400"/>
                </a:lnTo>
                <a:lnTo>
                  <a:pt x="157904" y="2209800"/>
                </a:lnTo>
                <a:lnTo>
                  <a:pt x="211166" y="2235200"/>
                </a:lnTo>
                <a:lnTo>
                  <a:pt x="228908" y="2247900"/>
                </a:lnTo>
                <a:lnTo>
                  <a:pt x="288439" y="2273300"/>
                </a:lnTo>
                <a:lnTo>
                  <a:pt x="353500" y="2273300"/>
                </a:lnTo>
                <a:lnTo>
                  <a:pt x="377627" y="2286000"/>
                </a:lnTo>
                <a:lnTo>
                  <a:pt x="437663" y="2286000"/>
                </a:lnTo>
                <a:lnTo>
                  <a:pt x="478711" y="2273300"/>
                </a:lnTo>
                <a:lnTo>
                  <a:pt x="495720" y="2260600"/>
                </a:lnTo>
                <a:lnTo>
                  <a:pt x="527463" y="2260600"/>
                </a:lnTo>
                <a:lnTo>
                  <a:pt x="538213" y="2247900"/>
                </a:lnTo>
                <a:lnTo>
                  <a:pt x="818971" y="2247900"/>
                </a:lnTo>
                <a:lnTo>
                  <a:pt x="834334" y="2235200"/>
                </a:lnTo>
                <a:lnTo>
                  <a:pt x="1097201" y="2235200"/>
                </a:lnTo>
                <a:lnTo>
                  <a:pt x="1138769" y="2222500"/>
                </a:lnTo>
                <a:lnTo>
                  <a:pt x="1178813" y="2209800"/>
                </a:lnTo>
                <a:lnTo>
                  <a:pt x="1239615" y="2184400"/>
                </a:lnTo>
                <a:lnTo>
                  <a:pt x="1282776" y="2159000"/>
                </a:lnTo>
                <a:lnTo>
                  <a:pt x="1304149" y="2146300"/>
                </a:lnTo>
                <a:lnTo>
                  <a:pt x="1333060" y="2133600"/>
                </a:lnTo>
                <a:lnTo>
                  <a:pt x="1354899" y="2120900"/>
                </a:lnTo>
                <a:lnTo>
                  <a:pt x="1393560" y="2120900"/>
                </a:lnTo>
                <a:lnTo>
                  <a:pt x="1417011" y="2108200"/>
                </a:lnTo>
                <a:lnTo>
                  <a:pt x="1430753" y="2095500"/>
                </a:lnTo>
                <a:lnTo>
                  <a:pt x="1467882" y="2095500"/>
                </a:lnTo>
                <a:lnTo>
                  <a:pt x="1476010" y="2082800"/>
                </a:lnTo>
                <a:lnTo>
                  <a:pt x="1508851" y="2082800"/>
                </a:lnTo>
                <a:lnTo>
                  <a:pt x="1517710" y="2070100"/>
                </a:lnTo>
                <a:lnTo>
                  <a:pt x="1529704" y="2070100"/>
                </a:lnTo>
                <a:lnTo>
                  <a:pt x="1553886" y="2057400"/>
                </a:lnTo>
                <a:lnTo>
                  <a:pt x="1570534" y="2044700"/>
                </a:lnTo>
                <a:lnTo>
                  <a:pt x="1574411" y="2044700"/>
                </a:lnTo>
                <a:lnTo>
                  <a:pt x="1601430" y="2032000"/>
                </a:lnTo>
                <a:lnTo>
                  <a:pt x="1668998" y="2032000"/>
                </a:lnTo>
                <a:lnTo>
                  <a:pt x="1702188" y="2019300"/>
                </a:lnTo>
                <a:lnTo>
                  <a:pt x="1712645" y="2019300"/>
                </a:lnTo>
                <a:lnTo>
                  <a:pt x="1723770" y="2006600"/>
                </a:lnTo>
                <a:lnTo>
                  <a:pt x="2234336" y="2006600"/>
                </a:lnTo>
                <a:lnTo>
                  <a:pt x="2238282" y="1993900"/>
                </a:lnTo>
                <a:lnTo>
                  <a:pt x="2330175" y="1993900"/>
                </a:lnTo>
                <a:lnTo>
                  <a:pt x="2356145" y="1968500"/>
                </a:lnTo>
                <a:lnTo>
                  <a:pt x="2386202" y="1955800"/>
                </a:lnTo>
                <a:lnTo>
                  <a:pt x="2448233" y="1955800"/>
                </a:lnTo>
                <a:lnTo>
                  <a:pt x="2468603" y="1943100"/>
                </a:lnTo>
                <a:lnTo>
                  <a:pt x="2604356" y="1943100"/>
                </a:lnTo>
                <a:lnTo>
                  <a:pt x="2633933" y="1930400"/>
                </a:lnTo>
                <a:lnTo>
                  <a:pt x="2748879" y="1930400"/>
                </a:lnTo>
                <a:lnTo>
                  <a:pt x="2752042" y="1917700"/>
                </a:lnTo>
                <a:lnTo>
                  <a:pt x="2777621" y="1917700"/>
                </a:lnTo>
                <a:lnTo>
                  <a:pt x="2786183" y="1905000"/>
                </a:lnTo>
                <a:lnTo>
                  <a:pt x="2949663" y="1905000"/>
                </a:lnTo>
                <a:lnTo>
                  <a:pt x="2965798" y="1892300"/>
                </a:lnTo>
                <a:lnTo>
                  <a:pt x="3228841" y="1892300"/>
                </a:lnTo>
                <a:lnTo>
                  <a:pt x="3274030" y="1866900"/>
                </a:lnTo>
                <a:lnTo>
                  <a:pt x="3334912" y="1854200"/>
                </a:lnTo>
                <a:lnTo>
                  <a:pt x="3366146" y="1854200"/>
                </a:lnTo>
                <a:lnTo>
                  <a:pt x="3375439" y="1841500"/>
                </a:lnTo>
                <a:lnTo>
                  <a:pt x="3410301" y="1841500"/>
                </a:lnTo>
                <a:lnTo>
                  <a:pt x="3414479" y="1828800"/>
                </a:lnTo>
                <a:lnTo>
                  <a:pt x="4521822" y="1828800"/>
                </a:lnTo>
                <a:lnTo>
                  <a:pt x="4564796" y="1816100"/>
                </a:lnTo>
                <a:lnTo>
                  <a:pt x="4595441" y="1803400"/>
                </a:lnTo>
                <a:lnTo>
                  <a:pt x="4624403" y="1803400"/>
                </a:lnTo>
                <a:lnTo>
                  <a:pt x="4653158" y="1790700"/>
                </a:lnTo>
                <a:lnTo>
                  <a:pt x="4691553" y="1790700"/>
                </a:lnTo>
                <a:lnTo>
                  <a:pt x="4702304" y="1778000"/>
                </a:lnTo>
                <a:lnTo>
                  <a:pt x="4777381" y="1752600"/>
                </a:lnTo>
                <a:lnTo>
                  <a:pt x="5048087" y="1752600"/>
                </a:lnTo>
                <a:lnTo>
                  <a:pt x="5067932" y="1739900"/>
                </a:lnTo>
                <a:lnTo>
                  <a:pt x="5248116" y="1739900"/>
                </a:lnTo>
                <a:lnTo>
                  <a:pt x="5254327" y="1727200"/>
                </a:lnTo>
                <a:lnTo>
                  <a:pt x="5277836" y="1727200"/>
                </a:lnTo>
                <a:lnTo>
                  <a:pt x="5291095" y="1714500"/>
                </a:lnTo>
                <a:lnTo>
                  <a:pt x="5366308" y="1714500"/>
                </a:lnTo>
                <a:lnTo>
                  <a:pt x="5380394" y="1701800"/>
                </a:lnTo>
                <a:lnTo>
                  <a:pt x="5401528" y="1689100"/>
                </a:lnTo>
                <a:lnTo>
                  <a:pt x="5403410" y="1689100"/>
                </a:lnTo>
                <a:lnTo>
                  <a:pt x="5411777" y="1676400"/>
                </a:lnTo>
                <a:lnTo>
                  <a:pt x="5414163" y="1676400"/>
                </a:lnTo>
                <a:lnTo>
                  <a:pt x="5415892" y="1663700"/>
                </a:lnTo>
                <a:lnTo>
                  <a:pt x="5447201" y="1663700"/>
                </a:lnTo>
                <a:lnTo>
                  <a:pt x="5473772" y="1651000"/>
                </a:lnTo>
                <a:lnTo>
                  <a:pt x="5499543" y="1638300"/>
                </a:lnTo>
                <a:lnTo>
                  <a:pt x="5527677" y="1625600"/>
                </a:lnTo>
                <a:lnTo>
                  <a:pt x="5553759" y="1612900"/>
                </a:lnTo>
                <a:lnTo>
                  <a:pt x="5572753" y="1600200"/>
                </a:lnTo>
                <a:lnTo>
                  <a:pt x="5589196" y="1587500"/>
                </a:lnTo>
                <a:lnTo>
                  <a:pt x="5607624" y="1574800"/>
                </a:lnTo>
                <a:lnTo>
                  <a:pt x="5620804" y="1562100"/>
                </a:lnTo>
                <a:lnTo>
                  <a:pt x="5637894" y="1536700"/>
                </a:lnTo>
                <a:lnTo>
                  <a:pt x="5652249" y="1511300"/>
                </a:lnTo>
                <a:lnTo>
                  <a:pt x="5657226" y="1511300"/>
                </a:lnTo>
                <a:lnTo>
                  <a:pt x="5692176" y="1498600"/>
                </a:lnTo>
                <a:lnTo>
                  <a:pt x="5742874" y="1485900"/>
                </a:lnTo>
                <a:lnTo>
                  <a:pt x="5795651" y="1485900"/>
                </a:lnTo>
                <a:lnTo>
                  <a:pt x="5836837" y="1473200"/>
                </a:lnTo>
                <a:lnTo>
                  <a:pt x="5864295" y="1473200"/>
                </a:lnTo>
                <a:lnTo>
                  <a:pt x="5877340" y="1460500"/>
                </a:lnTo>
                <a:lnTo>
                  <a:pt x="5888091" y="1460500"/>
                </a:lnTo>
                <a:lnTo>
                  <a:pt x="5902011" y="1447800"/>
                </a:lnTo>
                <a:lnTo>
                  <a:pt x="5924026" y="1447800"/>
                </a:lnTo>
                <a:lnTo>
                  <a:pt x="5933926" y="1435100"/>
                </a:lnTo>
                <a:lnTo>
                  <a:pt x="5973611" y="1435100"/>
                </a:lnTo>
                <a:lnTo>
                  <a:pt x="5989782" y="1422400"/>
                </a:lnTo>
                <a:lnTo>
                  <a:pt x="6012658" y="1422400"/>
                </a:lnTo>
                <a:lnTo>
                  <a:pt x="6036032" y="1409700"/>
                </a:lnTo>
                <a:lnTo>
                  <a:pt x="6053696" y="1397000"/>
                </a:lnTo>
                <a:lnTo>
                  <a:pt x="6063123" y="1397000"/>
                </a:lnTo>
                <a:lnTo>
                  <a:pt x="6077310" y="1384300"/>
                </a:lnTo>
                <a:lnTo>
                  <a:pt x="6103339" y="1384300"/>
                </a:lnTo>
                <a:lnTo>
                  <a:pt x="6110869" y="1371600"/>
                </a:lnTo>
                <a:lnTo>
                  <a:pt x="6153212" y="1371600"/>
                </a:lnTo>
                <a:lnTo>
                  <a:pt x="6162931" y="1358900"/>
                </a:lnTo>
                <a:lnTo>
                  <a:pt x="6213770" y="1358900"/>
                </a:lnTo>
                <a:lnTo>
                  <a:pt x="6228989" y="1346200"/>
                </a:lnTo>
                <a:lnTo>
                  <a:pt x="6271529" y="1346200"/>
                </a:lnTo>
                <a:lnTo>
                  <a:pt x="6277681" y="1333500"/>
                </a:lnTo>
                <a:lnTo>
                  <a:pt x="6286329" y="1333500"/>
                </a:lnTo>
                <a:lnTo>
                  <a:pt x="6296746" y="1320800"/>
                </a:lnTo>
                <a:lnTo>
                  <a:pt x="6308204" y="1308100"/>
                </a:lnTo>
                <a:lnTo>
                  <a:pt x="6340249" y="1308100"/>
                </a:lnTo>
                <a:lnTo>
                  <a:pt x="6345233" y="1295400"/>
                </a:lnTo>
                <a:lnTo>
                  <a:pt x="6367092" y="1270000"/>
                </a:lnTo>
                <a:lnTo>
                  <a:pt x="6390969" y="1257300"/>
                </a:lnTo>
                <a:lnTo>
                  <a:pt x="6415557" y="1244600"/>
                </a:lnTo>
                <a:lnTo>
                  <a:pt x="6439547" y="1231900"/>
                </a:lnTo>
                <a:lnTo>
                  <a:pt x="6459348" y="1219200"/>
                </a:lnTo>
                <a:lnTo>
                  <a:pt x="6480846" y="1219200"/>
                </a:lnTo>
                <a:lnTo>
                  <a:pt x="6500454" y="1206500"/>
                </a:lnTo>
                <a:lnTo>
                  <a:pt x="6518670" y="1206500"/>
                </a:lnTo>
                <a:lnTo>
                  <a:pt x="6524353" y="1193800"/>
                </a:lnTo>
                <a:lnTo>
                  <a:pt x="6564256" y="1193800"/>
                </a:lnTo>
                <a:lnTo>
                  <a:pt x="6579742" y="1181100"/>
                </a:lnTo>
                <a:lnTo>
                  <a:pt x="6615710" y="1168400"/>
                </a:lnTo>
                <a:lnTo>
                  <a:pt x="6630799" y="1168400"/>
                </a:lnTo>
                <a:lnTo>
                  <a:pt x="6640198" y="1155700"/>
                </a:lnTo>
                <a:lnTo>
                  <a:pt x="6721369" y="1155700"/>
                </a:lnTo>
                <a:lnTo>
                  <a:pt x="6728551" y="1143000"/>
                </a:lnTo>
                <a:lnTo>
                  <a:pt x="6873682" y="1143000"/>
                </a:lnTo>
                <a:lnTo>
                  <a:pt x="6878927" y="1130300"/>
                </a:lnTo>
                <a:lnTo>
                  <a:pt x="6918982" y="1130300"/>
                </a:lnTo>
                <a:lnTo>
                  <a:pt x="6928670" y="1117600"/>
                </a:lnTo>
                <a:lnTo>
                  <a:pt x="6953956" y="1104900"/>
                </a:lnTo>
                <a:lnTo>
                  <a:pt x="6978830" y="1104900"/>
                </a:lnTo>
                <a:lnTo>
                  <a:pt x="6994958" y="1092200"/>
                </a:lnTo>
                <a:lnTo>
                  <a:pt x="7064188" y="1092200"/>
                </a:lnTo>
                <a:lnTo>
                  <a:pt x="7070242" y="1079500"/>
                </a:lnTo>
                <a:lnTo>
                  <a:pt x="7089870" y="1079500"/>
                </a:lnTo>
                <a:lnTo>
                  <a:pt x="7104260" y="1066800"/>
                </a:lnTo>
                <a:lnTo>
                  <a:pt x="7117425" y="1066800"/>
                </a:lnTo>
                <a:lnTo>
                  <a:pt x="7129193" y="1054100"/>
                </a:lnTo>
                <a:lnTo>
                  <a:pt x="7142737" y="1054100"/>
                </a:lnTo>
                <a:lnTo>
                  <a:pt x="7150318" y="1041400"/>
                </a:lnTo>
                <a:lnTo>
                  <a:pt x="7154603" y="1041400"/>
                </a:lnTo>
                <a:lnTo>
                  <a:pt x="7160108" y="1028700"/>
                </a:lnTo>
                <a:lnTo>
                  <a:pt x="7181334" y="1028700"/>
                </a:lnTo>
                <a:lnTo>
                  <a:pt x="7187137" y="1016000"/>
                </a:lnTo>
                <a:lnTo>
                  <a:pt x="7214353" y="1016000"/>
                </a:lnTo>
                <a:lnTo>
                  <a:pt x="7252628" y="990600"/>
                </a:lnTo>
                <a:lnTo>
                  <a:pt x="7284157" y="990600"/>
                </a:lnTo>
                <a:lnTo>
                  <a:pt x="7326480" y="952500"/>
                </a:lnTo>
                <a:lnTo>
                  <a:pt x="7382553" y="952500"/>
                </a:lnTo>
                <a:lnTo>
                  <a:pt x="7444842" y="914400"/>
                </a:lnTo>
                <a:lnTo>
                  <a:pt x="7464286" y="901700"/>
                </a:lnTo>
                <a:lnTo>
                  <a:pt x="7473468" y="889000"/>
                </a:lnTo>
                <a:lnTo>
                  <a:pt x="7500179" y="889000"/>
                </a:lnTo>
                <a:lnTo>
                  <a:pt x="7504564" y="876300"/>
                </a:lnTo>
                <a:lnTo>
                  <a:pt x="7565515" y="876300"/>
                </a:lnTo>
                <a:lnTo>
                  <a:pt x="7604167" y="863600"/>
                </a:lnTo>
                <a:lnTo>
                  <a:pt x="7633081" y="850900"/>
                </a:lnTo>
                <a:lnTo>
                  <a:pt x="9142224" y="850900"/>
                </a:lnTo>
                <a:lnTo>
                  <a:pt x="9144000" y="609600"/>
                </a:lnTo>
                <a:lnTo>
                  <a:pt x="9144000" y="0"/>
                </a:lnTo>
                <a:close/>
              </a:path>
              <a:path w="9144000" h="2286000">
                <a:moveTo>
                  <a:pt x="586701" y="2260600"/>
                </a:moveTo>
                <a:lnTo>
                  <a:pt x="558789" y="2260600"/>
                </a:lnTo>
                <a:lnTo>
                  <a:pt x="568397" y="2273300"/>
                </a:lnTo>
                <a:lnTo>
                  <a:pt x="582329" y="2273300"/>
                </a:lnTo>
                <a:lnTo>
                  <a:pt x="586701" y="2260600"/>
                </a:lnTo>
                <a:close/>
              </a:path>
              <a:path w="9144000" h="2286000">
                <a:moveTo>
                  <a:pt x="749432" y="2247900"/>
                </a:moveTo>
                <a:lnTo>
                  <a:pt x="538213" y="2247900"/>
                </a:lnTo>
                <a:lnTo>
                  <a:pt x="541956" y="2260600"/>
                </a:lnTo>
                <a:lnTo>
                  <a:pt x="742878" y="2260600"/>
                </a:lnTo>
                <a:lnTo>
                  <a:pt x="749432" y="2247900"/>
                </a:lnTo>
                <a:close/>
              </a:path>
              <a:path w="9144000" h="2286000">
                <a:moveTo>
                  <a:pt x="765569" y="2247900"/>
                </a:moveTo>
                <a:lnTo>
                  <a:pt x="749432" y="2247900"/>
                </a:lnTo>
                <a:lnTo>
                  <a:pt x="756212" y="2260600"/>
                </a:lnTo>
                <a:lnTo>
                  <a:pt x="763803" y="2260600"/>
                </a:lnTo>
                <a:lnTo>
                  <a:pt x="765569" y="2247900"/>
                </a:lnTo>
                <a:close/>
              </a:path>
              <a:path w="9144000" h="2286000">
                <a:moveTo>
                  <a:pt x="947743" y="2247900"/>
                </a:moveTo>
                <a:lnTo>
                  <a:pt x="923148" y="2247900"/>
                </a:lnTo>
                <a:lnTo>
                  <a:pt x="929905" y="2260600"/>
                </a:lnTo>
                <a:lnTo>
                  <a:pt x="947743" y="2247900"/>
                </a:lnTo>
                <a:close/>
              </a:path>
              <a:path w="9144000" h="2286000">
                <a:moveTo>
                  <a:pt x="1036167" y="2247900"/>
                </a:moveTo>
                <a:lnTo>
                  <a:pt x="959655" y="2247900"/>
                </a:lnTo>
                <a:lnTo>
                  <a:pt x="964188" y="2260600"/>
                </a:lnTo>
                <a:lnTo>
                  <a:pt x="1031780" y="2260600"/>
                </a:lnTo>
                <a:lnTo>
                  <a:pt x="1036167" y="2247900"/>
                </a:lnTo>
                <a:close/>
              </a:path>
              <a:path w="9144000" h="2286000">
                <a:moveTo>
                  <a:pt x="1097201" y="2235200"/>
                </a:moveTo>
                <a:lnTo>
                  <a:pt x="865288" y="2235200"/>
                </a:lnTo>
                <a:lnTo>
                  <a:pt x="865690" y="2247900"/>
                </a:lnTo>
                <a:lnTo>
                  <a:pt x="1045819" y="2247900"/>
                </a:lnTo>
                <a:lnTo>
                  <a:pt x="1058923" y="2260600"/>
                </a:lnTo>
                <a:lnTo>
                  <a:pt x="1097201" y="2235200"/>
                </a:lnTo>
                <a:close/>
              </a:path>
              <a:path w="9144000" h="2286000">
                <a:moveTo>
                  <a:pt x="861364" y="2235200"/>
                </a:moveTo>
                <a:lnTo>
                  <a:pt x="850452" y="2235200"/>
                </a:lnTo>
                <a:lnTo>
                  <a:pt x="853484" y="2247900"/>
                </a:lnTo>
                <a:lnTo>
                  <a:pt x="861364" y="2235200"/>
                </a:lnTo>
                <a:close/>
              </a:path>
              <a:path w="9144000" h="2286000">
                <a:moveTo>
                  <a:pt x="1997584" y="2006600"/>
                </a:moveTo>
                <a:lnTo>
                  <a:pt x="1728180" y="2006600"/>
                </a:lnTo>
                <a:lnTo>
                  <a:pt x="1737573" y="2019300"/>
                </a:lnTo>
                <a:lnTo>
                  <a:pt x="1744448" y="2032000"/>
                </a:lnTo>
                <a:lnTo>
                  <a:pt x="1752907" y="2032000"/>
                </a:lnTo>
                <a:lnTo>
                  <a:pt x="1767055" y="2019300"/>
                </a:lnTo>
                <a:lnTo>
                  <a:pt x="1982148" y="2019300"/>
                </a:lnTo>
                <a:lnTo>
                  <a:pt x="1997584" y="2006600"/>
                </a:lnTo>
                <a:close/>
              </a:path>
              <a:path w="9144000" h="2286000">
                <a:moveTo>
                  <a:pt x="1844053" y="2019300"/>
                </a:moveTo>
                <a:lnTo>
                  <a:pt x="1787703" y="2019300"/>
                </a:lnTo>
                <a:lnTo>
                  <a:pt x="1805834" y="2032000"/>
                </a:lnTo>
                <a:lnTo>
                  <a:pt x="1823825" y="2032000"/>
                </a:lnTo>
                <a:lnTo>
                  <a:pt x="1844053" y="2019300"/>
                </a:lnTo>
                <a:close/>
              </a:path>
              <a:path w="9144000" h="2286000">
                <a:moveTo>
                  <a:pt x="2220866" y="2006600"/>
                </a:moveTo>
                <a:lnTo>
                  <a:pt x="2106948" y="2006600"/>
                </a:lnTo>
                <a:lnTo>
                  <a:pt x="2117999" y="2019300"/>
                </a:lnTo>
                <a:lnTo>
                  <a:pt x="2137119" y="2019300"/>
                </a:lnTo>
                <a:lnTo>
                  <a:pt x="2135047" y="2032000"/>
                </a:lnTo>
                <a:lnTo>
                  <a:pt x="2143462" y="2032000"/>
                </a:lnTo>
                <a:lnTo>
                  <a:pt x="2194289" y="2019300"/>
                </a:lnTo>
                <a:lnTo>
                  <a:pt x="2220866" y="2006600"/>
                </a:lnTo>
                <a:close/>
              </a:path>
              <a:path w="9144000" h="2286000">
                <a:moveTo>
                  <a:pt x="2069768" y="2006600"/>
                </a:moveTo>
                <a:lnTo>
                  <a:pt x="1997584" y="2006600"/>
                </a:lnTo>
                <a:lnTo>
                  <a:pt x="2022179" y="2019300"/>
                </a:lnTo>
                <a:lnTo>
                  <a:pt x="2062286" y="2019300"/>
                </a:lnTo>
                <a:lnTo>
                  <a:pt x="2069768" y="2006600"/>
                </a:lnTo>
                <a:close/>
              </a:path>
              <a:path w="9144000" h="2286000">
                <a:moveTo>
                  <a:pt x="2727383" y="1930400"/>
                </a:moveTo>
                <a:lnTo>
                  <a:pt x="2664004" y="1930400"/>
                </a:lnTo>
                <a:lnTo>
                  <a:pt x="2683446" y="1943100"/>
                </a:lnTo>
                <a:lnTo>
                  <a:pt x="2705073" y="1943100"/>
                </a:lnTo>
                <a:lnTo>
                  <a:pt x="2727383" y="1930400"/>
                </a:lnTo>
                <a:close/>
              </a:path>
              <a:path w="9144000" h="2286000">
                <a:moveTo>
                  <a:pt x="3862437" y="1917700"/>
                </a:moveTo>
                <a:lnTo>
                  <a:pt x="3790057" y="1917700"/>
                </a:lnTo>
                <a:lnTo>
                  <a:pt x="3820770" y="1930400"/>
                </a:lnTo>
                <a:lnTo>
                  <a:pt x="3825238" y="1930400"/>
                </a:lnTo>
                <a:lnTo>
                  <a:pt x="3862437" y="1917700"/>
                </a:lnTo>
                <a:close/>
              </a:path>
              <a:path w="9144000" h="2286000">
                <a:moveTo>
                  <a:pt x="3887216" y="1917700"/>
                </a:moveTo>
                <a:lnTo>
                  <a:pt x="3865723" y="1917700"/>
                </a:lnTo>
                <a:lnTo>
                  <a:pt x="3877129" y="1930400"/>
                </a:lnTo>
                <a:lnTo>
                  <a:pt x="3887216" y="1917700"/>
                </a:lnTo>
                <a:close/>
              </a:path>
              <a:path w="9144000" h="2286000">
                <a:moveTo>
                  <a:pt x="2937639" y="1905000"/>
                </a:moveTo>
                <a:lnTo>
                  <a:pt x="2795555" y="1905000"/>
                </a:lnTo>
                <a:lnTo>
                  <a:pt x="2802436" y="1917700"/>
                </a:lnTo>
                <a:lnTo>
                  <a:pt x="2914389" y="1917700"/>
                </a:lnTo>
                <a:lnTo>
                  <a:pt x="2937639" y="1905000"/>
                </a:lnTo>
                <a:close/>
              </a:path>
              <a:path w="9144000" h="2286000">
                <a:moveTo>
                  <a:pt x="4079523" y="1892300"/>
                </a:moveTo>
                <a:lnTo>
                  <a:pt x="3722581" y="1892300"/>
                </a:lnTo>
                <a:lnTo>
                  <a:pt x="3744532" y="1917700"/>
                </a:lnTo>
                <a:lnTo>
                  <a:pt x="4002077" y="1917700"/>
                </a:lnTo>
                <a:lnTo>
                  <a:pt x="4012519" y="1905000"/>
                </a:lnTo>
                <a:lnTo>
                  <a:pt x="4065882" y="1905000"/>
                </a:lnTo>
                <a:lnTo>
                  <a:pt x="4079523" y="1892300"/>
                </a:lnTo>
                <a:close/>
              </a:path>
              <a:path w="9144000" h="2286000">
                <a:moveTo>
                  <a:pt x="3006679" y="1892300"/>
                </a:moveTo>
                <a:lnTo>
                  <a:pt x="2981168" y="1892300"/>
                </a:lnTo>
                <a:lnTo>
                  <a:pt x="2990893" y="1905000"/>
                </a:lnTo>
                <a:lnTo>
                  <a:pt x="2998292" y="1905000"/>
                </a:lnTo>
                <a:lnTo>
                  <a:pt x="3006679" y="1892300"/>
                </a:lnTo>
                <a:close/>
              </a:path>
              <a:path w="9144000" h="2286000">
                <a:moveTo>
                  <a:pt x="3203761" y="1892300"/>
                </a:moveTo>
                <a:lnTo>
                  <a:pt x="3006679" y="1892300"/>
                </a:lnTo>
                <a:lnTo>
                  <a:pt x="3010482" y="1905000"/>
                </a:lnTo>
                <a:lnTo>
                  <a:pt x="3167938" y="1905000"/>
                </a:lnTo>
                <a:lnTo>
                  <a:pt x="3203761" y="1892300"/>
                </a:lnTo>
                <a:close/>
              </a:path>
              <a:path w="9144000" h="2286000">
                <a:moveTo>
                  <a:pt x="4253762" y="1879600"/>
                </a:moveTo>
                <a:lnTo>
                  <a:pt x="3670374" y="1879600"/>
                </a:lnTo>
                <a:lnTo>
                  <a:pt x="3677323" y="1892300"/>
                </a:lnTo>
                <a:lnTo>
                  <a:pt x="4114511" y="1892300"/>
                </a:lnTo>
                <a:lnTo>
                  <a:pt x="4118225" y="1905000"/>
                </a:lnTo>
                <a:lnTo>
                  <a:pt x="4128578" y="1905000"/>
                </a:lnTo>
                <a:lnTo>
                  <a:pt x="4222375" y="1892300"/>
                </a:lnTo>
                <a:lnTo>
                  <a:pt x="4253762" y="1879600"/>
                </a:lnTo>
                <a:close/>
              </a:path>
              <a:path w="9144000" h="2286000">
                <a:moveTo>
                  <a:pt x="4329648" y="1866900"/>
                </a:moveTo>
                <a:lnTo>
                  <a:pt x="3642314" y="1866900"/>
                </a:lnTo>
                <a:lnTo>
                  <a:pt x="3651547" y="1879600"/>
                </a:lnTo>
                <a:lnTo>
                  <a:pt x="4302466" y="1879600"/>
                </a:lnTo>
                <a:lnTo>
                  <a:pt x="4329648" y="1866900"/>
                </a:lnTo>
                <a:close/>
              </a:path>
              <a:path w="9144000" h="2286000">
                <a:moveTo>
                  <a:pt x="3366146" y="1854200"/>
                </a:moveTo>
                <a:lnTo>
                  <a:pt x="3334912" y="1854200"/>
                </a:lnTo>
                <a:lnTo>
                  <a:pt x="3334096" y="1866900"/>
                </a:lnTo>
                <a:lnTo>
                  <a:pt x="3366146" y="1854200"/>
                </a:lnTo>
                <a:close/>
              </a:path>
              <a:path w="9144000" h="2286000">
                <a:moveTo>
                  <a:pt x="4521822" y="1828800"/>
                </a:moveTo>
                <a:lnTo>
                  <a:pt x="3449194" y="1828800"/>
                </a:lnTo>
                <a:lnTo>
                  <a:pt x="3453817" y="1841500"/>
                </a:lnTo>
                <a:lnTo>
                  <a:pt x="3474325" y="1841500"/>
                </a:lnTo>
                <a:lnTo>
                  <a:pt x="3475686" y="1854200"/>
                </a:lnTo>
                <a:lnTo>
                  <a:pt x="3495326" y="1854200"/>
                </a:lnTo>
                <a:lnTo>
                  <a:pt x="3508251" y="1866900"/>
                </a:lnTo>
                <a:lnTo>
                  <a:pt x="4400571" y="1866900"/>
                </a:lnTo>
                <a:lnTo>
                  <a:pt x="4426674" y="1854200"/>
                </a:lnTo>
                <a:lnTo>
                  <a:pt x="4471436" y="1841500"/>
                </a:lnTo>
                <a:lnTo>
                  <a:pt x="4521822" y="1828800"/>
                </a:lnTo>
                <a:close/>
              </a:path>
              <a:path w="9144000" h="2286000">
                <a:moveTo>
                  <a:pt x="3449194" y="1828800"/>
                </a:moveTo>
                <a:lnTo>
                  <a:pt x="3414479" y="1828800"/>
                </a:lnTo>
                <a:lnTo>
                  <a:pt x="3426015" y="1841500"/>
                </a:lnTo>
                <a:lnTo>
                  <a:pt x="3439418" y="1841500"/>
                </a:lnTo>
                <a:lnTo>
                  <a:pt x="3449194" y="1828800"/>
                </a:lnTo>
                <a:close/>
              </a:path>
              <a:path w="9144000" h="2286000">
                <a:moveTo>
                  <a:pt x="4851823" y="1765300"/>
                </a:moveTo>
                <a:lnTo>
                  <a:pt x="4834368" y="1765300"/>
                </a:lnTo>
                <a:lnTo>
                  <a:pt x="4844994" y="1778000"/>
                </a:lnTo>
                <a:lnTo>
                  <a:pt x="4851823" y="1765300"/>
                </a:lnTo>
                <a:close/>
              </a:path>
              <a:path w="9144000" h="2286000">
                <a:moveTo>
                  <a:pt x="4803428" y="1752600"/>
                </a:moveTo>
                <a:lnTo>
                  <a:pt x="4787003" y="1752600"/>
                </a:lnTo>
                <a:lnTo>
                  <a:pt x="4787050" y="1765300"/>
                </a:lnTo>
                <a:lnTo>
                  <a:pt x="4795439" y="1765300"/>
                </a:lnTo>
                <a:lnTo>
                  <a:pt x="4803428" y="1752600"/>
                </a:lnTo>
                <a:close/>
              </a:path>
              <a:path w="9144000" h="2286000">
                <a:moveTo>
                  <a:pt x="4889889" y="1752600"/>
                </a:moveTo>
                <a:lnTo>
                  <a:pt x="4803428" y="1752600"/>
                </a:lnTo>
                <a:lnTo>
                  <a:pt x="4808462" y="1765300"/>
                </a:lnTo>
                <a:lnTo>
                  <a:pt x="4885710" y="1765300"/>
                </a:lnTo>
                <a:lnTo>
                  <a:pt x="4889889" y="1752600"/>
                </a:lnTo>
                <a:close/>
              </a:path>
              <a:path w="9144000" h="2286000">
                <a:moveTo>
                  <a:pt x="4943458" y="1752600"/>
                </a:moveTo>
                <a:lnTo>
                  <a:pt x="4905691" y="1752600"/>
                </a:lnTo>
                <a:lnTo>
                  <a:pt x="4908137" y="1765300"/>
                </a:lnTo>
                <a:lnTo>
                  <a:pt x="4932829" y="1765300"/>
                </a:lnTo>
                <a:lnTo>
                  <a:pt x="4943458" y="1752600"/>
                </a:lnTo>
                <a:close/>
              </a:path>
              <a:path w="9144000" h="2286000">
                <a:moveTo>
                  <a:pt x="5322924" y="1714500"/>
                </a:moveTo>
                <a:lnTo>
                  <a:pt x="5303370" y="1714500"/>
                </a:lnTo>
                <a:lnTo>
                  <a:pt x="5312117" y="1727200"/>
                </a:lnTo>
                <a:lnTo>
                  <a:pt x="5318631" y="1727200"/>
                </a:lnTo>
                <a:lnTo>
                  <a:pt x="5322924" y="1714500"/>
                </a:lnTo>
                <a:close/>
              </a:path>
              <a:path w="9144000" h="2286000">
                <a:moveTo>
                  <a:pt x="5346241" y="1714500"/>
                </a:moveTo>
                <a:lnTo>
                  <a:pt x="5325934" y="1714500"/>
                </a:lnTo>
                <a:lnTo>
                  <a:pt x="5328602" y="1727200"/>
                </a:lnTo>
                <a:lnTo>
                  <a:pt x="5336516" y="1727200"/>
                </a:lnTo>
                <a:lnTo>
                  <a:pt x="5346241" y="1714500"/>
                </a:lnTo>
                <a:close/>
              </a:path>
              <a:path w="9144000" h="2286000">
                <a:moveTo>
                  <a:pt x="5860300" y="1473200"/>
                </a:moveTo>
                <a:lnTo>
                  <a:pt x="5836837" y="1473200"/>
                </a:lnTo>
                <a:lnTo>
                  <a:pt x="5854699" y="1485900"/>
                </a:lnTo>
                <a:lnTo>
                  <a:pt x="5860300" y="1473200"/>
                </a:lnTo>
                <a:close/>
              </a:path>
              <a:path w="9144000" h="2286000">
                <a:moveTo>
                  <a:pt x="5967853" y="1435100"/>
                </a:moveTo>
                <a:lnTo>
                  <a:pt x="5933926" y="1435100"/>
                </a:lnTo>
                <a:lnTo>
                  <a:pt x="5939341" y="1447800"/>
                </a:lnTo>
                <a:lnTo>
                  <a:pt x="5962001" y="1447800"/>
                </a:lnTo>
                <a:lnTo>
                  <a:pt x="5967853" y="1435100"/>
                </a:lnTo>
                <a:close/>
              </a:path>
              <a:path w="9144000" h="2286000">
                <a:moveTo>
                  <a:pt x="6784397" y="1143000"/>
                </a:moveTo>
                <a:lnTo>
                  <a:pt x="6728551" y="1143000"/>
                </a:lnTo>
                <a:lnTo>
                  <a:pt x="6761775" y="1155700"/>
                </a:lnTo>
                <a:lnTo>
                  <a:pt x="6784397" y="1143000"/>
                </a:lnTo>
                <a:close/>
              </a:path>
              <a:path w="9144000" h="2286000">
                <a:moveTo>
                  <a:pt x="6852772" y="1143000"/>
                </a:moveTo>
                <a:lnTo>
                  <a:pt x="6793545" y="1143000"/>
                </a:lnTo>
                <a:lnTo>
                  <a:pt x="6809558" y="1155700"/>
                </a:lnTo>
                <a:lnTo>
                  <a:pt x="6852772" y="1143000"/>
                </a:lnTo>
                <a:close/>
              </a:path>
              <a:path w="9144000" h="2286000">
                <a:moveTo>
                  <a:pt x="6978830" y="1104900"/>
                </a:moveTo>
                <a:lnTo>
                  <a:pt x="6961825" y="1104900"/>
                </a:lnTo>
                <a:lnTo>
                  <a:pt x="6966938" y="1117600"/>
                </a:lnTo>
                <a:lnTo>
                  <a:pt x="6972501" y="1117600"/>
                </a:lnTo>
                <a:lnTo>
                  <a:pt x="6978830" y="1104900"/>
                </a:lnTo>
                <a:close/>
              </a:path>
              <a:path w="9144000" h="2286000">
                <a:moveTo>
                  <a:pt x="7047829" y="1092200"/>
                </a:moveTo>
                <a:lnTo>
                  <a:pt x="6994958" y="1092200"/>
                </a:lnTo>
                <a:lnTo>
                  <a:pt x="7002518" y="1104900"/>
                </a:lnTo>
                <a:lnTo>
                  <a:pt x="7015483" y="1104900"/>
                </a:lnTo>
                <a:lnTo>
                  <a:pt x="7047829" y="1092200"/>
                </a:lnTo>
                <a:close/>
              </a:path>
              <a:path w="9144000" h="2286000">
                <a:moveTo>
                  <a:pt x="7167517" y="1028700"/>
                </a:moveTo>
                <a:lnTo>
                  <a:pt x="7160108" y="1028700"/>
                </a:lnTo>
                <a:lnTo>
                  <a:pt x="7157843" y="1041400"/>
                </a:lnTo>
                <a:lnTo>
                  <a:pt x="7162228" y="1041400"/>
                </a:lnTo>
                <a:lnTo>
                  <a:pt x="7167517" y="1028700"/>
                </a:lnTo>
                <a:close/>
              </a:path>
              <a:path w="9144000" h="2286000">
                <a:moveTo>
                  <a:pt x="7332115" y="952500"/>
                </a:moveTo>
                <a:lnTo>
                  <a:pt x="7326480" y="952500"/>
                </a:lnTo>
                <a:lnTo>
                  <a:pt x="7330166" y="965200"/>
                </a:lnTo>
                <a:lnTo>
                  <a:pt x="7332115" y="952500"/>
                </a:lnTo>
                <a:close/>
              </a:path>
              <a:path w="9144000" h="2286000">
                <a:moveTo>
                  <a:pt x="7382553" y="952500"/>
                </a:moveTo>
                <a:lnTo>
                  <a:pt x="7339239" y="952500"/>
                </a:lnTo>
                <a:lnTo>
                  <a:pt x="7351354" y="965200"/>
                </a:lnTo>
                <a:lnTo>
                  <a:pt x="7373148" y="965200"/>
                </a:lnTo>
                <a:lnTo>
                  <a:pt x="7382553" y="952500"/>
                </a:lnTo>
                <a:close/>
              </a:path>
              <a:path w="9144000" h="2286000">
                <a:moveTo>
                  <a:pt x="9142224" y="850900"/>
                </a:moveTo>
                <a:lnTo>
                  <a:pt x="8428253" y="850900"/>
                </a:lnTo>
                <a:lnTo>
                  <a:pt x="8467388" y="863600"/>
                </a:lnTo>
                <a:lnTo>
                  <a:pt x="8925236" y="863600"/>
                </a:lnTo>
                <a:lnTo>
                  <a:pt x="8950358" y="876300"/>
                </a:lnTo>
                <a:lnTo>
                  <a:pt x="9024788" y="876300"/>
                </a:lnTo>
                <a:lnTo>
                  <a:pt x="9042417" y="889000"/>
                </a:lnTo>
                <a:lnTo>
                  <a:pt x="9059054" y="901700"/>
                </a:lnTo>
                <a:lnTo>
                  <a:pt x="9100854" y="901700"/>
                </a:lnTo>
                <a:lnTo>
                  <a:pt x="9122853" y="914400"/>
                </a:lnTo>
                <a:lnTo>
                  <a:pt x="9128135" y="914400"/>
                </a:lnTo>
                <a:lnTo>
                  <a:pt x="9141943" y="889000"/>
                </a:lnTo>
                <a:lnTo>
                  <a:pt x="9142224" y="850900"/>
                </a:lnTo>
                <a:close/>
              </a:path>
              <a:path w="9144000" h="2286000">
                <a:moveTo>
                  <a:pt x="8897359" y="876300"/>
                </a:moveTo>
                <a:lnTo>
                  <a:pt x="8744442" y="876300"/>
                </a:lnTo>
                <a:lnTo>
                  <a:pt x="8765344" y="901700"/>
                </a:lnTo>
                <a:lnTo>
                  <a:pt x="8877048" y="901700"/>
                </a:lnTo>
                <a:lnTo>
                  <a:pt x="8897359" y="876300"/>
                </a:lnTo>
                <a:close/>
              </a:path>
              <a:path w="9144000" h="2286000">
                <a:moveTo>
                  <a:pt x="8276660" y="850900"/>
                </a:moveTo>
                <a:lnTo>
                  <a:pt x="7851192" y="850900"/>
                </a:lnTo>
                <a:lnTo>
                  <a:pt x="7903520" y="863600"/>
                </a:lnTo>
                <a:lnTo>
                  <a:pt x="7962094" y="876300"/>
                </a:lnTo>
                <a:lnTo>
                  <a:pt x="8017742" y="889000"/>
                </a:lnTo>
                <a:lnTo>
                  <a:pt x="8061294" y="889000"/>
                </a:lnTo>
                <a:lnTo>
                  <a:pt x="8071364" y="876300"/>
                </a:lnTo>
                <a:lnTo>
                  <a:pt x="8105310" y="876300"/>
                </a:lnTo>
                <a:lnTo>
                  <a:pt x="8110764" y="863600"/>
                </a:lnTo>
                <a:lnTo>
                  <a:pt x="8236859" y="863600"/>
                </a:lnTo>
                <a:lnTo>
                  <a:pt x="8276660" y="850900"/>
                </a:lnTo>
                <a:close/>
              </a:path>
              <a:path w="9144000" h="2286000">
                <a:moveTo>
                  <a:pt x="8925236" y="863600"/>
                </a:moveTo>
                <a:lnTo>
                  <a:pt x="8499556" y="863600"/>
                </a:lnTo>
                <a:lnTo>
                  <a:pt x="8525913" y="876300"/>
                </a:lnTo>
                <a:lnTo>
                  <a:pt x="8570697" y="889000"/>
                </a:lnTo>
                <a:lnTo>
                  <a:pt x="8607001" y="889000"/>
                </a:lnTo>
                <a:lnTo>
                  <a:pt x="8640618" y="876300"/>
                </a:lnTo>
                <a:lnTo>
                  <a:pt x="8897359" y="876300"/>
                </a:lnTo>
                <a:lnTo>
                  <a:pt x="8925236" y="863600"/>
                </a:lnTo>
                <a:close/>
              </a:path>
              <a:path w="9144000" h="2286000">
                <a:moveTo>
                  <a:pt x="8744442" y="876300"/>
                </a:moveTo>
                <a:lnTo>
                  <a:pt x="8693755" y="876300"/>
                </a:lnTo>
                <a:lnTo>
                  <a:pt x="8708271" y="889000"/>
                </a:lnTo>
                <a:lnTo>
                  <a:pt x="8724098" y="889000"/>
                </a:lnTo>
                <a:lnTo>
                  <a:pt x="8744442" y="876300"/>
                </a:lnTo>
                <a:close/>
              </a:path>
              <a:path w="9144000" h="2286000">
                <a:moveTo>
                  <a:pt x="8196407" y="863600"/>
                </a:moveTo>
                <a:lnTo>
                  <a:pt x="8160127" y="863600"/>
                </a:lnTo>
                <a:lnTo>
                  <a:pt x="8169949" y="876300"/>
                </a:lnTo>
                <a:lnTo>
                  <a:pt x="8196407" y="863600"/>
                </a:lnTo>
                <a:close/>
              </a:path>
              <a:path w="9144000" h="2286000">
                <a:moveTo>
                  <a:pt x="7828558" y="850900"/>
                </a:moveTo>
                <a:lnTo>
                  <a:pt x="7659801" y="850900"/>
                </a:lnTo>
                <a:lnTo>
                  <a:pt x="7678637" y="863600"/>
                </a:lnTo>
                <a:lnTo>
                  <a:pt x="7795346" y="863600"/>
                </a:lnTo>
                <a:lnTo>
                  <a:pt x="7828558" y="850900"/>
                </a:lnTo>
                <a:close/>
              </a:path>
              <a:path w="9144000" h="2286000">
                <a:moveTo>
                  <a:pt x="8428253" y="850900"/>
                </a:moveTo>
                <a:lnTo>
                  <a:pt x="8276660" y="850900"/>
                </a:lnTo>
                <a:lnTo>
                  <a:pt x="8301164" y="863600"/>
                </a:lnTo>
                <a:lnTo>
                  <a:pt x="8380996" y="863600"/>
                </a:lnTo>
                <a:lnTo>
                  <a:pt x="8428253" y="850900"/>
                </a:lnTo>
                <a:close/>
              </a:path>
            </a:pathLst>
          </a:custGeom>
          <a:solidFill>
            <a:srgbClr val="82766A">
              <a:alpha val="14898"/>
            </a:srgbClr>
          </a:solidFill>
        </p:spPr>
        <p:txBody>
          <a:bodyPr wrap="square" lIns="0" tIns="0" rIns="0" bIns="0" rtlCol="0"/>
          <a:lstStyle/>
          <a:p>
            <a:endParaRPr/>
          </a:p>
        </p:txBody>
      </p:sp>
      <p:sp>
        <p:nvSpPr>
          <p:cNvPr id="3" name="object 3"/>
          <p:cNvSpPr txBox="1">
            <a:spLocks noGrp="1"/>
          </p:cNvSpPr>
          <p:nvPr>
            <p:ph type="title"/>
          </p:nvPr>
        </p:nvSpPr>
        <p:spPr>
          <a:xfrm>
            <a:off x="931516" y="726947"/>
            <a:ext cx="3416300" cy="695960"/>
          </a:xfrm>
          <a:prstGeom prst="rect">
            <a:avLst/>
          </a:prstGeom>
        </p:spPr>
        <p:txBody>
          <a:bodyPr vert="horz" wrap="square" lIns="0" tIns="12700" rIns="0" bIns="0" rtlCol="0">
            <a:spAutoFit/>
          </a:bodyPr>
          <a:lstStyle/>
          <a:p>
            <a:pPr marL="12700">
              <a:lnSpc>
                <a:spcPct val="100000"/>
              </a:lnSpc>
              <a:spcBef>
                <a:spcPts val="100"/>
              </a:spcBef>
            </a:pPr>
            <a:r>
              <a:rPr sz="4400" spc="-20" dirty="0">
                <a:solidFill>
                  <a:srgbClr val="262626"/>
                </a:solidFill>
              </a:rPr>
              <a:t>Content</a:t>
            </a:r>
            <a:r>
              <a:rPr sz="4400" spc="-70" dirty="0">
                <a:solidFill>
                  <a:srgbClr val="262626"/>
                </a:solidFill>
              </a:rPr>
              <a:t> </a:t>
            </a:r>
            <a:r>
              <a:rPr sz="4400" spc="-10" dirty="0">
                <a:solidFill>
                  <a:srgbClr val="262626"/>
                </a:solidFill>
              </a:rPr>
              <a:t>Matrix</a:t>
            </a:r>
            <a:endParaRPr sz="4400"/>
          </a:p>
        </p:txBody>
      </p:sp>
      <p:sp>
        <p:nvSpPr>
          <p:cNvPr id="4" name="object 4"/>
          <p:cNvSpPr txBox="1"/>
          <p:nvPr/>
        </p:nvSpPr>
        <p:spPr>
          <a:xfrm>
            <a:off x="533400" y="2405887"/>
            <a:ext cx="8305800" cy="3783087"/>
          </a:xfrm>
          <a:prstGeom prst="rect">
            <a:avLst/>
          </a:prstGeom>
        </p:spPr>
        <p:txBody>
          <a:bodyPr vert="horz" wrap="square" lIns="0" tIns="63500" rIns="0" bIns="0" rtlCol="0">
            <a:spAutoFit/>
          </a:bodyPr>
          <a:lstStyle/>
          <a:p>
            <a:pPr marL="469900" marR="5080" indent="-457200">
              <a:lnSpc>
                <a:spcPts val="3000"/>
              </a:lnSpc>
              <a:spcBef>
                <a:spcPts val="500"/>
              </a:spcBef>
              <a:buFont typeface="Arial" panose="020B0604020202020204" pitchFamily="34" charset="0"/>
              <a:buChar char="•"/>
              <a:tabLst>
                <a:tab pos="241300" algn="l"/>
              </a:tabLst>
            </a:pPr>
            <a:r>
              <a:rPr sz="2800" dirty="0">
                <a:solidFill>
                  <a:srgbClr val="262626"/>
                </a:solidFill>
                <a:latin typeface="Calibri"/>
                <a:cs typeface="Calibri"/>
              </a:rPr>
              <a:t>A </a:t>
            </a:r>
            <a:r>
              <a:rPr sz="2800" spc="-20" dirty="0">
                <a:solidFill>
                  <a:srgbClr val="262626"/>
                </a:solidFill>
                <a:latin typeface="Calibri"/>
                <a:cs typeface="Calibri"/>
              </a:rPr>
              <a:t>content</a:t>
            </a:r>
            <a:r>
              <a:rPr sz="2800" spc="-5" dirty="0">
                <a:solidFill>
                  <a:srgbClr val="262626"/>
                </a:solidFill>
                <a:latin typeface="Calibri"/>
                <a:cs typeface="Calibri"/>
              </a:rPr>
              <a:t> </a:t>
            </a:r>
            <a:r>
              <a:rPr sz="2800" spc="-10" dirty="0">
                <a:solidFill>
                  <a:srgbClr val="262626"/>
                </a:solidFill>
                <a:latin typeface="Calibri"/>
                <a:cs typeface="Calibri"/>
              </a:rPr>
              <a:t>matrix</a:t>
            </a:r>
            <a:r>
              <a:rPr sz="2800" spc="-5" dirty="0">
                <a:solidFill>
                  <a:srgbClr val="262626"/>
                </a:solidFill>
                <a:latin typeface="Calibri"/>
                <a:cs typeface="Calibri"/>
              </a:rPr>
              <a:t> </a:t>
            </a:r>
            <a:r>
              <a:rPr sz="2800" b="1" i="1" spc="-10" dirty="0">
                <a:solidFill>
                  <a:srgbClr val="262626"/>
                </a:solidFill>
                <a:latin typeface="Calibri"/>
                <a:cs typeface="Calibri"/>
              </a:rPr>
              <a:t>lists </a:t>
            </a:r>
            <a:r>
              <a:rPr sz="2800" b="1" i="1" spc="-5" dirty="0">
                <a:solidFill>
                  <a:srgbClr val="262626"/>
                </a:solidFill>
                <a:latin typeface="Calibri"/>
                <a:cs typeface="Calibri"/>
              </a:rPr>
              <a:t>each page </a:t>
            </a:r>
            <a:r>
              <a:rPr sz="2800" b="1" i="1" dirty="0">
                <a:solidFill>
                  <a:srgbClr val="262626"/>
                </a:solidFill>
                <a:latin typeface="Calibri"/>
                <a:cs typeface="Calibri"/>
              </a:rPr>
              <a:t>in </a:t>
            </a:r>
            <a:r>
              <a:rPr sz="2800" b="1" i="1" spc="-5" dirty="0">
                <a:solidFill>
                  <a:srgbClr val="262626"/>
                </a:solidFill>
                <a:latin typeface="Calibri"/>
                <a:cs typeface="Calibri"/>
              </a:rPr>
              <a:t>the </a:t>
            </a:r>
            <a:r>
              <a:rPr sz="2800" b="1" i="1" spc="-620" dirty="0">
                <a:solidFill>
                  <a:srgbClr val="262626"/>
                </a:solidFill>
                <a:latin typeface="Calibri"/>
                <a:cs typeface="Calibri"/>
              </a:rPr>
              <a:t> </a:t>
            </a:r>
            <a:r>
              <a:rPr sz="2800" b="1" i="1" spc="-20" dirty="0">
                <a:solidFill>
                  <a:srgbClr val="262626"/>
                </a:solidFill>
                <a:latin typeface="Calibri"/>
                <a:cs typeface="Calibri"/>
              </a:rPr>
              <a:t>system</a:t>
            </a:r>
            <a:r>
              <a:rPr sz="2800" b="1" i="1" spc="-10" dirty="0">
                <a:solidFill>
                  <a:srgbClr val="262626"/>
                </a:solidFill>
                <a:latin typeface="Calibri"/>
                <a:cs typeface="Calibri"/>
              </a:rPr>
              <a:t> </a:t>
            </a:r>
            <a:r>
              <a:rPr sz="2800" b="1" i="1" spc="-5" dirty="0">
                <a:solidFill>
                  <a:srgbClr val="262626"/>
                </a:solidFill>
                <a:latin typeface="Calibri"/>
                <a:cs typeface="Calibri"/>
              </a:rPr>
              <a:t>and identifies </a:t>
            </a:r>
            <a:r>
              <a:rPr sz="2800" b="1" i="1" dirty="0">
                <a:solidFill>
                  <a:srgbClr val="262626"/>
                </a:solidFill>
                <a:latin typeface="Calibri"/>
                <a:cs typeface="Calibri"/>
              </a:rPr>
              <a:t>the</a:t>
            </a:r>
            <a:r>
              <a:rPr sz="2800" b="1" i="1" spc="-10" dirty="0">
                <a:solidFill>
                  <a:srgbClr val="262626"/>
                </a:solidFill>
                <a:latin typeface="Calibri"/>
                <a:cs typeface="Calibri"/>
              </a:rPr>
              <a:t> </a:t>
            </a:r>
            <a:r>
              <a:rPr sz="2800" b="1" i="1" spc="-20" dirty="0">
                <a:solidFill>
                  <a:srgbClr val="262626"/>
                </a:solidFill>
                <a:latin typeface="Calibri"/>
                <a:cs typeface="Calibri"/>
              </a:rPr>
              <a:t>content</a:t>
            </a:r>
            <a:r>
              <a:rPr sz="2800" b="1" i="1" dirty="0">
                <a:solidFill>
                  <a:srgbClr val="262626"/>
                </a:solidFill>
                <a:latin typeface="Calibri"/>
                <a:cs typeface="Calibri"/>
              </a:rPr>
              <a:t> </a:t>
            </a:r>
            <a:r>
              <a:rPr sz="2800" spc="-10" dirty="0">
                <a:solidFill>
                  <a:srgbClr val="262626"/>
                </a:solidFill>
                <a:latin typeface="Calibri"/>
                <a:cs typeface="Calibri"/>
              </a:rPr>
              <a:t>that </a:t>
            </a:r>
            <a:r>
              <a:rPr sz="2800" spc="-5" dirty="0">
                <a:solidFill>
                  <a:srgbClr val="262626"/>
                </a:solidFill>
                <a:latin typeface="Calibri"/>
                <a:cs typeface="Calibri"/>
              </a:rPr>
              <a:t>will</a:t>
            </a:r>
            <a:r>
              <a:rPr sz="2800" spc="-10" dirty="0">
                <a:solidFill>
                  <a:srgbClr val="262626"/>
                </a:solidFill>
                <a:latin typeface="Calibri"/>
                <a:cs typeface="Calibri"/>
              </a:rPr>
              <a:t> </a:t>
            </a:r>
            <a:r>
              <a:rPr sz="2800" spc="-5" dirty="0">
                <a:solidFill>
                  <a:srgbClr val="262626"/>
                </a:solidFill>
                <a:latin typeface="Calibri"/>
                <a:cs typeface="Calibri"/>
              </a:rPr>
              <a:t>appear</a:t>
            </a:r>
            <a:r>
              <a:rPr sz="2800" dirty="0">
                <a:solidFill>
                  <a:srgbClr val="262626"/>
                </a:solidFill>
                <a:latin typeface="Calibri"/>
                <a:cs typeface="Calibri"/>
              </a:rPr>
              <a:t> </a:t>
            </a:r>
            <a:r>
              <a:rPr sz="2800" spc="-5" dirty="0">
                <a:solidFill>
                  <a:srgbClr val="262626"/>
                </a:solidFill>
                <a:latin typeface="Calibri"/>
                <a:cs typeface="Calibri"/>
              </a:rPr>
              <a:t>on</a:t>
            </a:r>
            <a:r>
              <a:rPr sz="2800" dirty="0">
                <a:solidFill>
                  <a:srgbClr val="262626"/>
                </a:solidFill>
                <a:latin typeface="Calibri"/>
                <a:cs typeface="Calibri"/>
              </a:rPr>
              <a:t> </a:t>
            </a:r>
            <a:r>
              <a:rPr sz="2800" spc="-10" dirty="0">
                <a:solidFill>
                  <a:srgbClr val="262626"/>
                </a:solidFill>
                <a:latin typeface="Calibri"/>
                <a:cs typeface="Calibri"/>
              </a:rPr>
              <a:t>that</a:t>
            </a:r>
            <a:r>
              <a:rPr sz="2800" dirty="0">
                <a:solidFill>
                  <a:srgbClr val="262626"/>
                </a:solidFill>
                <a:latin typeface="Calibri"/>
                <a:cs typeface="Calibri"/>
              </a:rPr>
              <a:t> </a:t>
            </a:r>
            <a:r>
              <a:rPr sz="2800" spc="-10" dirty="0">
                <a:solidFill>
                  <a:srgbClr val="262626"/>
                </a:solidFill>
                <a:latin typeface="Calibri"/>
                <a:cs typeface="Calibri"/>
              </a:rPr>
              <a:t>page</a:t>
            </a:r>
            <a:r>
              <a:rPr lang="en-GB" sz="2800" spc="-10" dirty="0">
                <a:solidFill>
                  <a:srgbClr val="262626"/>
                </a:solidFill>
                <a:latin typeface="Calibri"/>
                <a:cs typeface="Calibri"/>
              </a:rPr>
              <a:t> and groups them.</a:t>
            </a:r>
          </a:p>
          <a:p>
            <a:pPr marL="469900" marR="5080" indent="-457200">
              <a:lnSpc>
                <a:spcPts val="3000"/>
              </a:lnSpc>
              <a:spcBef>
                <a:spcPts val="500"/>
              </a:spcBef>
              <a:buFont typeface="Arial" panose="020B0604020202020204" pitchFamily="34" charset="0"/>
              <a:buChar char="•"/>
              <a:tabLst>
                <a:tab pos="241300" algn="l"/>
              </a:tabLst>
            </a:pPr>
            <a:endParaRPr lang="en-GB" sz="2800" spc="-10" dirty="0">
              <a:solidFill>
                <a:srgbClr val="262626"/>
              </a:solidFill>
              <a:latin typeface="Calibri"/>
              <a:cs typeface="Calibri"/>
            </a:endParaRPr>
          </a:p>
          <a:p>
            <a:pPr marL="469900" marR="5080" indent="-457200">
              <a:lnSpc>
                <a:spcPts val="3000"/>
              </a:lnSpc>
              <a:spcBef>
                <a:spcPts val="500"/>
              </a:spcBef>
              <a:buFont typeface="Arial" panose="020B0604020202020204" pitchFamily="34" charset="0"/>
              <a:buChar char="•"/>
              <a:tabLst>
                <a:tab pos="241300" algn="l"/>
              </a:tabLst>
            </a:pPr>
            <a:r>
              <a:rPr lang="en-GB" sz="2800" spc="-10" dirty="0">
                <a:solidFill>
                  <a:srgbClr val="262626"/>
                </a:solidFill>
                <a:latin typeface="Calibri"/>
                <a:cs typeface="Calibri"/>
              </a:rPr>
              <a:t>A content audit is the starting point of assessing content, whereas the content matrix is a living record of your content that can evolve in the future. </a:t>
            </a:r>
          </a:p>
          <a:p>
            <a:pPr marL="12700" marR="5080">
              <a:lnSpc>
                <a:spcPts val="3000"/>
              </a:lnSpc>
              <a:spcBef>
                <a:spcPts val="500"/>
              </a:spcBef>
              <a:tabLst>
                <a:tab pos="241300" algn="l"/>
              </a:tabLst>
            </a:pPr>
            <a:endParaRPr lang="en-GB" sz="2800" spc="-10" dirty="0">
              <a:solidFill>
                <a:srgbClr val="262626"/>
              </a:solidFill>
              <a:latin typeface="Calibri"/>
              <a:cs typeface="Calibri"/>
            </a:endParaRPr>
          </a:p>
          <a:p>
            <a:pPr marL="12700" marR="5080">
              <a:lnSpc>
                <a:spcPts val="3000"/>
              </a:lnSpc>
              <a:spcBef>
                <a:spcPts val="500"/>
              </a:spcBef>
              <a:tabLst>
                <a:tab pos="241300" algn="l"/>
              </a:tabLst>
            </a:pPr>
            <a:endParaRPr sz="2800" dirty="0">
              <a:latin typeface="Calibri"/>
              <a:cs typeface="Calibri"/>
            </a:endParaRPr>
          </a:p>
        </p:txBody>
      </p:sp>
      <p:sp>
        <p:nvSpPr>
          <p:cNvPr id="5" name="object 5">
            <a:extLst>
              <a:ext uri="{C183D7F6-B498-43B3-948B-1728B52AA6E4}">
                <adec:decorative xmlns:adec="http://schemas.microsoft.com/office/drawing/2017/decorative" val="1"/>
              </a:ext>
            </a:extLst>
          </p:cNvPr>
          <p:cNvSpPr/>
          <p:nvPr/>
        </p:nvSpPr>
        <p:spPr>
          <a:xfrm>
            <a:off x="1667831" y="5971539"/>
            <a:ext cx="7476490" cy="886460"/>
          </a:xfrm>
          <a:custGeom>
            <a:avLst/>
            <a:gdLst/>
            <a:ahLst/>
            <a:cxnLst/>
            <a:rect l="l" t="t" r="r" b="b"/>
            <a:pathLst>
              <a:path w="7476490" h="886459">
                <a:moveTo>
                  <a:pt x="46691" y="859789"/>
                </a:moveTo>
                <a:lnTo>
                  <a:pt x="39484" y="863599"/>
                </a:lnTo>
                <a:lnTo>
                  <a:pt x="7887" y="877569"/>
                </a:lnTo>
                <a:lnTo>
                  <a:pt x="0" y="881379"/>
                </a:lnTo>
                <a:lnTo>
                  <a:pt x="4166" y="883919"/>
                </a:lnTo>
                <a:lnTo>
                  <a:pt x="10693" y="886459"/>
                </a:lnTo>
                <a:lnTo>
                  <a:pt x="7476169" y="886459"/>
                </a:lnTo>
                <a:lnTo>
                  <a:pt x="7476169" y="868679"/>
                </a:lnTo>
                <a:lnTo>
                  <a:pt x="79916" y="868679"/>
                </a:lnTo>
                <a:lnTo>
                  <a:pt x="46691" y="859789"/>
                </a:lnTo>
                <a:close/>
              </a:path>
              <a:path w="7476490" h="886459">
                <a:moveTo>
                  <a:pt x="413939" y="764539"/>
                </a:moveTo>
                <a:lnTo>
                  <a:pt x="354252" y="764539"/>
                </a:lnTo>
                <a:lnTo>
                  <a:pt x="244647" y="775969"/>
                </a:lnTo>
                <a:lnTo>
                  <a:pt x="216603" y="779779"/>
                </a:lnTo>
                <a:lnTo>
                  <a:pt x="183378" y="800099"/>
                </a:lnTo>
                <a:lnTo>
                  <a:pt x="149017" y="828039"/>
                </a:lnTo>
                <a:lnTo>
                  <a:pt x="114277" y="853439"/>
                </a:lnTo>
                <a:lnTo>
                  <a:pt x="79916" y="868679"/>
                </a:lnTo>
                <a:lnTo>
                  <a:pt x="7476169" y="868679"/>
                </a:lnTo>
                <a:lnTo>
                  <a:pt x="7476169" y="770889"/>
                </a:lnTo>
                <a:lnTo>
                  <a:pt x="462299" y="770889"/>
                </a:lnTo>
                <a:lnTo>
                  <a:pt x="413939" y="764539"/>
                </a:lnTo>
                <a:close/>
              </a:path>
              <a:path w="7476490" h="886459">
                <a:moveTo>
                  <a:pt x="536837" y="713739"/>
                </a:moveTo>
                <a:lnTo>
                  <a:pt x="512568" y="713739"/>
                </a:lnTo>
                <a:lnTo>
                  <a:pt x="516216" y="737869"/>
                </a:lnTo>
                <a:lnTo>
                  <a:pt x="499800" y="749299"/>
                </a:lnTo>
                <a:lnTo>
                  <a:pt x="477201" y="756919"/>
                </a:lnTo>
                <a:lnTo>
                  <a:pt x="462299" y="770889"/>
                </a:lnTo>
                <a:lnTo>
                  <a:pt x="7476169" y="770889"/>
                </a:lnTo>
                <a:lnTo>
                  <a:pt x="7476169" y="715009"/>
                </a:lnTo>
                <a:lnTo>
                  <a:pt x="560703" y="715009"/>
                </a:lnTo>
                <a:lnTo>
                  <a:pt x="536837" y="713739"/>
                </a:lnTo>
                <a:close/>
              </a:path>
              <a:path w="7476490" h="886459">
                <a:moveTo>
                  <a:pt x="612439" y="685799"/>
                </a:moveTo>
                <a:lnTo>
                  <a:pt x="606387" y="689609"/>
                </a:lnTo>
                <a:lnTo>
                  <a:pt x="594886" y="692149"/>
                </a:lnTo>
                <a:lnTo>
                  <a:pt x="582147" y="694689"/>
                </a:lnTo>
                <a:lnTo>
                  <a:pt x="572385" y="694689"/>
                </a:lnTo>
                <a:lnTo>
                  <a:pt x="575456" y="709929"/>
                </a:lnTo>
                <a:lnTo>
                  <a:pt x="560703" y="715009"/>
                </a:lnTo>
                <a:lnTo>
                  <a:pt x="7476169" y="715009"/>
                </a:lnTo>
                <a:lnTo>
                  <a:pt x="7476169" y="713739"/>
                </a:lnTo>
                <a:lnTo>
                  <a:pt x="850421" y="713739"/>
                </a:lnTo>
                <a:lnTo>
                  <a:pt x="847144" y="708659"/>
                </a:lnTo>
                <a:lnTo>
                  <a:pt x="731795" y="708659"/>
                </a:lnTo>
                <a:lnTo>
                  <a:pt x="726325" y="693419"/>
                </a:lnTo>
                <a:lnTo>
                  <a:pt x="668174" y="693419"/>
                </a:lnTo>
                <a:lnTo>
                  <a:pt x="659420" y="692149"/>
                </a:lnTo>
                <a:lnTo>
                  <a:pt x="621193" y="687069"/>
                </a:lnTo>
                <a:lnTo>
                  <a:pt x="612439" y="685799"/>
                </a:lnTo>
                <a:close/>
              </a:path>
              <a:path w="7476490" h="886459">
                <a:moveTo>
                  <a:pt x="1098207" y="668019"/>
                </a:moveTo>
                <a:lnTo>
                  <a:pt x="1074118" y="669289"/>
                </a:lnTo>
                <a:lnTo>
                  <a:pt x="1028289" y="676909"/>
                </a:lnTo>
                <a:lnTo>
                  <a:pt x="982204" y="685799"/>
                </a:lnTo>
                <a:lnTo>
                  <a:pt x="957348" y="689609"/>
                </a:lnTo>
                <a:lnTo>
                  <a:pt x="850421" y="713739"/>
                </a:lnTo>
                <a:lnTo>
                  <a:pt x="7476169" y="713739"/>
                </a:lnTo>
                <a:lnTo>
                  <a:pt x="7476169" y="687069"/>
                </a:lnTo>
                <a:lnTo>
                  <a:pt x="1392642" y="687069"/>
                </a:lnTo>
                <a:lnTo>
                  <a:pt x="1384171" y="681989"/>
                </a:lnTo>
                <a:lnTo>
                  <a:pt x="1163611" y="681989"/>
                </a:lnTo>
                <a:lnTo>
                  <a:pt x="1138684" y="676909"/>
                </a:lnTo>
                <a:lnTo>
                  <a:pt x="1098207" y="668019"/>
                </a:lnTo>
                <a:close/>
              </a:path>
              <a:path w="7476490" h="886459">
                <a:moveTo>
                  <a:pt x="796833" y="689609"/>
                </a:moveTo>
                <a:lnTo>
                  <a:pt x="775233" y="689609"/>
                </a:lnTo>
                <a:lnTo>
                  <a:pt x="731795" y="708659"/>
                </a:lnTo>
                <a:lnTo>
                  <a:pt x="847144" y="708659"/>
                </a:lnTo>
                <a:lnTo>
                  <a:pt x="838953" y="695959"/>
                </a:lnTo>
                <a:lnTo>
                  <a:pt x="810717" y="695959"/>
                </a:lnTo>
                <a:lnTo>
                  <a:pt x="804673" y="694689"/>
                </a:lnTo>
                <a:lnTo>
                  <a:pt x="796833" y="689609"/>
                </a:lnTo>
                <a:close/>
              </a:path>
              <a:path w="7476490" h="886459">
                <a:moveTo>
                  <a:pt x="835676" y="690879"/>
                </a:moveTo>
                <a:lnTo>
                  <a:pt x="825986" y="694689"/>
                </a:lnTo>
                <a:lnTo>
                  <a:pt x="817744" y="695959"/>
                </a:lnTo>
                <a:lnTo>
                  <a:pt x="838953" y="695959"/>
                </a:lnTo>
                <a:lnTo>
                  <a:pt x="835676" y="690879"/>
                </a:lnTo>
                <a:close/>
              </a:path>
              <a:path w="7476490" h="886459">
                <a:moveTo>
                  <a:pt x="724501" y="688339"/>
                </a:moveTo>
                <a:lnTo>
                  <a:pt x="668174" y="693419"/>
                </a:lnTo>
                <a:lnTo>
                  <a:pt x="726325" y="693419"/>
                </a:lnTo>
                <a:lnTo>
                  <a:pt x="724501" y="688339"/>
                </a:lnTo>
                <a:close/>
              </a:path>
              <a:path w="7476490" h="886459">
                <a:moveTo>
                  <a:pt x="1425546" y="657859"/>
                </a:moveTo>
                <a:lnTo>
                  <a:pt x="1397284" y="664209"/>
                </a:lnTo>
                <a:lnTo>
                  <a:pt x="1392642" y="687069"/>
                </a:lnTo>
                <a:lnTo>
                  <a:pt x="7476169" y="687069"/>
                </a:lnTo>
                <a:lnTo>
                  <a:pt x="7476169" y="660399"/>
                </a:lnTo>
                <a:lnTo>
                  <a:pt x="1512666" y="660399"/>
                </a:lnTo>
                <a:lnTo>
                  <a:pt x="1425546" y="657859"/>
                </a:lnTo>
                <a:close/>
              </a:path>
              <a:path w="7476490" h="886459">
                <a:moveTo>
                  <a:pt x="1309582" y="662939"/>
                </a:moveTo>
                <a:lnTo>
                  <a:pt x="1268541" y="669289"/>
                </a:lnTo>
                <a:lnTo>
                  <a:pt x="1242119" y="670559"/>
                </a:lnTo>
                <a:lnTo>
                  <a:pt x="1191814" y="680719"/>
                </a:lnTo>
                <a:lnTo>
                  <a:pt x="1163611" y="681989"/>
                </a:lnTo>
                <a:lnTo>
                  <a:pt x="1384171" y="681989"/>
                </a:lnTo>
                <a:lnTo>
                  <a:pt x="1354522" y="664209"/>
                </a:lnTo>
                <a:lnTo>
                  <a:pt x="1309582" y="662939"/>
                </a:lnTo>
                <a:close/>
              </a:path>
              <a:path w="7476490" h="886459">
                <a:moveTo>
                  <a:pt x="1677602" y="614679"/>
                </a:moveTo>
                <a:lnTo>
                  <a:pt x="1676505" y="626109"/>
                </a:lnTo>
                <a:lnTo>
                  <a:pt x="1647424" y="632459"/>
                </a:lnTo>
                <a:lnTo>
                  <a:pt x="1607399" y="636269"/>
                </a:lnTo>
                <a:lnTo>
                  <a:pt x="1573469" y="637539"/>
                </a:lnTo>
                <a:lnTo>
                  <a:pt x="1551390" y="655319"/>
                </a:lnTo>
                <a:lnTo>
                  <a:pt x="1512666" y="660399"/>
                </a:lnTo>
                <a:lnTo>
                  <a:pt x="7476169" y="660399"/>
                </a:lnTo>
                <a:lnTo>
                  <a:pt x="7476169" y="621029"/>
                </a:lnTo>
                <a:lnTo>
                  <a:pt x="1725906" y="621029"/>
                </a:lnTo>
                <a:lnTo>
                  <a:pt x="1677602" y="614679"/>
                </a:lnTo>
                <a:close/>
              </a:path>
              <a:path w="7476490" h="886459">
                <a:moveTo>
                  <a:pt x="1953726" y="546099"/>
                </a:moveTo>
                <a:lnTo>
                  <a:pt x="1940424" y="548639"/>
                </a:lnTo>
                <a:lnTo>
                  <a:pt x="1917273" y="574039"/>
                </a:lnTo>
                <a:lnTo>
                  <a:pt x="1867113" y="577849"/>
                </a:lnTo>
                <a:lnTo>
                  <a:pt x="1828468" y="589279"/>
                </a:lnTo>
                <a:lnTo>
                  <a:pt x="1795767" y="603249"/>
                </a:lnTo>
                <a:lnTo>
                  <a:pt x="1763437" y="615949"/>
                </a:lnTo>
                <a:lnTo>
                  <a:pt x="1725906" y="621029"/>
                </a:lnTo>
                <a:lnTo>
                  <a:pt x="7476169" y="621029"/>
                </a:lnTo>
                <a:lnTo>
                  <a:pt x="7476169" y="561339"/>
                </a:lnTo>
                <a:lnTo>
                  <a:pt x="2011623" y="561339"/>
                </a:lnTo>
                <a:lnTo>
                  <a:pt x="2004432" y="551179"/>
                </a:lnTo>
                <a:lnTo>
                  <a:pt x="1969918" y="551179"/>
                </a:lnTo>
                <a:lnTo>
                  <a:pt x="1953726" y="546099"/>
                </a:lnTo>
                <a:close/>
              </a:path>
              <a:path w="7476490" h="886459">
                <a:moveTo>
                  <a:pt x="2065977" y="543559"/>
                </a:moveTo>
                <a:lnTo>
                  <a:pt x="2036726" y="552449"/>
                </a:lnTo>
                <a:lnTo>
                  <a:pt x="2011623" y="561339"/>
                </a:lnTo>
                <a:lnTo>
                  <a:pt x="7476169" y="561339"/>
                </a:lnTo>
                <a:lnTo>
                  <a:pt x="7476169" y="558799"/>
                </a:lnTo>
                <a:lnTo>
                  <a:pt x="2088310" y="558799"/>
                </a:lnTo>
                <a:lnTo>
                  <a:pt x="2065977" y="543559"/>
                </a:lnTo>
                <a:close/>
              </a:path>
              <a:path w="7476490" h="886459">
                <a:moveTo>
                  <a:pt x="2216188" y="496569"/>
                </a:moveTo>
                <a:lnTo>
                  <a:pt x="2175224" y="504189"/>
                </a:lnTo>
                <a:lnTo>
                  <a:pt x="2142702" y="532129"/>
                </a:lnTo>
                <a:lnTo>
                  <a:pt x="2120997" y="537209"/>
                </a:lnTo>
                <a:lnTo>
                  <a:pt x="2088310" y="558799"/>
                </a:lnTo>
                <a:lnTo>
                  <a:pt x="7476169" y="558799"/>
                </a:lnTo>
                <a:lnTo>
                  <a:pt x="7476169" y="499109"/>
                </a:lnTo>
                <a:lnTo>
                  <a:pt x="2252183" y="499109"/>
                </a:lnTo>
                <a:lnTo>
                  <a:pt x="2216188" y="496569"/>
                </a:lnTo>
                <a:close/>
              </a:path>
              <a:path w="7476490" h="886459">
                <a:moveTo>
                  <a:pt x="2001735" y="547369"/>
                </a:moveTo>
                <a:lnTo>
                  <a:pt x="1969918" y="551179"/>
                </a:lnTo>
                <a:lnTo>
                  <a:pt x="2004432" y="551179"/>
                </a:lnTo>
                <a:lnTo>
                  <a:pt x="2001735" y="547369"/>
                </a:lnTo>
                <a:close/>
              </a:path>
              <a:path w="7476490" h="886459">
                <a:moveTo>
                  <a:pt x="2371857" y="468629"/>
                </a:moveTo>
                <a:lnTo>
                  <a:pt x="2330296" y="476249"/>
                </a:lnTo>
                <a:lnTo>
                  <a:pt x="2290312" y="488949"/>
                </a:lnTo>
                <a:lnTo>
                  <a:pt x="2252183" y="499109"/>
                </a:lnTo>
                <a:lnTo>
                  <a:pt x="7476169" y="499109"/>
                </a:lnTo>
                <a:lnTo>
                  <a:pt x="7476169" y="476249"/>
                </a:lnTo>
                <a:lnTo>
                  <a:pt x="2442147" y="476249"/>
                </a:lnTo>
                <a:lnTo>
                  <a:pt x="2414717" y="474979"/>
                </a:lnTo>
                <a:lnTo>
                  <a:pt x="2371857" y="468629"/>
                </a:lnTo>
                <a:close/>
              </a:path>
              <a:path w="7476490" h="886459">
                <a:moveTo>
                  <a:pt x="2631492" y="417829"/>
                </a:moveTo>
                <a:lnTo>
                  <a:pt x="2628253" y="426719"/>
                </a:lnTo>
                <a:lnTo>
                  <a:pt x="2609653" y="427989"/>
                </a:lnTo>
                <a:lnTo>
                  <a:pt x="2587135" y="427989"/>
                </a:lnTo>
                <a:lnTo>
                  <a:pt x="2572142" y="435609"/>
                </a:lnTo>
                <a:lnTo>
                  <a:pt x="2565695" y="445769"/>
                </a:lnTo>
                <a:lnTo>
                  <a:pt x="2555614" y="449579"/>
                </a:lnTo>
                <a:lnTo>
                  <a:pt x="2531301" y="454659"/>
                </a:lnTo>
                <a:lnTo>
                  <a:pt x="2511360" y="464819"/>
                </a:lnTo>
                <a:lnTo>
                  <a:pt x="2478002" y="472439"/>
                </a:lnTo>
                <a:lnTo>
                  <a:pt x="2442147" y="476249"/>
                </a:lnTo>
                <a:lnTo>
                  <a:pt x="7476169" y="476249"/>
                </a:lnTo>
                <a:lnTo>
                  <a:pt x="7476169" y="420369"/>
                </a:lnTo>
                <a:lnTo>
                  <a:pt x="2660945" y="420369"/>
                </a:lnTo>
                <a:lnTo>
                  <a:pt x="2631492" y="417829"/>
                </a:lnTo>
                <a:close/>
              </a:path>
              <a:path w="7476490" h="886459">
                <a:moveTo>
                  <a:pt x="2733567" y="377189"/>
                </a:moveTo>
                <a:lnTo>
                  <a:pt x="2709930" y="391159"/>
                </a:lnTo>
                <a:lnTo>
                  <a:pt x="2686407" y="408939"/>
                </a:lnTo>
                <a:lnTo>
                  <a:pt x="2660945" y="420369"/>
                </a:lnTo>
                <a:lnTo>
                  <a:pt x="7476169" y="420369"/>
                </a:lnTo>
                <a:lnTo>
                  <a:pt x="7476169" y="379729"/>
                </a:lnTo>
                <a:lnTo>
                  <a:pt x="2759901" y="379729"/>
                </a:lnTo>
                <a:lnTo>
                  <a:pt x="2733567" y="377189"/>
                </a:lnTo>
                <a:close/>
              </a:path>
              <a:path w="7476490" h="886459">
                <a:moveTo>
                  <a:pt x="2875348" y="336549"/>
                </a:moveTo>
                <a:lnTo>
                  <a:pt x="2827173" y="350519"/>
                </a:lnTo>
                <a:lnTo>
                  <a:pt x="2789897" y="368299"/>
                </a:lnTo>
                <a:lnTo>
                  <a:pt x="2759901" y="379729"/>
                </a:lnTo>
                <a:lnTo>
                  <a:pt x="7476169" y="379729"/>
                </a:lnTo>
                <a:lnTo>
                  <a:pt x="7476169" y="358139"/>
                </a:lnTo>
                <a:lnTo>
                  <a:pt x="2945969" y="358139"/>
                </a:lnTo>
                <a:lnTo>
                  <a:pt x="2911239" y="346709"/>
                </a:lnTo>
                <a:lnTo>
                  <a:pt x="2899058" y="345439"/>
                </a:lnTo>
                <a:lnTo>
                  <a:pt x="2892678" y="345439"/>
                </a:lnTo>
                <a:lnTo>
                  <a:pt x="2875348" y="336549"/>
                </a:lnTo>
                <a:close/>
              </a:path>
              <a:path w="7476490" h="886459">
                <a:moveTo>
                  <a:pt x="3058723" y="330199"/>
                </a:moveTo>
                <a:lnTo>
                  <a:pt x="3046130" y="334009"/>
                </a:lnTo>
                <a:lnTo>
                  <a:pt x="3034043" y="342899"/>
                </a:lnTo>
                <a:lnTo>
                  <a:pt x="3019884" y="347979"/>
                </a:lnTo>
                <a:lnTo>
                  <a:pt x="2999533" y="351789"/>
                </a:lnTo>
                <a:lnTo>
                  <a:pt x="2975509" y="353059"/>
                </a:lnTo>
                <a:lnTo>
                  <a:pt x="2955193" y="355599"/>
                </a:lnTo>
                <a:lnTo>
                  <a:pt x="2945969" y="358139"/>
                </a:lnTo>
                <a:lnTo>
                  <a:pt x="7476169" y="358139"/>
                </a:lnTo>
                <a:lnTo>
                  <a:pt x="7476169" y="353059"/>
                </a:lnTo>
                <a:lnTo>
                  <a:pt x="3221912" y="353059"/>
                </a:lnTo>
                <a:lnTo>
                  <a:pt x="3175403" y="351789"/>
                </a:lnTo>
                <a:lnTo>
                  <a:pt x="3126409" y="344169"/>
                </a:lnTo>
                <a:lnTo>
                  <a:pt x="3074403" y="332739"/>
                </a:lnTo>
                <a:lnTo>
                  <a:pt x="3058723" y="330199"/>
                </a:lnTo>
                <a:close/>
              </a:path>
              <a:path w="7476490" h="886459">
                <a:moveTo>
                  <a:pt x="3524542" y="307339"/>
                </a:moveTo>
                <a:lnTo>
                  <a:pt x="3505390" y="311149"/>
                </a:lnTo>
                <a:lnTo>
                  <a:pt x="3489946" y="318769"/>
                </a:lnTo>
                <a:lnTo>
                  <a:pt x="3480644" y="331469"/>
                </a:lnTo>
                <a:lnTo>
                  <a:pt x="3441163" y="331469"/>
                </a:lnTo>
                <a:lnTo>
                  <a:pt x="3422781" y="334009"/>
                </a:lnTo>
                <a:lnTo>
                  <a:pt x="3411255" y="339089"/>
                </a:lnTo>
                <a:lnTo>
                  <a:pt x="3392345" y="344169"/>
                </a:lnTo>
                <a:lnTo>
                  <a:pt x="3351811" y="349249"/>
                </a:lnTo>
                <a:lnTo>
                  <a:pt x="3309589" y="350519"/>
                </a:lnTo>
                <a:lnTo>
                  <a:pt x="3266465" y="353059"/>
                </a:lnTo>
                <a:lnTo>
                  <a:pt x="7476169" y="353059"/>
                </a:lnTo>
                <a:lnTo>
                  <a:pt x="7476169" y="308609"/>
                </a:lnTo>
                <a:lnTo>
                  <a:pt x="3544966" y="308609"/>
                </a:lnTo>
                <a:lnTo>
                  <a:pt x="3524542" y="307339"/>
                </a:lnTo>
                <a:close/>
              </a:path>
              <a:path w="7476490" h="886459">
                <a:moveTo>
                  <a:pt x="3597748" y="275589"/>
                </a:moveTo>
                <a:lnTo>
                  <a:pt x="3582770" y="285749"/>
                </a:lnTo>
                <a:lnTo>
                  <a:pt x="3569264" y="299719"/>
                </a:lnTo>
                <a:lnTo>
                  <a:pt x="3544966" y="308609"/>
                </a:lnTo>
                <a:lnTo>
                  <a:pt x="7476169" y="308609"/>
                </a:lnTo>
                <a:lnTo>
                  <a:pt x="7476169" y="280669"/>
                </a:lnTo>
                <a:lnTo>
                  <a:pt x="3626460" y="280669"/>
                </a:lnTo>
                <a:lnTo>
                  <a:pt x="3597748" y="275589"/>
                </a:lnTo>
                <a:close/>
              </a:path>
              <a:path w="7476490" h="886459">
                <a:moveTo>
                  <a:pt x="3763148" y="226059"/>
                </a:moveTo>
                <a:lnTo>
                  <a:pt x="3746557" y="226059"/>
                </a:lnTo>
                <a:lnTo>
                  <a:pt x="3733648" y="231139"/>
                </a:lnTo>
                <a:lnTo>
                  <a:pt x="3728490" y="232409"/>
                </a:lnTo>
                <a:lnTo>
                  <a:pt x="3722214" y="233679"/>
                </a:lnTo>
                <a:lnTo>
                  <a:pt x="3715195" y="234949"/>
                </a:lnTo>
                <a:lnTo>
                  <a:pt x="3707808" y="237489"/>
                </a:lnTo>
                <a:lnTo>
                  <a:pt x="3683505" y="242569"/>
                </a:lnTo>
                <a:lnTo>
                  <a:pt x="3685566" y="245109"/>
                </a:lnTo>
                <a:lnTo>
                  <a:pt x="3674613" y="253999"/>
                </a:lnTo>
                <a:lnTo>
                  <a:pt x="3651191" y="261619"/>
                </a:lnTo>
                <a:lnTo>
                  <a:pt x="3630180" y="269239"/>
                </a:lnTo>
                <a:lnTo>
                  <a:pt x="3626460" y="280669"/>
                </a:lnTo>
                <a:lnTo>
                  <a:pt x="7476169" y="280669"/>
                </a:lnTo>
                <a:lnTo>
                  <a:pt x="7476169" y="261619"/>
                </a:lnTo>
                <a:lnTo>
                  <a:pt x="4126442" y="261619"/>
                </a:lnTo>
                <a:lnTo>
                  <a:pt x="4074933" y="259079"/>
                </a:lnTo>
                <a:lnTo>
                  <a:pt x="4056748" y="255269"/>
                </a:lnTo>
                <a:lnTo>
                  <a:pt x="3975169" y="255269"/>
                </a:lnTo>
                <a:lnTo>
                  <a:pt x="3972281" y="253999"/>
                </a:lnTo>
                <a:lnTo>
                  <a:pt x="3834588" y="253999"/>
                </a:lnTo>
                <a:lnTo>
                  <a:pt x="3826616" y="248919"/>
                </a:lnTo>
                <a:lnTo>
                  <a:pt x="3814299" y="240029"/>
                </a:lnTo>
                <a:lnTo>
                  <a:pt x="3769625" y="240029"/>
                </a:lnTo>
                <a:lnTo>
                  <a:pt x="3763342" y="237489"/>
                </a:lnTo>
                <a:lnTo>
                  <a:pt x="3762056" y="233679"/>
                </a:lnTo>
                <a:lnTo>
                  <a:pt x="3763148" y="226059"/>
                </a:lnTo>
                <a:close/>
              </a:path>
              <a:path w="7476490" h="886459">
                <a:moveTo>
                  <a:pt x="4143364" y="251459"/>
                </a:moveTo>
                <a:lnTo>
                  <a:pt x="4126442" y="261619"/>
                </a:lnTo>
                <a:lnTo>
                  <a:pt x="7476169" y="261619"/>
                </a:lnTo>
                <a:lnTo>
                  <a:pt x="7476169" y="256539"/>
                </a:lnTo>
                <a:lnTo>
                  <a:pt x="5969275" y="256539"/>
                </a:lnTo>
                <a:lnTo>
                  <a:pt x="5968657" y="255269"/>
                </a:lnTo>
                <a:lnTo>
                  <a:pt x="4176480" y="255269"/>
                </a:lnTo>
                <a:lnTo>
                  <a:pt x="4157330" y="253999"/>
                </a:lnTo>
                <a:lnTo>
                  <a:pt x="4143364" y="251459"/>
                </a:lnTo>
                <a:close/>
              </a:path>
              <a:path w="7476490" h="886459">
                <a:moveTo>
                  <a:pt x="5999062" y="245109"/>
                </a:moveTo>
                <a:lnTo>
                  <a:pt x="5989313" y="247649"/>
                </a:lnTo>
                <a:lnTo>
                  <a:pt x="5978406" y="252729"/>
                </a:lnTo>
                <a:lnTo>
                  <a:pt x="5969275" y="256539"/>
                </a:lnTo>
                <a:lnTo>
                  <a:pt x="7476169" y="256539"/>
                </a:lnTo>
                <a:lnTo>
                  <a:pt x="7476169" y="250189"/>
                </a:lnTo>
                <a:lnTo>
                  <a:pt x="6004718" y="250189"/>
                </a:lnTo>
                <a:lnTo>
                  <a:pt x="5999062" y="245109"/>
                </a:lnTo>
                <a:close/>
              </a:path>
              <a:path w="7476490" h="886459">
                <a:moveTo>
                  <a:pt x="3999222" y="246379"/>
                </a:moveTo>
                <a:lnTo>
                  <a:pt x="3975169" y="255269"/>
                </a:lnTo>
                <a:lnTo>
                  <a:pt x="4056748" y="255269"/>
                </a:lnTo>
                <a:lnTo>
                  <a:pt x="4032501" y="250189"/>
                </a:lnTo>
                <a:lnTo>
                  <a:pt x="3999222" y="246379"/>
                </a:lnTo>
                <a:close/>
              </a:path>
              <a:path w="7476490" h="886459">
                <a:moveTo>
                  <a:pt x="4276458" y="227329"/>
                </a:moveTo>
                <a:lnTo>
                  <a:pt x="4262713" y="227329"/>
                </a:lnTo>
                <a:lnTo>
                  <a:pt x="4247040" y="231139"/>
                </a:lnTo>
                <a:lnTo>
                  <a:pt x="4230095" y="234949"/>
                </a:lnTo>
                <a:lnTo>
                  <a:pt x="4216021" y="238759"/>
                </a:lnTo>
                <a:lnTo>
                  <a:pt x="4208957" y="238759"/>
                </a:lnTo>
                <a:lnTo>
                  <a:pt x="4176480" y="255269"/>
                </a:lnTo>
                <a:lnTo>
                  <a:pt x="5968657" y="255269"/>
                </a:lnTo>
                <a:lnTo>
                  <a:pt x="5968039" y="253999"/>
                </a:lnTo>
                <a:lnTo>
                  <a:pt x="5895422" y="253999"/>
                </a:lnTo>
                <a:lnTo>
                  <a:pt x="5866565" y="251459"/>
                </a:lnTo>
                <a:lnTo>
                  <a:pt x="5850887" y="245109"/>
                </a:lnTo>
                <a:lnTo>
                  <a:pt x="5845727" y="240029"/>
                </a:lnTo>
                <a:lnTo>
                  <a:pt x="5786735" y="240029"/>
                </a:lnTo>
                <a:lnTo>
                  <a:pt x="5744372" y="234949"/>
                </a:lnTo>
                <a:lnTo>
                  <a:pt x="5692579" y="231139"/>
                </a:lnTo>
                <a:lnTo>
                  <a:pt x="5638276" y="228599"/>
                </a:lnTo>
                <a:lnTo>
                  <a:pt x="4290337" y="228599"/>
                </a:lnTo>
                <a:lnTo>
                  <a:pt x="4276458" y="227329"/>
                </a:lnTo>
                <a:close/>
              </a:path>
              <a:path w="7476490" h="886459">
                <a:moveTo>
                  <a:pt x="3846527" y="232409"/>
                </a:moveTo>
                <a:lnTo>
                  <a:pt x="3843352" y="241299"/>
                </a:lnTo>
                <a:lnTo>
                  <a:pt x="3834588" y="253999"/>
                </a:lnTo>
                <a:lnTo>
                  <a:pt x="3972281" y="253999"/>
                </a:lnTo>
                <a:lnTo>
                  <a:pt x="3954949" y="246379"/>
                </a:lnTo>
                <a:lnTo>
                  <a:pt x="3947188" y="238759"/>
                </a:lnTo>
                <a:lnTo>
                  <a:pt x="3912944" y="238759"/>
                </a:lnTo>
                <a:lnTo>
                  <a:pt x="3905926" y="236219"/>
                </a:lnTo>
                <a:lnTo>
                  <a:pt x="3889719" y="234949"/>
                </a:lnTo>
                <a:lnTo>
                  <a:pt x="3862765" y="234949"/>
                </a:lnTo>
                <a:lnTo>
                  <a:pt x="3846527" y="232409"/>
                </a:lnTo>
                <a:close/>
              </a:path>
              <a:path w="7476490" h="886459">
                <a:moveTo>
                  <a:pt x="5959545" y="247649"/>
                </a:moveTo>
                <a:lnTo>
                  <a:pt x="5950507" y="247649"/>
                </a:lnTo>
                <a:lnTo>
                  <a:pt x="5942699" y="250189"/>
                </a:lnTo>
                <a:lnTo>
                  <a:pt x="5895422" y="253999"/>
                </a:lnTo>
                <a:lnTo>
                  <a:pt x="5968039" y="253999"/>
                </a:lnTo>
                <a:lnTo>
                  <a:pt x="5966803" y="251459"/>
                </a:lnTo>
                <a:lnTo>
                  <a:pt x="5959545" y="247649"/>
                </a:lnTo>
                <a:close/>
              </a:path>
              <a:path w="7476490" h="886459">
                <a:moveTo>
                  <a:pt x="6146643" y="220979"/>
                </a:moveTo>
                <a:lnTo>
                  <a:pt x="6113314" y="233679"/>
                </a:lnTo>
                <a:lnTo>
                  <a:pt x="6078255" y="242569"/>
                </a:lnTo>
                <a:lnTo>
                  <a:pt x="6041909" y="247649"/>
                </a:lnTo>
                <a:lnTo>
                  <a:pt x="6004718" y="250189"/>
                </a:lnTo>
                <a:lnTo>
                  <a:pt x="7476169" y="250189"/>
                </a:lnTo>
                <a:lnTo>
                  <a:pt x="7476169" y="223519"/>
                </a:lnTo>
                <a:lnTo>
                  <a:pt x="6200370" y="223519"/>
                </a:lnTo>
                <a:lnTo>
                  <a:pt x="6146643" y="220979"/>
                </a:lnTo>
                <a:close/>
              </a:path>
              <a:path w="7476490" h="886459">
                <a:moveTo>
                  <a:pt x="3681440" y="240029"/>
                </a:moveTo>
                <a:lnTo>
                  <a:pt x="3682085" y="242569"/>
                </a:lnTo>
                <a:lnTo>
                  <a:pt x="3683505" y="242569"/>
                </a:lnTo>
                <a:lnTo>
                  <a:pt x="3681440" y="240029"/>
                </a:lnTo>
                <a:close/>
              </a:path>
              <a:path w="7476490" h="886459">
                <a:moveTo>
                  <a:pt x="3682101" y="236609"/>
                </a:moveTo>
                <a:lnTo>
                  <a:pt x="3680500" y="238759"/>
                </a:lnTo>
                <a:lnTo>
                  <a:pt x="3681440" y="240029"/>
                </a:lnTo>
                <a:lnTo>
                  <a:pt x="3681213" y="238759"/>
                </a:lnTo>
                <a:lnTo>
                  <a:pt x="3682101" y="236609"/>
                </a:lnTo>
                <a:close/>
              </a:path>
              <a:path w="7476490" h="886459">
                <a:moveTo>
                  <a:pt x="3792501" y="238759"/>
                </a:moveTo>
                <a:lnTo>
                  <a:pt x="3779735" y="240029"/>
                </a:lnTo>
                <a:lnTo>
                  <a:pt x="3814299" y="240029"/>
                </a:lnTo>
                <a:lnTo>
                  <a:pt x="3792501" y="238759"/>
                </a:lnTo>
                <a:close/>
              </a:path>
              <a:path w="7476490" h="886459">
                <a:moveTo>
                  <a:pt x="5830514" y="227329"/>
                </a:moveTo>
                <a:lnTo>
                  <a:pt x="5815138" y="229869"/>
                </a:lnTo>
                <a:lnTo>
                  <a:pt x="5786735" y="240029"/>
                </a:lnTo>
                <a:lnTo>
                  <a:pt x="5845727" y="240029"/>
                </a:lnTo>
                <a:lnTo>
                  <a:pt x="5843147" y="237489"/>
                </a:lnTo>
                <a:lnTo>
                  <a:pt x="5838103" y="231139"/>
                </a:lnTo>
                <a:lnTo>
                  <a:pt x="5830514" y="227329"/>
                </a:lnTo>
                <a:close/>
              </a:path>
              <a:path w="7476490" h="886459">
                <a:moveTo>
                  <a:pt x="3932041" y="229869"/>
                </a:moveTo>
                <a:lnTo>
                  <a:pt x="3912944" y="238759"/>
                </a:lnTo>
                <a:lnTo>
                  <a:pt x="3947188" y="238759"/>
                </a:lnTo>
                <a:lnTo>
                  <a:pt x="3943307" y="234949"/>
                </a:lnTo>
                <a:lnTo>
                  <a:pt x="3932041" y="229869"/>
                </a:lnTo>
                <a:close/>
              </a:path>
              <a:path w="7476490" h="886459">
                <a:moveTo>
                  <a:pt x="3683336" y="234949"/>
                </a:moveTo>
                <a:lnTo>
                  <a:pt x="3682262" y="236219"/>
                </a:lnTo>
                <a:lnTo>
                  <a:pt x="3682101" y="236609"/>
                </a:lnTo>
                <a:lnTo>
                  <a:pt x="3683336" y="234949"/>
                </a:lnTo>
                <a:close/>
              </a:path>
              <a:path w="7476490" h="886459">
                <a:moveTo>
                  <a:pt x="4611681" y="140969"/>
                </a:moveTo>
                <a:lnTo>
                  <a:pt x="4476655" y="162559"/>
                </a:lnTo>
                <a:lnTo>
                  <a:pt x="4424798" y="175259"/>
                </a:lnTo>
                <a:lnTo>
                  <a:pt x="4371919" y="194309"/>
                </a:lnTo>
                <a:lnTo>
                  <a:pt x="4318214" y="220979"/>
                </a:lnTo>
                <a:lnTo>
                  <a:pt x="4304278" y="228599"/>
                </a:lnTo>
                <a:lnTo>
                  <a:pt x="5638276" y="228599"/>
                </a:lnTo>
                <a:lnTo>
                  <a:pt x="5588380" y="224789"/>
                </a:lnTo>
                <a:lnTo>
                  <a:pt x="5549808" y="219709"/>
                </a:lnTo>
                <a:lnTo>
                  <a:pt x="5524470" y="209549"/>
                </a:lnTo>
                <a:lnTo>
                  <a:pt x="5514736" y="196849"/>
                </a:lnTo>
                <a:lnTo>
                  <a:pt x="5505258" y="184149"/>
                </a:lnTo>
                <a:lnTo>
                  <a:pt x="5495430" y="181609"/>
                </a:lnTo>
                <a:lnTo>
                  <a:pt x="4954668" y="181609"/>
                </a:lnTo>
                <a:lnTo>
                  <a:pt x="4934159" y="175259"/>
                </a:lnTo>
                <a:lnTo>
                  <a:pt x="4930264" y="162559"/>
                </a:lnTo>
                <a:lnTo>
                  <a:pt x="4876600" y="157479"/>
                </a:lnTo>
                <a:lnTo>
                  <a:pt x="4840188" y="157479"/>
                </a:lnTo>
                <a:lnTo>
                  <a:pt x="4835674" y="156209"/>
                </a:lnTo>
                <a:lnTo>
                  <a:pt x="4656840" y="156209"/>
                </a:lnTo>
                <a:lnTo>
                  <a:pt x="4643137" y="152399"/>
                </a:lnTo>
                <a:lnTo>
                  <a:pt x="4630985" y="146049"/>
                </a:lnTo>
                <a:lnTo>
                  <a:pt x="4611681" y="140969"/>
                </a:lnTo>
                <a:close/>
              </a:path>
              <a:path w="7476490" h="886459">
                <a:moveTo>
                  <a:pt x="6257149" y="184149"/>
                </a:moveTo>
                <a:lnTo>
                  <a:pt x="6239121" y="195579"/>
                </a:lnTo>
                <a:lnTo>
                  <a:pt x="6225695" y="212089"/>
                </a:lnTo>
                <a:lnTo>
                  <a:pt x="6200370" y="223519"/>
                </a:lnTo>
                <a:lnTo>
                  <a:pt x="7476169" y="223519"/>
                </a:lnTo>
                <a:lnTo>
                  <a:pt x="7476169" y="204469"/>
                </a:lnTo>
                <a:lnTo>
                  <a:pt x="6515761" y="204469"/>
                </a:lnTo>
                <a:lnTo>
                  <a:pt x="6504811" y="198119"/>
                </a:lnTo>
                <a:lnTo>
                  <a:pt x="6399778" y="198119"/>
                </a:lnTo>
                <a:lnTo>
                  <a:pt x="6357875" y="194309"/>
                </a:lnTo>
                <a:lnTo>
                  <a:pt x="6294583" y="194309"/>
                </a:lnTo>
                <a:lnTo>
                  <a:pt x="6257149" y="184149"/>
                </a:lnTo>
                <a:close/>
              </a:path>
              <a:path w="7476490" h="886459">
                <a:moveTo>
                  <a:pt x="6606562" y="166369"/>
                </a:moveTo>
                <a:lnTo>
                  <a:pt x="6573717" y="179069"/>
                </a:lnTo>
                <a:lnTo>
                  <a:pt x="6544375" y="196849"/>
                </a:lnTo>
                <a:lnTo>
                  <a:pt x="6515761" y="204469"/>
                </a:lnTo>
                <a:lnTo>
                  <a:pt x="7476169" y="204469"/>
                </a:lnTo>
                <a:lnTo>
                  <a:pt x="7476169" y="179069"/>
                </a:lnTo>
                <a:lnTo>
                  <a:pt x="6865261" y="179069"/>
                </a:lnTo>
                <a:lnTo>
                  <a:pt x="6856587" y="177799"/>
                </a:lnTo>
                <a:lnTo>
                  <a:pt x="6848910" y="173989"/>
                </a:lnTo>
                <a:lnTo>
                  <a:pt x="6692316" y="173989"/>
                </a:lnTo>
                <a:lnTo>
                  <a:pt x="6646956" y="167639"/>
                </a:lnTo>
                <a:lnTo>
                  <a:pt x="6606562" y="166369"/>
                </a:lnTo>
                <a:close/>
              </a:path>
              <a:path w="7476490" h="886459">
                <a:moveTo>
                  <a:pt x="6485101" y="186689"/>
                </a:moveTo>
                <a:lnTo>
                  <a:pt x="6463607" y="193039"/>
                </a:lnTo>
                <a:lnTo>
                  <a:pt x="6416001" y="195579"/>
                </a:lnTo>
                <a:lnTo>
                  <a:pt x="6399778" y="198119"/>
                </a:lnTo>
                <a:lnTo>
                  <a:pt x="6504811" y="198119"/>
                </a:lnTo>
                <a:lnTo>
                  <a:pt x="6485101" y="186689"/>
                </a:lnTo>
                <a:close/>
              </a:path>
              <a:path w="7476490" h="886459">
                <a:moveTo>
                  <a:pt x="4987442" y="170179"/>
                </a:moveTo>
                <a:lnTo>
                  <a:pt x="4971105" y="175259"/>
                </a:lnTo>
                <a:lnTo>
                  <a:pt x="4954668" y="181609"/>
                </a:lnTo>
                <a:lnTo>
                  <a:pt x="5495430" y="181609"/>
                </a:lnTo>
                <a:lnTo>
                  <a:pt x="5480688" y="177799"/>
                </a:lnTo>
                <a:lnTo>
                  <a:pt x="5430184" y="173989"/>
                </a:lnTo>
                <a:lnTo>
                  <a:pt x="5007649" y="173989"/>
                </a:lnTo>
                <a:lnTo>
                  <a:pt x="4987442" y="170179"/>
                </a:lnTo>
                <a:close/>
              </a:path>
              <a:path w="7476490" h="886459">
                <a:moveTo>
                  <a:pt x="7095640" y="76199"/>
                </a:moveTo>
                <a:lnTo>
                  <a:pt x="7077584" y="88899"/>
                </a:lnTo>
                <a:lnTo>
                  <a:pt x="7067504" y="116839"/>
                </a:lnTo>
                <a:lnTo>
                  <a:pt x="7032840" y="126999"/>
                </a:lnTo>
                <a:lnTo>
                  <a:pt x="6987246" y="129539"/>
                </a:lnTo>
                <a:lnTo>
                  <a:pt x="6944375" y="138429"/>
                </a:lnTo>
                <a:lnTo>
                  <a:pt x="6934184" y="152399"/>
                </a:lnTo>
                <a:lnTo>
                  <a:pt x="6907230" y="154939"/>
                </a:lnTo>
                <a:lnTo>
                  <a:pt x="6886684" y="156209"/>
                </a:lnTo>
                <a:lnTo>
                  <a:pt x="6895716" y="167639"/>
                </a:lnTo>
                <a:lnTo>
                  <a:pt x="6876822" y="176529"/>
                </a:lnTo>
                <a:lnTo>
                  <a:pt x="6865261" y="179069"/>
                </a:lnTo>
                <a:lnTo>
                  <a:pt x="7476169" y="179069"/>
                </a:lnTo>
                <a:lnTo>
                  <a:pt x="7476169" y="82549"/>
                </a:lnTo>
                <a:lnTo>
                  <a:pt x="7146570" y="82549"/>
                </a:lnTo>
                <a:lnTo>
                  <a:pt x="7122459" y="80009"/>
                </a:lnTo>
                <a:lnTo>
                  <a:pt x="7095640" y="76199"/>
                </a:lnTo>
                <a:close/>
              </a:path>
              <a:path w="7476490" h="886459">
                <a:moveTo>
                  <a:pt x="5118422" y="138429"/>
                </a:moveTo>
                <a:lnTo>
                  <a:pt x="5104731" y="139699"/>
                </a:lnTo>
                <a:lnTo>
                  <a:pt x="5090277" y="151129"/>
                </a:lnTo>
                <a:lnTo>
                  <a:pt x="5065434" y="158749"/>
                </a:lnTo>
                <a:lnTo>
                  <a:pt x="5045841" y="163829"/>
                </a:lnTo>
                <a:lnTo>
                  <a:pt x="5035488" y="168909"/>
                </a:lnTo>
                <a:lnTo>
                  <a:pt x="5025662" y="172719"/>
                </a:lnTo>
                <a:lnTo>
                  <a:pt x="5007649" y="173989"/>
                </a:lnTo>
                <a:lnTo>
                  <a:pt x="5430184" y="173989"/>
                </a:lnTo>
                <a:lnTo>
                  <a:pt x="5382708" y="168909"/>
                </a:lnTo>
                <a:lnTo>
                  <a:pt x="5367440" y="167639"/>
                </a:lnTo>
                <a:lnTo>
                  <a:pt x="5291408" y="167639"/>
                </a:lnTo>
                <a:lnTo>
                  <a:pt x="5288632" y="166369"/>
                </a:lnTo>
                <a:lnTo>
                  <a:pt x="5222389" y="166369"/>
                </a:lnTo>
                <a:lnTo>
                  <a:pt x="5195474" y="161289"/>
                </a:lnTo>
                <a:lnTo>
                  <a:pt x="5140977" y="161289"/>
                </a:lnTo>
                <a:lnTo>
                  <a:pt x="5118422" y="138429"/>
                </a:lnTo>
                <a:close/>
              </a:path>
              <a:path w="7476490" h="886459">
                <a:moveTo>
                  <a:pt x="6769273" y="149859"/>
                </a:moveTo>
                <a:lnTo>
                  <a:pt x="6735477" y="172719"/>
                </a:lnTo>
                <a:lnTo>
                  <a:pt x="6692316" y="173989"/>
                </a:lnTo>
                <a:lnTo>
                  <a:pt x="6848910" y="173989"/>
                </a:lnTo>
                <a:lnTo>
                  <a:pt x="6846351" y="172719"/>
                </a:lnTo>
                <a:lnTo>
                  <a:pt x="6820516" y="171449"/>
                </a:lnTo>
                <a:lnTo>
                  <a:pt x="6801092" y="165099"/>
                </a:lnTo>
                <a:lnTo>
                  <a:pt x="6785028" y="156209"/>
                </a:lnTo>
                <a:lnTo>
                  <a:pt x="6769273" y="149859"/>
                </a:lnTo>
                <a:close/>
              </a:path>
              <a:path w="7476490" h="886459">
                <a:moveTo>
                  <a:pt x="5336902" y="165099"/>
                </a:moveTo>
                <a:lnTo>
                  <a:pt x="5291408" y="167639"/>
                </a:lnTo>
                <a:lnTo>
                  <a:pt x="5367440" y="167639"/>
                </a:lnTo>
                <a:lnTo>
                  <a:pt x="5336902" y="165099"/>
                </a:lnTo>
                <a:close/>
              </a:path>
              <a:path w="7476490" h="886459">
                <a:moveTo>
                  <a:pt x="5257896" y="156209"/>
                </a:moveTo>
                <a:lnTo>
                  <a:pt x="5240540" y="157479"/>
                </a:lnTo>
                <a:lnTo>
                  <a:pt x="5222389" y="166369"/>
                </a:lnTo>
                <a:lnTo>
                  <a:pt x="5288632" y="166369"/>
                </a:lnTo>
                <a:lnTo>
                  <a:pt x="5274754" y="160019"/>
                </a:lnTo>
                <a:lnTo>
                  <a:pt x="5257896" y="156209"/>
                </a:lnTo>
                <a:close/>
              </a:path>
              <a:path w="7476490" h="886459">
                <a:moveTo>
                  <a:pt x="5163455" y="153669"/>
                </a:moveTo>
                <a:lnTo>
                  <a:pt x="5140977" y="161289"/>
                </a:lnTo>
                <a:lnTo>
                  <a:pt x="5195474" y="161289"/>
                </a:lnTo>
                <a:lnTo>
                  <a:pt x="5188745" y="160019"/>
                </a:lnTo>
                <a:lnTo>
                  <a:pt x="5174239" y="154939"/>
                </a:lnTo>
                <a:lnTo>
                  <a:pt x="5163455" y="153669"/>
                </a:lnTo>
                <a:close/>
              </a:path>
              <a:path w="7476490" h="886459">
                <a:moveTo>
                  <a:pt x="4865649" y="146049"/>
                </a:moveTo>
                <a:lnTo>
                  <a:pt x="4840188" y="157479"/>
                </a:lnTo>
                <a:lnTo>
                  <a:pt x="4876600" y="157479"/>
                </a:lnTo>
                <a:lnTo>
                  <a:pt x="4865649" y="146049"/>
                </a:lnTo>
                <a:close/>
              </a:path>
              <a:path w="7476490" h="886459">
                <a:moveTo>
                  <a:pt x="4723693" y="132079"/>
                </a:moveTo>
                <a:lnTo>
                  <a:pt x="4680792" y="151129"/>
                </a:lnTo>
                <a:lnTo>
                  <a:pt x="4656840" y="156209"/>
                </a:lnTo>
                <a:lnTo>
                  <a:pt x="4835674" y="156209"/>
                </a:lnTo>
                <a:lnTo>
                  <a:pt x="4822132" y="152399"/>
                </a:lnTo>
                <a:lnTo>
                  <a:pt x="4811845" y="146049"/>
                </a:lnTo>
                <a:lnTo>
                  <a:pt x="4746774" y="146049"/>
                </a:lnTo>
                <a:lnTo>
                  <a:pt x="4734779" y="142239"/>
                </a:lnTo>
                <a:lnTo>
                  <a:pt x="4723693" y="132079"/>
                </a:lnTo>
                <a:close/>
              </a:path>
              <a:path w="7476490" h="886459">
                <a:moveTo>
                  <a:pt x="4776770" y="138429"/>
                </a:moveTo>
                <a:lnTo>
                  <a:pt x="4760499" y="144779"/>
                </a:lnTo>
                <a:lnTo>
                  <a:pt x="4746774" y="146049"/>
                </a:lnTo>
                <a:lnTo>
                  <a:pt x="4811845" y="146049"/>
                </a:lnTo>
                <a:lnTo>
                  <a:pt x="4803615" y="140969"/>
                </a:lnTo>
                <a:lnTo>
                  <a:pt x="4776770" y="138429"/>
                </a:lnTo>
                <a:close/>
              </a:path>
              <a:path w="7476490" h="886459">
                <a:moveTo>
                  <a:pt x="7156500" y="68579"/>
                </a:moveTo>
                <a:lnTo>
                  <a:pt x="7146570" y="82549"/>
                </a:lnTo>
                <a:lnTo>
                  <a:pt x="7476169" y="82549"/>
                </a:lnTo>
                <a:lnTo>
                  <a:pt x="7476169" y="74929"/>
                </a:lnTo>
                <a:lnTo>
                  <a:pt x="7181738" y="74929"/>
                </a:lnTo>
                <a:lnTo>
                  <a:pt x="7156500" y="68579"/>
                </a:lnTo>
                <a:close/>
              </a:path>
              <a:path w="7476490" h="886459">
                <a:moveTo>
                  <a:pt x="7295349" y="38099"/>
                </a:moveTo>
                <a:lnTo>
                  <a:pt x="7287215" y="41909"/>
                </a:lnTo>
                <a:lnTo>
                  <a:pt x="7280567" y="50799"/>
                </a:lnTo>
                <a:lnTo>
                  <a:pt x="7245752" y="57149"/>
                </a:lnTo>
                <a:lnTo>
                  <a:pt x="7212149" y="68579"/>
                </a:lnTo>
                <a:lnTo>
                  <a:pt x="7181738" y="74929"/>
                </a:lnTo>
                <a:lnTo>
                  <a:pt x="7476169" y="74929"/>
                </a:lnTo>
                <a:lnTo>
                  <a:pt x="7476169" y="43179"/>
                </a:lnTo>
                <a:lnTo>
                  <a:pt x="7318150" y="43179"/>
                </a:lnTo>
                <a:lnTo>
                  <a:pt x="7305487" y="39369"/>
                </a:lnTo>
                <a:lnTo>
                  <a:pt x="7295349" y="38099"/>
                </a:lnTo>
                <a:close/>
              </a:path>
              <a:path w="7476490" h="886459">
                <a:moveTo>
                  <a:pt x="7476169" y="0"/>
                </a:moveTo>
                <a:lnTo>
                  <a:pt x="7405757" y="29209"/>
                </a:lnTo>
                <a:lnTo>
                  <a:pt x="7383333" y="35559"/>
                </a:lnTo>
                <a:lnTo>
                  <a:pt x="7361163" y="40639"/>
                </a:lnTo>
                <a:lnTo>
                  <a:pt x="7339388" y="43179"/>
                </a:lnTo>
                <a:lnTo>
                  <a:pt x="7476169" y="43179"/>
                </a:lnTo>
                <a:lnTo>
                  <a:pt x="7476169" y="0"/>
                </a:lnTo>
                <a:close/>
              </a:path>
            </a:pathLst>
          </a:custGeom>
          <a:solidFill>
            <a:srgbClr val="82766A">
              <a:alpha val="14898"/>
            </a:srgbClr>
          </a:solidFill>
        </p:spPr>
        <p:txBody>
          <a:bodyPr wrap="square" lIns="0" tIns="0" rIns="0" bIns="0" rtlCol="0"/>
          <a:lstStyle/>
          <a:p>
            <a:endParaRPr/>
          </a:p>
        </p:txBody>
      </p:sp>
      <p:sp>
        <p:nvSpPr>
          <p:cNvPr id="6" name="object 6"/>
          <p:cNvSpPr txBox="1"/>
          <p:nvPr/>
        </p:nvSpPr>
        <p:spPr>
          <a:xfrm>
            <a:off x="8270240" y="6449957"/>
            <a:ext cx="190500" cy="165100"/>
          </a:xfrm>
          <a:prstGeom prst="rect">
            <a:avLst/>
          </a:prstGeom>
        </p:spPr>
        <p:txBody>
          <a:bodyPr vert="horz" wrap="square" lIns="0" tIns="6985" rIns="0" bIns="0" rtlCol="0">
            <a:spAutoFit/>
          </a:bodyPr>
          <a:lstStyle/>
          <a:p>
            <a:pPr marL="38100">
              <a:lnSpc>
                <a:spcPct val="100000"/>
              </a:lnSpc>
              <a:spcBef>
                <a:spcPts val="55"/>
              </a:spcBef>
            </a:pPr>
            <a:r>
              <a:rPr sz="900" dirty="0">
                <a:solidFill>
                  <a:srgbClr val="898989"/>
                </a:solidFill>
                <a:latin typeface="Calibri"/>
                <a:cs typeface="Calibri"/>
              </a:rPr>
              <a:t>29</a:t>
            </a:r>
            <a:endParaRPr sz="900">
              <a:latin typeface="Calibri"/>
              <a:cs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a:extLst>
              <a:ext uri="{C183D7F6-B498-43B3-948B-1728B52AA6E4}">
                <adec:decorative xmlns:adec="http://schemas.microsoft.com/office/drawing/2017/decorative" val="1"/>
              </a:ext>
            </a:extLst>
          </p:cNvPr>
          <p:cNvSpPr/>
          <p:nvPr/>
        </p:nvSpPr>
        <p:spPr>
          <a:xfrm>
            <a:off x="0" y="0"/>
            <a:ext cx="4240530" cy="6858000"/>
          </a:xfrm>
          <a:custGeom>
            <a:avLst/>
            <a:gdLst/>
            <a:ahLst/>
            <a:cxnLst/>
            <a:rect l="l" t="t" r="r" b="b"/>
            <a:pathLst>
              <a:path w="4240530" h="6858000">
                <a:moveTo>
                  <a:pt x="3872491" y="0"/>
                </a:moveTo>
                <a:lnTo>
                  <a:pt x="0" y="0"/>
                </a:lnTo>
                <a:lnTo>
                  <a:pt x="0" y="6857999"/>
                </a:lnTo>
                <a:lnTo>
                  <a:pt x="4240077" y="6857997"/>
                </a:lnTo>
                <a:lnTo>
                  <a:pt x="3541318" y="6857997"/>
                </a:lnTo>
                <a:lnTo>
                  <a:pt x="3528057" y="6843645"/>
                </a:lnTo>
                <a:lnTo>
                  <a:pt x="3524623" y="6838020"/>
                </a:lnTo>
                <a:lnTo>
                  <a:pt x="3522785" y="6831944"/>
                </a:lnTo>
                <a:lnTo>
                  <a:pt x="3523035" y="6825244"/>
                </a:lnTo>
                <a:lnTo>
                  <a:pt x="3525866" y="6817745"/>
                </a:lnTo>
                <a:lnTo>
                  <a:pt x="3519422" y="6793453"/>
                </a:lnTo>
                <a:lnTo>
                  <a:pt x="3517931" y="6784271"/>
                </a:lnTo>
                <a:lnTo>
                  <a:pt x="3520748" y="6777285"/>
                </a:lnTo>
                <a:lnTo>
                  <a:pt x="3527225" y="6759581"/>
                </a:lnTo>
                <a:lnTo>
                  <a:pt x="3524795" y="6742571"/>
                </a:lnTo>
                <a:lnTo>
                  <a:pt x="3521693" y="6730317"/>
                </a:lnTo>
                <a:lnTo>
                  <a:pt x="3519151" y="6719124"/>
                </a:lnTo>
                <a:lnTo>
                  <a:pt x="3518404" y="6705296"/>
                </a:lnTo>
                <a:lnTo>
                  <a:pt x="3516361" y="6686647"/>
                </a:lnTo>
                <a:lnTo>
                  <a:pt x="3515414" y="6672630"/>
                </a:lnTo>
                <a:lnTo>
                  <a:pt x="3513691" y="6658861"/>
                </a:lnTo>
                <a:lnTo>
                  <a:pt x="3509314" y="6640956"/>
                </a:lnTo>
                <a:lnTo>
                  <a:pt x="3504778" y="6609607"/>
                </a:lnTo>
                <a:lnTo>
                  <a:pt x="3503976" y="6585859"/>
                </a:lnTo>
                <a:lnTo>
                  <a:pt x="3506130" y="6541312"/>
                </a:lnTo>
                <a:lnTo>
                  <a:pt x="3504110" y="6500712"/>
                </a:lnTo>
                <a:lnTo>
                  <a:pt x="3499822" y="6456633"/>
                </a:lnTo>
                <a:lnTo>
                  <a:pt x="3489688" y="6370250"/>
                </a:lnTo>
                <a:lnTo>
                  <a:pt x="3484196" y="6331774"/>
                </a:lnTo>
                <a:lnTo>
                  <a:pt x="3477840" y="6295083"/>
                </a:lnTo>
                <a:lnTo>
                  <a:pt x="3472966" y="6259648"/>
                </a:lnTo>
                <a:lnTo>
                  <a:pt x="3471926" y="6224937"/>
                </a:lnTo>
                <a:lnTo>
                  <a:pt x="3469251" y="6089692"/>
                </a:lnTo>
                <a:lnTo>
                  <a:pt x="3465369" y="6050534"/>
                </a:lnTo>
                <a:lnTo>
                  <a:pt x="3461103" y="6018869"/>
                </a:lnTo>
                <a:lnTo>
                  <a:pt x="3460743" y="5993691"/>
                </a:lnTo>
                <a:lnTo>
                  <a:pt x="3468583" y="5973993"/>
                </a:lnTo>
                <a:lnTo>
                  <a:pt x="3466266" y="5956603"/>
                </a:lnTo>
                <a:lnTo>
                  <a:pt x="3468983" y="5950171"/>
                </a:lnTo>
                <a:lnTo>
                  <a:pt x="3472326" y="5947113"/>
                </a:lnTo>
                <a:lnTo>
                  <a:pt x="3471889" y="5939846"/>
                </a:lnTo>
                <a:lnTo>
                  <a:pt x="3457370" y="5906466"/>
                </a:lnTo>
                <a:lnTo>
                  <a:pt x="3454195" y="5862698"/>
                </a:lnTo>
                <a:lnTo>
                  <a:pt x="3454081" y="5850707"/>
                </a:lnTo>
                <a:lnTo>
                  <a:pt x="3454373" y="5845254"/>
                </a:lnTo>
                <a:lnTo>
                  <a:pt x="3455209" y="5838680"/>
                </a:lnTo>
                <a:lnTo>
                  <a:pt x="3456724" y="5823323"/>
                </a:lnTo>
                <a:lnTo>
                  <a:pt x="3455847" y="5769224"/>
                </a:lnTo>
                <a:lnTo>
                  <a:pt x="3458903" y="5744365"/>
                </a:lnTo>
                <a:lnTo>
                  <a:pt x="3463442" y="5691375"/>
                </a:lnTo>
                <a:lnTo>
                  <a:pt x="3466416" y="5667895"/>
                </a:lnTo>
                <a:lnTo>
                  <a:pt x="3465360" y="5651514"/>
                </a:lnTo>
                <a:lnTo>
                  <a:pt x="3469664" y="5633044"/>
                </a:lnTo>
                <a:lnTo>
                  <a:pt x="3475422" y="5613672"/>
                </a:lnTo>
                <a:lnTo>
                  <a:pt x="3478728" y="5594584"/>
                </a:lnTo>
                <a:lnTo>
                  <a:pt x="3475445" y="5552058"/>
                </a:lnTo>
                <a:lnTo>
                  <a:pt x="3475589" y="5527788"/>
                </a:lnTo>
                <a:lnTo>
                  <a:pt x="3476666" y="5504326"/>
                </a:lnTo>
                <a:lnTo>
                  <a:pt x="3476177" y="5464224"/>
                </a:lnTo>
                <a:lnTo>
                  <a:pt x="3472511" y="5412960"/>
                </a:lnTo>
                <a:lnTo>
                  <a:pt x="3469239" y="5358976"/>
                </a:lnTo>
                <a:lnTo>
                  <a:pt x="3464272" y="5269725"/>
                </a:lnTo>
                <a:lnTo>
                  <a:pt x="3462382" y="5242956"/>
                </a:lnTo>
                <a:lnTo>
                  <a:pt x="3460842" y="5225105"/>
                </a:lnTo>
                <a:lnTo>
                  <a:pt x="3460274" y="5214852"/>
                </a:lnTo>
                <a:lnTo>
                  <a:pt x="3461298" y="5210876"/>
                </a:lnTo>
                <a:lnTo>
                  <a:pt x="3449427" y="5178813"/>
                </a:lnTo>
                <a:lnTo>
                  <a:pt x="3449181" y="5153934"/>
                </a:lnTo>
                <a:lnTo>
                  <a:pt x="3452692" y="5132649"/>
                </a:lnTo>
                <a:lnTo>
                  <a:pt x="3452092" y="5111369"/>
                </a:lnTo>
                <a:lnTo>
                  <a:pt x="3456804" y="5048040"/>
                </a:lnTo>
                <a:lnTo>
                  <a:pt x="3457914" y="5027584"/>
                </a:lnTo>
                <a:lnTo>
                  <a:pt x="3457609" y="5009272"/>
                </a:lnTo>
                <a:lnTo>
                  <a:pt x="3467416" y="4989275"/>
                </a:lnTo>
                <a:lnTo>
                  <a:pt x="3479654" y="4968970"/>
                </a:lnTo>
                <a:lnTo>
                  <a:pt x="3487021" y="4947949"/>
                </a:lnTo>
                <a:lnTo>
                  <a:pt x="3482214" y="4925805"/>
                </a:lnTo>
                <a:lnTo>
                  <a:pt x="3489680" y="4922067"/>
                </a:lnTo>
                <a:lnTo>
                  <a:pt x="3488340" y="4907807"/>
                </a:lnTo>
                <a:lnTo>
                  <a:pt x="3486410" y="4890592"/>
                </a:lnTo>
                <a:lnTo>
                  <a:pt x="3492108" y="4877991"/>
                </a:lnTo>
                <a:lnTo>
                  <a:pt x="3499279" y="4871805"/>
                </a:lnTo>
                <a:lnTo>
                  <a:pt x="3501990" y="4863517"/>
                </a:lnTo>
                <a:lnTo>
                  <a:pt x="3502642" y="4854048"/>
                </a:lnTo>
                <a:lnTo>
                  <a:pt x="3503635" y="4844322"/>
                </a:lnTo>
                <a:lnTo>
                  <a:pt x="3512281" y="4824582"/>
                </a:lnTo>
                <a:lnTo>
                  <a:pt x="3518486" y="4791426"/>
                </a:lnTo>
                <a:lnTo>
                  <a:pt x="3521075" y="4756916"/>
                </a:lnTo>
                <a:lnTo>
                  <a:pt x="3518870" y="4733114"/>
                </a:lnTo>
                <a:lnTo>
                  <a:pt x="3522759" y="4698873"/>
                </a:lnTo>
                <a:lnTo>
                  <a:pt x="3526272" y="4673125"/>
                </a:lnTo>
                <a:lnTo>
                  <a:pt x="3527791" y="4650382"/>
                </a:lnTo>
                <a:lnTo>
                  <a:pt x="3525702" y="4625153"/>
                </a:lnTo>
                <a:lnTo>
                  <a:pt x="3524819" y="4600157"/>
                </a:lnTo>
                <a:lnTo>
                  <a:pt x="3526639" y="4579049"/>
                </a:lnTo>
                <a:lnTo>
                  <a:pt x="3530623" y="4559497"/>
                </a:lnTo>
                <a:lnTo>
                  <a:pt x="3536229" y="4539167"/>
                </a:lnTo>
                <a:lnTo>
                  <a:pt x="3536596" y="4488530"/>
                </a:lnTo>
                <a:lnTo>
                  <a:pt x="3537064" y="4473629"/>
                </a:lnTo>
                <a:lnTo>
                  <a:pt x="3540706" y="4432165"/>
                </a:lnTo>
                <a:lnTo>
                  <a:pt x="3542309" y="4411257"/>
                </a:lnTo>
                <a:lnTo>
                  <a:pt x="3535378" y="4362145"/>
                </a:lnTo>
                <a:lnTo>
                  <a:pt x="3537976" y="4313490"/>
                </a:lnTo>
                <a:lnTo>
                  <a:pt x="3542258" y="4265782"/>
                </a:lnTo>
                <a:lnTo>
                  <a:pt x="3540381" y="4219510"/>
                </a:lnTo>
                <a:lnTo>
                  <a:pt x="3542386" y="4174496"/>
                </a:lnTo>
                <a:lnTo>
                  <a:pt x="3545177" y="4153210"/>
                </a:lnTo>
                <a:lnTo>
                  <a:pt x="3552877" y="4115414"/>
                </a:lnTo>
                <a:lnTo>
                  <a:pt x="3568272" y="4048117"/>
                </a:lnTo>
                <a:lnTo>
                  <a:pt x="3570012" y="4011391"/>
                </a:lnTo>
                <a:lnTo>
                  <a:pt x="3575681" y="3960827"/>
                </a:lnTo>
                <a:lnTo>
                  <a:pt x="3578556" y="3911434"/>
                </a:lnTo>
                <a:lnTo>
                  <a:pt x="3571916" y="3878221"/>
                </a:lnTo>
                <a:lnTo>
                  <a:pt x="3569383" y="3847991"/>
                </a:lnTo>
                <a:lnTo>
                  <a:pt x="3569152" y="3831958"/>
                </a:lnTo>
                <a:lnTo>
                  <a:pt x="3566708" y="3814042"/>
                </a:lnTo>
                <a:lnTo>
                  <a:pt x="3557531" y="3778166"/>
                </a:lnTo>
                <a:lnTo>
                  <a:pt x="3556974" y="3761978"/>
                </a:lnTo>
                <a:lnTo>
                  <a:pt x="3553419" y="3742546"/>
                </a:lnTo>
                <a:lnTo>
                  <a:pt x="3549334" y="3723222"/>
                </a:lnTo>
                <a:lnTo>
                  <a:pt x="3547190" y="3707357"/>
                </a:lnTo>
                <a:lnTo>
                  <a:pt x="3546137" y="3693924"/>
                </a:lnTo>
                <a:lnTo>
                  <a:pt x="3545743" y="3682128"/>
                </a:lnTo>
                <a:lnTo>
                  <a:pt x="3545526" y="3664113"/>
                </a:lnTo>
                <a:lnTo>
                  <a:pt x="3541638" y="3653087"/>
                </a:lnTo>
                <a:lnTo>
                  <a:pt x="3536375" y="3641228"/>
                </a:lnTo>
                <a:lnTo>
                  <a:pt x="3536356" y="3606007"/>
                </a:lnTo>
                <a:lnTo>
                  <a:pt x="3541994" y="3597335"/>
                </a:lnTo>
                <a:lnTo>
                  <a:pt x="3539910" y="3586411"/>
                </a:lnTo>
                <a:lnTo>
                  <a:pt x="3541698" y="3569718"/>
                </a:lnTo>
                <a:lnTo>
                  <a:pt x="3538642" y="3552248"/>
                </a:lnTo>
                <a:lnTo>
                  <a:pt x="3533325" y="3542018"/>
                </a:lnTo>
                <a:lnTo>
                  <a:pt x="3526539" y="3531200"/>
                </a:lnTo>
                <a:lnTo>
                  <a:pt x="3521809" y="3496391"/>
                </a:lnTo>
                <a:lnTo>
                  <a:pt x="3526222" y="3486849"/>
                </a:lnTo>
                <a:lnTo>
                  <a:pt x="3522703" y="3476411"/>
                </a:lnTo>
                <a:lnTo>
                  <a:pt x="3522246" y="3465251"/>
                </a:lnTo>
                <a:lnTo>
                  <a:pt x="3521520" y="3424544"/>
                </a:lnTo>
                <a:lnTo>
                  <a:pt x="3520132" y="3419880"/>
                </a:lnTo>
                <a:lnTo>
                  <a:pt x="3521341" y="3415217"/>
                </a:lnTo>
                <a:lnTo>
                  <a:pt x="3518769" y="3409825"/>
                </a:lnTo>
                <a:lnTo>
                  <a:pt x="3520014" y="3407056"/>
                </a:lnTo>
                <a:lnTo>
                  <a:pt x="3510776" y="3378959"/>
                </a:lnTo>
                <a:lnTo>
                  <a:pt x="3506762" y="3362947"/>
                </a:lnTo>
                <a:lnTo>
                  <a:pt x="3494844" y="3332072"/>
                </a:lnTo>
                <a:lnTo>
                  <a:pt x="3496374" y="3325671"/>
                </a:lnTo>
                <a:lnTo>
                  <a:pt x="3484253" y="3278130"/>
                </a:lnTo>
                <a:lnTo>
                  <a:pt x="3485873" y="3277179"/>
                </a:lnTo>
                <a:lnTo>
                  <a:pt x="3490216" y="3262609"/>
                </a:lnTo>
                <a:lnTo>
                  <a:pt x="3489377" y="3258676"/>
                </a:lnTo>
                <a:lnTo>
                  <a:pt x="3487555" y="3233941"/>
                </a:lnTo>
                <a:lnTo>
                  <a:pt x="3490493" y="3222475"/>
                </a:lnTo>
                <a:lnTo>
                  <a:pt x="3490468" y="3209578"/>
                </a:lnTo>
                <a:lnTo>
                  <a:pt x="3479759" y="3180546"/>
                </a:lnTo>
                <a:lnTo>
                  <a:pt x="3482968" y="3174058"/>
                </a:lnTo>
                <a:lnTo>
                  <a:pt x="3483900" y="3167427"/>
                </a:lnTo>
                <a:lnTo>
                  <a:pt x="3482771" y="3160175"/>
                </a:lnTo>
                <a:lnTo>
                  <a:pt x="3479800" y="3151827"/>
                </a:lnTo>
                <a:lnTo>
                  <a:pt x="3480062" y="3137268"/>
                </a:lnTo>
                <a:lnTo>
                  <a:pt x="3483398" y="3126742"/>
                </a:lnTo>
                <a:lnTo>
                  <a:pt x="3484897" y="3116746"/>
                </a:lnTo>
                <a:lnTo>
                  <a:pt x="3479655" y="3103777"/>
                </a:lnTo>
                <a:lnTo>
                  <a:pt x="3483544" y="3097258"/>
                </a:lnTo>
                <a:lnTo>
                  <a:pt x="3483434" y="3068246"/>
                </a:lnTo>
                <a:lnTo>
                  <a:pt x="3488052" y="3065433"/>
                </a:lnTo>
                <a:lnTo>
                  <a:pt x="3485733" y="3054242"/>
                </a:lnTo>
                <a:lnTo>
                  <a:pt x="3481458" y="3042265"/>
                </a:lnTo>
                <a:lnTo>
                  <a:pt x="3476653" y="3030576"/>
                </a:lnTo>
                <a:lnTo>
                  <a:pt x="3472746" y="3020246"/>
                </a:lnTo>
                <a:lnTo>
                  <a:pt x="3470202" y="3009629"/>
                </a:lnTo>
                <a:lnTo>
                  <a:pt x="3463932" y="2997386"/>
                </a:lnTo>
                <a:lnTo>
                  <a:pt x="3464201" y="2991091"/>
                </a:lnTo>
                <a:lnTo>
                  <a:pt x="3465269" y="2987748"/>
                </a:lnTo>
                <a:lnTo>
                  <a:pt x="3467799" y="2983454"/>
                </a:lnTo>
                <a:lnTo>
                  <a:pt x="3472581" y="2977277"/>
                </a:lnTo>
                <a:lnTo>
                  <a:pt x="3469071" y="2962320"/>
                </a:lnTo>
                <a:lnTo>
                  <a:pt x="3469697" y="2949054"/>
                </a:lnTo>
                <a:lnTo>
                  <a:pt x="3472004" y="2933517"/>
                </a:lnTo>
                <a:lnTo>
                  <a:pt x="3473536" y="2911749"/>
                </a:lnTo>
                <a:lnTo>
                  <a:pt x="3472507" y="2890203"/>
                </a:lnTo>
                <a:lnTo>
                  <a:pt x="3468137" y="2825860"/>
                </a:lnTo>
                <a:lnTo>
                  <a:pt x="3468112" y="2804182"/>
                </a:lnTo>
                <a:lnTo>
                  <a:pt x="3463151" y="2790135"/>
                </a:lnTo>
                <a:lnTo>
                  <a:pt x="3459595" y="2760207"/>
                </a:lnTo>
                <a:lnTo>
                  <a:pt x="3464239" y="2751112"/>
                </a:lnTo>
                <a:lnTo>
                  <a:pt x="3461212" y="2740277"/>
                </a:lnTo>
                <a:lnTo>
                  <a:pt x="3463978" y="2726489"/>
                </a:lnTo>
                <a:lnTo>
                  <a:pt x="3460983" y="2725051"/>
                </a:lnTo>
                <a:lnTo>
                  <a:pt x="3455659" y="2715895"/>
                </a:lnTo>
                <a:lnTo>
                  <a:pt x="3466077" y="2665666"/>
                </a:lnTo>
                <a:lnTo>
                  <a:pt x="3469665" y="2635350"/>
                </a:lnTo>
                <a:lnTo>
                  <a:pt x="3469803" y="2606088"/>
                </a:lnTo>
                <a:lnTo>
                  <a:pt x="3474446" y="2596455"/>
                </a:lnTo>
                <a:lnTo>
                  <a:pt x="3475240" y="2585278"/>
                </a:lnTo>
                <a:lnTo>
                  <a:pt x="3473661" y="2561444"/>
                </a:lnTo>
                <a:lnTo>
                  <a:pt x="3473737" y="2549899"/>
                </a:lnTo>
                <a:lnTo>
                  <a:pt x="3485701" y="2496498"/>
                </a:lnTo>
                <a:lnTo>
                  <a:pt x="3486842" y="2487531"/>
                </a:lnTo>
                <a:lnTo>
                  <a:pt x="3492092" y="2454836"/>
                </a:lnTo>
                <a:lnTo>
                  <a:pt x="3493232" y="2445868"/>
                </a:lnTo>
                <a:lnTo>
                  <a:pt x="3492568" y="2438926"/>
                </a:lnTo>
                <a:lnTo>
                  <a:pt x="3493225" y="2416038"/>
                </a:lnTo>
                <a:lnTo>
                  <a:pt x="3493098" y="2408994"/>
                </a:lnTo>
                <a:lnTo>
                  <a:pt x="3504788" y="2395992"/>
                </a:lnTo>
                <a:lnTo>
                  <a:pt x="3507666" y="2369303"/>
                </a:lnTo>
                <a:lnTo>
                  <a:pt x="3509759" y="2344144"/>
                </a:lnTo>
                <a:lnTo>
                  <a:pt x="3519096" y="2335734"/>
                </a:lnTo>
                <a:lnTo>
                  <a:pt x="3528729" y="2312870"/>
                </a:lnTo>
                <a:lnTo>
                  <a:pt x="3537625" y="2296008"/>
                </a:lnTo>
                <a:lnTo>
                  <a:pt x="3545177" y="2280097"/>
                </a:lnTo>
                <a:lnTo>
                  <a:pt x="3550781" y="2260088"/>
                </a:lnTo>
                <a:lnTo>
                  <a:pt x="3552060" y="2238403"/>
                </a:lnTo>
                <a:lnTo>
                  <a:pt x="3551690" y="2223625"/>
                </a:lnTo>
                <a:lnTo>
                  <a:pt x="3551799" y="2210420"/>
                </a:lnTo>
                <a:lnTo>
                  <a:pt x="3554512" y="2193455"/>
                </a:lnTo>
                <a:lnTo>
                  <a:pt x="3552569" y="2169886"/>
                </a:lnTo>
                <a:lnTo>
                  <a:pt x="3549830" y="2149148"/>
                </a:lnTo>
                <a:lnTo>
                  <a:pt x="3551027" y="2129186"/>
                </a:lnTo>
                <a:lnTo>
                  <a:pt x="3560892" y="2107942"/>
                </a:lnTo>
                <a:lnTo>
                  <a:pt x="3565809" y="2024269"/>
                </a:lnTo>
                <a:lnTo>
                  <a:pt x="3594963" y="1969444"/>
                </a:lnTo>
                <a:lnTo>
                  <a:pt x="3597929" y="1961161"/>
                </a:lnTo>
                <a:lnTo>
                  <a:pt x="3606069" y="1945111"/>
                </a:lnTo>
                <a:lnTo>
                  <a:pt x="3605470" y="1942020"/>
                </a:lnTo>
                <a:lnTo>
                  <a:pt x="3601749" y="1935584"/>
                </a:lnTo>
                <a:lnTo>
                  <a:pt x="3601939" y="1930045"/>
                </a:lnTo>
                <a:lnTo>
                  <a:pt x="3603899" y="1910265"/>
                </a:lnTo>
                <a:lnTo>
                  <a:pt x="3602708" y="1909993"/>
                </a:lnTo>
                <a:lnTo>
                  <a:pt x="3602681" y="1909161"/>
                </a:lnTo>
                <a:lnTo>
                  <a:pt x="3607892" y="1899378"/>
                </a:lnTo>
                <a:lnTo>
                  <a:pt x="3609395" y="1895114"/>
                </a:lnTo>
                <a:lnTo>
                  <a:pt x="3598965" y="1892416"/>
                </a:lnTo>
                <a:lnTo>
                  <a:pt x="3597240" y="1885179"/>
                </a:lnTo>
                <a:lnTo>
                  <a:pt x="3597872" y="1876103"/>
                </a:lnTo>
                <a:lnTo>
                  <a:pt x="3597865" y="1867450"/>
                </a:lnTo>
                <a:lnTo>
                  <a:pt x="3594225" y="1861483"/>
                </a:lnTo>
                <a:lnTo>
                  <a:pt x="3599070" y="1848890"/>
                </a:lnTo>
                <a:lnTo>
                  <a:pt x="3603414" y="1835810"/>
                </a:lnTo>
                <a:lnTo>
                  <a:pt x="3604709" y="1830569"/>
                </a:lnTo>
                <a:lnTo>
                  <a:pt x="3604507" y="1830429"/>
                </a:lnTo>
                <a:lnTo>
                  <a:pt x="3604300" y="1829219"/>
                </a:lnTo>
                <a:lnTo>
                  <a:pt x="3604541" y="1827467"/>
                </a:lnTo>
                <a:lnTo>
                  <a:pt x="3605418" y="1824832"/>
                </a:lnTo>
                <a:lnTo>
                  <a:pt x="3607070" y="1821003"/>
                </a:lnTo>
                <a:lnTo>
                  <a:pt x="3608929" y="1807108"/>
                </a:lnTo>
                <a:lnTo>
                  <a:pt x="3606478" y="1805316"/>
                </a:lnTo>
                <a:lnTo>
                  <a:pt x="3607018" y="1804433"/>
                </a:lnTo>
                <a:lnTo>
                  <a:pt x="3611699" y="1800511"/>
                </a:lnTo>
                <a:lnTo>
                  <a:pt x="3614344" y="1796957"/>
                </a:lnTo>
                <a:lnTo>
                  <a:pt x="3612566" y="1792112"/>
                </a:lnTo>
                <a:lnTo>
                  <a:pt x="3603979" y="1784314"/>
                </a:lnTo>
                <a:lnTo>
                  <a:pt x="3609078" y="1774459"/>
                </a:lnTo>
                <a:lnTo>
                  <a:pt x="3608925" y="1765539"/>
                </a:lnTo>
                <a:lnTo>
                  <a:pt x="3606778" y="1755018"/>
                </a:lnTo>
                <a:lnTo>
                  <a:pt x="3605898" y="1740358"/>
                </a:lnTo>
                <a:lnTo>
                  <a:pt x="3611269" y="1734372"/>
                </a:lnTo>
                <a:lnTo>
                  <a:pt x="3613373" y="1728281"/>
                </a:lnTo>
                <a:lnTo>
                  <a:pt x="3612895" y="1722060"/>
                </a:lnTo>
                <a:lnTo>
                  <a:pt x="3610518" y="1715684"/>
                </a:lnTo>
                <a:lnTo>
                  <a:pt x="3614985" y="1699594"/>
                </a:lnTo>
                <a:lnTo>
                  <a:pt x="3616727" y="1683059"/>
                </a:lnTo>
                <a:lnTo>
                  <a:pt x="3617566" y="1665804"/>
                </a:lnTo>
                <a:lnTo>
                  <a:pt x="3619322" y="1647554"/>
                </a:lnTo>
                <a:lnTo>
                  <a:pt x="3626374" y="1630135"/>
                </a:lnTo>
                <a:lnTo>
                  <a:pt x="3626701" y="1613933"/>
                </a:lnTo>
                <a:lnTo>
                  <a:pt x="3624816" y="1597341"/>
                </a:lnTo>
                <a:lnTo>
                  <a:pt x="3625231" y="1578752"/>
                </a:lnTo>
                <a:lnTo>
                  <a:pt x="3622173" y="1546021"/>
                </a:lnTo>
                <a:lnTo>
                  <a:pt x="3622660" y="1541118"/>
                </a:lnTo>
                <a:lnTo>
                  <a:pt x="3622330" y="1532560"/>
                </a:lnTo>
                <a:lnTo>
                  <a:pt x="3621482" y="1519928"/>
                </a:lnTo>
                <a:lnTo>
                  <a:pt x="3621327" y="1519731"/>
                </a:lnTo>
                <a:lnTo>
                  <a:pt x="3623790" y="1514845"/>
                </a:lnTo>
                <a:lnTo>
                  <a:pt x="3624712" y="1503056"/>
                </a:lnTo>
                <a:lnTo>
                  <a:pt x="3624792" y="1475395"/>
                </a:lnTo>
                <a:lnTo>
                  <a:pt x="3625485" y="1463304"/>
                </a:lnTo>
                <a:lnTo>
                  <a:pt x="3627707" y="1457011"/>
                </a:lnTo>
                <a:lnTo>
                  <a:pt x="3630909" y="1446334"/>
                </a:lnTo>
                <a:lnTo>
                  <a:pt x="3633566" y="1435892"/>
                </a:lnTo>
                <a:lnTo>
                  <a:pt x="3634149" y="1430304"/>
                </a:lnTo>
                <a:lnTo>
                  <a:pt x="3633434" y="1429567"/>
                </a:lnTo>
                <a:lnTo>
                  <a:pt x="3647814" y="1404044"/>
                </a:lnTo>
                <a:lnTo>
                  <a:pt x="3653196" y="1360878"/>
                </a:lnTo>
                <a:lnTo>
                  <a:pt x="3674221" y="1301992"/>
                </a:lnTo>
                <a:lnTo>
                  <a:pt x="3677025" y="1210776"/>
                </a:lnTo>
                <a:lnTo>
                  <a:pt x="3683158" y="1201601"/>
                </a:lnTo>
                <a:lnTo>
                  <a:pt x="3686358" y="1192002"/>
                </a:lnTo>
                <a:lnTo>
                  <a:pt x="3687906" y="1178389"/>
                </a:lnTo>
                <a:lnTo>
                  <a:pt x="3689088" y="1157175"/>
                </a:lnTo>
                <a:lnTo>
                  <a:pt x="3693942" y="1129375"/>
                </a:lnTo>
                <a:lnTo>
                  <a:pt x="3695302" y="1110495"/>
                </a:lnTo>
                <a:lnTo>
                  <a:pt x="3694112" y="1091483"/>
                </a:lnTo>
                <a:lnTo>
                  <a:pt x="3691318" y="1063288"/>
                </a:lnTo>
                <a:lnTo>
                  <a:pt x="3697885" y="1022996"/>
                </a:lnTo>
                <a:lnTo>
                  <a:pt x="3705824" y="984823"/>
                </a:lnTo>
                <a:lnTo>
                  <a:pt x="3720755" y="942414"/>
                </a:lnTo>
                <a:lnTo>
                  <a:pt x="3748294" y="889416"/>
                </a:lnTo>
                <a:lnTo>
                  <a:pt x="3767931" y="816345"/>
                </a:lnTo>
                <a:lnTo>
                  <a:pt x="3773545" y="804557"/>
                </a:lnTo>
                <a:lnTo>
                  <a:pt x="3781744" y="785803"/>
                </a:lnTo>
                <a:lnTo>
                  <a:pt x="3788217" y="766406"/>
                </a:lnTo>
                <a:lnTo>
                  <a:pt x="3788652" y="752692"/>
                </a:lnTo>
                <a:lnTo>
                  <a:pt x="3799850" y="724367"/>
                </a:lnTo>
                <a:lnTo>
                  <a:pt x="3803891" y="722494"/>
                </a:lnTo>
                <a:lnTo>
                  <a:pt x="3806168" y="717530"/>
                </a:lnTo>
                <a:lnTo>
                  <a:pt x="3805349" y="693375"/>
                </a:lnTo>
                <a:lnTo>
                  <a:pt x="3805660" y="690905"/>
                </a:lnTo>
                <a:lnTo>
                  <a:pt x="3806391" y="689288"/>
                </a:lnTo>
                <a:lnTo>
                  <a:pt x="3806723" y="689151"/>
                </a:lnTo>
                <a:lnTo>
                  <a:pt x="3806870" y="681607"/>
                </a:lnTo>
                <a:lnTo>
                  <a:pt x="3813049" y="665205"/>
                </a:lnTo>
                <a:lnTo>
                  <a:pt x="3838056" y="601285"/>
                </a:lnTo>
                <a:lnTo>
                  <a:pt x="3835697" y="590210"/>
                </a:lnTo>
                <a:lnTo>
                  <a:pt x="3833269" y="582306"/>
                </a:lnTo>
                <a:lnTo>
                  <a:pt x="3835009" y="579153"/>
                </a:lnTo>
                <a:lnTo>
                  <a:pt x="3845156" y="582331"/>
                </a:lnTo>
                <a:lnTo>
                  <a:pt x="3845373" y="577121"/>
                </a:lnTo>
                <a:lnTo>
                  <a:pt x="3847517" y="574271"/>
                </a:lnTo>
                <a:lnTo>
                  <a:pt x="3850612" y="572510"/>
                </a:lnTo>
                <a:lnTo>
                  <a:pt x="3852021" y="572091"/>
                </a:lnTo>
                <a:lnTo>
                  <a:pt x="3848785" y="536014"/>
                </a:lnTo>
                <a:lnTo>
                  <a:pt x="3850860" y="531675"/>
                </a:lnTo>
                <a:lnTo>
                  <a:pt x="3840690" y="491379"/>
                </a:lnTo>
                <a:lnTo>
                  <a:pt x="3838524" y="487339"/>
                </a:lnTo>
                <a:lnTo>
                  <a:pt x="3837942" y="482008"/>
                </a:lnTo>
                <a:lnTo>
                  <a:pt x="3840949" y="473782"/>
                </a:lnTo>
                <a:lnTo>
                  <a:pt x="3842310" y="472000"/>
                </a:lnTo>
                <a:lnTo>
                  <a:pt x="3854960" y="354566"/>
                </a:lnTo>
                <a:lnTo>
                  <a:pt x="3856122" y="297336"/>
                </a:lnTo>
                <a:lnTo>
                  <a:pt x="3857378" y="265704"/>
                </a:lnTo>
                <a:lnTo>
                  <a:pt x="3856339" y="233578"/>
                </a:lnTo>
                <a:lnTo>
                  <a:pt x="3854209" y="218615"/>
                </a:lnTo>
                <a:lnTo>
                  <a:pt x="3852358" y="207543"/>
                </a:lnTo>
                <a:lnTo>
                  <a:pt x="3852161" y="187092"/>
                </a:lnTo>
                <a:lnTo>
                  <a:pt x="3849501" y="144696"/>
                </a:lnTo>
                <a:lnTo>
                  <a:pt x="3850864" y="130362"/>
                </a:lnTo>
                <a:lnTo>
                  <a:pt x="3857275" y="130336"/>
                </a:lnTo>
                <a:lnTo>
                  <a:pt x="3848619" y="96240"/>
                </a:lnTo>
                <a:lnTo>
                  <a:pt x="3852949" y="75392"/>
                </a:lnTo>
                <a:lnTo>
                  <a:pt x="3860477" y="53754"/>
                </a:lnTo>
                <a:lnTo>
                  <a:pt x="3861415" y="17287"/>
                </a:lnTo>
                <a:lnTo>
                  <a:pt x="3865949" y="13784"/>
                </a:lnTo>
                <a:lnTo>
                  <a:pt x="3869437" y="8440"/>
                </a:lnTo>
                <a:lnTo>
                  <a:pt x="3872089" y="1705"/>
                </a:lnTo>
                <a:lnTo>
                  <a:pt x="3872491" y="0"/>
                </a:lnTo>
                <a:close/>
              </a:path>
            </a:pathLst>
          </a:custGeom>
          <a:solidFill>
            <a:srgbClr val="82766A">
              <a:alpha val="14898"/>
            </a:srgbClr>
          </a:solidFill>
        </p:spPr>
        <p:txBody>
          <a:bodyPr wrap="square" lIns="0" tIns="0" rIns="0" bIns="0" rtlCol="0"/>
          <a:lstStyle/>
          <a:p>
            <a:endParaRPr/>
          </a:p>
        </p:txBody>
      </p:sp>
      <p:sp>
        <p:nvSpPr>
          <p:cNvPr id="3" name="object 3"/>
          <p:cNvSpPr txBox="1">
            <a:spLocks noGrp="1"/>
          </p:cNvSpPr>
          <p:nvPr>
            <p:ph type="title"/>
          </p:nvPr>
        </p:nvSpPr>
        <p:spPr>
          <a:xfrm>
            <a:off x="707390" y="556259"/>
            <a:ext cx="1825625" cy="1293495"/>
          </a:xfrm>
          <a:prstGeom prst="rect">
            <a:avLst/>
          </a:prstGeom>
        </p:spPr>
        <p:txBody>
          <a:bodyPr vert="horz" wrap="square" lIns="0" tIns="93980" rIns="0" bIns="0" rtlCol="0">
            <a:spAutoFit/>
          </a:bodyPr>
          <a:lstStyle/>
          <a:p>
            <a:pPr marL="12700" marR="5080">
              <a:lnSpc>
                <a:spcPts val="4700"/>
              </a:lnSpc>
              <a:spcBef>
                <a:spcPts val="740"/>
              </a:spcBef>
            </a:pPr>
            <a:r>
              <a:rPr sz="4400" spc="-5" dirty="0"/>
              <a:t>C</a:t>
            </a:r>
            <a:r>
              <a:rPr sz="4400" spc="5" dirty="0"/>
              <a:t>o</a:t>
            </a:r>
            <a:r>
              <a:rPr sz="4400" spc="-45" dirty="0"/>
              <a:t>n</a:t>
            </a:r>
            <a:r>
              <a:rPr sz="4400" spc="-40" dirty="0"/>
              <a:t>t</a:t>
            </a:r>
            <a:r>
              <a:rPr sz="4400" spc="-5" dirty="0"/>
              <a:t>e</a:t>
            </a:r>
            <a:r>
              <a:rPr sz="4400" spc="-45" dirty="0"/>
              <a:t>n</a:t>
            </a:r>
            <a:r>
              <a:rPr sz="4400" dirty="0"/>
              <a:t>t  </a:t>
            </a:r>
            <a:r>
              <a:rPr sz="4400" spc="-10" dirty="0"/>
              <a:t>Matrix</a:t>
            </a:r>
            <a:endParaRPr sz="4400" dirty="0"/>
          </a:p>
        </p:txBody>
      </p:sp>
      <p:sp>
        <p:nvSpPr>
          <p:cNvPr id="4" name="object 4"/>
          <p:cNvSpPr txBox="1"/>
          <p:nvPr/>
        </p:nvSpPr>
        <p:spPr>
          <a:xfrm>
            <a:off x="546284" y="5743955"/>
            <a:ext cx="2081530" cy="537845"/>
          </a:xfrm>
          <a:prstGeom prst="rect">
            <a:avLst/>
          </a:prstGeom>
        </p:spPr>
        <p:txBody>
          <a:bodyPr vert="horz" wrap="square" lIns="0" tIns="55244" rIns="0" bIns="0" rtlCol="0">
            <a:spAutoFit/>
          </a:bodyPr>
          <a:lstStyle/>
          <a:p>
            <a:pPr marL="241300" indent="-228600">
              <a:lnSpc>
                <a:spcPct val="100000"/>
              </a:lnSpc>
              <a:spcBef>
                <a:spcPts val="434"/>
              </a:spcBef>
              <a:buFont typeface="Arial MT"/>
              <a:buChar char="•"/>
              <a:tabLst>
                <a:tab pos="240665" algn="l"/>
                <a:tab pos="241300" algn="l"/>
              </a:tabLst>
            </a:pPr>
            <a:r>
              <a:rPr sz="1400" spc="-10" dirty="0">
                <a:latin typeface="Calibri"/>
                <a:cs typeface="Calibri"/>
              </a:rPr>
              <a:t>Source:</a:t>
            </a:r>
            <a:endParaRPr sz="1400">
              <a:latin typeface="Calibri"/>
              <a:cs typeface="Calibri"/>
            </a:endParaRPr>
          </a:p>
          <a:p>
            <a:pPr marL="241300" indent="-228600">
              <a:lnSpc>
                <a:spcPct val="100000"/>
              </a:lnSpc>
              <a:spcBef>
                <a:spcPts val="335"/>
              </a:spcBef>
              <a:buClr>
                <a:srgbClr val="000000"/>
              </a:buClr>
              <a:buFont typeface="Arial MT"/>
              <a:buChar char="•"/>
              <a:tabLst>
                <a:tab pos="240665" algn="l"/>
                <a:tab pos="241300" algn="l"/>
              </a:tabLst>
            </a:pPr>
            <a:r>
              <a:rPr sz="1400" u="sng" spc="-10" dirty="0">
                <a:solidFill>
                  <a:srgbClr val="0563C1"/>
                </a:solidFill>
                <a:uFill>
                  <a:solidFill>
                    <a:srgbClr val="0563C1"/>
                  </a:solidFill>
                </a:uFill>
                <a:latin typeface="Calibri"/>
                <a:cs typeface="Calibri"/>
              </a:rPr>
              <a:t>https://</a:t>
            </a:r>
            <a:r>
              <a:rPr sz="1400" u="sng" spc="-10" dirty="0">
                <a:solidFill>
                  <a:srgbClr val="0563C1"/>
                </a:solidFill>
                <a:uFill>
                  <a:solidFill>
                    <a:srgbClr val="0563C1"/>
                  </a:solidFill>
                </a:uFill>
                <a:latin typeface="Calibri"/>
                <a:cs typeface="Calibri"/>
                <a:hlinkClick r:id="rId2"/>
              </a:rPr>
              <a:t>www.distilled.net</a:t>
            </a:r>
            <a:endParaRPr sz="1400">
              <a:latin typeface="Calibri"/>
              <a:cs typeface="Calibri"/>
            </a:endParaRPr>
          </a:p>
        </p:txBody>
      </p:sp>
      <p:pic>
        <p:nvPicPr>
          <p:cNvPr id="5" name="object 5" descr="Content  Matrix"/>
          <p:cNvPicPr/>
          <p:nvPr/>
        </p:nvPicPr>
        <p:blipFill>
          <a:blip r:embed="rId3" cstate="print"/>
          <a:stretch>
            <a:fillRect/>
          </a:stretch>
        </p:blipFill>
        <p:spPr>
          <a:xfrm>
            <a:off x="3851920" y="260648"/>
            <a:ext cx="5040560" cy="6120678"/>
          </a:xfrm>
          <a:prstGeom prst="rect">
            <a:avLst/>
          </a:prstGeom>
        </p:spPr>
      </p:pic>
      <p:sp>
        <p:nvSpPr>
          <p:cNvPr id="6" name="object 6"/>
          <p:cNvSpPr txBox="1"/>
          <p:nvPr/>
        </p:nvSpPr>
        <p:spPr>
          <a:xfrm>
            <a:off x="8270240" y="6449957"/>
            <a:ext cx="190500" cy="165100"/>
          </a:xfrm>
          <a:prstGeom prst="rect">
            <a:avLst/>
          </a:prstGeom>
        </p:spPr>
        <p:txBody>
          <a:bodyPr vert="horz" wrap="square" lIns="0" tIns="6985" rIns="0" bIns="0" rtlCol="0">
            <a:spAutoFit/>
          </a:bodyPr>
          <a:lstStyle/>
          <a:p>
            <a:pPr marL="38100">
              <a:lnSpc>
                <a:spcPct val="100000"/>
              </a:lnSpc>
              <a:spcBef>
                <a:spcPts val="55"/>
              </a:spcBef>
            </a:pPr>
            <a:r>
              <a:rPr sz="900" dirty="0">
                <a:solidFill>
                  <a:srgbClr val="898989"/>
                </a:solidFill>
                <a:latin typeface="Calibri"/>
                <a:cs typeface="Calibri"/>
              </a:rPr>
              <a:t>30</a:t>
            </a:r>
            <a:endParaRPr sz="900">
              <a:latin typeface="Calibri"/>
              <a:cs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53013" y="590361"/>
            <a:ext cx="7637145" cy="488950"/>
          </a:xfrm>
          <a:prstGeom prst="rect">
            <a:avLst/>
          </a:prstGeom>
        </p:spPr>
        <p:txBody>
          <a:bodyPr vert="horz" wrap="square" lIns="0" tIns="17780" rIns="0" bIns="0" rtlCol="0">
            <a:spAutoFit/>
          </a:bodyPr>
          <a:lstStyle/>
          <a:p>
            <a:pPr marL="12700">
              <a:lnSpc>
                <a:spcPct val="100000"/>
              </a:lnSpc>
              <a:spcBef>
                <a:spcPts val="140"/>
              </a:spcBef>
            </a:pPr>
            <a:r>
              <a:rPr sz="3000" spc="45" dirty="0"/>
              <a:t>Outputs</a:t>
            </a:r>
            <a:r>
              <a:rPr sz="3000" spc="20" dirty="0"/>
              <a:t> </a:t>
            </a:r>
            <a:r>
              <a:rPr sz="3000" spc="35" dirty="0"/>
              <a:t>of</a:t>
            </a:r>
            <a:r>
              <a:rPr sz="3000" spc="15" dirty="0"/>
              <a:t> </a:t>
            </a:r>
            <a:r>
              <a:rPr sz="3000" spc="40" dirty="0"/>
              <a:t>the</a:t>
            </a:r>
            <a:r>
              <a:rPr sz="3000" spc="25" dirty="0"/>
              <a:t> </a:t>
            </a:r>
            <a:r>
              <a:rPr sz="3000" spc="30" dirty="0"/>
              <a:t>Information</a:t>
            </a:r>
            <a:r>
              <a:rPr sz="3000" spc="20" dirty="0"/>
              <a:t> </a:t>
            </a:r>
            <a:r>
              <a:rPr sz="3000" spc="30" dirty="0"/>
              <a:t>Architecture</a:t>
            </a:r>
            <a:r>
              <a:rPr sz="3000" spc="25" dirty="0"/>
              <a:t> </a:t>
            </a:r>
            <a:r>
              <a:rPr sz="3000" spc="30" dirty="0"/>
              <a:t>Process</a:t>
            </a:r>
            <a:endParaRPr sz="3000"/>
          </a:p>
        </p:txBody>
      </p:sp>
      <p:sp>
        <p:nvSpPr>
          <p:cNvPr id="3" name="object 3">
            <a:extLst>
              <a:ext uri="{C183D7F6-B498-43B3-948B-1728B52AA6E4}">
                <adec:decorative xmlns:adec="http://schemas.microsoft.com/office/drawing/2017/decorative" val="1"/>
              </a:ext>
            </a:extLst>
          </p:cNvPr>
          <p:cNvSpPr/>
          <p:nvPr/>
        </p:nvSpPr>
        <p:spPr>
          <a:xfrm>
            <a:off x="8132178" y="713130"/>
            <a:ext cx="1012190" cy="2533015"/>
          </a:xfrm>
          <a:custGeom>
            <a:avLst/>
            <a:gdLst/>
            <a:ahLst/>
            <a:cxnLst/>
            <a:rect l="l" t="t" r="r" b="b"/>
            <a:pathLst>
              <a:path w="1012190" h="2533015">
                <a:moveTo>
                  <a:pt x="1011821" y="0"/>
                </a:moveTo>
                <a:lnTo>
                  <a:pt x="57035" y="1266418"/>
                </a:lnTo>
                <a:lnTo>
                  <a:pt x="207086" y="1465453"/>
                </a:lnTo>
                <a:lnTo>
                  <a:pt x="0" y="1672539"/>
                </a:lnTo>
                <a:lnTo>
                  <a:pt x="456349" y="2128888"/>
                </a:lnTo>
                <a:lnTo>
                  <a:pt x="599401" y="1985822"/>
                </a:lnTo>
                <a:lnTo>
                  <a:pt x="1011821" y="2532837"/>
                </a:lnTo>
                <a:lnTo>
                  <a:pt x="1011821" y="0"/>
                </a:lnTo>
                <a:close/>
              </a:path>
            </a:pathLst>
          </a:custGeom>
          <a:solidFill>
            <a:srgbClr val="FFC000">
              <a:alpha val="30198"/>
            </a:srgbClr>
          </a:solidFill>
        </p:spPr>
        <p:txBody>
          <a:bodyPr wrap="square" lIns="0" tIns="0" rIns="0" bIns="0" rtlCol="0"/>
          <a:lstStyle/>
          <a:p>
            <a:endParaRPr/>
          </a:p>
        </p:txBody>
      </p:sp>
      <p:sp>
        <p:nvSpPr>
          <p:cNvPr id="4" name="object 4">
            <a:extLst>
              <a:ext uri="{C183D7F6-B498-43B3-948B-1728B52AA6E4}">
                <adec:decorative xmlns:adec="http://schemas.microsoft.com/office/drawing/2017/decorative" val="1"/>
              </a:ext>
            </a:extLst>
          </p:cNvPr>
          <p:cNvSpPr/>
          <p:nvPr/>
        </p:nvSpPr>
        <p:spPr>
          <a:xfrm>
            <a:off x="0" y="4601502"/>
            <a:ext cx="803910" cy="2018030"/>
          </a:xfrm>
          <a:custGeom>
            <a:avLst/>
            <a:gdLst/>
            <a:ahLst/>
            <a:cxnLst/>
            <a:rect l="l" t="t" r="r" b="b"/>
            <a:pathLst>
              <a:path w="803910" h="2018029">
                <a:moveTo>
                  <a:pt x="803452" y="1412925"/>
                </a:moveTo>
                <a:lnTo>
                  <a:pt x="605269" y="1214742"/>
                </a:lnTo>
                <a:lnTo>
                  <a:pt x="760539" y="1008786"/>
                </a:lnTo>
                <a:lnTo>
                  <a:pt x="0" y="0"/>
                </a:lnTo>
                <a:lnTo>
                  <a:pt x="0" y="2017585"/>
                </a:lnTo>
                <a:lnTo>
                  <a:pt x="383882" y="1508391"/>
                </a:lnTo>
                <a:lnTo>
                  <a:pt x="545947" y="1670431"/>
                </a:lnTo>
                <a:lnTo>
                  <a:pt x="803452" y="1412925"/>
                </a:lnTo>
                <a:close/>
              </a:path>
            </a:pathLst>
          </a:custGeom>
          <a:solidFill>
            <a:srgbClr val="4472C4">
              <a:alpha val="30198"/>
            </a:srgbClr>
          </a:solidFill>
        </p:spPr>
        <p:txBody>
          <a:bodyPr wrap="square" lIns="0" tIns="0" rIns="0" bIns="0" rtlCol="0"/>
          <a:lstStyle/>
          <a:p>
            <a:endParaRPr/>
          </a:p>
        </p:txBody>
      </p:sp>
      <p:sp>
        <p:nvSpPr>
          <p:cNvPr id="5" name="object 5"/>
          <p:cNvSpPr txBox="1"/>
          <p:nvPr/>
        </p:nvSpPr>
        <p:spPr>
          <a:xfrm>
            <a:off x="8441688" y="6444488"/>
            <a:ext cx="139700" cy="162560"/>
          </a:xfrm>
          <a:prstGeom prst="rect">
            <a:avLst/>
          </a:prstGeom>
        </p:spPr>
        <p:txBody>
          <a:bodyPr vert="horz" wrap="square" lIns="0" tIns="12700" rIns="0" bIns="0" rtlCol="0">
            <a:spAutoFit/>
          </a:bodyPr>
          <a:lstStyle/>
          <a:p>
            <a:pPr marL="12700">
              <a:lnSpc>
                <a:spcPct val="100000"/>
              </a:lnSpc>
              <a:spcBef>
                <a:spcPts val="100"/>
              </a:spcBef>
            </a:pPr>
            <a:r>
              <a:rPr sz="900" spc="-10" dirty="0">
                <a:solidFill>
                  <a:srgbClr val="898989"/>
                </a:solidFill>
                <a:latin typeface="Calibri"/>
                <a:cs typeface="Calibri"/>
              </a:rPr>
              <a:t>32</a:t>
            </a:r>
            <a:endParaRPr sz="900">
              <a:latin typeface="Calibri"/>
              <a:cs typeface="Calibri"/>
            </a:endParaRPr>
          </a:p>
        </p:txBody>
      </p:sp>
      <p:grpSp>
        <p:nvGrpSpPr>
          <p:cNvPr id="6" name="object 6">
            <a:extLst>
              <a:ext uri="{C183D7F6-B498-43B3-948B-1728B52AA6E4}">
                <adec:decorative xmlns:adec="http://schemas.microsoft.com/office/drawing/2017/decorative" val="1"/>
              </a:ext>
            </a:extLst>
          </p:cNvPr>
          <p:cNvGrpSpPr/>
          <p:nvPr/>
        </p:nvGrpSpPr>
        <p:grpSpPr>
          <a:xfrm>
            <a:off x="1158749" y="2718794"/>
            <a:ext cx="1407160" cy="1407160"/>
            <a:chOff x="1158749" y="2718794"/>
            <a:chExt cx="1407160" cy="1407160"/>
          </a:xfrm>
        </p:grpSpPr>
        <p:sp>
          <p:nvSpPr>
            <p:cNvPr id="7" name="object 7"/>
            <p:cNvSpPr/>
            <p:nvPr/>
          </p:nvSpPr>
          <p:spPr>
            <a:xfrm>
              <a:off x="1158749" y="2718794"/>
              <a:ext cx="1407160" cy="1407160"/>
            </a:xfrm>
            <a:custGeom>
              <a:avLst/>
              <a:gdLst/>
              <a:ahLst/>
              <a:cxnLst/>
              <a:rect l="l" t="t" r="r" b="b"/>
              <a:pathLst>
                <a:path w="1407160" h="1407160">
                  <a:moveTo>
                    <a:pt x="703406" y="0"/>
                  </a:moveTo>
                  <a:lnTo>
                    <a:pt x="655246" y="1622"/>
                  </a:lnTo>
                  <a:lnTo>
                    <a:pt x="607958" y="6421"/>
                  </a:lnTo>
                  <a:lnTo>
                    <a:pt x="561645" y="14290"/>
                  </a:lnTo>
                  <a:lnTo>
                    <a:pt x="516413" y="25126"/>
                  </a:lnTo>
                  <a:lnTo>
                    <a:pt x="472366" y="38823"/>
                  </a:lnTo>
                  <a:lnTo>
                    <a:pt x="429608" y="55277"/>
                  </a:lnTo>
                  <a:lnTo>
                    <a:pt x="388246" y="74382"/>
                  </a:lnTo>
                  <a:lnTo>
                    <a:pt x="348383" y="96035"/>
                  </a:lnTo>
                  <a:lnTo>
                    <a:pt x="310125" y="120130"/>
                  </a:lnTo>
                  <a:lnTo>
                    <a:pt x="273575" y="146563"/>
                  </a:lnTo>
                  <a:lnTo>
                    <a:pt x="238840" y="175229"/>
                  </a:lnTo>
                  <a:lnTo>
                    <a:pt x="206023" y="206022"/>
                  </a:lnTo>
                  <a:lnTo>
                    <a:pt x="175229" y="238839"/>
                  </a:lnTo>
                  <a:lnTo>
                    <a:pt x="146563" y="273575"/>
                  </a:lnTo>
                  <a:lnTo>
                    <a:pt x="120130" y="310125"/>
                  </a:lnTo>
                  <a:lnTo>
                    <a:pt x="96035" y="348383"/>
                  </a:lnTo>
                  <a:lnTo>
                    <a:pt x="74382" y="388246"/>
                  </a:lnTo>
                  <a:lnTo>
                    <a:pt x="55277" y="429608"/>
                  </a:lnTo>
                  <a:lnTo>
                    <a:pt x="38823" y="472365"/>
                  </a:lnTo>
                  <a:lnTo>
                    <a:pt x="25126" y="516412"/>
                  </a:lnTo>
                  <a:lnTo>
                    <a:pt x="14290" y="561645"/>
                  </a:lnTo>
                  <a:lnTo>
                    <a:pt x="6421" y="607958"/>
                  </a:lnTo>
                  <a:lnTo>
                    <a:pt x="1622" y="655246"/>
                  </a:lnTo>
                  <a:lnTo>
                    <a:pt x="0" y="703406"/>
                  </a:lnTo>
                  <a:lnTo>
                    <a:pt x="1622" y="751565"/>
                  </a:lnTo>
                  <a:lnTo>
                    <a:pt x="6421" y="798854"/>
                  </a:lnTo>
                  <a:lnTo>
                    <a:pt x="14290" y="845166"/>
                  </a:lnTo>
                  <a:lnTo>
                    <a:pt x="25126" y="890399"/>
                  </a:lnTo>
                  <a:lnTo>
                    <a:pt x="38823" y="934446"/>
                  </a:lnTo>
                  <a:lnTo>
                    <a:pt x="55277" y="977203"/>
                  </a:lnTo>
                  <a:lnTo>
                    <a:pt x="74382" y="1018565"/>
                  </a:lnTo>
                  <a:lnTo>
                    <a:pt x="96035" y="1058428"/>
                  </a:lnTo>
                  <a:lnTo>
                    <a:pt x="120130" y="1096686"/>
                  </a:lnTo>
                  <a:lnTo>
                    <a:pt x="146563" y="1133236"/>
                  </a:lnTo>
                  <a:lnTo>
                    <a:pt x="175229" y="1167972"/>
                  </a:lnTo>
                  <a:lnTo>
                    <a:pt x="206023" y="1200789"/>
                  </a:lnTo>
                  <a:lnTo>
                    <a:pt x="238840" y="1231582"/>
                  </a:lnTo>
                  <a:lnTo>
                    <a:pt x="273575" y="1260248"/>
                  </a:lnTo>
                  <a:lnTo>
                    <a:pt x="310125" y="1286681"/>
                  </a:lnTo>
                  <a:lnTo>
                    <a:pt x="348383" y="1310776"/>
                  </a:lnTo>
                  <a:lnTo>
                    <a:pt x="388246" y="1332429"/>
                  </a:lnTo>
                  <a:lnTo>
                    <a:pt x="429608" y="1351534"/>
                  </a:lnTo>
                  <a:lnTo>
                    <a:pt x="472366" y="1367988"/>
                  </a:lnTo>
                  <a:lnTo>
                    <a:pt x="516413" y="1381685"/>
                  </a:lnTo>
                  <a:lnTo>
                    <a:pt x="561645" y="1392521"/>
                  </a:lnTo>
                  <a:lnTo>
                    <a:pt x="607958" y="1400390"/>
                  </a:lnTo>
                  <a:lnTo>
                    <a:pt x="655246" y="1405189"/>
                  </a:lnTo>
                  <a:lnTo>
                    <a:pt x="703406" y="1406812"/>
                  </a:lnTo>
                  <a:lnTo>
                    <a:pt x="751565" y="1405189"/>
                  </a:lnTo>
                  <a:lnTo>
                    <a:pt x="798854" y="1400390"/>
                  </a:lnTo>
                  <a:lnTo>
                    <a:pt x="845167" y="1392521"/>
                  </a:lnTo>
                  <a:lnTo>
                    <a:pt x="890399" y="1381685"/>
                  </a:lnTo>
                  <a:lnTo>
                    <a:pt x="934446" y="1367988"/>
                  </a:lnTo>
                  <a:lnTo>
                    <a:pt x="977203" y="1351534"/>
                  </a:lnTo>
                  <a:lnTo>
                    <a:pt x="1018565" y="1332429"/>
                  </a:lnTo>
                  <a:lnTo>
                    <a:pt x="1058428" y="1310776"/>
                  </a:lnTo>
                  <a:lnTo>
                    <a:pt x="1096687" y="1286681"/>
                  </a:lnTo>
                  <a:lnTo>
                    <a:pt x="1133236" y="1260248"/>
                  </a:lnTo>
                  <a:lnTo>
                    <a:pt x="1167972" y="1231582"/>
                  </a:lnTo>
                  <a:lnTo>
                    <a:pt x="1200789" y="1200789"/>
                  </a:lnTo>
                  <a:lnTo>
                    <a:pt x="1231583" y="1167972"/>
                  </a:lnTo>
                  <a:lnTo>
                    <a:pt x="1260248" y="1133236"/>
                  </a:lnTo>
                  <a:lnTo>
                    <a:pt x="1286681" y="1096686"/>
                  </a:lnTo>
                  <a:lnTo>
                    <a:pt x="1310776" y="1058428"/>
                  </a:lnTo>
                  <a:lnTo>
                    <a:pt x="1332429" y="1018565"/>
                  </a:lnTo>
                  <a:lnTo>
                    <a:pt x="1351535" y="977203"/>
                  </a:lnTo>
                  <a:lnTo>
                    <a:pt x="1367988" y="934446"/>
                  </a:lnTo>
                  <a:lnTo>
                    <a:pt x="1381685" y="890399"/>
                  </a:lnTo>
                  <a:lnTo>
                    <a:pt x="1392521" y="845166"/>
                  </a:lnTo>
                  <a:lnTo>
                    <a:pt x="1400391" y="798854"/>
                  </a:lnTo>
                  <a:lnTo>
                    <a:pt x="1405189" y="751565"/>
                  </a:lnTo>
                  <a:lnTo>
                    <a:pt x="1406812" y="703406"/>
                  </a:lnTo>
                  <a:lnTo>
                    <a:pt x="1405189" y="655246"/>
                  </a:lnTo>
                  <a:lnTo>
                    <a:pt x="1400391" y="607958"/>
                  </a:lnTo>
                  <a:lnTo>
                    <a:pt x="1392521" y="561645"/>
                  </a:lnTo>
                  <a:lnTo>
                    <a:pt x="1381685" y="516412"/>
                  </a:lnTo>
                  <a:lnTo>
                    <a:pt x="1367988" y="472365"/>
                  </a:lnTo>
                  <a:lnTo>
                    <a:pt x="1351535" y="429608"/>
                  </a:lnTo>
                  <a:lnTo>
                    <a:pt x="1332429" y="388246"/>
                  </a:lnTo>
                  <a:lnTo>
                    <a:pt x="1310776" y="348383"/>
                  </a:lnTo>
                  <a:lnTo>
                    <a:pt x="1286681" y="310125"/>
                  </a:lnTo>
                  <a:lnTo>
                    <a:pt x="1260248" y="273575"/>
                  </a:lnTo>
                  <a:lnTo>
                    <a:pt x="1231583" y="238839"/>
                  </a:lnTo>
                  <a:lnTo>
                    <a:pt x="1200789" y="206022"/>
                  </a:lnTo>
                  <a:lnTo>
                    <a:pt x="1167972" y="175229"/>
                  </a:lnTo>
                  <a:lnTo>
                    <a:pt x="1133236" y="146563"/>
                  </a:lnTo>
                  <a:lnTo>
                    <a:pt x="1096687" y="120130"/>
                  </a:lnTo>
                  <a:lnTo>
                    <a:pt x="1058428" y="96035"/>
                  </a:lnTo>
                  <a:lnTo>
                    <a:pt x="1018565" y="74382"/>
                  </a:lnTo>
                  <a:lnTo>
                    <a:pt x="977203" y="55277"/>
                  </a:lnTo>
                  <a:lnTo>
                    <a:pt x="934446" y="38823"/>
                  </a:lnTo>
                  <a:lnTo>
                    <a:pt x="890399" y="25126"/>
                  </a:lnTo>
                  <a:lnTo>
                    <a:pt x="845167" y="14290"/>
                  </a:lnTo>
                  <a:lnTo>
                    <a:pt x="798854" y="6421"/>
                  </a:lnTo>
                  <a:lnTo>
                    <a:pt x="751565" y="1622"/>
                  </a:lnTo>
                  <a:lnTo>
                    <a:pt x="703406" y="0"/>
                  </a:lnTo>
                  <a:close/>
                </a:path>
              </a:pathLst>
            </a:custGeom>
            <a:solidFill>
              <a:srgbClr val="F2F2F2"/>
            </a:solidFill>
          </p:spPr>
          <p:txBody>
            <a:bodyPr wrap="square" lIns="0" tIns="0" rIns="0" bIns="0" rtlCol="0"/>
            <a:lstStyle/>
            <a:p>
              <a:endParaRPr/>
            </a:p>
          </p:txBody>
        </p:sp>
        <p:pic>
          <p:nvPicPr>
            <p:cNvPr id="8" name="object 8"/>
            <p:cNvPicPr/>
            <p:nvPr/>
          </p:nvPicPr>
          <p:blipFill>
            <a:blip r:embed="rId2" cstate="print"/>
            <a:stretch>
              <a:fillRect/>
            </a:stretch>
          </p:blipFill>
          <p:spPr>
            <a:xfrm>
              <a:off x="1456944" y="3017519"/>
              <a:ext cx="810768" cy="810767"/>
            </a:xfrm>
            <a:prstGeom prst="rect">
              <a:avLst/>
            </a:prstGeom>
          </p:spPr>
        </p:pic>
      </p:grpSp>
      <p:sp>
        <p:nvSpPr>
          <p:cNvPr id="9" name="object 9"/>
          <p:cNvSpPr txBox="1"/>
          <p:nvPr/>
        </p:nvSpPr>
        <p:spPr>
          <a:xfrm>
            <a:off x="900003" y="4500879"/>
            <a:ext cx="1924685" cy="406400"/>
          </a:xfrm>
          <a:prstGeom prst="rect">
            <a:avLst/>
          </a:prstGeom>
        </p:spPr>
        <p:txBody>
          <a:bodyPr vert="horz" wrap="square" lIns="0" tIns="12700" rIns="0" bIns="0" rtlCol="0">
            <a:spAutoFit/>
          </a:bodyPr>
          <a:lstStyle/>
          <a:p>
            <a:pPr marL="12700">
              <a:lnSpc>
                <a:spcPct val="100000"/>
              </a:lnSpc>
              <a:spcBef>
                <a:spcPts val="100"/>
              </a:spcBef>
            </a:pPr>
            <a:r>
              <a:rPr sz="2500" spc="-20" dirty="0">
                <a:latin typeface="Calibri"/>
                <a:cs typeface="Calibri"/>
              </a:rPr>
              <a:t>S</a:t>
            </a:r>
            <a:r>
              <a:rPr sz="2500" spc="-75" dirty="0">
                <a:latin typeface="Calibri"/>
                <a:cs typeface="Calibri"/>
              </a:rPr>
              <a:t>T</a:t>
            </a:r>
            <a:r>
              <a:rPr sz="2500" dirty="0">
                <a:latin typeface="Calibri"/>
                <a:cs typeface="Calibri"/>
              </a:rPr>
              <a:t>O</a:t>
            </a:r>
            <a:r>
              <a:rPr sz="2500" spc="-40" dirty="0">
                <a:latin typeface="Calibri"/>
                <a:cs typeface="Calibri"/>
              </a:rPr>
              <a:t>R</a:t>
            </a:r>
            <a:r>
              <a:rPr sz="2500" dirty="0">
                <a:latin typeface="Calibri"/>
                <a:cs typeface="Calibri"/>
              </a:rPr>
              <a:t>YB</a:t>
            </a:r>
            <a:r>
              <a:rPr sz="2500" spc="-30" dirty="0">
                <a:latin typeface="Calibri"/>
                <a:cs typeface="Calibri"/>
              </a:rPr>
              <a:t>O</a:t>
            </a:r>
            <a:r>
              <a:rPr sz="2500" dirty="0">
                <a:latin typeface="Calibri"/>
                <a:cs typeface="Calibri"/>
              </a:rPr>
              <a:t>ARDS</a:t>
            </a:r>
            <a:endParaRPr sz="2500">
              <a:latin typeface="Calibri"/>
              <a:cs typeface="Calibri"/>
            </a:endParaRPr>
          </a:p>
        </p:txBody>
      </p:sp>
      <p:grpSp>
        <p:nvGrpSpPr>
          <p:cNvPr id="10" name="object 10">
            <a:extLst>
              <a:ext uri="{C183D7F6-B498-43B3-948B-1728B52AA6E4}">
                <adec:decorative xmlns:adec="http://schemas.microsoft.com/office/drawing/2017/decorative" val="1"/>
              </a:ext>
            </a:extLst>
          </p:cNvPr>
          <p:cNvGrpSpPr/>
          <p:nvPr/>
        </p:nvGrpSpPr>
        <p:grpSpPr>
          <a:xfrm>
            <a:off x="3868592" y="2718794"/>
            <a:ext cx="1407160" cy="1407160"/>
            <a:chOff x="3868592" y="2718794"/>
            <a:chExt cx="1407160" cy="1407160"/>
          </a:xfrm>
        </p:grpSpPr>
        <p:sp>
          <p:nvSpPr>
            <p:cNvPr id="11" name="object 11"/>
            <p:cNvSpPr/>
            <p:nvPr/>
          </p:nvSpPr>
          <p:spPr>
            <a:xfrm>
              <a:off x="3868592" y="2718794"/>
              <a:ext cx="1407160" cy="1407160"/>
            </a:xfrm>
            <a:custGeom>
              <a:avLst/>
              <a:gdLst/>
              <a:ahLst/>
              <a:cxnLst/>
              <a:rect l="l" t="t" r="r" b="b"/>
              <a:pathLst>
                <a:path w="1407160" h="1407160">
                  <a:moveTo>
                    <a:pt x="703406" y="0"/>
                  </a:moveTo>
                  <a:lnTo>
                    <a:pt x="655246" y="1622"/>
                  </a:lnTo>
                  <a:lnTo>
                    <a:pt x="607958" y="6421"/>
                  </a:lnTo>
                  <a:lnTo>
                    <a:pt x="561645" y="14290"/>
                  </a:lnTo>
                  <a:lnTo>
                    <a:pt x="516412" y="25126"/>
                  </a:lnTo>
                  <a:lnTo>
                    <a:pt x="472365" y="38823"/>
                  </a:lnTo>
                  <a:lnTo>
                    <a:pt x="429608" y="55277"/>
                  </a:lnTo>
                  <a:lnTo>
                    <a:pt x="388246" y="74382"/>
                  </a:lnTo>
                  <a:lnTo>
                    <a:pt x="348383" y="96035"/>
                  </a:lnTo>
                  <a:lnTo>
                    <a:pt x="310125" y="120130"/>
                  </a:lnTo>
                  <a:lnTo>
                    <a:pt x="273575" y="146563"/>
                  </a:lnTo>
                  <a:lnTo>
                    <a:pt x="238839" y="175229"/>
                  </a:lnTo>
                  <a:lnTo>
                    <a:pt x="206022" y="206022"/>
                  </a:lnTo>
                  <a:lnTo>
                    <a:pt x="175229" y="238839"/>
                  </a:lnTo>
                  <a:lnTo>
                    <a:pt x="146563" y="273575"/>
                  </a:lnTo>
                  <a:lnTo>
                    <a:pt x="120130" y="310125"/>
                  </a:lnTo>
                  <a:lnTo>
                    <a:pt x="96035" y="348383"/>
                  </a:lnTo>
                  <a:lnTo>
                    <a:pt x="74382" y="388246"/>
                  </a:lnTo>
                  <a:lnTo>
                    <a:pt x="55277" y="429608"/>
                  </a:lnTo>
                  <a:lnTo>
                    <a:pt x="38823" y="472365"/>
                  </a:lnTo>
                  <a:lnTo>
                    <a:pt x="25126" y="516412"/>
                  </a:lnTo>
                  <a:lnTo>
                    <a:pt x="14290" y="561645"/>
                  </a:lnTo>
                  <a:lnTo>
                    <a:pt x="6421" y="607958"/>
                  </a:lnTo>
                  <a:lnTo>
                    <a:pt x="1622" y="655246"/>
                  </a:lnTo>
                  <a:lnTo>
                    <a:pt x="0" y="703406"/>
                  </a:lnTo>
                  <a:lnTo>
                    <a:pt x="1622" y="751565"/>
                  </a:lnTo>
                  <a:lnTo>
                    <a:pt x="6421" y="798854"/>
                  </a:lnTo>
                  <a:lnTo>
                    <a:pt x="14290" y="845166"/>
                  </a:lnTo>
                  <a:lnTo>
                    <a:pt x="25126" y="890399"/>
                  </a:lnTo>
                  <a:lnTo>
                    <a:pt x="38823" y="934446"/>
                  </a:lnTo>
                  <a:lnTo>
                    <a:pt x="55277" y="977203"/>
                  </a:lnTo>
                  <a:lnTo>
                    <a:pt x="74382" y="1018565"/>
                  </a:lnTo>
                  <a:lnTo>
                    <a:pt x="96035" y="1058428"/>
                  </a:lnTo>
                  <a:lnTo>
                    <a:pt x="120130" y="1096686"/>
                  </a:lnTo>
                  <a:lnTo>
                    <a:pt x="146563" y="1133236"/>
                  </a:lnTo>
                  <a:lnTo>
                    <a:pt x="175229" y="1167972"/>
                  </a:lnTo>
                  <a:lnTo>
                    <a:pt x="206022" y="1200789"/>
                  </a:lnTo>
                  <a:lnTo>
                    <a:pt x="238839" y="1231582"/>
                  </a:lnTo>
                  <a:lnTo>
                    <a:pt x="273575" y="1260248"/>
                  </a:lnTo>
                  <a:lnTo>
                    <a:pt x="310125" y="1286681"/>
                  </a:lnTo>
                  <a:lnTo>
                    <a:pt x="348383" y="1310776"/>
                  </a:lnTo>
                  <a:lnTo>
                    <a:pt x="388246" y="1332429"/>
                  </a:lnTo>
                  <a:lnTo>
                    <a:pt x="429608" y="1351534"/>
                  </a:lnTo>
                  <a:lnTo>
                    <a:pt x="472365" y="1367988"/>
                  </a:lnTo>
                  <a:lnTo>
                    <a:pt x="516412" y="1381685"/>
                  </a:lnTo>
                  <a:lnTo>
                    <a:pt x="561645" y="1392521"/>
                  </a:lnTo>
                  <a:lnTo>
                    <a:pt x="607958" y="1400390"/>
                  </a:lnTo>
                  <a:lnTo>
                    <a:pt x="655246" y="1405189"/>
                  </a:lnTo>
                  <a:lnTo>
                    <a:pt x="703406" y="1406812"/>
                  </a:lnTo>
                  <a:lnTo>
                    <a:pt x="751565" y="1405189"/>
                  </a:lnTo>
                  <a:lnTo>
                    <a:pt x="798854" y="1400390"/>
                  </a:lnTo>
                  <a:lnTo>
                    <a:pt x="845166" y="1392521"/>
                  </a:lnTo>
                  <a:lnTo>
                    <a:pt x="890399" y="1381685"/>
                  </a:lnTo>
                  <a:lnTo>
                    <a:pt x="934446" y="1367988"/>
                  </a:lnTo>
                  <a:lnTo>
                    <a:pt x="977203" y="1351534"/>
                  </a:lnTo>
                  <a:lnTo>
                    <a:pt x="1018565" y="1332429"/>
                  </a:lnTo>
                  <a:lnTo>
                    <a:pt x="1058428" y="1310776"/>
                  </a:lnTo>
                  <a:lnTo>
                    <a:pt x="1096686" y="1286681"/>
                  </a:lnTo>
                  <a:lnTo>
                    <a:pt x="1133236" y="1260248"/>
                  </a:lnTo>
                  <a:lnTo>
                    <a:pt x="1167972" y="1231582"/>
                  </a:lnTo>
                  <a:lnTo>
                    <a:pt x="1200789" y="1200789"/>
                  </a:lnTo>
                  <a:lnTo>
                    <a:pt x="1231582" y="1167972"/>
                  </a:lnTo>
                  <a:lnTo>
                    <a:pt x="1260248" y="1133236"/>
                  </a:lnTo>
                  <a:lnTo>
                    <a:pt x="1286681" y="1096686"/>
                  </a:lnTo>
                  <a:lnTo>
                    <a:pt x="1310776" y="1058428"/>
                  </a:lnTo>
                  <a:lnTo>
                    <a:pt x="1332429" y="1018565"/>
                  </a:lnTo>
                  <a:lnTo>
                    <a:pt x="1351534" y="977203"/>
                  </a:lnTo>
                  <a:lnTo>
                    <a:pt x="1367988" y="934446"/>
                  </a:lnTo>
                  <a:lnTo>
                    <a:pt x="1381685" y="890399"/>
                  </a:lnTo>
                  <a:lnTo>
                    <a:pt x="1392521" y="845166"/>
                  </a:lnTo>
                  <a:lnTo>
                    <a:pt x="1400390" y="798854"/>
                  </a:lnTo>
                  <a:lnTo>
                    <a:pt x="1405189" y="751565"/>
                  </a:lnTo>
                  <a:lnTo>
                    <a:pt x="1406812" y="703406"/>
                  </a:lnTo>
                  <a:lnTo>
                    <a:pt x="1405189" y="655246"/>
                  </a:lnTo>
                  <a:lnTo>
                    <a:pt x="1400390" y="607958"/>
                  </a:lnTo>
                  <a:lnTo>
                    <a:pt x="1392521" y="561645"/>
                  </a:lnTo>
                  <a:lnTo>
                    <a:pt x="1381685" y="516412"/>
                  </a:lnTo>
                  <a:lnTo>
                    <a:pt x="1367988" y="472365"/>
                  </a:lnTo>
                  <a:lnTo>
                    <a:pt x="1351534" y="429608"/>
                  </a:lnTo>
                  <a:lnTo>
                    <a:pt x="1332429" y="388246"/>
                  </a:lnTo>
                  <a:lnTo>
                    <a:pt x="1310776" y="348383"/>
                  </a:lnTo>
                  <a:lnTo>
                    <a:pt x="1286681" y="310125"/>
                  </a:lnTo>
                  <a:lnTo>
                    <a:pt x="1260248" y="273575"/>
                  </a:lnTo>
                  <a:lnTo>
                    <a:pt x="1231582" y="238839"/>
                  </a:lnTo>
                  <a:lnTo>
                    <a:pt x="1200789" y="206022"/>
                  </a:lnTo>
                  <a:lnTo>
                    <a:pt x="1167972" y="175229"/>
                  </a:lnTo>
                  <a:lnTo>
                    <a:pt x="1133236" y="146563"/>
                  </a:lnTo>
                  <a:lnTo>
                    <a:pt x="1096686" y="120130"/>
                  </a:lnTo>
                  <a:lnTo>
                    <a:pt x="1058428" y="96035"/>
                  </a:lnTo>
                  <a:lnTo>
                    <a:pt x="1018565" y="74382"/>
                  </a:lnTo>
                  <a:lnTo>
                    <a:pt x="977203" y="55277"/>
                  </a:lnTo>
                  <a:lnTo>
                    <a:pt x="934446" y="38823"/>
                  </a:lnTo>
                  <a:lnTo>
                    <a:pt x="890399" y="25126"/>
                  </a:lnTo>
                  <a:lnTo>
                    <a:pt x="845166" y="14290"/>
                  </a:lnTo>
                  <a:lnTo>
                    <a:pt x="798854" y="6421"/>
                  </a:lnTo>
                  <a:lnTo>
                    <a:pt x="751565" y="1622"/>
                  </a:lnTo>
                  <a:lnTo>
                    <a:pt x="703406" y="0"/>
                  </a:lnTo>
                  <a:close/>
                </a:path>
              </a:pathLst>
            </a:custGeom>
            <a:solidFill>
              <a:srgbClr val="F2F2F2"/>
            </a:solidFill>
          </p:spPr>
          <p:txBody>
            <a:bodyPr wrap="square" lIns="0" tIns="0" rIns="0" bIns="0" rtlCol="0"/>
            <a:lstStyle/>
            <a:p>
              <a:endParaRPr/>
            </a:p>
          </p:txBody>
        </p:sp>
        <p:pic>
          <p:nvPicPr>
            <p:cNvPr id="12" name="object 12"/>
            <p:cNvPicPr/>
            <p:nvPr/>
          </p:nvPicPr>
          <p:blipFill>
            <a:blip r:embed="rId3" cstate="print"/>
            <a:stretch>
              <a:fillRect/>
            </a:stretch>
          </p:blipFill>
          <p:spPr>
            <a:xfrm>
              <a:off x="4166615" y="3017519"/>
              <a:ext cx="810767" cy="810767"/>
            </a:xfrm>
            <a:prstGeom prst="rect">
              <a:avLst/>
            </a:prstGeom>
          </p:spPr>
        </p:pic>
      </p:grpSp>
      <p:sp>
        <p:nvSpPr>
          <p:cNvPr id="13" name="object 13"/>
          <p:cNvSpPr txBox="1"/>
          <p:nvPr/>
        </p:nvSpPr>
        <p:spPr>
          <a:xfrm>
            <a:off x="3636135" y="4500879"/>
            <a:ext cx="1870710" cy="748030"/>
          </a:xfrm>
          <a:prstGeom prst="rect">
            <a:avLst/>
          </a:prstGeom>
        </p:spPr>
        <p:txBody>
          <a:bodyPr vert="horz" wrap="square" lIns="0" tIns="56515" rIns="0" bIns="0" rtlCol="0">
            <a:spAutoFit/>
          </a:bodyPr>
          <a:lstStyle/>
          <a:p>
            <a:pPr marL="12700" marR="5080" indent="272415">
              <a:lnSpc>
                <a:spcPts val="2690"/>
              </a:lnSpc>
              <a:spcBef>
                <a:spcPts val="445"/>
              </a:spcBef>
            </a:pPr>
            <a:r>
              <a:rPr sz="2500" spc="-5" dirty="0">
                <a:latin typeface="Calibri"/>
                <a:cs typeface="Calibri"/>
              </a:rPr>
              <a:t>SITEMAPS </a:t>
            </a:r>
            <a:r>
              <a:rPr sz="2500" dirty="0">
                <a:latin typeface="Calibri"/>
                <a:cs typeface="Calibri"/>
              </a:rPr>
              <a:t> </a:t>
            </a:r>
            <a:r>
              <a:rPr sz="2500" spc="-5" dirty="0">
                <a:latin typeface="Calibri"/>
                <a:cs typeface="Calibri"/>
              </a:rPr>
              <a:t>(P</a:t>
            </a:r>
            <a:r>
              <a:rPr sz="2500" spc="-25" dirty="0">
                <a:latin typeface="Calibri"/>
                <a:cs typeface="Calibri"/>
              </a:rPr>
              <a:t>R</a:t>
            </a:r>
            <a:r>
              <a:rPr sz="2500" spc="-70" dirty="0">
                <a:latin typeface="Calibri"/>
                <a:cs typeface="Calibri"/>
              </a:rPr>
              <a:t>O</a:t>
            </a:r>
            <a:r>
              <a:rPr sz="2500" spc="-75" dirty="0">
                <a:latin typeface="Calibri"/>
                <a:cs typeface="Calibri"/>
              </a:rPr>
              <a:t>T</a:t>
            </a:r>
            <a:r>
              <a:rPr sz="2500" spc="-70" dirty="0">
                <a:latin typeface="Calibri"/>
                <a:cs typeface="Calibri"/>
              </a:rPr>
              <a:t>O</a:t>
            </a:r>
            <a:r>
              <a:rPr sz="2500" spc="-5" dirty="0">
                <a:latin typeface="Calibri"/>
                <a:cs typeface="Calibri"/>
              </a:rPr>
              <a:t>TYP</a:t>
            </a:r>
            <a:r>
              <a:rPr sz="2500" spc="-30" dirty="0">
                <a:latin typeface="Calibri"/>
                <a:cs typeface="Calibri"/>
              </a:rPr>
              <a:t>E</a:t>
            </a:r>
            <a:r>
              <a:rPr sz="2500" spc="-5" dirty="0">
                <a:latin typeface="Calibri"/>
                <a:cs typeface="Calibri"/>
              </a:rPr>
              <a:t>S)</a:t>
            </a:r>
            <a:endParaRPr sz="2500">
              <a:latin typeface="Calibri"/>
              <a:cs typeface="Calibri"/>
            </a:endParaRPr>
          </a:p>
        </p:txBody>
      </p:sp>
      <p:grpSp>
        <p:nvGrpSpPr>
          <p:cNvPr id="14" name="object 14">
            <a:extLst>
              <a:ext uri="{C183D7F6-B498-43B3-948B-1728B52AA6E4}">
                <adec:decorative xmlns:adec="http://schemas.microsoft.com/office/drawing/2017/decorative" val="1"/>
              </a:ext>
            </a:extLst>
          </p:cNvPr>
          <p:cNvGrpSpPr/>
          <p:nvPr/>
        </p:nvGrpSpPr>
        <p:grpSpPr>
          <a:xfrm>
            <a:off x="6578436" y="2718794"/>
            <a:ext cx="1407160" cy="1407160"/>
            <a:chOff x="6578436" y="2718794"/>
            <a:chExt cx="1407160" cy="1407160"/>
          </a:xfrm>
        </p:grpSpPr>
        <p:sp>
          <p:nvSpPr>
            <p:cNvPr id="15" name="object 15"/>
            <p:cNvSpPr/>
            <p:nvPr/>
          </p:nvSpPr>
          <p:spPr>
            <a:xfrm>
              <a:off x="6578436" y="2718794"/>
              <a:ext cx="1407160" cy="1407160"/>
            </a:xfrm>
            <a:custGeom>
              <a:avLst/>
              <a:gdLst/>
              <a:ahLst/>
              <a:cxnLst/>
              <a:rect l="l" t="t" r="r" b="b"/>
              <a:pathLst>
                <a:path w="1407159" h="1407160">
                  <a:moveTo>
                    <a:pt x="703406" y="0"/>
                  </a:moveTo>
                  <a:lnTo>
                    <a:pt x="655246" y="1622"/>
                  </a:lnTo>
                  <a:lnTo>
                    <a:pt x="607958" y="6421"/>
                  </a:lnTo>
                  <a:lnTo>
                    <a:pt x="561645" y="14290"/>
                  </a:lnTo>
                  <a:lnTo>
                    <a:pt x="516412" y="25126"/>
                  </a:lnTo>
                  <a:lnTo>
                    <a:pt x="472365" y="38823"/>
                  </a:lnTo>
                  <a:lnTo>
                    <a:pt x="429608" y="55277"/>
                  </a:lnTo>
                  <a:lnTo>
                    <a:pt x="388246" y="74382"/>
                  </a:lnTo>
                  <a:lnTo>
                    <a:pt x="348383" y="96035"/>
                  </a:lnTo>
                  <a:lnTo>
                    <a:pt x="310125" y="120130"/>
                  </a:lnTo>
                  <a:lnTo>
                    <a:pt x="273575" y="146563"/>
                  </a:lnTo>
                  <a:lnTo>
                    <a:pt x="238839" y="175229"/>
                  </a:lnTo>
                  <a:lnTo>
                    <a:pt x="206022" y="206022"/>
                  </a:lnTo>
                  <a:lnTo>
                    <a:pt x="175229" y="238839"/>
                  </a:lnTo>
                  <a:lnTo>
                    <a:pt x="146563" y="273575"/>
                  </a:lnTo>
                  <a:lnTo>
                    <a:pt x="120130" y="310125"/>
                  </a:lnTo>
                  <a:lnTo>
                    <a:pt x="96035" y="348383"/>
                  </a:lnTo>
                  <a:lnTo>
                    <a:pt x="74382" y="388246"/>
                  </a:lnTo>
                  <a:lnTo>
                    <a:pt x="55277" y="429608"/>
                  </a:lnTo>
                  <a:lnTo>
                    <a:pt x="38823" y="472365"/>
                  </a:lnTo>
                  <a:lnTo>
                    <a:pt x="25126" y="516412"/>
                  </a:lnTo>
                  <a:lnTo>
                    <a:pt x="14290" y="561645"/>
                  </a:lnTo>
                  <a:lnTo>
                    <a:pt x="6421" y="607958"/>
                  </a:lnTo>
                  <a:lnTo>
                    <a:pt x="1622" y="655246"/>
                  </a:lnTo>
                  <a:lnTo>
                    <a:pt x="0" y="703406"/>
                  </a:lnTo>
                  <a:lnTo>
                    <a:pt x="1622" y="751565"/>
                  </a:lnTo>
                  <a:lnTo>
                    <a:pt x="6421" y="798854"/>
                  </a:lnTo>
                  <a:lnTo>
                    <a:pt x="14290" y="845166"/>
                  </a:lnTo>
                  <a:lnTo>
                    <a:pt x="25126" y="890399"/>
                  </a:lnTo>
                  <a:lnTo>
                    <a:pt x="38823" y="934446"/>
                  </a:lnTo>
                  <a:lnTo>
                    <a:pt x="55277" y="977203"/>
                  </a:lnTo>
                  <a:lnTo>
                    <a:pt x="74382" y="1018565"/>
                  </a:lnTo>
                  <a:lnTo>
                    <a:pt x="96035" y="1058428"/>
                  </a:lnTo>
                  <a:lnTo>
                    <a:pt x="120130" y="1096686"/>
                  </a:lnTo>
                  <a:lnTo>
                    <a:pt x="146563" y="1133236"/>
                  </a:lnTo>
                  <a:lnTo>
                    <a:pt x="175229" y="1167972"/>
                  </a:lnTo>
                  <a:lnTo>
                    <a:pt x="206022" y="1200789"/>
                  </a:lnTo>
                  <a:lnTo>
                    <a:pt x="238839" y="1231582"/>
                  </a:lnTo>
                  <a:lnTo>
                    <a:pt x="273575" y="1260248"/>
                  </a:lnTo>
                  <a:lnTo>
                    <a:pt x="310125" y="1286681"/>
                  </a:lnTo>
                  <a:lnTo>
                    <a:pt x="348383" y="1310776"/>
                  </a:lnTo>
                  <a:lnTo>
                    <a:pt x="388246" y="1332429"/>
                  </a:lnTo>
                  <a:lnTo>
                    <a:pt x="429608" y="1351534"/>
                  </a:lnTo>
                  <a:lnTo>
                    <a:pt x="472365" y="1367988"/>
                  </a:lnTo>
                  <a:lnTo>
                    <a:pt x="516412" y="1381685"/>
                  </a:lnTo>
                  <a:lnTo>
                    <a:pt x="561645" y="1392521"/>
                  </a:lnTo>
                  <a:lnTo>
                    <a:pt x="607958" y="1400390"/>
                  </a:lnTo>
                  <a:lnTo>
                    <a:pt x="655246" y="1405189"/>
                  </a:lnTo>
                  <a:lnTo>
                    <a:pt x="703406" y="1406812"/>
                  </a:lnTo>
                  <a:lnTo>
                    <a:pt x="751565" y="1405189"/>
                  </a:lnTo>
                  <a:lnTo>
                    <a:pt x="798854" y="1400390"/>
                  </a:lnTo>
                  <a:lnTo>
                    <a:pt x="845166" y="1392521"/>
                  </a:lnTo>
                  <a:lnTo>
                    <a:pt x="890399" y="1381685"/>
                  </a:lnTo>
                  <a:lnTo>
                    <a:pt x="934446" y="1367988"/>
                  </a:lnTo>
                  <a:lnTo>
                    <a:pt x="977203" y="1351534"/>
                  </a:lnTo>
                  <a:lnTo>
                    <a:pt x="1018565" y="1332429"/>
                  </a:lnTo>
                  <a:lnTo>
                    <a:pt x="1058428" y="1310776"/>
                  </a:lnTo>
                  <a:lnTo>
                    <a:pt x="1096686" y="1286681"/>
                  </a:lnTo>
                  <a:lnTo>
                    <a:pt x="1133236" y="1260248"/>
                  </a:lnTo>
                  <a:lnTo>
                    <a:pt x="1167972" y="1231582"/>
                  </a:lnTo>
                  <a:lnTo>
                    <a:pt x="1200789" y="1200789"/>
                  </a:lnTo>
                  <a:lnTo>
                    <a:pt x="1231582" y="1167972"/>
                  </a:lnTo>
                  <a:lnTo>
                    <a:pt x="1260248" y="1133236"/>
                  </a:lnTo>
                  <a:lnTo>
                    <a:pt x="1286681" y="1096686"/>
                  </a:lnTo>
                  <a:lnTo>
                    <a:pt x="1310776" y="1058428"/>
                  </a:lnTo>
                  <a:lnTo>
                    <a:pt x="1332429" y="1018565"/>
                  </a:lnTo>
                  <a:lnTo>
                    <a:pt x="1351534" y="977203"/>
                  </a:lnTo>
                  <a:lnTo>
                    <a:pt x="1367988" y="934446"/>
                  </a:lnTo>
                  <a:lnTo>
                    <a:pt x="1381685" y="890399"/>
                  </a:lnTo>
                  <a:lnTo>
                    <a:pt x="1392521" y="845166"/>
                  </a:lnTo>
                  <a:lnTo>
                    <a:pt x="1400390" y="798854"/>
                  </a:lnTo>
                  <a:lnTo>
                    <a:pt x="1405189" y="751565"/>
                  </a:lnTo>
                  <a:lnTo>
                    <a:pt x="1406812" y="703406"/>
                  </a:lnTo>
                  <a:lnTo>
                    <a:pt x="1405189" y="655246"/>
                  </a:lnTo>
                  <a:lnTo>
                    <a:pt x="1400390" y="607958"/>
                  </a:lnTo>
                  <a:lnTo>
                    <a:pt x="1392521" y="561645"/>
                  </a:lnTo>
                  <a:lnTo>
                    <a:pt x="1381685" y="516412"/>
                  </a:lnTo>
                  <a:lnTo>
                    <a:pt x="1367988" y="472365"/>
                  </a:lnTo>
                  <a:lnTo>
                    <a:pt x="1351534" y="429608"/>
                  </a:lnTo>
                  <a:lnTo>
                    <a:pt x="1332429" y="388246"/>
                  </a:lnTo>
                  <a:lnTo>
                    <a:pt x="1310776" y="348383"/>
                  </a:lnTo>
                  <a:lnTo>
                    <a:pt x="1286681" y="310125"/>
                  </a:lnTo>
                  <a:lnTo>
                    <a:pt x="1260248" y="273575"/>
                  </a:lnTo>
                  <a:lnTo>
                    <a:pt x="1231582" y="238839"/>
                  </a:lnTo>
                  <a:lnTo>
                    <a:pt x="1200789" y="206022"/>
                  </a:lnTo>
                  <a:lnTo>
                    <a:pt x="1167972" y="175229"/>
                  </a:lnTo>
                  <a:lnTo>
                    <a:pt x="1133236" y="146563"/>
                  </a:lnTo>
                  <a:lnTo>
                    <a:pt x="1096686" y="120130"/>
                  </a:lnTo>
                  <a:lnTo>
                    <a:pt x="1058428" y="96035"/>
                  </a:lnTo>
                  <a:lnTo>
                    <a:pt x="1018565" y="74382"/>
                  </a:lnTo>
                  <a:lnTo>
                    <a:pt x="977203" y="55277"/>
                  </a:lnTo>
                  <a:lnTo>
                    <a:pt x="934446" y="38823"/>
                  </a:lnTo>
                  <a:lnTo>
                    <a:pt x="890399" y="25126"/>
                  </a:lnTo>
                  <a:lnTo>
                    <a:pt x="845166" y="14290"/>
                  </a:lnTo>
                  <a:lnTo>
                    <a:pt x="798854" y="6421"/>
                  </a:lnTo>
                  <a:lnTo>
                    <a:pt x="751565" y="1622"/>
                  </a:lnTo>
                  <a:lnTo>
                    <a:pt x="703406" y="0"/>
                  </a:lnTo>
                  <a:close/>
                </a:path>
              </a:pathLst>
            </a:custGeom>
            <a:solidFill>
              <a:srgbClr val="F2F2F2"/>
            </a:solidFill>
          </p:spPr>
          <p:txBody>
            <a:bodyPr wrap="square" lIns="0" tIns="0" rIns="0" bIns="0" rtlCol="0"/>
            <a:lstStyle/>
            <a:p>
              <a:endParaRPr/>
            </a:p>
          </p:txBody>
        </p:sp>
        <p:pic>
          <p:nvPicPr>
            <p:cNvPr id="16" name="object 16"/>
            <p:cNvPicPr/>
            <p:nvPr/>
          </p:nvPicPr>
          <p:blipFill>
            <a:blip r:embed="rId4" cstate="print"/>
            <a:stretch>
              <a:fillRect/>
            </a:stretch>
          </p:blipFill>
          <p:spPr>
            <a:xfrm>
              <a:off x="6876288" y="3017519"/>
              <a:ext cx="810768" cy="810767"/>
            </a:xfrm>
            <a:prstGeom prst="rect">
              <a:avLst/>
            </a:prstGeom>
          </p:spPr>
        </p:pic>
      </p:grpSp>
      <p:sp>
        <p:nvSpPr>
          <p:cNvPr id="17" name="object 17"/>
          <p:cNvSpPr txBox="1"/>
          <p:nvPr/>
        </p:nvSpPr>
        <p:spPr>
          <a:xfrm>
            <a:off x="6616870" y="4500879"/>
            <a:ext cx="1330325" cy="748030"/>
          </a:xfrm>
          <a:prstGeom prst="rect">
            <a:avLst/>
          </a:prstGeom>
        </p:spPr>
        <p:txBody>
          <a:bodyPr vert="horz" wrap="square" lIns="0" tIns="56515" rIns="0" bIns="0" rtlCol="0">
            <a:spAutoFit/>
          </a:bodyPr>
          <a:lstStyle/>
          <a:p>
            <a:pPr marL="12700" marR="5080" indent="26670">
              <a:lnSpc>
                <a:spcPts val="2690"/>
              </a:lnSpc>
              <a:spcBef>
                <a:spcPts val="445"/>
              </a:spcBef>
            </a:pPr>
            <a:r>
              <a:rPr sz="2500" spc="-5" dirty="0">
                <a:latin typeface="Calibri"/>
                <a:cs typeface="Calibri"/>
              </a:rPr>
              <a:t>CONTENT </a:t>
            </a:r>
            <a:r>
              <a:rPr sz="2500" spc="-555" dirty="0">
                <a:latin typeface="Calibri"/>
                <a:cs typeface="Calibri"/>
              </a:rPr>
              <a:t> </a:t>
            </a:r>
            <a:r>
              <a:rPr sz="2500" dirty="0">
                <a:latin typeface="Calibri"/>
                <a:cs typeface="Calibri"/>
              </a:rPr>
              <a:t>M</a:t>
            </a:r>
            <a:r>
              <a:rPr sz="2500" spc="-200" dirty="0">
                <a:latin typeface="Calibri"/>
                <a:cs typeface="Calibri"/>
              </a:rPr>
              <a:t>A</a:t>
            </a:r>
            <a:r>
              <a:rPr sz="2500" dirty="0">
                <a:latin typeface="Calibri"/>
                <a:cs typeface="Calibri"/>
              </a:rPr>
              <a:t>TRIC</a:t>
            </a:r>
            <a:r>
              <a:rPr sz="2500" spc="-25" dirty="0">
                <a:latin typeface="Calibri"/>
                <a:cs typeface="Calibri"/>
              </a:rPr>
              <a:t>E</a:t>
            </a:r>
            <a:r>
              <a:rPr sz="2500" dirty="0">
                <a:latin typeface="Calibri"/>
                <a:cs typeface="Calibri"/>
              </a:rPr>
              <a:t>S</a:t>
            </a:r>
            <a:endParaRPr sz="2500">
              <a:latin typeface="Calibri"/>
              <a:cs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a:extLst>
              <a:ext uri="{C183D7F6-B498-43B3-948B-1728B52AA6E4}">
                <adec:decorative xmlns:adec="http://schemas.microsoft.com/office/drawing/2017/decorative" val="1"/>
              </a:ext>
            </a:extLst>
          </p:cNvPr>
          <p:cNvGrpSpPr/>
          <p:nvPr/>
        </p:nvGrpSpPr>
        <p:grpSpPr>
          <a:xfrm>
            <a:off x="0" y="0"/>
            <a:ext cx="9144000" cy="1600200"/>
            <a:chOff x="0" y="0"/>
            <a:chExt cx="9144000" cy="1600200"/>
          </a:xfrm>
        </p:grpSpPr>
        <p:pic>
          <p:nvPicPr>
            <p:cNvPr id="3" name="object 3"/>
            <p:cNvPicPr/>
            <p:nvPr/>
          </p:nvPicPr>
          <p:blipFill>
            <a:blip r:embed="rId2" cstate="print"/>
            <a:stretch>
              <a:fillRect/>
            </a:stretch>
          </p:blipFill>
          <p:spPr>
            <a:xfrm>
              <a:off x="0" y="0"/>
              <a:ext cx="9144000" cy="1591055"/>
            </a:xfrm>
            <a:prstGeom prst="rect">
              <a:avLst/>
            </a:prstGeom>
          </p:spPr>
        </p:pic>
        <p:pic>
          <p:nvPicPr>
            <p:cNvPr id="4" name="object 4"/>
            <p:cNvPicPr/>
            <p:nvPr/>
          </p:nvPicPr>
          <p:blipFill>
            <a:blip r:embed="rId3" cstate="print"/>
            <a:stretch>
              <a:fillRect/>
            </a:stretch>
          </p:blipFill>
          <p:spPr>
            <a:xfrm>
              <a:off x="344424" y="0"/>
              <a:ext cx="8799576" cy="1600200"/>
            </a:xfrm>
            <a:prstGeom prst="rect">
              <a:avLst/>
            </a:prstGeom>
          </p:spPr>
        </p:pic>
      </p:grpSp>
      <p:sp>
        <p:nvSpPr>
          <p:cNvPr id="5" name="object 5"/>
          <p:cNvSpPr txBox="1">
            <a:spLocks noGrp="1"/>
          </p:cNvSpPr>
          <p:nvPr>
            <p:ph type="title"/>
          </p:nvPr>
        </p:nvSpPr>
        <p:spPr>
          <a:xfrm>
            <a:off x="1107438" y="481583"/>
            <a:ext cx="1449070" cy="558800"/>
          </a:xfrm>
          <a:prstGeom prst="rect">
            <a:avLst/>
          </a:prstGeom>
        </p:spPr>
        <p:txBody>
          <a:bodyPr vert="horz" wrap="square" lIns="0" tIns="12700" rIns="0" bIns="0" rtlCol="0">
            <a:spAutoFit/>
          </a:bodyPr>
          <a:lstStyle/>
          <a:p>
            <a:pPr marL="12700">
              <a:lnSpc>
                <a:spcPct val="100000"/>
              </a:lnSpc>
              <a:spcBef>
                <a:spcPts val="100"/>
              </a:spcBef>
            </a:pPr>
            <a:r>
              <a:rPr sz="3500" spc="-70" dirty="0">
                <a:solidFill>
                  <a:srgbClr val="FFFFFF"/>
                </a:solidFill>
              </a:rPr>
              <a:t>R</a:t>
            </a:r>
            <a:r>
              <a:rPr sz="3500" spc="-10" dirty="0">
                <a:solidFill>
                  <a:srgbClr val="FFFFFF"/>
                </a:solidFill>
              </a:rPr>
              <a:t>e</a:t>
            </a:r>
            <a:r>
              <a:rPr sz="3500" dirty="0">
                <a:solidFill>
                  <a:srgbClr val="FFFFFF"/>
                </a:solidFill>
              </a:rPr>
              <a:t>a</a:t>
            </a:r>
            <a:r>
              <a:rPr sz="3500" spc="-10" dirty="0">
                <a:solidFill>
                  <a:srgbClr val="FFFFFF"/>
                </a:solidFill>
              </a:rPr>
              <a:t>d</a:t>
            </a:r>
            <a:r>
              <a:rPr sz="3500" dirty="0">
                <a:solidFill>
                  <a:srgbClr val="FFFFFF"/>
                </a:solidFill>
              </a:rPr>
              <a:t>i</a:t>
            </a:r>
            <a:r>
              <a:rPr sz="3500" spc="-10" dirty="0">
                <a:solidFill>
                  <a:srgbClr val="FFFFFF"/>
                </a:solidFill>
              </a:rPr>
              <a:t>n</a:t>
            </a:r>
            <a:r>
              <a:rPr sz="3500" dirty="0">
                <a:solidFill>
                  <a:srgbClr val="FFFFFF"/>
                </a:solidFill>
              </a:rPr>
              <a:t>g</a:t>
            </a:r>
            <a:endParaRPr sz="3500"/>
          </a:p>
        </p:txBody>
      </p:sp>
      <p:sp>
        <p:nvSpPr>
          <p:cNvPr id="6" name="object 6"/>
          <p:cNvSpPr txBox="1">
            <a:spLocks noGrp="1"/>
          </p:cNvSpPr>
          <p:nvPr>
            <p:ph type="body" idx="1"/>
          </p:nvPr>
        </p:nvSpPr>
        <p:spPr>
          <a:prstGeom prst="rect">
            <a:avLst/>
          </a:prstGeom>
        </p:spPr>
        <p:txBody>
          <a:bodyPr vert="horz" wrap="square" lIns="0" tIns="64135" rIns="0" bIns="0" rtlCol="0">
            <a:spAutoFit/>
          </a:bodyPr>
          <a:lstStyle/>
          <a:p>
            <a:pPr marL="601345" indent="-228600">
              <a:lnSpc>
                <a:spcPct val="100000"/>
              </a:lnSpc>
              <a:spcBef>
                <a:spcPts val="505"/>
              </a:spcBef>
              <a:buFont typeface="Arial MT"/>
              <a:buChar char="•"/>
              <a:tabLst>
                <a:tab pos="601345" algn="l"/>
                <a:tab pos="601980" algn="l"/>
              </a:tabLst>
            </a:pPr>
            <a:r>
              <a:rPr dirty="0"/>
              <a:t>Bill </a:t>
            </a:r>
            <a:r>
              <a:rPr spc="-5" dirty="0"/>
              <a:t>Moggeridge</a:t>
            </a:r>
            <a:r>
              <a:rPr dirty="0"/>
              <a:t> </a:t>
            </a:r>
            <a:r>
              <a:rPr spc="-5" dirty="0"/>
              <a:t>Interview</a:t>
            </a:r>
            <a:r>
              <a:rPr dirty="0"/>
              <a:t> </a:t>
            </a:r>
            <a:r>
              <a:rPr spc="-5" dirty="0"/>
              <a:t>on</a:t>
            </a:r>
            <a:r>
              <a:rPr dirty="0"/>
              <a:t> </a:t>
            </a:r>
            <a:r>
              <a:rPr spc="-5" dirty="0"/>
              <a:t>how</a:t>
            </a:r>
            <a:r>
              <a:rPr dirty="0"/>
              <a:t> </a:t>
            </a:r>
            <a:r>
              <a:rPr spc="-5" dirty="0"/>
              <a:t>he</a:t>
            </a:r>
            <a:r>
              <a:rPr dirty="0"/>
              <a:t> </a:t>
            </a:r>
            <a:r>
              <a:rPr spc="-15" dirty="0"/>
              <a:t>started</a:t>
            </a:r>
            <a:r>
              <a:rPr dirty="0"/>
              <a:t> </a:t>
            </a:r>
            <a:r>
              <a:rPr spc="-5" dirty="0"/>
              <a:t>thinking</a:t>
            </a:r>
            <a:r>
              <a:rPr spc="-10" dirty="0"/>
              <a:t> </a:t>
            </a:r>
            <a:r>
              <a:rPr spc="-5" dirty="0"/>
              <a:t>about</a:t>
            </a:r>
            <a:r>
              <a:rPr dirty="0"/>
              <a:t> </a:t>
            </a:r>
            <a:r>
              <a:rPr spc="-5" dirty="0"/>
              <a:t>IxD</a:t>
            </a:r>
          </a:p>
          <a:p>
            <a:pPr marL="1001394" lvl="1" indent="-229235">
              <a:lnSpc>
                <a:spcPct val="100000"/>
              </a:lnSpc>
              <a:spcBef>
                <a:spcPts val="409"/>
              </a:spcBef>
              <a:buClr>
                <a:srgbClr val="000000"/>
              </a:buClr>
              <a:buFont typeface="Arial MT"/>
              <a:buChar char="•"/>
              <a:tabLst>
                <a:tab pos="1001394" algn="l"/>
                <a:tab pos="1002030" algn="l"/>
              </a:tabLst>
            </a:pPr>
            <a:r>
              <a:rPr sz="1500" u="sng" spc="-10" dirty="0">
                <a:solidFill>
                  <a:srgbClr val="0563C1"/>
                </a:solidFill>
                <a:uFill>
                  <a:solidFill>
                    <a:srgbClr val="0563C1"/>
                  </a:solidFill>
                </a:uFill>
                <a:latin typeface="Calibri"/>
                <a:cs typeface="Calibri"/>
                <a:hlinkClick r:id="rId4"/>
              </a:rPr>
              <a:t>http://www.designinginteractions.com/download</a:t>
            </a:r>
            <a:endParaRPr sz="1500">
              <a:latin typeface="Calibri"/>
              <a:cs typeface="Calibri"/>
            </a:endParaRPr>
          </a:p>
          <a:p>
            <a:pPr marL="360045" lvl="1">
              <a:lnSpc>
                <a:spcPct val="100000"/>
              </a:lnSpc>
              <a:spcBef>
                <a:spcPts val="25"/>
              </a:spcBef>
              <a:buFont typeface="Arial MT"/>
              <a:buChar char="•"/>
            </a:pPr>
            <a:endParaRPr sz="2200"/>
          </a:p>
          <a:p>
            <a:pPr marL="601345" indent="-228600">
              <a:lnSpc>
                <a:spcPct val="100000"/>
              </a:lnSpc>
              <a:buFont typeface="Arial MT"/>
              <a:buChar char="•"/>
              <a:tabLst>
                <a:tab pos="601345" algn="l"/>
                <a:tab pos="601980" algn="l"/>
              </a:tabLst>
            </a:pPr>
            <a:r>
              <a:rPr spc="-20" dirty="0"/>
              <a:t>Web</a:t>
            </a:r>
            <a:r>
              <a:rPr spc="-15" dirty="0"/>
              <a:t> Navigation</a:t>
            </a:r>
            <a:r>
              <a:rPr spc="-10" dirty="0"/>
              <a:t> </a:t>
            </a:r>
            <a:r>
              <a:rPr spc="-5" dirty="0"/>
              <a:t>Design</a:t>
            </a:r>
          </a:p>
          <a:p>
            <a:pPr marL="1058545" lvl="1" indent="-229235">
              <a:lnSpc>
                <a:spcPct val="100000"/>
              </a:lnSpc>
              <a:spcBef>
                <a:spcPts val="385"/>
              </a:spcBef>
              <a:buClr>
                <a:srgbClr val="000000"/>
              </a:buClr>
              <a:buFont typeface="Arial MT"/>
              <a:buChar char="•"/>
              <a:tabLst>
                <a:tab pos="1058545" algn="l"/>
                <a:tab pos="1059180" algn="l"/>
              </a:tabLst>
            </a:pPr>
            <a:r>
              <a:rPr sz="1500" u="sng" spc="-10" dirty="0">
                <a:solidFill>
                  <a:srgbClr val="0563C1"/>
                </a:solidFill>
                <a:uFill>
                  <a:solidFill>
                    <a:srgbClr val="0563C1"/>
                  </a:solidFill>
                </a:uFill>
                <a:latin typeface="Calibri"/>
                <a:cs typeface="Calibri"/>
              </a:rPr>
              <a:t>https://</a:t>
            </a:r>
            <a:r>
              <a:rPr sz="1500" u="sng" spc="-10" dirty="0">
                <a:solidFill>
                  <a:srgbClr val="0563C1"/>
                </a:solidFill>
                <a:uFill>
                  <a:solidFill>
                    <a:srgbClr val="0563C1"/>
                  </a:solidFill>
                </a:uFill>
                <a:latin typeface="Calibri"/>
                <a:cs typeface="Calibri"/>
                <a:hlinkClick r:id="rId5"/>
              </a:rPr>
              <a:t>www.oreilly.com/library/view/designing-web-navigation/9780596528102/</a:t>
            </a:r>
            <a:endParaRPr sz="1500">
              <a:latin typeface="Calibri"/>
              <a:cs typeface="Calibri"/>
            </a:endParaRPr>
          </a:p>
          <a:p>
            <a:pPr marL="360045" lvl="1">
              <a:lnSpc>
                <a:spcPct val="100000"/>
              </a:lnSpc>
              <a:spcBef>
                <a:spcPts val="50"/>
              </a:spcBef>
              <a:buFont typeface="Arial MT"/>
              <a:buChar char="•"/>
            </a:pPr>
            <a:endParaRPr sz="2100"/>
          </a:p>
          <a:p>
            <a:pPr marL="601345" indent="-228600">
              <a:lnSpc>
                <a:spcPct val="100000"/>
              </a:lnSpc>
              <a:buFont typeface="Arial MT"/>
              <a:buChar char="•"/>
              <a:tabLst>
                <a:tab pos="601345" algn="l"/>
                <a:tab pos="601980" algn="l"/>
              </a:tabLst>
            </a:pPr>
            <a:r>
              <a:rPr spc="-10" dirty="0"/>
              <a:t>Information</a:t>
            </a:r>
            <a:r>
              <a:rPr spc="-5" dirty="0"/>
              <a:t> </a:t>
            </a:r>
            <a:r>
              <a:rPr spc="-10" dirty="0"/>
              <a:t>Architecture</a:t>
            </a:r>
            <a:r>
              <a:rPr dirty="0"/>
              <a:t> </a:t>
            </a:r>
            <a:r>
              <a:rPr spc="-20" dirty="0"/>
              <a:t>Tutorial</a:t>
            </a:r>
          </a:p>
          <a:p>
            <a:pPr marL="1001394" lvl="1" indent="-229235">
              <a:lnSpc>
                <a:spcPct val="100000"/>
              </a:lnSpc>
              <a:spcBef>
                <a:spcPts val="480"/>
              </a:spcBef>
              <a:buClr>
                <a:srgbClr val="000000"/>
              </a:buClr>
              <a:buFont typeface="Arial MT"/>
              <a:buChar char="•"/>
              <a:tabLst>
                <a:tab pos="1001394" algn="l"/>
                <a:tab pos="1002030" algn="l"/>
              </a:tabLst>
            </a:pPr>
            <a:r>
              <a:rPr sz="1500" u="sng" spc="-10" dirty="0">
                <a:solidFill>
                  <a:srgbClr val="0563C1"/>
                </a:solidFill>
                <a:uFill>
                  <a:solidFill>
                    <a:srgbClr val="0563C1"/>
                  </a:solidFill>
                </a:uFill>
                <a:latin typeface="Calibri"/>
                <a:cs typeface="Calibri"/>
              </a:rPr>
              <a:t>https://</a:t>
            </a:r>
            <a:r>
              <a:rPr sz="1500" u="sng" spc="-10" dirty="0">
                <a:solidFill>
                  <a:srgbClr val="0563C1"/>
                </a:solidFill>
                <a:uFill>
                  <a:solidFill>
                    <a:srgbClr val="0563C1"/>
                  </a:solidFill>
                </a:uFill>
                <a:latin typeface="Calibri"/>
                <a:cs typeface="Calibri"/>
                <a:hlinkClick r:id="rId6"/>
              </a:rPr>
              <a:t>www.wired.com/2010/02/information-architecture-tutorial-lesson-1/</a:t>
            </a:r>
            <a:endParaRPr sz="1500">
              <a:latin typeface="Calibri"/>
              <a:cs typeface="Calibri"/>
            </a:endParaRPr>
          </a:p>
          <a:p>
            <a:pPr marL="360045" lvl="1">
              <a:lnSpc>
                <a:spcPct val="100000"/>
              </a:lnSpc>
              <a:spcBef>
                <a:spcPts val="55"/>
              </a:spcBef>
              <a:buFont typeface="Arial MT"/>
              <a:buChar char="•"/>
            </a:pPr>
            <a:endParaRPr sz="2100"/>
          </a:p>
          <a:p>
            <a:pPr marL="601345" indent="-228600">
              <a:lnSpc>
                <a:spcPct val="100000"/>
              </a:lnSpc>
              <a:buFont typeface="Arial MT"/>
              <a:buChar char="•"/>
              <a:tabLst>
                <a:tab pos="601345" algn="l"/>
                <a:tab pos="601980" algn="l"/>
              </a:tabLst>
            </a:pPr>
            <a:r>
              <a:rPr spc="-5" dirty="0"/>
              <a:t>Useful</a:t>
            </a:r>
            <a:r>
              <a:rPr spc="-15" dirty="0"/>
              <a:t> </a:t>
            </a:r>
            <a:r>
              <a:rPr spc="-10" dirty="0"/>
              <a:t>Chapter </a:t>
            </a:r>
            <a:r>
              <a:rPr spc="-5" dirty="0"/>
              <a:t>on</a:t>
            </a:r>
            <a:r>
              <a:rPr spc="-15" dirty="0"/>
              <a:t> </a:t>
            </a:r>
            <a:r>
              <a:rPr spc="-5" dirty="0"/>
              <a:t>IxD</a:t>
            </a:r>
          </a:p>
          <a:p>
            <a:pPr marL="1001394" lvl="1" indent="-229235">
              <a:lnSpc>
                <a:spcPct val="100000"/>
              </a:lnSpc>
              <a:spcBef>
                <a:spcPts val="385"/>
              </a:spcBef>
              <a:buClr>
                <a:srgbClr val="000000"/>
              </a:buClr>
              <a:buFont typeface="Arial MT"/>
              <a:buChar char="•"/>
              <a:tabLst>
                <a:tab pos="1001394" algn="l"/>
                <a:tab pos="1002030" algn="l"/>
              </a:tabLst>
            </a:pPr>
            <a:r>
              <a:rPr sz="1500" u="sng" spc="-10" dirty="0">
                <a:solidFill>
                  <a:srgbClr val="0563C1"/>
                </a:solidFill>
                <a:uFill>
                  <a:solidFill>
                    <a:srgbClr val="0563C1"/>
                  </a:solidFill>
                </a:uFill>
                <a:latin typeface="Calibri"/>
                <a:cs typeface="Calibri"/>
                <a:hlinkClick r:id="rId7"/>
              </a:rPr>
              <a:t>http://www.alandix.com/academic/teaching/rome2003/docs/rome-ch05.pdf</a:t>
            </a:r>
            <a:endParaRPr sz="1500">
              <a:latin typeface="Calibri"/>
              <a:cs typeface="Calibri"/>
            </a:endParaRPr>
          </a:p>
          <a:p>
            <a:pPr marL="360045" lvl="1">
              <a:lnSpc>
                <a:spcPct val="100000"/>
              </a:lnSpc>
              <a:spcBef>
                <a:spcPts val="25"/>
              </a:spcBef>
              <a:buFont typeface="Arial MT"/>
              <a:buChar char="•"/>
            </a:pPr>
            <a:endParaRPr sz="2200"/>
          </a:p>
          <a:p>
            <a:pPr marL="601345" indent="-228600">
              <a:lnSpc>
                <a:spcPct val="100000"/>
              </a:lnSpc>
              <a:buFont typeface="Arial MT"/>
              <a:buChar char="•"/>
              <a:tabLst>
                <a:tab pos="601345" algn="l"/>
                <a:tab pos="601980" algn="l"/>
              </a:tabLst>
            </a:pPr>
            <a:r>
              <a:rPr spc="-5" dirty="0"/>
              <a:t>Examples</a:t>
            </a:r>
            <a:r>
              <a:rPr spc="-25" dirty="0"/>
              <a:t> </a:t>
            </a:r>
            <a:r>
              <a:rPr spc="-5" dirty="0"/>
              <a:t>of</a:t>
            </a:r>
            <a:r>
              <a:rPr spc="-20" dirty="0"/>
              <a:t> </a:t>
            </a:r>
            <a:r>
              <a:rPr spc="-5" dirty="0"/>
              <a:t>IxD</a:t>
            </a:r>
            <a:r>
              <a:rPr spc="-15" dirty="0"/>
              <a:t> </a:t>
            </a:r>
            <a:r>
              <a:rPr spc="-5" dirty="0"/>
              <a:t>tools</a:t>
            </a:r>
          </a:p>
          <a:p>
            <a:pPr marL="715645" lvl="1" indent="-229235">
              <a:lnSpc>
                <a:spcPct val="100000"/>
              </a:lnSpc>
              <a:spcBef>
                <a:spcPts val="409"/>
              </a:spcBef>
              <a:buClr>
                <a:srgbClr val="000000"/>
              </a:buClr>
              <a:buFont typeface="Arial MT"/>
              <a:buChar char="•"/>
              <a:tabLst>
                <a:tab pos="715645" algn="l"/>
                <a:tab pos="716280" algn="l"/>
              </a:tabLst>
            </a:pPr>
            <a:r>
              <a:rPr sz="1500" u="sng" spc="-10" dirty="0">
                <a:solidFill>
                  <a:srgbClr val="0563C1"/>
                </a:solidFill>
                <a:uFill>
                  <a:solidFill>
                    <a:srgbClr val="0563C1"/>
                  </a:solidFill>
                </a:uFill>
                <a:latin typeface="Calibri"/>
                <a:cs typeface="Calibri"/>
              </a:rPr>
              <a:t>https://bradley-nice.medium.com/best-interaction-design-tools-4af01e259959</a:t>
            </a:r>
            <a:endParaRPr sz="1500">
              <a:latin typeface="Calibri"/>
              <a:cs typeface="Calibri"/>
            </a:endParaRPr>
          </a:p>
        </p:txBody>
      </p:sp>
      <p:sp>
        <p:nvSpPr>
          <p:cNvPr id="7" name="object 7"/>
          <p:cNvSpPr txBox="1"/>
          <p:nvPr/>
        </p:nvSpPr>
        <p:spPr>
          <a:xfrm>
            <a:off x="8877617" y="6535419"/>
            <a:ext cx="155575" cy="177800"/>
          </a:xfrm>
          <a:prstGeom prst="rect">
            <a:avLst/>
          </a:prstGeom>
        </p:spPr>
        <p:txBody>
          <a:bodyPr vert="horz" wrap="square" lIns="0" tIns="12700" rIns="0" bIns="0" rtlCol="0">
            <a:spAutoFit/>
          </a:bodyPr>
          <a:lstStyle/>
          <a:p>
            <a:pPr marL="12700">
              <a:lnSpc>
                <a:spcPct val="100000"/>
              </a:lnSpc>
              <a:spcBef>
                <a:spcPts val="100"/>
              </a:spcBef>
            </a:pPr>
            <a:r>
              <a:rPr sz="1000" spc="5" dirty="0">
                <a:solidFill>
                  <a:srgbClr val="7F7F7F"/>
                </a:solidFill>
                <a:latin typeface="Calibri"/>
                <a:cs typeface="Calibri"/>
              </a:rPr>
              <a:t>33</a:t>
            </a:r>
            <a:endParaRPr sz="1000">
              <a:latin typeface="Calibri"/>
              <a:cs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563C1"/>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2357</TotalTime>
  <Words>2301</Words>
  <Application>Microsoft Macintosh PowerPoint</Application>
  <PresentationFormat>On-screen Show (4:3)</PresentationFormat>
  <Paragraphs>250</Paragraphs>
  <Slides>34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34</vt:i4>
      </vt:variant>
    </vt:vector>
  </HeadingPairs>
  <TitlesOfParts>
    <vt:vector size="39" baseType="lpstr">
      <vt:lpstr>Arial</vt:lpstr>
      <vt:lpstr>Arial MT</vt:lpstr>
      <vt:lpstr>Calibri</vt:lpstr>
      <vt:lpstr>Calibri Light</vt:lpstr>
      <vt:lpstr>Office Theme</vt:lpstr>
      <vt:lpstr>Week 5  User Experience: Structure</vt:lpstr>
      <vt:lpstr>UX Design - Structure</vt:lpstr>
      <vt:lpstr>The focus of IxD is on user  behaviour and on satisfying  user needs.</vt:lpstr>
      <vt:lpstr>IxD - Definition</vt:lpstr>
      <vt:lpstr>IxD - Definition</vt:lpstr>
      <vt:lpstr>Effective IxD</vt:lpstr>
      <vt:lpstr>Principles of Interaction Design</vt:lpstr>
      <vt:lpstr>Principles of Interaction Design</vt:lpstr>
      <vt:lpstr>Principles of Interaction Design</vt:lpstr>
      <vt:lpstr>Principles of Interaction Design</vt:lpstr>
      <vt:lpstr>IxD Techniques – Cognitive Dimensions</vt:lpstr>
      <vt:lpstr>IxD Process Wireframes</vt:lpstr>
      <vt:lpstr>Wireframe</vt:lpstr>
      <vt:lpstr>Wireframe</vt:lpstr>
      <vt:lpstr>Outputs and Testing</vt:lpstr>
      <vt:lpstr>IxD Case Studies</vt:lpstr>
      <vt:lpstr>Part 2 Information Architecture</vt:lpstr>
      <vt:lpstr>Information Architecture</vt:lpstr>
      <vt:lpstr>Information Architecture</vt:lpstr>
      <vt:lpstr>Styles of Information Architecture</vt:lpstr>
      <vt:lpstr>Styles of Information Architecture</vt:lpstr>
      <vt:lpstr>Creating an Effective Information  Architecture</vt:lpstr>
      <vt:lpstr>Card Sorting</vt:lpstr>
      <vt:lpstr>Creating an Effective Information  Architecture</vt:lpstr>
      <vt:lpstr>Sitemap</vt:lpstr>
      <vt:lpstr>Storyboarding</vt:lpstr>
      <vt:lpstr>Storyboarding</vt:lpstr>
      <vt:lpstr>Storyboarding Process</vt:lpstr>
      <vt:lpstr>Storyboard</vt:lpstr>
      <vt:lpstr>Testing an Effective Information Architecture</vt:lpstr>
      <vt:lpstr>Content Matrix</vt:lpstr>
      <vt:lpstr>Content  Matrix</vt:lpstr>
      <vt:lpstr>Outputs of the Information Architecture Process</vt:lpstr>
      <vt:lpstr>Reading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4 User Experience: Structure</dc:title>
  <cp:lastModifiedBy>Bassma Al-Jubouri</cp:lastModifiedBy>
  <cp:revision>9</cp:revision>
  <dcterms:created xsi:type="dcterms:W3CDTF">2024-03-03T13:04:28Z</dcterms:created>
  <dcterms:modified xsi:type="dcterms:W3CDTF">2025-04-02T21:08:27Z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2023-02-27T00:00:00Z</vt:filetime>
  </property>
  <property fmtid="{D5CDD505-2E9C-101B-9397-08002B2CF9AE}" pid="3" name="LastSaved">
    <vt:filetime>2024-03-03T00:00:00Z</vt:filetime>
  </property>
</Properties>
</file>